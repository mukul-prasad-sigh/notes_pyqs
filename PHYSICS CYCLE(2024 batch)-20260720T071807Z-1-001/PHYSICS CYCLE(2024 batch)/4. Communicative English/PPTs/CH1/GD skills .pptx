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gB2uqOZWQ9rrV0ITpX+SJKZkd6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Group Discussion Skills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group discussion 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Group discussion is a method used by an organization to measure whether the candidate has convinced individuality traits and skills that it desires in its teammates.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In this method, the group of candidates is given a topic or a situation, given a few minutes to consider about the same, and then asked to discuss the topic amongst themselves for 15-20 minutes.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GD Skills required </a:t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4262" y="2577306"/>
            <a:ext cx="49434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Aspects that support a group discussion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004449" y="12533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Co- operation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Verbal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Non- verbal behaviour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verification to norms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Decision-making aptitude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867694"/>
            <a:ext cx="80772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Knowledge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Knowledge a candidate possesses is the capability to have an estimation on issues and facts and how he/she applies it to the topic discussion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Knowledge is a sharp differentiator and is a great advantage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Unless one has the necessary knowledge of the given topic, the quality of the group discussion can be low and at the surface level.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Being well versed in present affairs and issues of simultaneous importance can help to do well.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Interpersonal skills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reflected in the aptitude of the candidate to interrelate with other members of the group in an amicable and concise manner.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Emotional smoothness and stability promote high-quality interpersonal relationships.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person has to be more group-centric and less self-centered.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Proactive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 have content to speak, don’t wait for others to start with the group discussion.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one who gets an opportunity to speak first gets an opportunity to drive the Group discussion.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may come a time where other members are not speaking up, that time you can take a proactive step and ace your group discussion round.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Leadership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Among the large number of brilliant candidates, there’s always a possibility of getting overshadowed.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could be a case where,  if there is a candidate who is not as much  well-informed or good at academics, but his or her excellence of putting forth the points and has an aptitude to manage the circumstances well, will  make him/her earn a good point.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Time Management</a:t>
            </a:r>
            <a:br>
              <a:rPr lang="en-US"/>
            </a:b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Time is one of the innermost things.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Its correct use can take you to heights, and its disregard can make you fall on the land.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During the group discussion, make yourself definite that you will speak not less than two minutes.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Logical Ability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indicates your aptitude to efficiently flowchart you’re thought process and examine the topic in a comprehensive manner.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reflects your aptitude to build logical arguments and makeup the discussion in a sleek manner, avoiding deviations and beating round the bush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 skills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evaluates the candidate's aptitude to attach with the group and is calculated from a dual viewpoint - verbal and non-verbal.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Verbal communication is judged by the candidate’s articulation and intonation, expression of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Non-verbal quotient defines his/her body language, signal eye contact and bearing.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 dynamics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demonstrates the skill to maintain stability between individual brilliance and group performance.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person scoring high on this parameter will be more credible to work in groups and hence contribute successfully to organizations.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Regular , conventional seating arrangement </a:t>
            </a:r>
            <a:endParaRPr/>
          </a:p>
        </p:txBody>
      </p:sp>
      <p:pic>
        <p:nvPicPr>
          <p:cNvPr id="162" name="Google Shape;16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608" y="1825625"/>
            <a:ext cx="905078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2020-11-18T07:23:57Z</dcterms:created>
  <dc:creator>kiraaan</dc:creator>
</cp:coreProperties>
</file>