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4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5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6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4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6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5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1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17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1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05B6E-DBAE-474A-827D-6D38D97491C0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9D57B-A696-4E9C-9A8D-F252AF492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2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Communicative 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Words and phrases for self – introduction </a:t>
            </a:r>
          </a:p>
        </p:txBody>
      </p:sp>
    </p:spTree>
    <p:extLst>
      <p:ext uri="{BB962C8B-B14F-4D97-AF65-F5344CB8AC3E}">
        <p14:creationId xmlns:p14="http://schemas.microsoft.com/office/powerpoint/2010/main" val="28514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48"/>
          </a:xfrm>
        </p:spPr>
        <p:txBody>
          <a:bodyPr/>
          <a:lstStyle/>
          <a:p>
            <a:r>
              <a:rPr lang="en-US" dirty="0"/>
              <a:t>Ex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8473"/>
            <a:ext cx="10515600" cy="4888490"/>
          </a:xfrm>
        </p:spPr>
        <p:txBody>
          <a:bodyPr>
            <a:normAutofit fontScale="40000" lnSpcReduction="20000"/>
          </a:bodyPr>
          <a:lstStyle/>
          <a:p>
            <a:r>
              <a:rPr lang="en-US" sz="8000" dirty="0"/>
              <a:t>I am XYZ</a:t>
            </a:r>
          </a:p>
          <a:p>
            <a:pPr marL="0" indent="0">
              <a:buNone/>
            </a:pPr>
            <a:endParaRPr lang="en-US" sz="8000" dirty="0"/>
          </a:p>
          <a:p>
            <a:r>
              <a:rPr lang="en-US" sz="8000" dirty="0"/>
              <a:t>I am a Chill and Easy guy -  </a:t>
            </a:r>
            <a:r>
              <a:rPr lang="en-US" sz="8000" dirty="0">
                <a:solidFill>
                  <a:schemeClr val="accent1"/>
                </a:solidFill>
              </a:rPr>
              <a:t>carefree, even tempered </a:t>
            </a:r>
          </a:p>
          <a:p>
            <a:r>
              <a:rPr lang="en-US" sz="8000" dirty="0"/>
              <a:t>I don't take much tension into my head – </a:t>
            </a:r>
            <a:r>
              <a:rPr lang="en-US" sz="8000" dirty="0">
                <a:solidFill>
                  <a:schemeClr val="accent1"/>
                </a:solidFill>
              </a:rPr>
              <a:t>relaxed </a:t>
            </a:r>
          </a:p>
          <a:p>
            <a:r>
              <a:rPr lang="en-US" sz="8000" dirty="0"/>
              <a:t>I like to know stuff – </a:t>
            </a:r>
            <a:r>
              <a:rPr lang="en-US" sz="8000" dirty="0">
                <a:solidFill>
                  <a:schemeClr val="accent1"/>
                </a:solidFill>
              </a:rPr>
              <a:t>curiosity </a:t>
            </a:r>
          </a:p>
          <a:p>
            <a:r>
              <a:rPr lang="en-US" sz="8000" dirty="0"/>
              <a:t>According to me learning other things and possessing other </a:t>
            </a:r>
          </a:p>
          <a:p>
            <a:pPr marL="0" indent="0">
              <a:buNone/>
            </a:pPr>
            <a:r>
              <a:rPr lang="en-US" sz="8000" dirty="0"/>
              <a:t> skills are also equally important</a:t>
            </a:r>
            <a:r>
              <a:rPr lang="en-US" sz="8000" dirty="0">
                <a:solidFill>
                  <a:schemeClr val="accent1"/>
                </a:solidFill>
              </a:rPr>
              <a:t> well informed - knowledge seeker</a:t>
            </a:r>
            <a:br>
              <a:rPr lang="en-US" sz="8000" dirty="0">
                <a:solidFill>
                  <a:schemeClr val="accent1"/>
                </a:solidFill>
              </a:rPr>
            </a:br>
            <a:endParaRPr lang="en-US" sz="8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br>
              <a:rPr lang="en-US" sz="8000" dirty="0"/>
            </a:b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991031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2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2436"/>
            <a:ext cx="10515600" cy="46945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My strength is that I can take any challenges even the ones that I know has very less success rate – </a:t>
            </a:r>
            <a:r>
              <a:rPr lang="en-US" dirty="0">
                <a:solidFill>
                  <a:schemeClr val="accent1"/>
                </a:solidFill>
              </a:rPr>
              <a:t>willingness to take any task</a:t>
            </a:r>
          </a:p>
          <a:p>
            <a:r>
              <a:rPr lang="en-US" dirty="0"/>
              <a:t>It is the thought that “until you try, you never know” making me take up challenges – </a:t>
            </a:r>
            <a:r>
              <a:rPr lang="en-US" dirty="0">
                <a:solidFill>
                  <a:schemeClr val="accent1"/>
                </a:solidFill>
              </a:rPr>
              <a:t>daring – confident </a:t>
            </a:r>
          </a:p>
          <a:p>
            <a:r>
              <a:rPr lang="en-US" dirty="0"/>
              <a:t> I don’t see failure as a negativity but as a bump on the path of my success – </a:t>
            </a:r>
            <a:r>
              <a:rPr lang="en-US" dirty="0">
                <a:solidFill>
                  <a:schemeClr val="accent1"/>
                </a:solidFill>
              </a:rPr>
              <a:t>positive attitude – optimistic </a:t>
            </a:r>
          </a:p>
          <a:p>
            <a:r>
              <a:rPr lang="en-US" dirty="0"/>
              <a:t>my weakness I do not have good experience at public speaking – </a:t>
            </a:r>
            <a:r>
              <a:rPr lang="en-US" dirty="0">
                <a:solidFill>
                  <a:schemeClr val="accent1"/>
                </a:solidFill>
              </a:rPr>
              <a:t>stage fear,  audience shy,  nervous </a:t>
            </a:r>
          </a:p>
          <a:p>
            <a:r>
              <a:rPr lang="en-US" dirty="0"/>
              <a:t> I know have a lot of room to improve my public speaking skills but I am getting there, One step at a time.- </a:t>
            </a:r>
            <a:r>
              <a:rPr lang="en-US" dirty="0">
                <a:solidFill>
                  <a:schemeClr val="accent1"/>
                </a:solidFill>
              </a:rPr>
              <a:t>hopeful, cheerful and never say die attitude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45" y="431223"/>
            <a:ext cx="10515600" cy="1325563"/>
          </a:xfrm>
        </p:spPr>
        <p:txBody>
          <a:bodyPr/>
          <a:lstStyle/>
          <a:p>
            <a:r>
              <a:rPr lang="en-US" dirty="0"/>
              <a:t>Ex 3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57745"/>
            <a:ext cx="11062855" cy="5167746"/>
          </a:xfrm>
        </p:spPr>
        <p:txBody>
          <a:bodyPr>
            <a:normAutofit/>
          </a:bodyPr>
          <a:lstStyle/>
          <a:p>
            <a:r>
              <a:rPr lang="en-US" dirty="0"/>
              <a:t>Let me tell you right off the bat that I tend to procrastinate too often, this is a quality of mine that I seek to improve, however when I gain interest in a topic, I try my level best to excel in it.- </a:t>
            </a:r>
            <a:r>
              <a:rPr lang="en-US" dirty="0">
                <a:solidFill>
                  <a:schemeClr val="accent1"/>
                </a:solidFill>
              </a:rPr>
              <a:t>passionate about interested areas, frank </a:t>
            </a:r>
          </a:p>
          <a:p>
            <a:r>
              <a:rPr lang="en-US" dirty="0"/>
              <a:t>An example of this is my attitude toward physics and chemistry. I love physics and find it as one of the most intriguing subjects I've come across in my school life. </a:t>
            </a:r>
          </a:p>
          <a:p>
            <a:r>
              <a:rPr lang="en-US" dirty="0"/>
              <a:t>In contrast, chemistry is a subject I absolutely despise and dread having to study. This is evident in my board marks. I also tend to grasp knowledge quickly.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(One of the best write up I received in terms of the content)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34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4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 Regarding my qualities,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/>
              <a:t> would like to mention that </a:t>
            </a:r>
            <a:r>
              <a:rPr lang="en-US" dirty="0" err="1"/>
              <a:t>i</a:t>
            </a:r>
            <a:r>
              <a:rPr lang="en-US" dirty="0"/>
              <a:t> am a very honest, creative, self-disciplined and a down to earth person.</a:t>
            </a:r>
          </a:p>
          <a:p>
            <a:pPr marL="0" indent="0">
              <a:buNone/>
            </a:pPr>
            <a:r>
              <a:rPr lang="en-US" dirty="0"/>
              <a:t> But however,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/>
              <a:t> would like to be more hard working and socializing in the future.</a:t>
            </a:r>
          </a:p>
          <a:p>
            <a:pPr marL="0" indent="0">
              <a:buNone/>
            </a:pPr>
            <a:r>
              <a:rPr lang="en-US" dirty="0"/>
              <a:t>The reason why </a:t>
            </a:r>
            <a:r>
              <a:rPr lang="en-US" dirty="0" err="1"/>
              <a:t>i</a:t>
            </a:r>
            <a:r>
              <a:rPr lang="en-US" dirty="0"/>
              <a:t> have decided to join engineering profession (ECE - Electronics and communication) is because of my keen interest in creative and skilled activities related to my course.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(One of the introductions which was worded well. Good vocabulary used)</a:t>
            </a:r>
          </a:p>
          <a:p>
            <a:pPr marL="0" indent="0">
              <a:buNone/>
            </a:pP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94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5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I'm an enthusiastic learner, I have fair communication skills. 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I'd like to improve my confidence level when I'm interacting with many people. - </a:t>
            </a:r>
            <a:r>
              <a:rPr lang="en-US" dirty="0">
                <a:solidFill>
                  <a:schemeClr val="accent1"/>
                </a:solidFill>
              </a:rPr>
              <a:t>introverted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Matter of fact 5 lines. 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201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0948"/>
          </a:xfrm>
        </p:spPr>
        <p:txBody>
          <a:bodyPr/>
          <a:lstStyle/>
          <a:p>
            <a:r>
              <a:rPr lang="en-US" dirty="0"/>
              <a:t>Ex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074"/>
            <a:ext cx="10993582" cy="54171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100" dirty="0"/>
              <a:t>I would say my biggest qualities are being open minded, and thinking out of the box- </a:t>
            </a:r>
            <a:r>
              <a:rPr lang="en-US" sz="3100" dirty="0">
                <a:solidFill>
                  <a:schemeClr val="accent1"/>
                </a:solidFill>
              </a:rPr>
              <a:t>lateral thinking </a:t>
            </a:r>
          </a:p>
          <a:p>
            <a:r>
              <a:rPr lang="en-US" sz="3100" dirty="0"/>
              <a:t> I'm also creative minded - artistic </a:t>
            </a:r>
          </a:p>
          <a:p>
            <a:r>
              <a:rPr lang="en-US" sz="3100" dirty="0"/>
              <a:t> I tend to not apply myself enough, and hence miss out on opportunities to be taken – </a:t>
            </a:r>
            <a:r>
              <a:rPr lang="en-US" sz="3100" dirty="0">
                <a:solidFill>
                  <a:schemeClr val="accent1"/>
                </a:solidFill>
              </a:rPr>
              <a:t>laidback, unsure </a:t>
            </a:r>
          </a:p>
          <a:p>
            <a:r>
              <a:rPr lang="en-US" sz="3100" dirty="0"/>
              <a:t> I'm also not a very keen risk taker- </a:t>
            </a:r>
            <a:r>
              <a:rPr lang="en-US" sz="3100" dirty="0">
                <a:solidFill>
                  <a:schemeClr val="accent1"/>
                </a:solidFill>
              </a:rPr>
              <a:t>cautious </a:t>
            </a:r>
          </a:p>
          <a:p>
            <a:pPr marL="0" indent="0">
              <a:buNone/>
            </a:pPr>
            <a:endParaRPr lang="en-US" sz="3100" dirty="0"/>
          </a:p>
          <a:p>
            <a:r>
              <a:rPr lang="en-US" sz="3100" dirty="0"/>
              <a:t>The reason I've </a:t>
            </a:r>
            <a:r>
              <a:rPr lang="en-US" sz="3100" dirty="0" err="1"/>
              <a:t>choosen</a:t>
            </a:r>
            <a:r>
              <a:rPr lang="en-US" sz="3100" dirty="0"/>
              <a:t> engineering, and information science in particular is because I find that this course requires a good blend of analytical skills and creativity.  It's fits in with my abilities and interests. – </a:t>
            </a:r>
            <a:r>
              <a:rPr lang="en-US" sz="3100" dirty="0">
                <a:solidFill>
                  <a:schemeClr val="accent1"/>
                </a:solidFill>
              </a:rPr>
              <a:t>blend of academic interests with chosen filed </a:t>
            </a:r>
          </a:p>
          <a:p>
            <a:pPr marL="0" indent="0">
              <a:buNone/>
            </a:pPr>
            <a:endParaRPr lang="en-US" sz="3100" dirty="0"/>
          </a:p>
          <a:p>
            <a:r>
              <a:rPr lang="en-US" sz="3100" dirty="0"/>
              <a:t>This course gives us a head start on our learning, and is especially beneficial for the students who are new to our culture and curriculum </a:t>
            </a:r>
            <a:r>
              <a:rPr lang="en-US" sz="3100" dirty="0">
                <a:solidFill>
                  <a:schemeClr val="accent1"/>
                </a:solidFill>
              </a:rPr>
              <a:t>– (referring to bridge course?)</a:t>
            </a:r>
          </a:p>
          <a:p>
            <a:r>
              <a:rPr lang="en-US" sz="3100" dirty="0"/>
              <a:t>I am keenly looking forward to being part of this course.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9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/>
          <a:lstStyle/>
          <a:p>
            <a:r>
              <a:rPr lang="en-US" dirty="0"/>
              <a:t>Ex 8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0656"/>
            <a:ext cx="10515600" cy="5096307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I would describe myself as a hard-working person who is eager to learn new things – </a:t>
            </a:r>
            <a:r>
              <a:rPr lang="en-US" sz="2600" dirty="0">
                <a:solidFill>
                  <a:schemeClr val="accent1"/>
                </a:solidFill>
              </a:rPr>
              <a:t>diligent </a:t>
            </a:r>
          </a:p>
          <a:p>
            <a:r>
              <a:rPr lang="en-US" sz="2600" dirty="0"/>
              <a:t>I can understand things quickly and I am quite good at remembering new information. – </a:t>
            </a:r>
            <a:r>
              <a:rPr lang="en-US" sz="2600" dirty="0">
                <a:solidFill>
                  <a:schemeClr val="accent1"/>
                </a:solidFill>
              </a:rPr>
              <a:t>sharp grasping and analytical skills </a:t>
            </a:r>
          </a:p>
          <a:p>
            <a:r>
              <a:rPr lang="en-US" sz="2600" dirty="0"/>
              <a:t> In addition, I have always been good with many sports such as football, handball, table tennis, badminton and others. – </a:t>
            </a:r>
            <a:r>
              <a:rPr lang="en-US" sz="2600" dirty="0">
                <a:solidFill>
                  <a:schemeClr val="accent1"/>
                </a:solidFill>
              </a:rPr>
              <a:t>athletic and sports </a:t>
            </a:r>
          </a:p>
          <a:p>
            <a:r>
              <a:rPr lang="en-US" sz="2600" dirty="0"/>
              <a:t>  I can get shy and nervous from talking in front of an audience and it is a thing I would like to overcome. – </a:t>
            </a:r>
            <a:r>
              <a:rPr lang="en-US" sz="2600" dirty="0">
                <a:solidFill>
                  <a:schemeClr val="accent1"/>
                </a:solidFill>
              </a:rPr>
              <a:t>introverted and anxious </a:t>
            </a:r>
          </a:p>
          <a:p>
            <a:r>
              <a:rPr lang="en-US" sz="2600" dirty="0"/>
              <a:t>I have always been good with mathematics and physics so it was one of the reasons I chose engineering in general – </a:t>
            </a:r>
            <a:r>
              <a:rPr lang="en-US" sz="2600" dirty="0">
                <a:solidFill>
                  <a:schemeClr val="accent1"/>
                </a:solidFill>
              </a:rPr>
              <a:t>academic interests relate to chosen field </a:t>
            </a:r>
          </a:p>
          <a:p>
            <a:r>
              <a:rPr lang="en-US" sz="2600" dirty="0"/>
              <a:t>I would like to learn to build my own programs and create my own games one day. – Entrepreneur – innovator </a:t>
            </a:r>
          </a:p>
          <a:p>
            <a:pPr marL="0" indent="0">
              <a:buNone/>
            </a:pPr>
            <a:endParaRPr lang="en-US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71296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Checklist for Self 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self</a:t>
            </a:r>
            <a:r>
              <a:rPr lang="en-US" dirty="0"/>
              <a:t>-</a:t>
            </a:r>
            <a:r>
              <a:rPr lang="en-US" b="1" dirty="0"/>
              <a:t>introduction</a:t>
            </a:r>
            <a:r>
              <a:rPr lang="en-US" dirty="0"/>
              <a:t> explains </a:t>
            </a:r>
          </a:p>
          <a:p>
            <a:pPr marL="514350" indent="-514350">
              <a:buAutoNum type="alphaLcPeriod"/>
            </a:pPr>
            <a:r>
              <a:rPr lang="en-US" dirty="0"/>
              <a:t>who you are</a:t>
            </a:r>
          </a:p>
          <a:p>
            <a:pPr marL="514350" indent="-514350">
              <a:buAutoNum type="alphaLcPeriod"/>
            </a:pPr>
            <a:r>
              <a:rPr lang="en-US" dirty="0"/>
              <a:t> what you do </a:t>
            </a:r>
          </a:p>
          <a:p>
            <a:pPr marL="514350" indent="-514350">
              <a:buAutoNum type="alphaLcPeriod"/>
            </a:pPr>
            <a:r>
              <a:rPr lang="en-US" dirty="0"/>
              <a:t>what others need to know about you. </a:t>
            </a:r>
          </a:p>
          <a:p>
            <a:pPr marL="514350" indent="-514350">
              <a:buAutoNum type="alphaL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should provide a </a:t>
            </a:r>
            <a:r>
              <a:rPr lang="en-US" b="1" dirty="0"/>
              <a:t>self</a:t>
            </a:r>
            <a:r>
              <a:rPr lang="en-US" dirty="0"/>
              <a:t>-</a:t>
            </a:r>
            <a:r>
              <a:rPr lang="en-US" b="1" dirty="0"/>
              <a:t>introduction</a:t>
            </a:r>
            <a:r>
              <a:rPr lang="en-US" dirty="0"/>
              <a:t> any time you meet someone new and </a:t>
            </a:r>
            <a:r>
              <a:rPr lang="en-US" dirty="0">
                <a:solidFill>
                  <a:srgbClr val="FF0000"/>
                </a:solidFill>
              </a:rPr>
              <a:t>don't have a third party </a:t>
            </a:r>
            <a:r>
              <a:rPr lang="en-US" dirty="0"/>
              <a:t>to </a:t>
            </a:r>
            <a:r>
              <a:rPr lang="en-US" b="1" dirty="0"/>
              <a:t>introduce</a:t>
            </a:r>
            <a:r>
              <a:rPr lang="en-US" dirty="0"/>
              <a:t> you.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19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057"/>
          </a:xfrm>
        </p:spPr>
        <p:txBody>
          <a:bodyPr>
            <a:normAutofit fontScale="90000"/>
          </a:bodyPr>
          <a:lstStyle/>
          <a:p>
            <a:r>
              <a:rPr lang="en-US" dirty="0"/>
              <a:t>The combination of parts of speech for writing about the self </a:t>
            </a:r>
          </a:p>
        </p:txBody>
      </p:sp>
      <p:pic>
        <p:nvPicPr>
          <p:cNvPr id="4" name="Content Placeholder 3" descr="https://7esl.com/wp-content/uploads/2018/02/Untitled-design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46" y="1825624"/>
            <a:ext cx="10148454" cy="46305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2534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details to be filled </a:t>
            </a:r>
          </a:p>
        </p:txBody>
      </p:sp>
      <p:pic>
        <p:nvPicPr>
          <p:cNvPr id="4" name="Content Placeholder 3" descr="https://7esl.com/wp-content/uploads/2018/06/let-me-introduce-yourself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671" y="1825625"/>
            <a:ext cx="8314658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328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avoid for negatives – but can be used for positive traits </a:t>
            </a:r>
          </a:p>
        </p:txBody>
      </p:sp>
      <p:pic>
        <p:nvPicPr>
          <p:cNvPr id="4" name="Content Placeholder 3" descr="English Collocations | List of Common Collocations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545" y="1825625"/>
            <a:ext cx="5832764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196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 for good self 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Assessment or estimate of self </a:t>
            </a:r>
          </a:p>
          <a:p>
            <a:r>
              <a:rPr lang="en-US" dirty="0"/>
              <a:t>Continuous improvement </a:t>
            </a:r>
          </a:p>
          <a:p>
            <a:r>
              <a:rPr lang="en-US" dirty="0"/>
              <a:t>Continuous learning </a:t>
            </a:r>
          </a:p>
          <a:p>
            <a:r>
              <a:rPr lang="en-US" dirty="0"/>
              <a:t>Knowledge of Self worth / self awareness</a:t>
            </a:r>
          </a:p>
          <a:p>
            <a:r>
              <a:rPr lang="en-US" dirty="0"/>
              <a:t>Appropriate words </a:t>
            </a:r>
          </a:p>
          <a:p>
            <a:r>
              <a:rPr lang="en-US" dirty="0"/>
              <a:t>Honest about self</a:t>
            </a:r>
          </a:p>
          <a:p>
            <a:r>
              <a:rPr lang="en-US" dirty="0"/>
              <a:t>Avoid exaggeration </a:t>
            </a:r>
          </a:p>
          <a:p>
            <a:r>
              <a:rPr lang="en-US" dirty="0"/>
              <a:t>Remain neutral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99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Respect yourself 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“If you want to be respected by others, the great thing is to </a:t>
            </a:r>
            <a:r>
              <a:rPr lang="en-US" b="1" dirty="0"/>
              <a:t>respect</a:t>
            </a:r>
            <a:r>
              <a:rPr lang="en-US" dirty="0"/>
              <a:t> yourself.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Thank you </a:t>
            </a:r>
          </a:p>
          <a:p>
            <a:pPr marL="0" indent="0">
              <a:buNone/>
            </a:pPr>
            <a:r>
              <a:rPr lang="en-US" dirty="0"/>
              <a:t>Dr. Kiran Magavi </a:t>
            </a:r>
          </a:p>
        </p:txBody>
      </p:sp>
    </p:spTree>
    <p:extLst>
      <p:ext uri="{BB962C8B-B14F-4D97-AF65-F5344CB8AC3E}">
        <p14:creationId xmlns:p14="http://schemas.microsoft.com/office/powerpoint/2010/main" val="2596099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887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Communicative English </vt:lpstr>
      <vt:lpstr>Ex 1</vt:lpstr>
      <vt:lpstr>Ex 2 </vt:lpstr>
      <vt:lpstr>Ex 3 </vt:lpstr>
      <vt:lpstr>Ex 4 </vt:lpstr>
      <vt:lpstr>Ex 5 </vt:lpstr>
      <vt:lpstr>Ex 6</vt:lpstr>
      <vt:lpstr>Ex 8 </vt:lpstr>
      <vt:lpstr>Checklist for Self Introduction </vt:lpstr>
      <vt:lpstr>The combination of parts of speech for writing about the self </vt:lpstr>
      <vt:lpstr>The details to be filled </vt:lpstr>
      <vt:lpstr>To avoid for negatives – but can be used for positive traits </vt:lpstr>
      <vt:lpstr>Key terms for good self introduction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kiraaan</dc:creator>
  <cp:lastModifiedBy>Rishi Magavi</cp:lastModifiedBy>
  <cp:revision>15</cp:revision>
  <dcterms:created xsi:type="dcterms:W3CDTF">2020-10-15T06:48:11Z</dcterms:created>
  <dcterms:modified xsi:type="dcterms:W3CDTF">2022-03-07T03:27:31Z</dcterms:modified>
</cp:coreProperties>
</file>