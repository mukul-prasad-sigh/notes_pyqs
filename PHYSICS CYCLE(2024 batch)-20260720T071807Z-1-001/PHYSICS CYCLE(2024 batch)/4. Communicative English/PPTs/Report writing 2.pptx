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8453C-6F65-408A-AC57-F387D93735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CBACD2-BF49-4FFA-ACA3-79A74C5742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5D4DAA-F691-4395-9D6E-01D0D3FF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6C22D6-B36A-4327-872D-1E5777546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9D5BCA-6C19-42B9-9E6D-ABA2933E1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10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DC402-58A5-4908-AC65-45B9FEAF9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3A3D6-B3AE-4FF6-9BCF-9B41C041A8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6112F2-3918-4A63-938C-E04929DBE2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76F0A-AFFF-4B49-9195-E9B816FAD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7FF6B-330A-4E9A-895A-145DA542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497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7DA15-CD33-4320-A430-B53AF4858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B5BFD-6203-41CA-BEEC-8283288F62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6768-91CA-4746-8D6C-C0478696A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BE11B-E9EB-4AC8-836E-6AFA3594B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AA2E62-ADDE-4935-AB10-F9A44B28A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334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28497-4331-42A9-8EE2-8E6162337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8BDA2-9FD8-4006-A55B-278D2F005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FF117-7BF1-4FF2-99C8-07F6F1EA55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4E9FCC-8346-4EA4-9CDD-1D2133D78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7897D8-357E-4AB5-BD8E-940DFF245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86D5A-00E1-42B6-A8C2-480486041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910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868F-F2B8-4E0E-9002-584721953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8289DE-0D5A-478C-98DD-629A8734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F3ACCF-10CC-4C00-949B-6B163A313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61B461-E1AB-4663-AD0D-63710B708F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71FAD0-8E56-402D-A779-A591D40FC5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6CFE52-4100-4BF6-AE8A-14EE641D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CFB50E-C1DF-454D-B560-57D41CD84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32C749-B1C0-4A31-9F3F-105017865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06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FA03C-E542-46E2-B678-4D4078393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45629-4D9F-41D4-8C10-4EE0011A1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1C385C-49F9-424E-B37E-1B3AD6ED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40273D-1BB6-4B1D-AFFE-3D8E77CF2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486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5FFFF-44C4-4D88-8E19-D6176034D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0888F-68E4-4BD8-A0EB-84F3CABC6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D8A00A-009A-423D-9C27-BB7EF6FF7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1464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7A8E-72CA-49DB-866E-1F253E9B7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65686-ED8D-401C-8A5A-1CDBEA1FB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6CAFEF-1AD9-416A-BED3-D38833D88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76E3DE-683E-40EC-B383-FE40391DF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18AE5C-85E9-4D63-B9E0-A79C8070E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5F0A16-FF0F-493E-ACEB-EA629CB55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203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1FF0B-6FDC-442A-BBC3-32F36A46F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937CD2-8857-4A37-B8B2-BE836D83D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2EE0C-61E4-4B92-94C8-C4CA72ED75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E5AA7-E46D-4227-9A06-C54874CED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7DCBD-87E8-4837-910B-0E5041414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7B0BF-7CBA-4F11-B2BE-A6DD16E6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5296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B6455-9D15-4A6B-88E9-39BA9E927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55108-C1E8-43AB-A146-10514C428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6314B-C1A8-41FF-92F9-FAF90CDB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5F3B9-B8EB-4E12-B083-519E02C1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4CFD23-FAD4-4C89-972E-4A64FB5EB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106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D2F6FA-4EA1-49EB-8058-AE9B707DE1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DD5267-401C-49B1-A4EC-58C0FD520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F2644-6370-488D-9A75-3D1965A11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BD543-7309-45FA-B7E1-5ADA2B151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3D13-F6C8-4F10-9A90-0581C9E88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248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701477-8969-4C28-89F6-D351F4C30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8B360-A193-4918-9E00-59A3D214A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F5B50-7556-44BE-AFD1-90B1B5430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F82F7-BCA2-4E90-BC43-61AE307C07DE}" type="datetimeFigureOut">
              <a:rPr lang="en-IN" smtClean="0"/>
              <a:t>28-03-2022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5176F-6D86-4E46-9C40-0C1F4A407C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7EAD42-2222-4BAA-AC09-C35113E74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20D85-0D59-4BEB-9860-F6312BF4C66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5943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2555B-809F-44E5-B38C-CEA37440A9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0" lang="en-US" sz="3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Communicative English  </a:t>
            </a:r>
            <a:b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b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</a:b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Department – Humanities and Social Sciences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08F424-A858-489F-8E2B-B1BF4A0DC6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Types of Reports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j-ea"/>
                <a:cs typeface="+mj-cs"/>
              </a:rPr>
              <a:t>Faculty – Dr. Kiran Magavi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190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91B11-BF9C-4569-974B-F869924F8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Reports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B209C-696B-4529-8DFE-AAFFBAF14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Formal or Informal Reports</a:t>
            </a:r>
          </a:p>
          <a:p>
            <a:pPr marL="514350" indent="-514350">
              <a:buAutoNum type="arabicPeriod"/>
            </a:pPr>
            <a:r>
              <a:rPr lang="en-US" dirty="0"/>
              <a:t> Short or Long Reports</a:t>
            </a:r>
          </a:p>
          <a:p>
            <a:pPr marL="514350" indent="-514350">
              <a:buAutoNum type="arabicPeriod"/>
            </a:pPr>
            <a:r>
              <a:rPr lang="en-US" dirty="0"/>
              <a:t> Informational or Analytical Reports</a:t>
            </a:r>
          </a:p>
          <a:p>
            <a:pPr marL="514350" indent="-514350">
              <a:buAutoNum type="arabicPeriod"/>
            </a:pPr>
            <a:r>
              <a:rPr lang="en-US" dirty="0"/>
              <a:t>Proposal Report</a:t>
            </a:r>
          </a:p>
          <a:p>
            <a:pPr marL="514350" indent="-514350">
              <a:buAutoNum type="arabicPeriod"/>
            </a:pPr>
            <a:r>
              <a:rPr lang="en-US" dirty="0"/>
              <a:t>Vertical or Lateral Reports</a:t>
            </a:r>
          </a:p>
          <a:p>
            <a:pPr marL="514350" indent="-514350">
              <a:buAutoNum type="arabicPeriod"/>
            </a:pPr>
            <a:r>
              <a:rPr lang="en-US" dirty="0"/>
              <a:t>Internal or External Reports</a:t>
            </a:r>
          </a:p>
          <a:p>
            <a:pPr marL="514350" indent="-514350">
              <a:buAutoNum type="arabicPeriod"/>
            </a:pPr>
            <a:r>
              <a:rPr lang="en-US" dirty="0"/>
              <a:t> Periodic Reports</a:t>
            </a:r>
          </a:p>
          <a:p>
            <a:pPr marL="514350" indent="-514350">
              <a:buAutoNum type="arabicPeriod"/>
            </a:pPr>
            <a:r>
              <a:rPr lang="en-US" dirty="0"/>
              <a:t> Functional Reports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1277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9320-153F-471F-AF75-620DF5FC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830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Formal or Informal Reports: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BBED7-6581-4AC7-AD3E-38055CCC9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38470"/>
            <a:ext cx="10515600" cy="48384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Formal reports are </a:t>
            </a:r>
          </a:p>
          <a:p>
            <a:r>
              <a:rPr lang="en-US" dirty="0"/>
              <a:t>carefully structured</a:t>
            </a:r>
          </a:p>
          <a:p>
            <a:r>
              <a:rPr lang="en-US" dirty="0"/>
              <a:t> stress objectivity and organization, </a:t>
            </a:r>
          </a:p>
          <a:p>
            <a:r>
              <a:rPr lang="en-US" dirty="0"/>
              <a:t>contain much detail</a:t>
            </a:r>
          </a:p>
          <a:p>
            <a:r>
              <a:rPr lang="en-US" dirty="0"/>
              <a:t>No personal pronouns only in third person </a:t>
            </a:r>
          </a:p>
          <a:p>
            <a:pPr marL="0" indent="0">
              <a:buNone/>
            </a:pPr>
            <a:r>
              <a:rPr lang="en-US" dirty="0"/>
              <a:t>Informal reports are </a:t>
            </a:r>
          </a:p>
          <a:p>
            <a:r>
              <a:rPr lang="en-US" dirty="0"/>
              <a:t>usually short messages </a:t>
            </a:r>
          </a:p>
          <a:p>
            <a:r>
              <a:rPr lang="en-US" dirty="0"/>
              <a:t>natural, casual use of language.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i="1" dirty="0"/>
              <a:t>The internal memo can generally be described as an informal report.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424788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1A18-2879-474F-A5F4-0E9408C31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Short or Long Reports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ED4537-EA9B-478C-B3D8-258C8FDE71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confusing classification. </a:t>
            </a:r>
          </a:p>
          <a:p>
            <a:r>
              <a:rPr lang="en-US" dirty="0"/>
              <a:t>A one-page memorandum is obviously short, and a twenty page report is clearly long. </a:t>
            </a:r>
          </a:p>
          <a:p>
            <a:r>
              <a:rPr lang="en-US" dirty="0"/>
              <a:t>But where is the dividing line? Bear in mind that as a report becomes longer (or what you determine as long), it takes on more characteristics of formal reports.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837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AFB12-FA35-4CAA-88BF-B704F3F79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Informational or Analytical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9383A-6196-464A-AA26-098CE93B4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Informational reports (annual reports, monthly financial reports, and reports on personnel absenteeism) carry objective information from one area of an organization to another.</a:t>
            </a:r>
          </a:p>
          <a:p>
            <a:r>
              <a:rPr lang="en-US" dirty="0"/>
              <a:t> Analytical reports (scientific research, feasibility reports, and real-estate appraisals) present attempts to solve problems.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193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81CDD-6E09-4D3A-B248-1643B0D67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Proposal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ECB161-49E7-42F5-9D38-58768746C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proposal is a variation of problem-solving reports. A proposal is a document prepared to describe how one organization can meet the needs of another. </a:t>
            </a:r>
          </a:p>
          <a:p>
            <a:r>
              <a:rPr lang="en-US" dirty="0"/>
              <a:t>Most governmental agencies advertise their needs by issuing “requests for proposal” or RFPs.</a:t>
            </a:r>
          </a:p>
          <a:p>
            <a:r>
              <a:rPr lang="en-US" dirty="0"/>
              <a:t> The RFP specifies a need and potential suppliers prepare proposal reports telling how they can meet that need.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086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DB53C-5CE2-409B-A2BD-888EFCB44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Vertical or Lateral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5888E-49D7-4177-8D76-489652E6F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2373"/>
            <a:ext cx="10515600" cy="4351338"/>
          </a:xfrm>
        </p:spPr>
        <p:txBody>
          <a:bodyPr/>
          <a:lstStyle/>
          <a:p>
            <a:r>
              <a:rPr lang="en-US" dirty="0"/>
              <a:t>This classification refers to the direction a report travels. </a:t>
            </a:r>
          </a:p>
          <a:p>
            <a:r>
              <a:rPr lang="en-US" dirty="0"/>
              <a:t>Reports that more upward or downward the hierarchy are referred to as vertical reports; such reports contribute to management control.</a:t>
            </a:r>
          </a:p>
          <a:p>
            <a:r>
              <a:rPr lang="en-US" dirty="0"/>
              <a:t> Lateral reports, on the other hand, assist in coordination in the organization. </a:t>
            </a:r>
          </a:p>
          <a:p>
            <a:r>
              <a:rPr lang="en-US" dirty="0"/>
              <a:t>A report traveling between units of the same organization level</a:t>
            </a:r>
          </a:p>
          <a:p>
            <a:r>
              <a:rPr lang="en-US" dirty="0"/>
              <a:t>(production and finance departments) is lateral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523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8B96B-FBD2-4C0E-B503-BE36790F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Internal or External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60A60-2333-4C2B-86A2-7ABE48CDCE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Internal reports are circulated within the organization.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External reports, such as annual reports of companies, are prepared for distribution outside the organization.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0874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3D87-8E96-4392-BF2D-6E7214792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Periodic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1BA18-E89F-4DFE-A85F-CA311DEC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Periodic reports are issued on regularly scheduled dates. </a:t>
            </a:r>
          </a:p>
          <a:p>
            <a:r>
              <a:rPr lang="en-US" dirty="0"/>
              <a:t>They are generally upward directed and serve management control. </a:t>
            </a:r>
          </a:p>
          <a:p>
            <a:r>
              <a:rPr lang="en-US" dirty="0"/>
              <a:t>Preprinted forms and computer-generated data contribute to uniformity of periodic reports.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7529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4EC8-F749-4022-9CC2-500EAEA1C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Functional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F3024-93A7-4FFA-82EA-1BFC1C305C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classification includes accounting reports, marketing reports, financial reports, and a variety of other reports that take their designation from the ultimate use of the report.</a:t>
            </a:r>
          </a:p>
          <a:p>
            <a:r>
              <a:rPr lang="en-US" dirty="0"/>
              <a:t> Almost all reports could be included in most of these categories. And a single report could be included in several classifications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913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AADFC-E96E-4091-B108-96E92833D8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b="1" i="1" dirty="0">
                <a:solidFill>
                  <a:srgbClr val="00B050"/>
                </a:solidFill>
              </a:rPr>
              <a:t>Although authorities have not agreed on a universal report classification, these report categories are in common use and provide a nomenclature for the study (and use) of reports. </a:t>
            </a:r>
          </a:p>
          <a:p>
            <a:pPr marL="0" indent="0">
              <a:buNone/>
            </a:pPr>
            <a:r>
              <a:rPr lang="en-US" b="1" i="1" dirty="0">
                <a:solidFill>
                  <a:srgbClr val="00B050"/>
                </a:solidFill>
              </a:rPr>
              <a:t>Reports are also classified on the basis of their format. </a:t>
            </a:r>
          </a:p>
        </p:txBody>
      </p:sp>
    </p:spTree>
    <p:extLst>
      <p:ext uri="{BB962C8B-B14F-4D97-AF65-F5344CB8AC3E}">
        <p14:creationId xmlns:p14="http://schemas.microsoft.com/office/powerpoint/2010/main" val="257417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DE96E-2706-4FCF-AC51-0A7C8F87D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87814"/>
          </a:xfrm>
        </p:spPr>
        <p:txBody>
          <a:bodyPr/>
          <a:lstStyle/>
          <a:p>
            <a:r>
              <a:rPr lang="en-IN" dirty="0"/>
              <a:t>Pre - printed 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A8A54-E09D-4C82-931E-DDBF079BF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478"/>
            <a:ext cx="10515600" cy="47854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1. Basically for “fill in the blank” reports. </a:t>
            </a:r>
          </a:p>
          <a:p>
            <a:pPr marL="0" indent="0">
              <a:buNone/>
            </a:pPr>
            <a:r>
              <a:rPr lang="en-US" dirty="0"/>
              <a:t>Most are relatively short (five or fewer pages) and deal with routine information, mainly numerical information. This format is used when it is requested by the person authorizing the report.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2. Letter: Common for reports of five or fewer pages that are directed to outsiders. </a:t>
            </a:r>
          </a:p>
          <a:p>
            <a:pPr marL="0" indent="0">
              <a:buNone/>
            </a:pPr>
            <a:r>
              <a:rPr lang="en-US" dirty="0"/>
              <a:t>These reports include all the normal parts of a letter, but they may also have headings, footnotes, tables, and figures. </a:t>
            </a:r>
          </a:p>
          <a:p>
            <a:pPr marL="0" indent="0">
              <a:buNone/>
            </a:pPr>
            <a:r>
              <a:rPr lang="en-US" dirty="0"/>
              <a:t>Personal pronouns are used in this type of report</a:t>
            </a:r>
          </a:p>
        </p:txBody>
      </p:sp>
    </p:spTree>
    <p:extLst>
      <p:ext uri="{BB962C8B-B14F-4D97-AF65-F5344CB8AC3E}">
        <p14:creationId xmlns:p14="http://schemas.microsoft.com/office/powerpoint/2010/main" val="4123096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A917-2269-47D0-80EF-3F5A284B2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0817"/>
            <a:ext cx="10515600" cy="5766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3. Memo: Common for short (fewer than ten pages) informal reports distributed within an organization. The memo format of “Date,” “To,” “From,” and “Subject” is used.  </a:t>
            </a:r>
          </a:p>
          <a:p>
            <a:pPr marL="0" indent="0">
              <a:buNone/>
            </a:pPr>
            <a:r>
              <a:rPr lang="en-US" dirty="0"/>
              <a:t>Like longer reports, they often have internal headings and sometimes have visual aids.</a:t>
            </a:r>
          </a:p>
          <a:p>
            <a:pPr marL="0" indent="0">
              <a:buNone/>
            </a:pPr>
            <a:r>
              <a:rPr lang="en-US" dirty="0"/>
              <a:t> Memos exceeding ten pages are sometimes referred to as memo reports to distinguish them from shorter ones.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4. Manuscript: Common for reports that run from a few pages to several hundred pages and require a formal approach. </a:t>
            </a:r>
          </a:p>
          <a:p>
            <a:pPr marL="0" indent="0">
              <a:buNone/>
            </a:pPr>
            <a:r>
              <a:rPr lang="en-US" dirty="0"/>
              <a:t>As their length increases, reports in manuscript format require more elements before and after the text of the report.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399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738</Words>
  <Application>Microsoft Office PowerPoint</Application>
  <PresentationFormat>Widescreen</PresentationFormat>
  <Paragraphs>68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Communicative English    Department – Humanities and Social Sciences</vt:lpstr>
      <vt:lpstr>Types of Reports</vt:lpstr>
      <vt:lpstr> Formal or Informal Reports: </vt:lpstr>
      <vt:lpstr> Short or Long Reports </vt:lpstr>
      <vt:lpstr>Informational or Analytical Reports</vt:lpstr>
      <vt:lpstr>Proposal Report</vt:lpstr>
      <vt:lpstr>Vertical or Lateral Reports</vt:lpstr>
      <vt:lpstr>Internal or External Reports</vt:lpstr>
      <vt:lpstr>Periodic Reports</vt:lpstr>
      <vt:lpstr>Functional Reports</vt:lpstr>
      <vt:lpstr>PowerPoint Presentation</vt:lpstr>
      <vt:lpstr>Pre - printed Form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Bridge course – schedule 2</dc:title>
  <dc:creator>Rishi Magavi</dc:creator>
  <cp:lastModifiedBy>Rishi Magavi</cp:lastModifiedBy>
  <cp:revision>14</cp:revision>
  <dcterms:created xsi:type="dcterms:W3CDTF">2020-12-08T07:18:04Z</dcterms:created>
  <dcterms:modified xsi:type="dcterms:W3CDTF">2022-03-28T01:59:27Z</dcterms:modified>
</cp:coreProperties>
</file>