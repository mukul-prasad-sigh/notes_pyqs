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7" r:id="rId3"/>
    <p:sldId id="553" r:id="rId5"/>
    <p:sldId id="554" r:id="rId6"/>
    <p:sldId id="555" r:id="rId7"/>
    <p:sldId id="556" r:id="rId8"/>
    <p:sldId id="557" r:id="rId9"/>
    <p:sldId id="558" r:id="rId10"/>
    <p:sldId id="559" r:id="rId11"/>
    <p:sldId id="560" r:id="rId12"/>
    <p:sldId id="561" r:id="rId13"/>
    <p:sldId id="562" r:id="rId14"/>
    <p:sldId id="563" r:id="rId15"/>
    <p:sldId id="564" r:id="rId16"/>
    <p:sldId id="565" r:id="rId17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53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1913641" y="1025202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723" y="1892449"/>
            <a:ext cx="10100624" cy="29436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533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650" y="509180"/>
            <a:ext cx="10202699" cy="5839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6596"/>
            <a:ext cx="12192000" cy="6644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0366"/>
            <a:ext cx="12192000" cy="65172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181"/>
            <a:ext cx="12192000" cy="6315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544" y="582171"/>
            <a:ext cx="9390673" cy="60381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11801"/>
          <a:stretch>
            <a:fillRect/>
          </a:stretch>
        </p:blipFill>
        <p:spPr>
          <a:xfrm>
            <a:off x="0" y="810705"/>
            <a:ext cx="12192000" cy="60454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8985"/>
            <a:ext cx="12192000" cy="55677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Multiple -processor Scheduling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54995"/>
            <a:ext cx="12192000" cy="45480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Multiple -processor Scheduling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6781"/>
            <a:ext cx="12192000" cy="6084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Multiple -processor Scheduling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5446"/>
            <a:ext cx="12192000" cy="58256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Multiple -processor Scheduling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381"/>
            <a:ext cx="12192000" cy="51432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089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0890" marR="0" lvl="0" indent="0" algn="l" rtl="0">
              <a:lnSpc>
                <a:spcPct val="102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Multiple -processor Scheduling</a:t>
            </a:r>
            <a:endParaRPr sz="3600" b="1" i="0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0537"/>
            <a:ext cx="12192000" cy="57369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1955</Words>
  <Application>WPS Presentation</Application>
  <PresentationFormat>Widescreen</PresentationFormat>
  <Paragraphs>68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 Malige</dc:creator>
  <cp:lastModifiedBy>Alex Vol</cp:lastModifiedBy>
  <cp:revision>54</cp:revision>
  <dcterms:created xsi:type="dcterms:W3CDTF">2026-03-25T10:11:33Z</dcterms:created>
  <dcterms:modified xsi:type="dcterms:W3CDTF">2026-03-26T03:37:29Z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C5886ABB00A443C598F42EDB2F27BC92_12</vt:lpwstr>
  </property>
  <property fmtid="{D5CDD505-2E9C-101B-9397-08002B2CF9AE}" pid="3" name="KSOProductBuildVer">
    <vt:lpwstr>2057-12.2.0.23197</vt:lpwstr>
  </property>
</Properties>
</file>