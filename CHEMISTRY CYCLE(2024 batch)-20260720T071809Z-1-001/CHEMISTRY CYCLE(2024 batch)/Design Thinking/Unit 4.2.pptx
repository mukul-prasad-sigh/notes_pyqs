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0" r:id="rId4"/>
    <p:sldId id="263" r:id="rId5"/>
    <p:sldId id="261" r:id="rId6"/>
    <p:sldId id="262" r:id="rId7"/>
    <p:sldId id="264" r:id="rId8"/>
    <p:sldId id="258" r:id="rId9"/>
    <p:sldId id="265" r:id="rId10"/>
    <p:sldId id="266" r:id="rId11"/>
    <p:sldId id="268" r:id="rId12"/>
    <p:sldId id="267"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9EAC6F7-B331-45F7-A2A7-1B79A05094F3}" type="datetimeFigureOut">
              <a:rPr lang="en-IN" smtClean="0"/>
              <a:t>06-01-2025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008765-F234-4FEF-BCF6-4B40BBC5B965}"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90452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9EAC6F7-B331-45F7-A2A7-1B79A05094F3}" type="datetimeFigureOut">
              <a:rPr lang="en-IN" smtClean="0"/>
              <a:t>06-01-2025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008765-F234-4FEF-BCF6-4B40BBC5B965}" type="slidenum">
              <a:rPr lang="en-IN" smtClean="0"/>
              <a:t>‹#›</a:t>
            </a:fld>
            <a:endParaRPr lang="en-IN"/>
          </a:p>
        </p:txBody>
      </p:sp>
    </p:spTree>
    <p:extLst>
      <p:ext uri="{BB962C8B-B14F-4D97-AF65-F5344CB8AC3E}">
        <p14:creationId xmlns:p14="http://schemas.microsoft.com/office/powerpoint/2010/main" val="16860334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9EAC6F7-B331-45F7-A2A7-1B79A05094F3}" type="datetimeFigureOut">
              <a:rPr lang="en-IN" smtClean="0"/>
              <a:t>06-01-2025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008765-F234-4FEF-BCF6-4B40BBC5B965}"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6763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9EAC6F7-B331-45F7-A2A7-1B79A05094F3}" type="datetimeFigureOut">
              <a:rPr lang="en-IN" smtClean="0"/>
              <a:t>06-01-2025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008765-F234-4FEF-BCF6-4B40BBC5B965}" type="slidenum">
              <a:rPr lang="en-IN" smtClean="0"/>
              <a:t>‹#›</a:t>
            </a:fld>
            <a:endParaRPr lang="en-IN"/>
          </a:p>
        </p:txBody>
      </p:sp>
    </p:spTree>
    <p:extLst>
      <p:ext uri="{BB962C8B-B14F-4D97-AF65-F5344CB8AC3E}">
        <p14:creationId xmlns:p14="http://schemas.microsoft.com/office/powerpoint/2010/main" val="8750850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9EAC6F7-B331-45F7-A2A7-1B79A05094F3}" type="datetimeFigureOut">
              <a:rPr lang="en-IN" smtClean="0"/>
              <a:t>06-01-2025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2008765-F234-4FEF-BCF6-4B40BBC5B965}" type="slidenum">
              <a:rPr lang="en-IN" smtClean="0"/>
              <a:t>‹#›</a:t>
            </a:fld>
            <a:endParaRPr lang="en-IN"/>
          </a:p>
        </p:txBody>
      </p:sp>
    </p:spTree>
    <p:extLst>
      <p:ext uri="{BB962C8B-B14F-4D97-AF65-F5344CB8AC3E}">
        <p14:creationId xmlns:p14="http://schemas.microsoft.com/office/powerpoint/2010/main" val="53530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9EAC6F7-B331-45F7-A2A7-1B79A05094F3}" type="datetimeFigureOut">
              <a:rPr lang="en-IN" smtClean="0"/>
              <a:t>06-01-2025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2008765-F234-4FEF-BCF6-4B40BBC5B965}" type="slidenum">
              <a:rPr lang="en-IN" smtClean="0"/>
              <a:t>‹#›</a:t>
            </a:fld>
            <a:endParaRPr lang="en-IN"/>
          </a:p>
        </p:txBody>
      </p:sp>
    </p:spTree>
    <p:extLst>
      <p:ext uri="{BB962C8B-B14F-4D97-AF65-F5344CB8AC3E}">
        <p14:creationId xmlns:p14="http://schemas.microsoft.com/office/powerpoint/2010/main" val="2626719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9EAC6F7-B331-45F7-A2A7-1B79A05094F3}" type="datetimeFigureOut">
              <a:rPr lang="en-IN" smtClean="0"/>
              <a:t>06-01-2025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D2008765-F234-4FEF-BCF6-4B40BBC5B965}" type="slidenum">
              <a:rPr lang="en-IN" smtClean="0"/>
              <a:t>‹#›</a:t>
            </a:fld>
            <a:endParaRPr lang="en-IN"/>
          </a:p>
        </p:txBody>
      </p:sp>
    </p:spTree>
    <p:extLst>
      <p:ext uri="{BB962C8B-B14F-4D97-AF65-F5344CB8AC3E}">
        <p14:creationId xmlns:p14="http://schemas.microsoft.com/office/powerpoint/2010/main" val="1746308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9EAC6F7-B331-45F7-A2A7-1B79A05094F3}" type="datetimeFigureOut">
              <a:rPr lang="en-IN" smtClean="0"/>
              <a:t>06-01-2025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2008765-F234-4FEF-BCF6-4B40BBC5B965}" type="slidenum">
              <a:rPr lang="en-IN" smtClean="0"/>
              <a:t>‹#›</a:t>
            </a:fld>
            <a:endParaRPr lang="en-IN"/>
          </a:p>
        </p:txBody>
      </p:sp>
    </p:spTree>
    <p:extLst>
      <p:ext uri="{BB962C8B-B14F-4D97-AF65-F5344CB8AC3E}">
        <p14:creationId xmlns:p14="http://schemas.microsoft.com/office/powerpoint/2010/main" val="3055744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9EAC6F7-B331-45F7-A2A7-1B79A05094F3}" type="datetimeFigureOut">
              <a:rPr lang="en-IN" smtClean="0"/>
              <a:t>06-01-2025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008765-F234-4FEF-BCF6-4B40BBC5B965}" type="slidenum">
              <a:rPr lang="en-IN" smtClean="0"/>
              <a:t>‹#›</a:t>
            </a:fld>
            <a:endParaRPr lang="en-IN"/>
          </a:p>
        </p:txBody>
      </p:sp>
    </p:spTree>
    <p:extLst>
      <p:ext uri="{BB962C8B-B14F-4D97-AF65-F5344CB8AC3E}">
        <p14:creationId xmlns:p14="http://schemas.microsoft.com/office/powerpoint/2010/main" val="2053514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9EAC6F7-B331-45F7-A2A7-1B79A05094F3}" type="datetimeFigureOut">
              <a:rPr lang="en-IN" smtClean="0"/>
              <a:t>06-01-2025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008765-F234-4FEF-BCF6-4B40BBC5B965}" type="slidenum">
              <a:rPr lang="en-IN" smtClean="0"/>
              <a:t>‹#›</a:t>
            </a:fld>
            <a:endParaRPr lang="en-IN"/>
          </a:p>
        </p:txBody>
      </p:sp>
    </p:spTree>
    <p:extLst>
      <p:ext uri="{BB962C8B-B14F-4D97-AF65-F5344CB8AC3E}">
        <p14:creationId xmlns:p14="http://schemas.microsoft.com/office/powerpoint/2010/main" val="3670463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9EAC6F7-B331-45F7-A2A7-1B79A05094F3}" type="datetimeFigureOut">
              <a:rPr lang="en-IN" smtClean="0"/>
              <a:t>06-01-2025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008765-F234-4FEF-BCF6-4B40BBC5B965}" type="slidenum">
              <a:rPr lang="en-IN" smtClean="0"/>
              <a:t>‹#›</a:t>
            </a:fld>
            <a:endParaRPr lang="en-IN"/>
          </a:p>
        </p:txBody>
      </p:sp>
    </p:spTree>
    <p:extLst>
      <p:ext uri="{BB962C8B-B14F-4D97-AF65-F5344CB8AC3E}">
        <p14:creationId xmlns:p14="http://schemas.microsoft.com/office/powerpoint/2010/main" val="22412761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9EAC6F7-B331-45F7-A2A7-1B79A05094F3}" type="datetimeFigureOut">
              <a:rPr lang="en-IN" smtClean="0"/>
              <a:t>06-01-2025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2008765-F234-4FEF-BCF6-4B40BBC5B965}"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16681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Testing Phase</a:t>
            </a:r>
            <a:br>
              <a:rPr lang="en-US" dirty="0" smtClean="0"/>
            </a:br>
            <a:r>
              <a:rPr lang="en-US" dirty="0" smtClean="0"/>
              <a:t>Product Life Cycle</a:t>
            </a:r>
            <a:endParaRPr lang="en-IN" dirty="0"/>
          </a:p>
        </p:txBody>
      </p:sp>
      <p:sp>
        <p:nvSpPr>
          <p:cNvPr id="3" name="TextBox 2"/>
          <p:cNvSpPr txBox="1"/>
          <p:nvPr/>
        </p:nvSpPr>
        <p:spPr>
          <a:xfrm>
            <a:off x="2197290" y="4763069"/>
            <a:ext cx="6782937" cy="369332"/>
          </a:xfrm>
          <a:prstGeom prst="rect">
            <a:avLst/>
          </a:prstGeom>
          <a:noFill/>
        </p:spPr>
        <p:txBody>
          <a:bodyPr wrap="square" rtlCol="0">
            <a:spAutoFit/>
          </a:bodyPr>
          <a:lstStyle/>
          <a:p>
            <a:r>
              <a:rPr lang="en-US" dirty="0" smtClean="0"/>
              <a:t>Dr. LAKSHMI S, Department of ECE, RIT</a:t>
            </a:r>
            <a:endParaRPr lang="en-IN" dirty="0"/>
          </a:p>
        </p:txBody>
      </p:sp>
    </p:spTree>
    <p:extLst>
      <p:ext uri="{BB962C8B-B14F-4D97-AF65-F5344CB8AC3E}">
        <p14:creationId xmlns:p14="http://schemas.microsoft.com/office/powerpoint/2010/main" val="3708356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53773" y="560737"/>
            <a:ext cx="10714662" cy="4130015"/>
          </a:xfrm>
          <a:prstGeom prst="rect">
            <a:avLst/>
          </a:prstGeom>
        </p:spPr>
      </p:pic>
    </p:spTree>
    <p:extLst>
      <p:ext uri="{BB962C8B-B14F-4D97-AF65-F5344CB8AC3E}">
        <p14:creationId xmlns:p14="http://schemas.microsoft.com/office/powerpoint/2010/main" val="38966383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Product Life Cycle</a:t>
            </a:r>
            <a:endParaRPr lang="en-IN" dirty="0"/>
          </a:p>
        </p:txBody>
      </p:sp>
      <p:sp>
        <p:nvSpPr>
          <p:cNvPr id="3" name="Content Placeholder 2"/>
          <p:cNvSpPr>
            <a:spLocks noGrp="1"/>
          </p:cNvSpPr>
          <p:nvPr>
            <p:ph idx="1"/>
          </p:nvPr>
        </p:nvSpPr>
        <p:spPr>
          <a:xfrm>
            <a:off x="838200" y="1436914"/>
            <a:ext cx="10835244" cy="5177642"/>
          </a:xfrm>
        </p:spPr>
        <p:txBody>
          <a:bodyPr>
            <a:normAutofit/>
          </a:bodyPr>
          <a:lstStyle/>
          <a:p>
            <a:r>
              <a:rPr lang="en-US" i="1" dirty="0">
                <a:latin typeface="Times New Roman" panose="02020603050405020304" pitchFamily="18" charset="0"/>
                <a:ea typeface="Times New Roman" panose="02020603050405020304" pitchFamily="18" charset="0"/>
              </a:rPr>
              <a:t>P</a:t>
            </a:r>
            <a:r>
              <a:rPr lang="en-US" i="1" spc="15" dirty="0">
                <a:latin typeface="Times New Roman" panose="02020603050405020304" pitchFamily="18" charset="0"/>
                <a:ea typeface="Times New Roman" panose="02020603050405020304" pitchFamily="18" charset="0"/>
              </a:rPr>
              <a:t>r</a:t>
            </a:r>
            <a:r>
              <a:rPr lang="en-US" i="1" dirty="0">
                <a:latin typeface="Times New Roman" panose="02020603050405020304" pitchFamily="18" charset="0"/>
                <a:ea typeface="Times New Roman" panose="02020603050405020304" pitchFamily="18" charset="0"/>
              </a:rPr>
              <a:t>odu</a:t>
            </a:r>
            <a:r>
              <a:rPr lang="en-US" i="1" spc="10" dirty="0">
                <a:latin typeface="Times New Roman" panose="02020603050405020304" pitchFamily="18" charset="0"/>
                <a:ea typeface="Times New Roman" panose="02020603050405020304" pitchFamily="18" charset="0"/>
              </a:rPr>
              <a:t>c</a:t>
            </a:r>
            <a:r>
              <a:rPr lang="en-US" i="1" dirty="0">
                <a:latin typeface="Times New Roman" panose="02020603050405020304" pitchFamily="18" charset="0"/>
                <a:ea typeface="Times New Roman" panose="02020603050405020304" pitchFamily="18" charset="0"/>
              </a:rPr>
              <a:t>t d</a:t>
            </a:r>
            <a:r>
              <a:rPr lang="en-US" i="1" spc="10" dirty="0">
                <a:latin typeface="Times New Roman" panose="02020603050405020304" pitchFamily="18" charset="0"/>
                <a:ea typeface="Times New Roman" panose="02020603050405020304" pitchFamily="18" charset="0"/>
              </a:rPr>
              <a:t>eve</a:t>
            </a:r>
            <a:r>
              <a:rPr lang="en-US" i="1" spc="35" dirty="0">
                <a:latin typeface="Times New Roman" panose="02020603050405020304" pitchFamily="18" charset="0"/>
                <a:ea typeface="Times New Roman" panose="02020603050405020304" pitchFamily="18" charset="0"/>
              </a:rPr>
              <a:t>l</a:t>
            </a:r>
            <a:r>
              <a:rPr lang="en-US" i="1" dirty="0">
                <a:latin typeface="Times New Roman" panose="02020603050405020304" pitchFamily="18" charset="0"/>
                <a:ea typeface="Times New Roman" panose="02020603050405020304" pitchFamily="18" charset="0"/>
              </a:rPr>
              <a:t>op</a:t>
            </a:r>
            <a:r>
              <a:rPr lang="en-US" i="1" spc="-35" dirty="0">
                <a:latin typeface="Times New Roman" panose="02020603050405020304" pitchFamily="18" charset="0"/>
                <a:ea typeface="Times New Roman" panose="02020603050405020304" pitchFamily="18" charset="0"/>
              </a:rPr>
              <a:t>m</a:t>
            </a:r>
            <a:r>
              <a:rPr lang="en-US" i="1" spc="10" dirty="0">
                <a:latin typeface="Times New Roman" panose="02020603050405020304" pitchFamily="18" charset="0"/>
                <a:ea typeface="Times New Roman" panose="02020603050405020304" pitchFamily="18" charset="0"/>
              </a:rPr>
              <a:t>e</a:t>
            </a:r>
            <a:r>
              <a:rPr lang="en-US" i="1" dirty="0">
                <a:latin typeface="Times New Roman" panose="02020603050405020304" pitchFamily="18" charset="0"/>
                <a:ea typeface="Times New Roman" panose="02020603050405020304" pitchFamily="18" charset="0"/>
              </a:rPr>
              <a:t>nt</a:t>
            </a:r>
            <a:r>
              <a:rPr lang="en-US" i="1" spc="-5" dirty="0">
                <a:latin typeface="Times New Roman" panose="02020603050405020304" pitchFamily="18" charset="0"/>
                <a:ea typeface="Times New Roman" panose="02020603050405020304" pitchFamily="18" charset="0"/>
              </a:rPr>
              <a:t> </a:t>
            </a:r>
            <a:r>
              <a:rPr lang="en-US" spc="25" dirty="0">
                <a:latin typeface="Times New Roman" panose="02020603050405020304" pitchFamily="18" charset="0"/>
                <a:ea typeface="Times New Roman" panose="02020603050405020304" pitchFamily="18" charset="0"/>
              </a:rPr>
              <a:t>r</a:t>
            </a:r>
            <a:r>
              <a:rPr lang="en-US" spc="10" dirty="0">
                <a:latin typeface="Times New Roman" panose="02020603050405020304" pitchFamily="18" charset="0"/>
                <a:ea typeface="Times New Roman" panose="02020603050405020304" pitchFamily="18" charset="0"/>
              </a:rPr>
              <a:t>e</a:t>
            </a:r>
            <a:r>
              <a:rPr lang="en-US" dirty="0">
                <a:latin typeface="Times New Roman" panose="02020603050405020304" pitchFamily="18" charset="0"/>
                <a:ea typeface="Times New Roman" panose="02020603050405020304" pitchFamily="18" charset="0"/>
              </a:rPr>
              <a:t>p</a:t>
            </a:r>
            <a:r>
              <a:rPr lang="en-US" spc="25" dirty="0">
                <a:latin typeface="Times New Roman" panose="02020603050405020304" pitchFamily="18" charset="0"/>
                <a:ea typeface="Times New Roman" panose="02020603050405020304" pitchFamily="18" charset="0"/>
              </a:rPr>
              <a:t>r</a:t>
            </a:r>
            <a:r>
              <a:rPr lang="en-US" spc="10" dirty="0">
                <a:latin typeface="Times New Roman" panose="02020603050405020304" pitchFamily="18" charset="0"/>
                <a:ea typeface="Times New Roman" panose="02020603050405020304" pitchFamily="18" charset="0"/>
              </a:rPr>
              <a:t>e</a:t>
            </a:r>
            <a:r>
              <a:rPr lang="en-US" spc="15" dirty="0">
                <a:latin typeface="Times New Roman" panose="02020603050405020304" pitchFamily="18" charset="0"/>
                <a:ea typeface="Times New Roman" panose="02020603050405020304" pitchFamily="18" charset="0"/>
              </a:rPr>
              <a:t>s</a:t>
            </a:r>
            <a:r>
              <a:rPr lang="en-US" spc="10" dirty="0">
                <a:latin typeface="Times New Roman" panose="02020603050405020304" pitchFamily="18" charset="0"/>
                <a:ea typeface="Times New Roman" panose="02020603050405020304" pitchFamily="18" charset="0"/>
              </a:rPr>
              <a:t>e</a:t>
            </a:r>
            <a:r>
              <a:rPr lang="en-US" spc="-75" dirty="0">
                <a:latin typeface="Times New Roman" panose="02020603050405020304" pitchFamily="18" charset="0"/>
                <a:ea typeface="Times New Roman" panose="02020603050405020304" pitchFamily="18" charset="0"/>
              </a:rPr>
              <a:t>n</a:t>
            </a:r>
            <a:r>
              <a:rPr lang="en-US" spc="-40" dirty="0">
                <a:latin typeface="Times New Roman" panose="02020603050405020304" pitchFamily="18" charset="0"/>
                <a:ea typeface="Times New Roman" panose="02020603050405020304" pitchFamily="18" charset="0"/>
              </a:rPr>
              <a:t>t</a:t>
            </a:r>
            <a:r>
              <a:rPr lang="en-US" dirty="0">
                <a:latin typeface="Times New Roman" panose="02020603050405020304" pitchFamily="18" charset="0"/>
                <a:ea typeface="Times New Roman" panose="02020603050405020304" pitchFamily="18" charset="0"/>
              </a:rPr>
              <a:t>s</a:t>
            </a:r>
            <a:r>
              <a:rPr lang="en-US" spc="-20" dirty="0">
                <a:latin typeface="Times New Roman" panose="02020603050405020304" pitchFamily="18" charset="0"/>
                <a:ea typeface="Times New Roman" panose="02020603050405020304" pitchFamily="18" charset="0"/>
              </a:rPr>
              <a:t> </a:t>
            </a:r>
            <a:r>
              <a:rPr lang="en-US" spc="-40" dirty="0">
                <a:latin typeface="Times New Roman" panose="02020603050405020304" pitchFamily="18" charset="0"/>
                <a:ea typeface="Times New Roman" panose="02020603050405020304" pitchFamily="18" charset="0"/>
              </a:rPr>
              <a:t>t</a:t>
            </a:r>
            <a:r>
              <a:rPr lang="en-US" spc="-75" dirty="0">
                <a:latin typeface="Times New Roman" panose="02020603050405020304" pitchFamily="18" charset="0"/>
                <a:ea typeface="Times New Roman" panose="02020603050405020304" pitchFamily="18" charset="0"/>
              </a:rPr>
              <a:t>h</a:t>
            </a:r>
            <a:r>
              <a:rPr lang="en-US" dirty="0">
                <a:latin typeface="Times New Roman" panose="02020603050405020304" pitchFamily="18" charset="0"/>
                <a:ea typeface="Times New Roman" panose="02020603050405020304" pitchFamily="18" charset="0"/>
              </a:rPr>
              <a:t>e p</a:t>
            </a:r>
            <a:r>
              <a:rPr lang="en-US" spc="25" dirty="0">
                <a:latin typeface="Times New Roman" panose="02020603050405020304" pitchFamily="18" charset="0"/>
                <a:ea typeface="Times New Roman" panose="02020603050405020304" pitchFamily="18" charset="0"/>
              </a:rPr>
              <a:t>r</a:t>
            </a:r>
            <a:r>
              <a:rPr lang="en-US" dirty="0">
                <a:latin typeface="Times New Roman" panose="02020603050405020304" pitchFamily="18" charset="0"/>
                <a:ea typeface="Times New Roman" panose="02020603050405020304" pitchFamily="18" charset="0"/>
              </a:rPr>
              <a:t>o</a:t>
            </a:r>
            <a:r>
              <a:rPr lang="en-US" spc="10" dirty="0">
                <a:latin typeface="Times New Roman" panose="02020603050405020304" pitchFamily="18" charset="0"/>
                <a:ea typeface="Times New Roman" panose="02020603050405020304" pitchFamily="18" charset="0"/>
              </a:rPr>
              <a:t>ce</a:t>
            </a:r>
            <a:r>
              <a:rPr lang="en-US" spc="15" dirty="0">
                <a:latin typeface="Times New Roman" panose="02020603050405020304" pitchFamily="18" charset="0"/>
                <a:ea typeface="Times New Roman" panose="02020603050405020304" pitchFamily="18" charset="0"/>
              </a:rPr>
              <a:t>s</a:t>
            </a:r>
            <a:r>
              <a:rPr lang="en-US" dirty="0">
                <a:latin typeface="Times New Roman" panose="02020603050405020304" pitchFamily="18" charset="0"/>
                <a:ea typeface="Times New Roman" panose="02020603050405020304" pitchFamily="18" charset="0"/>
              </a:rPr>
              <a:t>s</a:t>
            </a:r>
            <a:r>
              <a:rPr lang="en-US" spc="-15" dirty="0">
                <a:latin typeface="Times New Roman" panose="02020603050405020304" pitchFamily="18" charset="0"/>
                <a:ea typeface="Times New Roman" panose="02020603050405020304" pitchFamily="18" charset="0"/>
              </a:rPr>
              <a:t> </a:t>
            </a:r>
            <a:r>
              <a:rPr lang="en-US" spc="40" dirty="0">
                <a:latin typeface="Times New Roman" panose="02020603050405020304" pitchFamily="18" charset="0"/>
                <a:ea typeface="Times New Roman" panose="02020603050405020304" pitchFamily="18" charset="0"/>
              </a:rPr>
              <a:t>w</a:t>
            </a:r>
            <a:r>
              <a:rPr lang="en-US" spc="-75" dirty="0">
                <a:latin typeface="Times New Roman" panose="02020603050405020304" pitchFamily="18" charset="0"/>
                <a:ea typeface="Times New Roman" panose="02020603050405020304" pitchFamily="18" charset="0"/>
              </a:rPr>
              <a:t>h</a:t>
            </a:r>
            <a:r>
              <a:rPr lang="en-US" spc="10" dirty="0">
                <a:latin typeface="Times New Roman" panose="02020603050405020304" pitchFamily="18" charset="0"/>
                <a:ea typeface="Times New Roman" panose="02020603050405020304" pitchFamily="18" charset="0"/>
              </a:rPr>
              <a:t>e</a:t>
            </a:r>
            <a:r>
              <a:rPr lang="en-US" spc="25" dirty="0">
                <a:latin typeface="Times New Roman" panose="02020603050405020304" pitchFamily="18" charset="0"/>
                <a:ea typeface="Times New Roman" panose="02020603050405020304" pitchFamily="18" charset="0"/>
              </a:rPr>
              <a:t>r</a:t>
            </a:r>
            <a:r>
              <a:rPr lang="en-US" dirty="0">
                <a:latin typeface="Times New Roman" panose="02020603050405020304" pitchFamily="18" charset="0"/>
                <a:ea typeface="Times New Roman" panose="02020603050405020304" pitchFamily="18" charset="0"/>
              </a:rPr>
              <a:t>e</a:t>
            </a:r>
            <a:r>
              <a:rPr lang="en-US" spc="-15" dirty="0">
                <a:latin typeface="Times New Roman" panose="02020603050405020304" pitchFamily="18" charset="0"/>
                <a:ea typeface="Times New Roman" panose="02020603050405020304" pitchFamily="18" charset="0"/>
              </a:rPr>
              <a:t> </a:t>
            </a:r>
            <a:r>
              <a:rPr lang="en-US" spc="-40" dirty="0">
                <a:latin typeface="Times New Roman" panose="02020603050405020304" pitchFamily="18" charset="0"/>
                <a:ea typeface="Times New Roman" panose="02020603050405020304" pitchFamily="18" charset="0"/>
              </a:rPr>
              <a:t>t</a:t>
            </a:r>
            <a:r>
              <a:rPr lang="en-US" spc="-75" dirty="0">
                <a:latin typeface="Times New Roman" panose="02020603050405020304" pitchFamily="18" charset="0"/>
                <a:ea typeface="Times New Roman" panose="02020603050405020304" pitchFamily="18" charset="0"/>
              </a:rPr>
              <a:t>h</a:t>
            </a:r>
            <a:r>
              <a:rPr lang="en-US" dirty="0">
                <a:latin typeface="Times New Roman" panose="02020603050405020304" pitchFamily="18" charset="0"/>
                <a:ea typeface="Times New Roman" panose="02020603050405020304" pitchFamily="18" charset="0"/>
              </a:rPr>
              <a:t>e p</a:t>
            </a:r>
            <a:r>
              <a:rPr lang="en-US" spc="25" dirty="0">
                <a:latin typeface="Times New Roman" panose="02020603050405020304" pitchFamily="18" charset="0"/>
                <a:ea typeface="Times New Roman" panose="02020603050405020304" pitchFamily="18" charset="0"/>
              </a:rPr>
              <a:t>r</a:t>
            </a:r>
            <a:r>
              <a:rPr lang="en-US" dirty="0">
                <a:latin typeface="Times New Roman" panose="02020603050405020304" pitchFamily="18" charset="0"/>
                <a:ea typeface="Times New Roman" panose="02020603050405020304" pitchFamily="18" charset="0"/>
              </a:rPr>
              <a:t>od</a:t>
            </a:r>
            <a:r>
              <a:rPr lang="en-US" spc="-75" dirty="0">
                <a:latin typeface="Times New Roman" panose="02020603050405020304" pitchFamily="18" charset="0"/>
                <a:ea typeface="Times New Roman" panose="02020603050405020304" pitchFamily="18" charset="0"/>
              </a:rPr>
              <a:t>u</a:t>
            </a:r>
            <a:r>
              <a:rPr lang="en-US" spc="10" dirty="0">
                <a:latin typeface="Times New Roman" panose="02020603050405020304" pitchFamily="18" charset="0"/>
                <a:ea typeface="Times New Roman" panose="02020603050405020304" pitchFamily="18" charset="0"/>
              </a:rPr>
              <a:t>c</a:t>
            </a:r>
            <a:r>
              <a:rPr lang="en-US" dirty="0">
                <a:latin typeface="Times New Roman" panose="02020603050405020304" pitchFamily="18" charset="0"/>
                <a:ea typeface="Times New Roman" panose="02020603050405020304" pitchFamily="18" charset="0"/>
              </a:rPr>
              <a:t>t</a:t>
            </a:r>
            <a:r>
              <a:rPr lang="en-US" spc="-75" dirty="0">
                <a:latin typeface="Times New Roman" panose="02020603050405020304" pitchFamily="18" charset="0"/>
                <a:ea typeface="Times New Roman" panose="02020603050405020304" pitchFamily="18" charset="0"/>
              </a:rPr>
              <a:t> </a:t>
            </a:r>
            <a:r>
              <a:rPr lang="en-US" spc="35" dirty="0">
                <a:latin typeface="Times New Roman" panose="02020603050405020304" pitchFamily="18" charset="0"/>
                <a:ea typeface="Times New Roman" panose="02020603050405020304" pitchFamily="18" charset="0"/>
              </a:rPr>
              <a:t>i</a:t>
            </a:r>
            <a:r>
              <a:rPr lang="en-US" dirty="0">
                <a:latin typeface="Times New Roman" panose="02020603050405020304" pitchFamily="18" charset="0"/>
                <a:ea typeface="Times New Roman" panose="02020603050405020304" pitchFamily="18" charset="0"/>
              </a:rPr>
              <a:t>s</a:t>
            </a:r>
            <a:r>
              <a:rPr lang="en-US" spc="10" dirty="0">
                <a:latin typeface="Times New Roman" panose="02020603050405020304" pitchFamily="18" charset="0"/>
                <a:ea typeface="Times New Roman" panose="02020603050405020304" pitchFamily="18" charset="0"/>
              </a:rPr>
              <a:t> c</a:t>
            </a:r>
            <a:r>
              <a:rPr lang="en-US" dirty="0">
                <a:latin typeface="Times New Roman" panose="02020603050405020304" pitchFamily="18" charset="0"/>
                <a:ea typeface="Times New Roman" panose="02020603050405020304" pitchFamily="18" charset="0"/>
              </a:rPr>
              <a:t>o</a:t>
            </a:r>
            <a:r>
              <a:rPr lang="en-US" spc="-75" dirty="0">
                <a:latin typeface="Times New Roman" panose="02020603050405020304" pitchFamily="18" charset="0"/>
                <a:ea typeface="Times New Roman" panose="02020603050405020304" pitchFamily="18" charset="0"/>
              </a:rPr>
              <a:t>n</a:t>
            </a:r>
            <a:r>
              <a:rPr lang="en-US" spc="10" dirty="0">
                <a:latin typeface="Times New Roman" panose="02020603050405020304" pitchFamily="18" charset="0"/>
                <a:ea typeface="Times New Roman" panose="02020603050405020304" pitchFamily="18" charset="0"/>
              </a:rPr>
              <a:t>ce</a:t>
            </a:r>
            <a:r>
              <a:rPr lang="en-US" spc="35" dirty="0">
                <a:latin typeface="Times New Roman" panose="02020603050405020304" pitchFamily="18" charset="0"/>
                <a:ea typeface="Times New Roman" panose="02020603050405020304" pitchFamily="18" charset="0"/>
              </a:rPr>
              <a:t>i</a:t>
            </a:r>
            <a:r>
              <a:rPr lang="en-US" dirty="0">
                <a:latin typeface="Times New Roman" panose="02020603050405020304" pitchFamily="18" charset="0"/>
                <a:ea typeface="Times New Roman" panose="02020603050405020304" pitchFamily="18" charset="0"/>
              </a:rPr>
              <a:t>v</a:t>
            </a:r>
            <a:r>
              <a:rPr lang="en-US" spc="10" dirty="0">
                <a:latin typeface="Times New Roman" panose="02020603050405020304" pitchFamily="18" charset="0"/>
                <a:ea typeface="Times New Roman" panose="02020603050405020304" pitchFamily="18" charset="0"/>
              </a:rPr>
              <a:t>e</a:t>
            </a:r>
            <a:r>
              <a:rPr lang="en-US" dirty="0">
                <a:latin typeface="Times New Roman" panose="02020603050405020304" pitchFamily="18" charset="0"/>
                <a:ea typeface="Times New Roman" panose="02020603050405020304" pitchFamily="18" charset="0"/>
              </a:rPr>
              <a:t>d,</a:t>
            </a:r>
            <a:r>
              <a:rPr lang="en-US" spc="-3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d</a:t>
            </a:r>
            <a:r>
              <a:rPr lang="en-US" spc="10" dirty="0">
                <a:latin typeface="Times New Roman" panose="02020603050405020304" pitchFamily="18" charset="0"/>
                <a:ea typeface="Times New Roman" panose="02020603050405020304" pitchFamily="18" charset="0"/>
              </a:rPr>
              <a:t>e</a:t>
            </a:r>
            <a:r>
              <a:rPr lang="en-US" dirty="0">
                <a:latin typeface="Times New Roman" panose="02020603050405020304" pitchFamily="18" charset="0"/>
                <a:ea typeface="Times New Roman" panose="02020603050405020304" pitchFamily="18" charset="0"/>
              </a:rPr>
              <a:t>v</a:t>
            </a:r>
            <a:r>
              <a:rPr lang="en-US" spc="10" dirty="0">
                <a:latin typeface="Times New Roman" panose="02020603050405020304" pitchFamily="18" charset="0"/>
                <a:ea typeface="Times New Roman" panose="02020603050405020304" pitchFamily="18" charset="0"/>
              </a:rPr>
              <a:t>e</a:t>
            </a:r>
            <a:r>
              <a:rPr lang="en-US" spc="35" dirty="0">
                <a:latin typeface="Times New Roman" panose="02020603050405020304" pitchFamily="18" charset="0"/>
                <a:ea typeface="Times New Roman" panose="02020603050405020304" pitchFamily="18" charset="0"/>
              </a:rPr>
              <a:t>l</a:t>
            </a:r>
            <a:r>
              <a:rPr lang="en-US" dirty="0">
                <a:latin typeface="Times New Roman" panose="02020603050405020304" pitchFamily="18" charset="0"/>
                <a:ea typeface="Times New Roman" panose="02020603050405020304" pitchFamily="18" charset="0"/>
              </a:rPr>
              <a:t>op</a:t>
            </a:r>
            <a:r>
              <a:rPr lang="en-US" spc="10" dirty="0">
                <a:latin typeface="Times New Roman" panose="02020603050405020304" pitchFamily="18" charset="0"/>
                <a:ea typeface="Times New Roman" panose="02020603050405020304" pitchFamily="18" charset="0"/>
              </a:rPr>
              <a:t>e</a:t>
            </a:r>
            <a:r>
              <a:rPr lang="en-US" dirty="0">
                <a:latin typeface="Times New Roman" panose="02020603050405020304" pitchFamily="18" charset="0"/>
                <a:ea typeface="Times New Roman" panose="02020603050405020304" pitchFamily="18" charset="0"/>
              </a:rPr>
              <a:t>d, p</a:t>
            </a:r>
            <a:r>
              <a:rPr lang="en-US" spc="25" dirty="0">
                <a:latin typeface="Times New Roman" panose="02020603050405020304" pitchFamily="18" charset="0"/>
                <a:ea typeface="Times New Roman" panose="02020603050405020304" pitchFamily="18" charset="0"/>
              </a:rPr>
              <a:t>r</a:t>
            </a:r>
            <a:r>
              <a:rPr lang="en-US" dirty="0">
                <a:latin typeface="Times New Roman" panose="02020603050405020304" pitchFamily="18" charset="0"/>
                <a:ea typeface="Times New Roman" panose="02020603050405020304" pitchFamily="18" charset="0"/>
              </a:rPr>
              <a:t>od</a:t>
            </a:r>
            <a:r>
              <a:rPr lang="en-US" spc="-75" dirty="0">
                <a:latin typeface="Times New Roman" panose="02020603050405020304" pitchFamily="18" charset="0"/>
                <a:ea typeface="Times New Roman" panose="02020603050405020304" pitchFamily="18" charset="0"/>
              </a:rPr>
              <a:t>u</a:t>
            </a:r>
            <a:r>
              <a:rPr lang="en-US" spc="10" dirty="0">
                <a:latin typeface="Times New Roman" panose="02020603050405020304" pitchFamily="18" charset="0"/>
                <a:ea typeface="Times New Roman" panose="02020603050405020304" pitchFamily="18" charset="0"/>
              </a:rPr>
              <a:t>ce</a:t>
            </a:r>
            <a:r>
              <a:rPr lang="en-US" dirty="0">
                <a:latin typeface="Times New Roman" panose="02020603050405020304" pitchFamily="18" charset="0"/>
                <a:ea typeface="Times New Roman" panose="02020603050405020304" pitchFamily="18" charset="0"/>
              </a:rPr>
              <a:t>d</a:t>
            </a:r>
            <a:r>
              <a:rPr lang="en-US" spc="-40" dirty="0">
                <a:latin typeface="Times New Roman" panose="02020603050405020304" pitchFamily="18" charset="0"/>
                <a:ea typeface="Times New Roman" panose="02020603050405020304" pitchFamily="18" charset="0"/>
              </a:rPr>
              <a:t> </a:t>
            </a:r>
            <a:r>
              <a:rPr lang="en-US" spc="10" dirty="0">
                <a:latin typeface="Times New Roman" panose="02020603050405020304" pitchFamily="18" charset="0"/>
                <a:ea typeface="Times New Roman" panose="02020603050405020304" pitchFamily="18" charset="0"/>
              </a:rPr>
              <a:t>a</a:t>
            </a:r>
            <a:r>
              <a:rPr lang="en-US" spc="-75" dirty="0">
                <a:latin typeface="Times New Roman" panose="02020603050405020304" pitchFamily="18" charset="0"/>
                <a:ea typeface="Times New Roman" panose="02020603050405020304" pitchFamily="18" charset="0"/>
              </a:rPr>
              <a:t>n</a:t>
            </a:r>
            <a:r>
              <a:rPr lang="en-US" dirty="0">
                <a:latin typeface="Times New Roman" panose="02020603050405020304" pitchFamily="18" charset="0"/>
                <a:ea typeface="Times New Roman" panose="02020603050405020304" pitchFamily="18" charset="0"/>
              </a:rPr>
              <a:t>d</a:t>
            </a:r>
            <a:r>
              <a:rPr lang="en-US" spc="-15" dirty="0">
                <a:latin typeface="Times New Roman" panose="02020603050405020304" pitchFamily="18" charset="0"/>
                <a:ea typeface="Times New Roman" panose="02020603050405020304" pitchFamily="18" charset="0"/>
              </a:rPr>
              <a:t> </a:t>
            </a:r>
            <a:r>
              <a:rPr lang="en-US" spc="-40" dirty="0">
                <a:latin typeface="Times New Roman" panose="02020603050405020304" pitchFamily="18" charset="0"/>
                <a:ea typeface="Times New Roman" panose="02020603050405020304" pitchFamily="18" charset="0"/>
              </a:rPr>
              <a:t>t</a:t>
            </a:r>
            <a:r>
              <a:rPr lang="en-US" spc="10" dirty="0">
                <a:latin typeface="Times New Roman" panose="02020603050405020304" pitchFamily="18" charset="0"/>
                <a:ea typeface="Times New Roman" panose="02020603050405020304" pitchFamily="18" charset="0"/>
              </a:rPr>
              <a:t>e</a:t>
            </a:r>
            <a:r>
              <a:rPr lang="en-US" spc="15" dirty="0">
                <a:latin typeface="Times New Roman" panose="02020603050405020304" pitchFamily="18" charset="0"/>
                <a:ea typeface="Times New Roman" panose="02020603050405020304" pitchFamily="18" charset="0"/>
              </a:rPr>
              <a:t>s</a:t>
            </a:r>
            <a:r>
              <a:rPr lang="en-US" spc="-40" dirty="0">
                <a:latin typeface="Times New Roman" panose="02020603050405020304" pitchFamily="18" charset="0"/>
                <a:ea typeface="Times New Roman" panose="02020603050405020304" pitchFamily="18" charset="0"/>
              </a:rPr>
              <a:t>t</a:t>
            </a:r>
            <a:r>
              <a:rPr lang="en-US" spc="10" dirty="0">
                <a:latin typeface="Times New Roman" panose="02020603050405020304" pitchFamily="18" charset="0"/>
                <a:ea typeface="Times New Roman" panose="02020603050405020304" pitchFamily="18" charset="0"/>
              </a:rPr>
              <a:t>e</a:t>
            </a:r>
            <a:r>
              <a:rPr lang="en-US" dirty="0">
                <a:latin typeface="Times New Roman" panose="02020603050405020304" pitchFamily="18" charset="0"/>
                <a:ea typeface="Times New Roman" panose="02020603050405020304" pitchFamily="18" charset="0"/>
              </a:rPr>
              <a:t>d</a:t>
            </a:r>
          </a:p>
          <a:p>
            <a:endParaRPr lang="en-US" i="1" spc="15" dirty="0">
              <a:latin typeface="Times New Roman" panose="02020603050405020304" pitchFamily="18" charset="0"/>
              <a:ea typeface="Times New Roman" panose="02020603050405020304" pitchFamily="18" charset="0"/>
            </a:endParaRPr>
          </a:p>
          <a:p>
            <a:r>
              <a:rPr lang="en-US" i="1" spc="15" dirty="0">
                <a:latin typeface="Times New Roman" panose="02020603050405020304" pitchFamily="18" charset="0"/>
                <a:ea typeface="Times New Roman" panose="02020603050405020304" pitchFamily="18" charset="0"/>
              </a:rPr>
              <a:t>Pr</a:t>
            </a:r>
            <a:r>
              <a:rPr lang="en-US" i="1" dirty="0">
                <a:latin typeface="Times New Roman" panose="02020603050405020304" pitchFamily="18" charset="0"/>
                <a:ea typeface="Times New Roman" panose="02020603050405020304" pitchFamily="18" charset="0"/>
              </a:rPr>
              <a:t>odu</a:t>
            </a:r>
            <a:r>
              <a:rPr lang="en-US" i="1" spc="10" dirty="0">
                <a:latin typeface="Times New Roman" panose="02020603050405020304" pitchFamily="18" charset="0"/>
                <a:ea typeface="Times New Roman" panose="02020603050405020304" pitchFamily="18" charset="0"/>
              </a:rPr>
              <a:t>c</a:t>
            </a:r>
            <a:r>
              <a:rPr lang="en-US" i="1" dirty="0">
                <a:latin typeface="Times New Roman" panose="02020603050405020304" pitchFamily="18" charset="0"/>
                <a:ea typeface="Times New Roman" panose="02020603050405020304" pitchFamily="18" charset="0"/>
              </a:rPr>
              <a:t>t </a:t>
            </a:r>
            <a:r>
              <a:rPr lang="en-US" i="1" spc="-35" dirty="0">
                <a:latin typeface="Times New Roman" panose="02020603050405020304" pitchFamily="18" charset="0"/>
                <a:ea typeface="Times New Roman" panose="02020603050405020304" pitchFamily="18" charset="0"/>
              </a:rPr>
              <a:t>m</a:t>
            </a:r>
            <a:r>
              <a:rPr lang="en-US" i="1" dirty="0">
                <a:latin typeface="Times New Roman" panose="02020603050405020304" pitchFamily="18" charset="0"/>
                <a:ea typeface="Times New Roman" panose="02020603050405020304" pitchFamily="18" charset="0"/>
              </a:rPr>
              <a:t>anag</a:t>
            </a:r>
            <a:r>
              <a:rPr lang="en-US" i="1" spc="10" dirty="0">
                <a:latin typeface="Times New Roman" panose="02020603050405020304" pitchFamily="18" charset="0"/>
                <a:ea typeface="Times New Roman" panose="02020603050405020304" pitchFamily="18" charset="0"/>
              </a:rPr>
              <a:t>e</a:t>
            </a:r>
            <a:r>
              <a:rPr lang="en-US" i="1" spc="-35" dirty="0">
                <a:latin typeface="Times New Roman" panose="02020603050405020304" pitchFamily="18" charset="0"/>
                <a:ea typeface="Times New Roman" panose="02020603050405020304" pitchFamily="18" charset="0"/>
              </a:rPr>
              <a:t>m</a:t>
            </a:r>
            <a:r>
              <a:rPr lang="en-US" i="1" spc="10" dirty="0">
                <a:latin typeface="Times New Roman" panose="02020603050405020304" pitchFamily="18" charset="0"/>
                <a:ea typeface="Times New Roman" panose="02020603050405020304" pitchFamily="18" charset="0"/>
              </a:rPr>
              <a:t>e</a:t>
            </a:r>
            <a:r>
              <a:rPr lang="en-US" i="1" dirty="0">
                <a:latin typeface="Times New Roman" panose="02020603050405020304" pitchFamily="18" charset="0"/>
                <a:ea typeface="Times New Roman" panose="02020603050405020304" pitchFamily="18" charset="0"/>
              </a:rPr>
              <a:t>nt</a:t>
            </a:r>
            <a:r>
              <a:rPr lang="en-US" i="1" spc="-25" dirty="0">
                <a:latin typeface="Times New Roman" panose="02020603050405020304" pitchFamily="18" charset="0"/>
                <a:ea typeface="Times New Roman" panose="02020603050405020304" pitchFamily="18" charset="0"/>
              </a:rPr>
              <a:t> </a:t>
            </a:r>
            <a:r>
              <a:rPr lang="en-US" spc="35" dirty="0">
                <a:latin typeface="Times New Roman" panose="02020603050405020304" pitchFamily="18" charset="0"/>
                <a:ea typeface="Times New Roman" panose="02020603050405020304" pitchFamily="18" charset="0"/>
              </a:rPr>
              <a:t>i</a:t>
            </a:r>
            <a:r>
              <a:rPr lang="en-US" spc="-75" dirty="0">
                <a:latin typeface="Times New Roman" panose="02020603050405020304" pitchFamily="18" charset="0"/>
                <a:ea typeface="Times New Roman" panose="02020603050405020304" pitchFamily="18" charset="0"/>
              </a:rPr>
              <a:t>n</a:t>
            </a:r>
            <a:r>
              <a:rPr lang="en-US" spc="10" dirty="0">
                <a:latin typeface="Times New Roman" panose="02020603050405020304" pitchFamily="18" charset="0"/>
                <a:ea typeface="Times New Roman" panose="02020603050405020304" pitchFamily="18" charset="0"/>
              </a:rPr>
              <a:t>c</a:t>
            </a:r>
            <a:r>
              <a:rPr lang="en-US" spc="35" dirty="0">
                <a:latin typeface="Times New Roman" panose="02020603050405020304" pitchFamily="18" charset="0"/>
                <a:ea typeface="Times New Roman" panose="02020603050405020304" pitchFamily="18" charset="0"/>
              </a:rPr>
              <a:t>l</a:t>
            </a:r>
            <a:r>
              <a:rPr lang="en-US" spc="-75" dirty="0">
                <a:latin typeface="Times New Roman" panose="02020603050405020304" pitchFamily="18" charset="0"/>
                <a:ea typeface="Times New Roman" panose="02020603050405020304" pitchFamily="18" charset="0"/>
              </a:rPr>
              <a:t>u</a:t>
            </a:r>
            <a:r>
              <a:rPr lang="en-US" dirty="0">
                <a:latin typeface="Times New Roman" panose="02020603050405020304" pitchFamily="18" charset="0"/>
                <a:ea typeface="Times New Roman" panose="02020603050405020304" pitchFamily="18" charset="0"/>
              </a:rPr>
              <a:t>d</a:t>
            </a:r>
            <a:r>
              <a:rPr lang="en-US" spc="10" dirty="0">
                <a:latin typeface="Times New Roman" panose="02020603050405020304" pitchFamily="18" charset="0"/>
                <a:ea typeface="Times New Roman" panose="02020603050405020304" pitchFamily="18" charset="0"/>
              </a:rPr>
              <a:t>e</a:t>
            </a:r>
            <a:r>
              <a:rPr lang="en-US" dirty="0">
                <a:latin typeface="Times New Roman" panose="02020603050405020304" pitchFamily="18" charset="0"/>
                <a:ea typeface="Times New Roman" panose="02020603050405020304" pitchFamily="18" charset="0"/>
              </a:rPr>
              <a:t>s</a:t>
            </a:r>
            <a:r>
              <a:rPr lang="en-US" spc="-15" dirty="0">
                <a:latin typeface="Times New Roman" panose="02020603050405020304" pitchFamily="18" charset="0"/>
                <a:ea typeface="Times New Roman" panose="02020603050405020304" pitchFamily="18" charset="0"/>
              </a:rPr>
              <a:t> </a:t>
            </a:r>
            <a:r>
              <a:rPr lang="en-US" spc="-40" dirty="0">
                <a:latin typeface="Times New Roman" panose="02020603050405020304" pitchFamily="18" charset="0"/>
                <a:ea typeface="Times New Roman" panose="02020603050405020304" pitchFamily="18" charset="0"/>
              </a:rPr>
              <a:t>t</a:t>
            </a:r>
            <a:r>
              <a:rPr lang="en-US" spc="-75" dirty="0">
                <a:latin typeface="Times New Roman" panose="02020603050405020304" pitchFamily="18" charset="0"/>
                <a:ea typeface="Times New Roman" panose="02020603050405020304" pitchFamily="18" charset="0"/>
              </a:rPr>
              <a:t>h</a:t>
            </a:r>
            <a:r>
              <a:rPr lang="en-US" dirty="0">
                <a:latin typeface="Times New Roman" panose="02020603050405020304" pitchFamily="18" charset="0"/>
                <a:ea typeface="Times New Roman" panose="02020603050405020304" pitchFamily="18" charset="0"/>
              </a:rPr>
              <a:t>e </a:t>
            </a:r>
            <a:r>
              <a:rPr lang="en-US" spc="35" dirty="0">
                <a:latin typeface="Times New Roman" panose="02020603050405020304" pitchFamily="18" charset="0"/>
                <a:ea typeface="Times New Roman" panose="02020603050405020304" pitchFamily="18" charset="0"/>
              </a:rPr>
              <a:t>l</a:t>
            </a:r>
            <a:r>
              <a:rPr lang="en-US" spc="10" dirty="0">
                <a:latin typeface="Times New Roman" panose="02020603050405020304" pitchFamily="18" charset="0"/>
                <a:ea typeface="Times New Roman" panose="02020603050405020304" pitchFamily="18" charset="0"/>
              </a:rPr>
              <a:t>a</a:t>
            </a:r>
            <a:r>
              <a:rPr lang="en-US" spc="-75" dirty="0">
                <a:latin typeface="Times New Roman" panose="02020603050405020304" pitchFamily="18" charset="0"/>
                <a:ea typeface="Times New Roman" panose="02020603050405020304" pitchFamily="18" charset="0"/>
              </a:rPr>
              <a:t>un</a:t>
            </a:r>
            <a:r>
              <a:rPr lang="en-US" spc="10" dirty="0">
                <a:latin typeface="Times New Roman" panose="02020603050405020304" pitchFamily="18" charset="0"/>
                <a:ea typeface="Times New Roman" panose="02020603050405020304" pitchFamily="18" charset="0"/>
              </a:rPr>
              <a:t>c</a:t>
            </a:r>
            <a:r>
              <a:rPr lang="en-US" dirty="0">
                <a:latin typeface="Times New Roman" panose="02020603050405020304" pitchFamily="18" charset="0"/>
                <a:ea typeface="Times New Roman" panose="02020603050405020304" pitchFamily="18" charset="0"/>
              </a:rPr>
              <a:t>h</a:t>
            </a:r>
            <a:r>
              <a:rPr lang="en-US" spc="-95" dirty="0">
                <a:latin typeface="Times New Roman" panose="02020603050405020304" pitchFamily="18" charset="0"/>
                <a:ea typeface="Times New Roman" panose="02020603050405020304" pitchFamily="18" charset="0"/>
              </a:rPr>
              <a:t> </a:t>
            </a:r>
            <a:r>
              <a:rPr lang="en-US" spc="10" dirty="0">
                <a:latin typeface="Times New Roman" panose="02020603050405020304" pitchFamily="18" charset="0"/>
                <a:ea typeface="Times New Roman" panose="02020603050405020304" pitchFamily="18" charset="0"/>
              </a:rPr>
              <a:t>e</a:t>
            </a:r>
            <a:r>
              <a:rPr lang="en-US" spc="-50" dirty="0">
                <a:latin typeface="Times New Roman" panose="02020603050405020304" pitchFamily="18" charset="0"/>
                <a:ea typeface="Times New Roman" panose="02020603050405020304" pitchFamily="18" charset="0"/>
              </a:rPr>
              <a:t>ff</a:t>
            </a:r>
            <a:r>
              <a:rPr lang="en-US" dirty="0">
                <a:latin typeface="Times New Roman" panose="02020603050405020304" pitchFamily="18" charset="0"/>
                <a:ea typeface="Times New Roman" panose="02020603050405020304" pitchFamily="18" charset="0"/>
              </a:rPr>
              <a:t>o</a:t>
            </a:r>
            <a:r>
              <a:rPr lang="en-US" spc="25" dirty="0">
                <a:latin typeface="Times New Roman" panose="02020603050405020304" pitchFamily="18" charset="0"/>
                <a:ea typeface="Times New Roman" panose="02020603050405020304" pitchFamily="18" charset="0"/>
              </a:rPr>
              <a:t>r</a:t>
            </a:r>
            <a:r>
              <a:rPr lang="en-US" dirty="0">
                <a:latin typeface="Times New Roman" panose="02020603050405020304" pitchFamily="18" charset="0"/>
                <a:ea typeface="Times New Roman" panose="02020603050405020304" pitchFamily="18" charset="0"/>
              </a:rPr>
              <a:t>t</a:t>
            </a:r>
            <a:r>
              <a:rPr lang="en-US" spc="-60" dirty="0">
                <a:latin typeface="Times New Roman" panose="02020603050405020304" pitchFamily="18" charset="0"/>
                <a:ea typeface="Times New Roman" panose="02020603050405020304" pitchFamily="18" charset="0"/>
              </a:rPr>
              <a:t> </a:t>
            </a:r>
            <a:r>
              <a:rPr lang="en-US" spc="10" dirty="0">
                <a:latin typeface="Times New Roman" panose="02020603050405020304" pitchFamily="18" charset="0"/>
                <a:ea typeface="Times New Roman" panose="02020603050405020304" pitchFamily="18" charset="0"/>
              </a:rPr>
              <a:t>a</a:t>
            </a:r>
            <a:r>
              <a:rPr lang="en-US" spc="-75" dirty="0">
                <a:latin typeface="Times New Roman" panose="02020603050405020304" pitchFamily="18" charset="0"/>
                <a:ea typeface="Times New Roman" panose="02020603050405020304" pitchFamily="18" charset="0"/>
              </a:rPr>
              <a:t>n</a:t>
            </a:r>
            <a:r>
              <a:rPr lang="en-US" dirty="0">
                <a:latin typeface="Times New Roman" panose="02020603050405020304" pitchFamily="18" charset="0"/>
                <a:ea typeface="Times New Roman" panose="02020603050405020304" pitchFamily="18" charset="0"/>
              </a:rPr>
              <a:t>d</a:t>
            </a:r>
            <a:r>
              <a:rPr lang="en-US" spc="-15" dirty="0">
                <a:latin typeface="Times New Roman" panose="02020603050405020304" pitchFamily="18" charset="0"/>
                <a:ea typeface="Times New Roman" panose="02020603050405020304" pitchFamily="18" charset="0"/>
              </a:rPr>
              <a:t> </a:t>
            </a:r>
            <a:r>
              <a:rPr lang="en-US" spc="10" dirty="0">
                <a:latin typeface="Times New Roman" panose="02020603050405020304" pitchFamily="18" charset="0"/>
                <a:ea typeface="Times New Roman" panose="02020603050405020304" pitchFamily="18" charset="0"/>
              </a:rPr>
              <a:t>a</a:t>
            </a:r>
            <a:r>
              <a:rPr lang="en-US" spc="35" dirty="0">
                <a:latin typeface="Times New Roman" panose="02020603050405020304" pitchFamily="18" charset="0"/>
                <a:ea typeface="Times New Roman" panose="02020603050405020304" pitchFamily="18" charset="0"/>
              </a:rPr>
              <a:t>l</a:t>
            </a:r>
            <a:r>
              <a:rPr lang="en-US" dirty="0">
                <a:latin typeface="Times New Roman" panose="02020603050405020304" pitchFamily="18" charset="0"/>
                <a:ea typeface="Times New Roman" panose="02020603050405020304" pitchFamily="18" charset="0"/>
              </a:rPr>
              <a:t>l</a:t>
            </a:r>
            <a:r>
              <a:rPr lang="en-US" spc="3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o</a:t>
            </a:r>
            <a:r>
              <a:rPr lang="en-US" spc="-40" dirty="0">
                <a:latin typeface="Times New Roman" panose="02020603050405020304" pitchFamily="18" charset="0"/>
                <a:ea typeface="Times New Roman" panose="02020603050405020304" pitchFamily="18" charset="0"/>
              </a:rPr>
              <a:t>t</a:t>
            </a:r>
            <a:r>
              <a:rPr lang="en-US" spc="-75" dirty="0">
                <a:latin typeface="Times New Roman" panose="02020603050405020304" pitchFamily="18" charset="0"/>
                <a:ea typeface="Times New Roman" panose="02020603050405020304" pitchFamily="18" charset="0"/>
              </a:rPr>
              <a:t>h</a:t>
            </a:r>
            <a:r>
              <a:rPr lang="en-US" spc="10" dirty="0">
                <a:latin typeface="Times New Roman" panose="02020603050405020304" pitchFamily="18" charset="0"/>
                <a:ea typeface="Times New Roman" panose="02020603050405020304" pitchFamily="18" charset="0"/>
              </a:rPr>
              <a:t>e</a:t>
            </a:r>
            <a:r>
              <a:rPr lang="en-US" dirty="0">
                <a:latin typeface="Times New Roman" panose="02020603050405020304" pitchFamily="18" charset="0"/>
                <a:ea typeface="Times New Roman" panose="02020603050405020304" pitchFamily="18" charset="0"/>
              </a:rPr>
              <a:t>r</a:t>
            </a:r>
            <a:r>
              <a:rPr lang="en-US" spc="5" dirty="0">
                <a:latin typeface="Times New Roman" panose="02020603050405020304" pitchFamily="18" charset="0"/>
                <a:ea typeface="Times New Roman" panose="02020603050405020304" pitchFamily="18" charset="0"/>
              </a:rPr>
              <a:t> </a:t>
            </a:r>
            <a:r>
              <a:rPr lang="en-US" spc="10" dirty="0">
                <a:latin typeface="Times New Roman" panose="02020603050405020304" pitchFamily="18" charset="0"/>
                <a:ea typeface="Times New Roman" panose="02020603050405020304" pitchFamily="18" charset="0"/>
              </a:rPr>
              <a:t>ac</a:t>
            </a:r>
            <a:r>
              <a:rPr lang="en-US" spc="-40" dirty="0">
                <a:latin typeface="Times New Roman" panose="02020603050405020304" pitchFamily="18" charset="0"/>
                <a:ea typeface="Times New Roman" panose="02020603050405020304" pitchFamily="18" charset="0"/>
              </a:rPr>
              <a:t>t</a:t>
            </a:r>
            <a:r>
              <a:rPr lang="en-US" spc="35" dirty="0">
                <a:latin typeface="Times New Roman" panose="02020603050405020304" pitchFamily="18" charset="0"/>
                <a:ea typeface="Times New Roman" panose="02020603050405020304" pitchFamily="18" charset="0"/>
              </a:rPr>
              <a:t>i</a:t>
            </a:r>
            <a:r>
              <a:rPr lang="en-US" dirty="0">
                <a:latin typeface="Times New Roman" panose="02020603050405020304" pitchFamily="18" charset="0"/>
                <a:ea typeface="Times New Roman" panose="02020603050405020304" pitchFamily="18" charset="0"/>
              </a:rPr>
              <a:t>v</a:t>
            </a:r>
            <a:r>
              <a:rPr lang="en-US" spc="35" dirty="0">
                <a:latin typeface="Times New Roman" panose="02020603050405020304" pitchFamily="18" charset="0"/>
                <a:ea typeface="Times New Roman" panose="02020603050405020304" pitchFamily="18" charset="0"/>
              </a:rPr>
              <a:t>i</a:t>
            </a:r>
            <a:r>
              <a:rPr lang="en-US" spc="-40" dirty="0">
                <a:latin typeface="Times New Roman" panose="02020603050405020304" pitchFamily="18" charset="0"/>
                <a:ea typeface="Times New Roman" panose="02020603050405020304" pitchFamily="18" charset="0"/>
              </a:rPr>
              <a:t>t</a:t>
            </a:r>
            <a:r>
              <a:rPr lang="en-US" spc="35" dirty="0">
                <a:latin typeface="Times New Roman" panose="02020603050405020304" pitchFamily="18" charset="0"/>
                <a:ea typeface="Times New Roman" panose="02020603050405020304" pitchFamily="18" charset="0"/>
              </a:rPr>
              <a:t>i</a:t>
            </a:r>
            <a:r>
              <a:rPr lang="en-US" spc="10" dirty="0">
                <a:latin typeface="Times New Roman" panose="02020603050405020304" pitchFamily="18" charset="0"/>
                <a:ea typeface="Times New Roman" panose="02020603050405020304" pitchFamily="18" charset="0"/>
              </a:rPr>
              <a:t>e</a:t>
            </a:r>
            <a:r>
              <a:rPr lang="en-US" dirty="0">
                <a:latin typeface="Times New Roman" panose="02020603050405020304" pitchFamily="18" charset="0"/>
                <a:ea typeface="Times New Roman" panose="02020603050405020304" pitchFamily="18" charset="0"/>
              </a:rPr>
              <a:t>s </a:t>
            </a:r>
            <a:r>
              <a:rPr lang="en-US" spc="-40" dirty="0">
                <a:latin typeface="Times New Roman" panose="02020603050405020304" pitchFamily="18" charset="0"/>
                <a:ea typeface="Times New Roman" panose="02020603050405020304" pitchFamily="18" charset="0"/>
              </a:rPr>
              <a:t>t</a:t>
            </a:r>
            <a:r>
              <a:rPr lang="en-US" spc="-75" dirty="0">
                <a:latin typeface="Times New Roman" panose="02020603050405020304" pitchFamily="18" charset="0"/>
                <a:ea typeface="Times New Roman" panose="02020603050405020304" pitchFamily="18" charset="0"/>
              </a:rPr>
              <a:t>h</a:t>
            </a:r>
            <a:r>
              <a:rPr lang="en-US" spc="10" dirty="0">
                <a:latin typeface="Times New Roman" panose="02020603050405020304" pitchFamily="18" charset="0"/>
                <a:ea typeface="Times New Roman" panose="02020603050405020304" pitchFamily="18" charset="0"/>
              </a:rPr>
              <a:t>a</a:t>
            </a:r>
            <a:r>
              <a:rPr lang="en-US" dirty="0">
                <a:latin typeface="Times New Roman" panose="02020603050405020304" pitchFamily="18" charset="0"/>
                <a:ea typeface="Times New Roman" panose="02020603050405020304" pitchFamily="18" charset="0"/>
              </a:rPr>
              <a:t>t</a:t>
            </a:r>
            <a:r>
              <a:rPr lang="en-US" spc="-45" dirty="0">
                <a:latin typeface="Times New Roman" panose="02020603050405020304" pitchFamily="18" charset="0"/>
                <a:ea typeface="Times New Roman" panose="02020603050405020304" pitchFamily="18" charset="0"/>
              </a:rPr>
              <a:t> </a:t>
            </a:r>
            <a:r>
              <a:rPr lang="en-US" spc="-40" dirty="0">
                <a:latin typeface="Times New Roman" panose="02020603050405020304" pitchFamily="18" charset="0"/>
                <a:ea typeface="Times New Roman" panose="02020603050405020304" pitchFamily="18" charset="0"/>
              </a:rPr>
              <a:t>t</a:t>
            </a:r>
            <a:r>
              <a:rPr lang="en-US" spc="10" dirty="0">
                <a:latin typeface="Times New Roman" panose="02020603050405020304" pitchFamily="18" charset="0"/>
                <a:ea typeface="Times New Roman" panose="02020603050405020304" pitchFamily="18" charset="0"/>
              </a:rPr>
              <a:t>a</a:t>
            </a:r>
            <a:r>
              <a:rPr lang="en-US" spc="-75" dirty="0">
                <a:latin typeface="Times New Roman" panose="02020603050405020304" pitchFamily="18" charset="0"/>
                <a:ea typeface="Times New Roman" panose="02020603050405020304" pitchFamily="18" charset="0"/>
              </a:rPr>
              <a:t>k</a:t>
            </a:r>
            <a:r>
              <a:rPr lang="en-US" dirty="0">
                <a:latin typeface="Times New Roman" panose="02020603050405020304" pitchFamily="18" charset="0"/>
                <a:ea typeface="Times New Roman" panose="02020603050405020304" pitchFamily="18" charset="0"/>
              </a:rPr>
              <a:t>e p</a:t>
            </a:r>
            <a:r>
              <a:rPr lang="en-US" spc="35" dirty="0">
                <a:latin typeface="Times New Roman" panose="02020603050405020304" pitchFamily="18" charset="0"/>
                <a:ea typeface="Times New Roman" panose="02020603050405020304" pitchFamily="18" charset="0"/>
              </a:rPr>
              <a:t>l</a:t>
            </a:r>
            <a:r>
              <a:rPr lang="en-US" spc="10" dirty="0">
                <a:latin typeface="Times New Roman" panose="02020603050405020304" pitchFamily="18" charset="0"/>
                <a:ea typeface="Times New Roman" panose="02020603050405020304" pitchFamily="18" charset="0"/>
              </a:rPr>
              <a:t>ac</a:t>
            </a:r>
            <a:r>
              <a:rPr lang="en-US" dirty="0">
                <a:latin typeface="Times New Roman" panose="02020603050405020304" pitchFamily="18" charset="0"/>
                <a:ea typeface="Times New Roman" panose="02020603050405020304" pitchFamily="18" charset="0"/>
              </a:rPr>
              <a:t>e </a:t>
            </a:r>
            <a:r>
              <a:rPr lang="en-US" spc="10" dirty="0">
                <a:latin typeface="Times New Roman" panose="02020603050405020304" pitchFamily="18" charset="0"/>
                <a:ea typeface="Times New Roman" panose="02020603050405020304" pitchFamily="18" charset="0"/>
              </a:rPr>
              <a:t>a</a:t>
            </a:r>
            <a:r>
              <a:rPr lang="en-US" spc="-50" dirty="0">
                <a:latin typeface="Times New Roman" panose="02020603050405020304" pitchFamily="18" charset="0"/>
                <a:ea typeface="Times New Roman" panose="02020603050405020304" pitchFamily="18" charset="0"/>
              </a:rPr>
              <a:t>f</a:t>
            </a:r>
            <a:r>
              <a:rPr lang="en-US" spc="-40" dirty="0">
                <a:latin typeface="Times New Roman" panose="02020603050405020304" pitchFamily="18" charset="0"/>
                <a:ea typeface="Times New Roman" panose="02020603050405020304" pitchFamily="18" charset="0"/>
              </a:rPr>
              <a:t>t</a:t>
            </a:r>
            <a:r>
              <a:rPr lang="en-US" spc="10" dirty="0">
                <a:latin typeface="Times New Roman" panose="02020603050405020304" pitchFamily="18" charset="0"/>
                <a:ea typeface="Times New Roman" panose="02020603050405020304" pitchFamily="18" charset="0"/>
              </a:rPr>
              <a:t>e</a:t>
            </a:r>
            <a:r>
              <a:rPr lang="en-US" dirty="0">
                <a:latin typeface="Times New Roman" panose="02020603050405020304" pitchFamily="18" charset="0"/>
                <a:ea typeface="Times New Roman" panose="02020603050405020304" pitchFamily="18" charset="0"/>
              </a:rPr>
              <a:t>r</a:t>
            </a:r>
            <a:r>
              <a:rPr lang="en-US" spc="15" dirty="0">
                <a:latin typeface="Times New Roman" panose="02020603050405020304" pitchFamily="18" charset="0"/>
                <a:ea typeface="Times New Roman" panose="02020603050405020304" pitchFamily="18" charset="0"/>
              </a:rPr>
              <a:t> </a:t>
            </a:r>
            <a:r>
              <a:rPr lang="en-US" spc="-40" dirty="0">
                <a:latin typeface="Times New Roman" panose="02020603050405020304" pitchFamily="18" charset="0"/>
                <a:ea typeface="Times New Roman" panose="02020603050405020304" pitchFamily="18" charset="0"/>
              </a:rPr>
              <a:t>t</a:t>
            </a:r>
            <a:r>
              <a:rPr lang="en-US" spc="-75" dirty="0">
                <a:latin typeface="Times New Roman" panose="02020603050405020304" pitchFamily="18" charset="0"/>
                <a:ea typeface="Times New Roman" panose="02020603050405020304" pitchFamily="18" charset="0"/>
              </a:rPr>
              <a:t>h</a:t>
            </a:r>
            <a:r>
              <a:rPr lang="en-US" dirty="0">
                <a:latin typeface="Times New Roman" panose="02020603050405020304" pitchFamily="18" charset="0"/>
                <a:ea typeface="Times New Roman" panose="02020603050405020304" pitchFamily="18" charset="0"/>
              </a:rPr>
              <a:t>e </a:t>
            </a:r>
            <a:r>
              <a:rPr lang="en-US" spc="35" dirty="0">
                <a:latin typeface="Times New Roman" panose="02020603050405020304" pitchFamily="18" charset="0"/>
                <a:ea typeface="Times New Roman" panose="02020603050405020304" pitchFamily="18" charset="0"/>
              </a:rPr>
              <a:t>l</a:t>
            </a:r>
            <a:r>
              <a:rPr lang="en-US" spc="10" dirty="0">
                <a:latin typeface="Times New Roman" panose="02020603050405020304" pitchFamily="18" charset="0"/>
                <a:ea typeface="Times New Roman" panose="02020603050405020304" pitchFamily="18" charset="0"/>
              </a:rPr>
              <a:t>a</a:t>
            </a:r>
            <a:r>
              <a:rPr lang="en-US" spc="-75" dirty="0">
                <a:latin typeface="Times New Roman" panose="02020603050405020304" pitchFamily="18" charset="0"/>
                <a:ea typeface="Times New Roman" panose="02020603050405020304" pitchFamily="18" charset="0"/>
              </a:rPr>
              <a:t>un</a:t>
            </a:r>
            <a:r>
              <a:rPr lang="en-US" spc="10" dirty="0">
                <a:latin typeface="Times New Roman" panose="02020603050405020304" pitchFamily="18" charset="0"/>
                <a:ea typeface="Times New Roman" panose="02020603050405020304" pitchFamily="18" charset="0"/>
              </a:rPr>
              <a:t>c</a:t>
            </a:r>
            <a:r>
              <a:rPr lang="en-US" spc="-75" dirty="0">
                <a:latin typeface="Times New Roman" panose="02020603050405020304" pitchFamily="18" charset="0"/>
                <a:ea typeface="Times New Roman" panose="02020603050405020304" pitchFamily="18" charset="0"/>
              </a:rPr>
              <a:t>h</a:t>
            </a:r>
          </a:p>
          <a:p>
            <a:endParaRPr lang="en-US" spc="-75" dirty="0">
              <a:latin typeface="Times New Roman" panose="02020603050405020304" pitchFamily="18" charset="0"/>
              <a:ea typeface="Times New Roman" panose="02020603050405020304" pitchFamily="18" charset="0"/>
            </a:endParaRPr>
          </a:p>
          <a:p>
            <a:r>
              <a:rPr lang="en-US" spc="-15" dirty="0">
                <a:latin typeface="Times New Roman" panose="02020603050405020304" pitchFamily="18" charset="0"/>
                <a:ea typeface="Times New Roman" panose="02020603050405020304" pitchFamily="18" charset="0"/>
              </a:rPr>
              <a:t>T</a:t>
            </a:r>
            <a:r>
              <a:rPr lang="en-US" spc="-75" dirty="0">
                <a:latin typeface="Times New Roman" panose="02020603050405020304" pitchFamily="18" charset="0"/>
                <a:ea typeface="Times New Roman" panose="02020603050405020304" pitchFamily="18" charset="0"/>
              </a:rPr>
              <a:t>hu</a:t>
            </a:r>
            <a:r>
              <a:rPr lang="en-US" spc="15" dirty="0">
                <a:latin typeface="Times New Roman" panose="02020603050405020304" pitchFamily="18" charset="0"/>
                <a:ea typeface="Times New Roman" panose="02020603050405020304" pitchFamily="18" charset="0"/>
              </a:rPr>
              <a:t>s</a:t>
            </a:r>
            <a:r>
              <a:rPr lang="en-US" dirty="0">
                <a:latin typeface="Times New Roman" panose="02020603050405020304" pitchFamily="18" charset="0"/>
                <a:ea typeface="Times New Roman" panose="02020603050405020304" pitchFamily="18" charset="0"/>
              </a:rPr>
              <a:t>,</a:t>
            </a:r>
            <a:r>
              <a:rPr lang="en-US" spc="-2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p</a:t>
            </a:r>
            <a:r>
              <a:rPr lang="en-US" spc="25" dirty="0">
                <a:latin typeface="Times New Roman" panose="02020603050405020304" pitchFamily="18" charset="0"/>
                <a:ea typeface="Times New Roman" panose="02020603050405020304" pitchFamily="18" charset="0"/>
              </a:rPr>
              <a:t>r</a:t>
            </a:r>
            <a:r>
              <a:rPr lang="en-US" dirty="0">
                <a:latin typeface="Times New Roman" panose="02020603050405020304" pitchFamily="18" charset="0"/>
                <a:ea typeface="Times New Roman" panose="02020603050405020304" pitchFamily="18" charset="0"/>
              </a:rPr>
              <a:t>od</a:t>
            </a:r>
            <a:r>
              <a:rPr lang="en-US" spc="-75" dirty="0">
                <a:latin typeface="Times New Roman" panose="02020603050405020304" pitchFamily="18" charset="0"/>
                <a:ea typeface="Times New Roman" panose="02020603050405020304" pitchFamily="18" charset="0"/>
              </a:rPr>
              <a:t>u</a:t>
            </a:r>
            <a:r>
              <a:rPr lang="en-US" spc="10" dirty="0">
                <a:latin typeface="Times New Roman" panose="02020603050405020304" pitchFamily="18" charset="0"/>
                <a:ea typeface="Times New Roman" panose="02020603050405020304" pitchFamily="18" charset="0"/>
              </a:rPr>
              <a:t>c</a:t>
            </a:r>
            <a:r>
              <a:rPr lang="en-US" dirty="0">
                <a:latin typeface="Times New Roman" panose="02020603050405020304" pitchFamily="18" charset="0"/>
                <a:ea typeface="Times New Roman" panose="02020603050405020304" pitchFamily="18" charset="0"/>
              </a:rPr>
              <a:t>t</a:t>
            </a:r>
            <a:r>
              <a:rPr lang="en-US" spc="-7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d</a:t>
            </a:r>
            <a:r>
              <a:rPr lang="en-US" spc="10" dirty="0">
                <a:latin typeface="Times New Roman" panose="02020603050405020304" pitchFamily="18" charset="0"/>
                <a:ea typeface="Times New Roman" panose="02020603050405020304" pitchFamily="18" charset="0"/>
              </a:rPr>
              <a:t>e</a:t>
            </a:r>
            <a:r>
              <a:rPr lang="en-US" dirty="0">
                <a:latin typeface="Times New Roman" panose="02020603050405020304" pitchFamily="18" charset="0"/>
                <a:ea typeface="Times New Roman" panose="02020603050405020304" pitchFamily="18" charset="0"/>
              </a:rPr>
              <a:t>v</a:t>
            </a:r>
            <a:r>
              <a:rPr lang="en-US" spc="10" dirty="0">
                <a:latin typeface="Times New Roman" panose="02020603050405020304" pitchFamily="18" charset="0"/>
                <a:ea typeface="Times New Roman" panose="02020603050405020304" pitchFamily="18" charset="0"/>
              </a:rPr>
              <a:t>e</a:t>
            </a:r>
            <a:r>
              <a:rPr lang="en-US" spc="35" dirty="0">
                <a:latin typeface="Times New Roman" panose="02020603050405020304" pitchFamily="18" charset="0"/>
                <a:ea typeface="Times New Roman" panose="02020603050405020304" pitchFamily="18" charset="0"/>
              </a:rPr>
              <a:t>l</a:t>
            </a:r>
            <a:r>
              <a:rPr lang="en-US" dirty="0">
                <a:latin typeface="Times New Roman" panose="02020603050405020304" pitchFamily="18" charset="0"/>
                <a:ea typeface="Times New Roman" panose="02020603050405020304" pitchFamily="18" charset="0"/>
              </a:rPr>
              <a:t>op</a:t>
            </a:r>
            <a:r>
              <a:rPr lang="en-US" spc="-115" dirty="0">
                <a:latin typeface="Times New Roman" panose="02020603050405020304" pitchFamily="18" charset="0"/>
                <a:ea typeface="Times New Roman" panose="02020603050405020304" pitchFamily="18" charset="0"/>
              </a:rPr>
              <a:t>m</a:t>
            </a:r>
            <a:r>
              <a:rPr lang="en-US" spc="10" dirty="0">
                <a:latin typeface="Times New Roman" panose="02020603050405020304" pitchFamily="18" charset="0"/>
                <a:ea typeface="Times New Roman" panose="02020603050405020304" pitchFamily="18" charset="0"/>
              </a:rPr>
              <a:t>e</a:t>
            </a:r>
            <a:r>
              <a:rPr lang="en-US" spc="-75" dirty="0">
                <a:latin typeface="Times New Roman" panose="02020603050405020304" pitchFamily="18" charset="0"/>
                <a:ea typeface="Times New Roman" panose="02020603050405020304" pitchFamily="18" charset="0"/>
              </a:rPr>
              <a:t>n</a:t>
            </a:r>
            <a:r>
              <a:rPr lang="en-US" dirty="0">
                <a:latin typeface="Times New Roman" panose="02020603050405020304" pitchFamily="18" charset="0"/>
                <a:ea typeface="Times New Roman" panose="02020603050405020304" pitchFamily="18" charset="0"/>
              </a:rPr>
              <a:t>t</a:t>
            </a:r>
            <a:r>
              <a:rPr lang="en-US" spc="-7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o</a:t>
            </a:r>
            <a:r>
              <a:rPr lang="en-US" spc="10" dirty="0">
                <a:latin typeface="Times New Roman" panose="02020603050405020304" pitchFamily="18" charset="0"/>
                <a:ea typeface="Times New Roman" panose="02020603050405020304" pitchFamily="18" charset="0"/>
              </a:rPr>
              <a:t>cc</a:t>
            </a:r>
            <a:r>
              <a:rPr lang="en-US" spc="-75" dirty="0">
                <a:latin typeface="Times New Roman" panose="02020603050405020304" pitchFamily="18" charset="0"/>
                <a:ea typeface="Times New Roman" panose="02020603050405020304" pitchFamily="18" charset="0"/>
              </a:rPr>
              <a:t>u</a:t>
            </a:r>
            <a:r>
              <a:rPr lang="en-US" spc="25" dirty="0">
                <a:latin typeface="Times New Roman" panose="02020603050405020304" pitchFamily="18" charset="0"/>
                <a:ea typeface="Times New Roman" panose="02020603050405020304" pitchFamily="18" charset="0"/>
              </a:rPr>
              <a:t>r</a:t>
            </a:r>
            <a:r>
              <a:rPr lang="en-US" dirty="0">
                <a:latin typeface="Times New Roman" panose="02020603050405020304" pitchFamily="18" charset="0"/>
                <a:ea typeface="Times New Roman" panose="02020603050405020304" pitchFamily="18" charset="0"/>
              </a:rPr>
              <a:t>s</a:t>
            </a:r>
            <a:r>
              <a:rPr lang="en-US" spc="-10"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d</a:t>
            </a:r>
            <a:r>
              <a:rPr lang="en-US" spc="-75" dirty="0">
                <a:latin typeface="Times New Roman" panose="02020603050405020304" pitchFamily="18" charset="0"/>
                <a:ea typeface="Times New Roman" panose="02020603050405020304" pitchFamily="18" charset="0"/>
              </a:rPr>
              <a:t>u</a:t>
            </a:r>
            <a:r>
              <a:rPr lang="en-US" spc="25" dirty="0">
                <a:latin typeface="Times New Roman" panose="02020603050405020304" pitchFamily="18" charset="0"/>
                <a:ea typeface="Times New Roman" panose="02020603050405020304" pitchFamily="18" charset="0"/>
              </a:rPr>
              <a:t>r</a:t>
            </a:r>
            <a:r>
              <a:rPr lang="en-US" spc="35" dirty="0">
                <a:latin typeface="Times New Roman" panose="02020603050405020304" pitchFamily="18" charset="0"/>
                <a:ea typeface="Times New Roman" panose="02020603050405020304" pitchFamily="18" charset="0"/>
              </a:rPr>
              <a:t>i</a:t>
            </a:r>
            <a:r>
              <a:rPr lang="en-US" spc="-75" dirty="0">
                <a:latin typeface="Times New Roman" panose="02020603050405020304" pitchFamily="18" charset="0"/>
                <a:ea typeface="Times New Roman" panose="02020603050405020304" pitchFamily="18" charset="0"/>
              </a:rPr>
              <a:t>n</a:t>
            </a:r>
            <a:r>
              <a:rPr lang="en-US" dirty="0">
                <a:latin typeface="Times New Roman" panose="02020603050405020304" pitchFamily="18" charset="0"/>
                <a:ea typeface="Times New Roman" panose="02020603050405020304" pitchFamily="18" charset="0"/>
              </a:rPr>
              <a:t>g</a:t>
            </a:r>
            <a:r>
              <a:rPr lang="en-US" spc="-110" dirty="0">
                <a:latin typeface="Times New Roman" panose="02020603050405020304" pitchFamily="18" charset="0"/>
                <a:ea typeface="Times New Roman" panose="02020603050405020304" pitchFamily="18" charset="0"/>
              </a:rPr>
              <a:t> </a:t>
            </a:r>
            <a:r>
              <a:rPr lang="en-US" spc="-40" dirty="0">
                <a:latin typeface="Times New Roman" panose="02020603050405020304" pitchFamily="18" charset="0"/>
                <a:ea typeface="Times New Roman" panose="02020603050405020304" pitchFamily="18" charset="0"/>
              </a:rPr>
              <a:t>t</a:t>
            </a:r>
            <a:r>
              <a:rPr lang="en-US" spc="-75" dirty="0">
                <a:latin typeface="Times New Roman" panose="02020603050405020304" pitchFamily="18" charset="0"/>
                <a:ea typeface="Times New Roman" panose="02020603050405020304" pitchFamily="18" charset="0"/>
              </a:rPr>
              <a:t>h</a:t>
            </a:r>
            <a:r>
              <a:rPr lang="en-US" dirty="0">
                <a:latin typeface="Times New Roman" panose="02020603050405020304" pitchFamily="18" charset="0"/>
                <a:ea typeface="Times New Roman" panose="02020603050405020304" pitchFamily="18" charset="0"/>
              </a:rPr>
              <a:t>e p</a:t>
            </a:r>
            <a:r>
              <a:rPr lang="en-US" spc="25" dirty="0">
                <a:latin typeface="Times New Roman" panose="02020603050405020304" pitchFamily="18" charset="0"/>
                <a:ea typeface="Times New Roman" panose="02020603050405020304" pitchFamily="18" charset="0"/>
              </a:rPr>
              <a:t>r</a:t>
            </a:r>
            <a:r>
              <a:rPr lang="en-US" spc="10" dirty="0">
                <a:latin typeface="Times New Roman" panose="02020603050405020304" pitchFamily="18" charset="0"/>
                <a:ea typeface="Times New Roman" panose="02020603050405020304" pitchFamily="18" charset="0"/>
              </a:rPr>
              <a:t>e</a:t>
            </a:r>
            <a:r>
              <a:rPr lang="en-US" spc="25" dirty="0">
                <a:latin typeface="Times New Roman" panose="02020603050405020304" pitchFamily="18" charset="0"/>
                <a:ea typeface="Times New Roman" panose="02020603050405020304" pitchFamily="18" charset="0"/>
              </a:rPr>
              <a:t>-</a:t>
            </a:r>
            <a:r>
              <a:rPr lang="en-US" spc="-115" dirty="0">
                <a:latin typeface="Times New Roman" panose="02020603050405020304" pitchFamily="18" charset="0"/>
                <a:ea typeface="Times New Roman" panose="02020603050405020304" pitchFamily="18" charset="0"/>
              </a:rPr>
              <a:t>m</a:t>
            </a:r>
            <a:r>
              <a:rPr lang="en-US" spc="10" dirty="0">
                <a:latin typeface="Times New Roman" panose="02020603050405020304" pitchFamily="18" charset="0"/>
                <a:ea typeface="Times New Roman" panose="02020603050405020304" pitchFamily="18" charset="0"/>
              </a:rPr>
              <a:t>a</a:t>
            </a:r>
            <a:r>
              <a:rPr lang="en-US" spc="25" dirty="0">
                <a:latin typeface="Times New Roman" panose="02020603050405020304" pitchFamily="18" charset="0"/>
                <a:ea typeface="Times New Roman" panose="02020603050405020304" pitchFamily="18" charset="0"/>
              </a:rPr>
              <a:t>r</a:t>
            </a:r>
            <a:r>
              <a:rPr lang="en-US" spc="-75" dirty="0">
                <a:latin typeface="Times New Roman" panose="02020603050405020304" pitchFamily="18" charset="0"/>
                <a:ea typeface="Times New Roman" panose="02020603050405020304" pitchFamily="18" charset="0"/>
              </a:rPr>
              <a:t>k</a:t>
            </a:r>
            <a:r>
              <a:rPr lang="en-US" spc="10" dirty="0">
                <a:latin typeface="Times New Roman" panose="02020603050405020304" pitchFamily="18" charset="0"/>
                <a:ea typeface="Times New Roman" panose="02020603050405020304" pitchFamily="18" charset="0"/>
              </a:rPr>
              <a:t>e</a:t>
            </a:r>
            <a:r>
              <a:rPr lang="en-US" dirty="0">
                <a:latin typeface="Times New Roman" panose="02020603050405020304" pitchFamily="18" charset="0"/>
                <a:ea typeface="Times New Roman" panose="02020603050405020304" pitchFamily="18" charset="0"/>
              </a:rPr>
              <a:t>t</a:t>
            </a:r>
            <a:r>
              <a:rPr lang="en-US" spc="-70"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p</a:t>
            </a:r>
            <a:r>
              <a:rPr lang="en-US" spc="-75" dirty="0">
                <a:latin typeface="Times New Roman" panose="02020603050405020304" pitchFamily="18" charset="0"/>
                <a:ea typeface="Times New Roman" panose="02020603050405020304" pitchFamily="18" charset="0"/>
              </a:rPr>
              <a:t>h</a:t>
            </a:r>
            <a:r>
              <a:rPr lang="en-US" spc="10" dirty="0">
                <a:latin typeface="Times New Roman" panose="02020603050405020304" pitchFamily="18" charset="0"/>
                <a:ea typeface="Times New Roman" panose="02020603050405020304" pitchFamily="18" charset="0"/>
              </a:rPr>
              <a:t>a</a:t>
            </a:r>
            <a:r>
              <a:rPr lang="en-US" spc="15" dirty="0">
                <a:latin typeface="Times New Roman" panose="02020603050405020304" pitchFamily="18" charset="0"/>
                <a:ea typeface="Times New Roman" panose="02020603050405020304" pitchFamily="18" charset="0"/>
              </a:rPr>
              <a:t>s</a:t>
            </a:r>
            <a:r>
              <a:rPr lang="en-US" dirty="0">
                <a:latin typeface="Times New Roman" panose="02020603050405020304" pitchFamily="18" charset="0"/>
                <a:ea typeface="Times New Roman" panose="02020603050405020304" pitchFamily="18" charset="0"/>
              </a:rPr>
              <a:t>e</a:t>
            </a:r>
            <a:r>
              <a:rPr lang="en-US" spc="-10"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of</a:t>
            </a:r>
            <a:r>
              <a:rPr lang="en-US" spc="-60" dirty="0">
                <a:latin typeface="Times New Roman" panose="02020603050405020304" pitchFamily="18" charset="0"/>
                <a:ea typeface="Times New Roman" panose="02020603050405020304" pitchFamily="18" charset="0"/>
              </a:rPr>
              <a:t> </a:t>
            </a:r>
            <a:r>
              <a:rPr lang="en-US" spc="10" dirty="0">
                <a:latin typeface="Times New Roman" panose="02020603050405020304" pitchFamily="18" charset="0"/>
                <a:ea typeface="Times New Roman" panose="02020603050405020304" pitchFamily="18" charset="0"/>
              </a:rPr>
              <a:t>e</a:t>
            </a:r>
            <a:r>
              <a:rPr lang="en-US" spc="-75" dirty="0">
                <a:latin typeface="Times New Roman" panose="02020603050405020304" pitchFamily="18" charset="0"/>
                <a:ea typeface="Times New Roman" panose="02020603050405020304" pitchFamily="18" charset="0"/>
              </a:rPr>
              <a:t>x</a:t>
            </a:r>
            <a:r>
              <a:rPr lang="en-US" spc="-40" dirty="0">
                <a:latin typeface="Times New Roman" panose="02020603050405020304" pitchFamily="18" charset="0"/>
                <a:ea typeface="Times New Roman" panose="02020603050405020304" pitchFamily="18" charset="0"/>
              </a:rPr>
              <a:t>t</a:t>
            </a:r>
            <a:r>
              <a:rPr lang="en-US" spc="10" dirty="0">
                <a:latin typeface="Times New Roman" panose="02020603050405020304" pitchFamily="18" charset="0"/>
                <a:ea typeface="Times New Roman" panose="02020603050405020304" pitchFamily="18" charset="0"/>
              </a:rPr>
              <a:t>e</a:t>
            </a:r>
            <a:r>
              <a:rPr lang="en-US" spc="-75" dirty="0">
                <a:latin typeface="Times New Roman" panose="02020603050405020304" pitchFamily="18" charset="0"/>
                <a:ea typeface="Times New Roman" panose="02020603050405020304" pitchFamily="18" charset="0"/>
              </a:rPr>
              <a:t>n</a:t>
            </a:r>
            <a:r>
              <a:rPr lang="en-US" dirty="0">
                <a:latin typeface="Times New Roman" panose="02020603050405020304" pitchFamily="18" charset="0"/>
                <a:ea typeface="Times New Roman" panose="02020603050405020304" pitchFamily="18" charset="0"/>
              </a:rPr>
              <a:t>d</a:t>
            </a:r>
            <a:r>
              <a:rPr lang="en-US" spc="10" dirty="0">
                <a:latin typeface="Times New Roman" panose="02020603050405020304" pitchFamily="18" charset="0"/>
                <a:ea typeface="Times New Roman" panose="02020603050405020304" pitchFamily="18" charset="0"/>
              </a:rPr>
              <a:t>e</a:t>
            </a:r>
            <a:r>
              <a:rPr lang="en-US" dirty="0">
                <a:latin typeface="Times New Roman" panose="02020603050405020304" pitchFamily="18" charset="0"/>
                <a:ea typeface="Times New Roman" panose="02020603050405020304" pitchFamily="18" charset="0"/>
              </a:rPr>
              <a:t>d p</a:t>
            </a:r>
            <a:r>
              <a:rPr lang="en-US" spc="25" dirty="0">
                <a:latin typeface="Times New Roman" panose="02020603050405020304" pitchFamily="18" charset="0"/>
                <a:ea typeface="Times New Roman" panose="02020603050405020304" pitchFamily="18" charset="0"/>
              </a:rPr>
              <a:t>r</a:t>
            </a:r>
            <a:r>
              <a:rPr lang="en-US" dirty="0">
                <a:latin typeface="Times New Roman" panose="02020603050405020304" pitchFamily="18" charset="0"/>
                <a:ea typeface="Times New Roman" panose="02020603050405020304" pitchFamily="18" charset="0"/>
              </a:rPr>
              <a:t>od</a:t>
            </a:r>
            <a:r>
              <a:rPr lang="en-US" spc="-75" dirty="0">
                <a:latin typeface="Times New Roman" panose="02020603050405020304" pitchFamily="18" charset="0"/>
                <a:ea typeface="Times New Roman" panose="02020603050405020304" pitchFamily="18" charset="0"/>
              </a:rPr>
              <a:t>u</a:t>
            </a:r>
            <a:r>
              <a:rPr lang="en-US" spc="10" dirty="0">
                <a:latin typeface="Times New Roman" panose="02020603050405020304" pitchFamily="18" charset="0"/>
                <a:ea typeface="Times New Roman" panose="02020603050405020304" pitchFamily="18" charset="0"/>
              </a:rPr>
              <a:t>c</a:t>
            </a:r>
            <a:r>
              <a:rPr lang="en-US" dirty="0">
                <a:latin typeface="Times New Roman" panose="02020603050405020304" pitchFamily="18" charset="0"/>
                <a:ea typeface="Times New Roman" panose="02020603050405020304" pitchFamily="18" charset="0"/>
              </a:rPr>
              <a:t>t</a:t>
            </a:r>
            <a:r>
              <a:rPr lang="en-US" spc="-75" dirty="0">
                <a:latin typeface="Times New Roman" panose="02020603050405020304" pitchFamily="18" charset="0"/>
                <a:ea typeface="Times New Roman" panose="02020603050405020304" pitchFamily="18" charset="0"/>
              </a:rPr>
              <a:t> </a:t>
            </a:r>
            <a:r>
              <a:rPr lang="en-US" spc="35" dirty="0">
                <a:latin typeface="Times New Roman" panose="02020603050405020304" pitchFamily="18" charset="0"/>
                <a:ea typeface="Times New Roman" panose="02020603050405020304" pitchFamily="18" charset="0"/>
              </a:rPr>
              <a:t>li</a:t>
            </a:r>
            <a:r>
              <a:rPr lang="en-US" spc="-50" dirty="0">
                <a:latin typeface="Times New Roman" panose="02020603050405020304" pitchFamily="18" charset="0"/>
                <a:ea typeface="Times New Roman" panose="02020603050405020304" pitchFamily="18" charset="0"/>
              </a:rPr>
              <a:t>f</a:t>
            </a:r>
            <a:r>
              <a:rPr lang="en-US" dirty="0">
                <a:latin typeface="Times New Roman" panose="02020603050405020304" pitchFamily="18" charset="0"/>
                <a:ea typeface="Times New Roman" panose="02020603050405020304" pitchFamily="18" charset="0"/>
              </a:rPr>
              <a:t>e</a:t>
            </a:r>
            <a:r>
              <a:rPr lang="en-US" spc="5" dirty="0">
                <a:latin typeface="Times New Roman" panose="02020603050405020304" pitchFamily="18" charset="0"/>
                <a:ea typeface="Times New Roman" panose="02020603050405020304" pitchFamily="18" charset="0"/>
              </a:rPr>
              <a:t> </a:t>
            </a:r>
            <a:r>
              <a:rPr lang="en-US" spc="10" dirty="0">
                <a:latin typeface="Times New Roman" panose="02020603050405020304" pitchFamily="18" charset="0"/>
                <a:ea typeface="Times New Roman" panose="02020603050405020304" pitchFamily="18" charset="0"/>
              </a:rPr>
              <a:t>c</a:t>
            </a:r>
            <a:r>
              <a:rPr lang="en-US" spc="-75" dirty="0">
                <a:latin typeface="Times New Roman" panose="02020603050405020304" pitchFamily="18" charset="0"/>
                <a:ea typeface="Times New Roman" panose="02020603050405020304" pitchFamily="18" charset="0"/>
              </a:rPr>
              <a:t>y</a:t>
            </a:r>
            <a:r>
              <a:rPr lang="en-US" spc="10" dirty="0">
                <a:latin typeface="Times New Roman" panose="02020603050405020304" pitchFamily="18" charset="0"/>
                <a:ea typeface="Times New Roman" panose="02020603050405020304" pitchFamily="18" charset="0"/>
              </a:rPr>
              <a:t>c</a:t>
            </a:r>
            <a:r>
              <a:rPr lang="en-US" spc="35" dirty="0">
                <a:latin typeface="Times New Roman" panose="02020603050405020304" pitchFamily="18" charset="0"/>
                <a:ea typeface="Times New Roman" panose="02020603050405020304" pitchFamily="18" charset="0"/>
              </a:rPr>
              <a:t>l</a:t>
            </a:r>
            <a:r>
              <a:rPr lang="en-US" spc="10" dirty="0">
                <a:latin typeface="Times New Roman" panose="02020603050405020304" pitchFamily="18" charset="0"/>
                <a:ea typeface="Times New Roman" panose="02020603050405020304" pitchFamily="18" charset="0"/>
              </a:rPr>
              <a:t>e</a:t>
            </a:r>
          </a:p>
          <a:p>
            <a:endParaRPr lang="en-US" spc="10" dirty="0">
              <a:latin typeface="Times New Roman" panose="02020603050405020304" pitchFamily="18" charset="0"/>
              <a:ea typeface="Times New Roman" panose="02020603050405020304" pitchFamily="18" charset="0"/>
            </a:endParaRPr>
          </a:p>
          <a:p>
            <a:r>
              <a:rPr lang="en-US" spc="-10" dirty="0">
                <a:latin typeface="Times New Roman" panose="02020603050405020304" pitchFamily="18" charset="0"/>
                <a:ea typeface="Times New Roman" panose="02020603050405020304" pitchFamily="18" charset="0"/>
              </a:rPr>
              <a:t>P</a:t>
            </a:r>
            <a:r>
              <a:rPr lang="en-US" spc="25" dirty="0">
                <a:latin typeface="Times New Roman" panose="02020603050405020304" pitchFamily="18" charset="0"/>
                <a:ea typeface="Times New Roman" panose="02020603050405020304" pitchFamily="18" charset="0"/>
              </a:rPr>
              <a:t>r</a:t>
            </a:r>
            <a:r>
              <a:rPr lang="en-US" dirty="0">
                <a:latin typeface="Times New Roman" panose="02020603050405020304" pitchFamily="18" charset="0"/>
                <a:ea typeface="Times New Roman" panose="02020603050405020304" pitchFamily="18" charset="0"/>
              </a:rPr>
              <a:t>od</a:t>
            </a:r>
            <a:r>
              <a:rPr lang="en-US" spc="-75" dirty="0">
                <a:latin typeface="Times New Roman" panose="02020603050405020304" pitchFamily="18" charset="0"/>
                <a:ea typeface="Times New Roman" panose="02020603050405020304" pitchFamily="18" charset="0"/>
              </a:rPr>
              <a:t>u</a:t>
            </a:r>
            <a:r>
              <a:rPr lang="en-US" spc="10" dirty="0">
                <a:latin typeface="Times New Roman" panose="02020603050405020304" pitchFamily="18" charset="0"/>
                <a:ea typeface="Times New Roman" panose="02020603050405020304" pitchFamily="18" charset="0"/>
              </a:rPr>
              <a:t>c</a:t>
            </a:r>
            <a:r>
              <a:rPr lang="en-US" dirty="0">
                <a:latin typeface="Times New Roman" panose="02020603050405020304" pitchFamily="18" charset="0"/>
                <a:ea typeface="Times New Roman" panose="02020603050405020304" pitchFamily="18" charset="0"/>
              </a:rPr>
              <a:t>t</a:t>
            </a:r>
            <a:r>
              <a:rPr lang="en-US" spc="-75" dirty="0">
                <a:latin typeface="Times New Roman" panose="02020603050405020304" pitchFamily="18" charset="0"/>
                <a:ea typeface="Times New Roman" panose="02020603050405020304" pitchFamily="18" charset="0"/>
              </a:rPr>
              <a:t> </a:t>
            </a:r>
            <a:r>
              <a:rPr lang="en-US" spc="-115" dirty="0">
                <a:latin typeface="Times New Roman" panose="02020603050405020304" pitchFamily="18" charset="0"/>
                <a:ea typeface="Times New Roman" panose="02020603050405020304" pitchFamily="18" charset="0"/>
              </a:rPr>
              <a:t>m</a:t>
            </a:r>
            <a:r>
              <a:rPr lang="en-US" spc="10" dirty="0">
                <a:latin typeface="Times New Roman" panose="02020603050405020304" pitchFamily="18" charset="0"/>
                <a:ea typeface="Times New Roman" panose="02020603050405020304" pitchFamily="18" charset="0"/>
              </a:rPr>
              <a:t>a</a:t>
            </a:r>
            <a:r>
              <a:rPr lang="en-US" spc="-75" dirty="0">
                <a:latin typeface="Times New Roman" panose="02020603050405020304" pitchFamily="18" charset="0"/>
                <a:ea typeface="Times New Roman" panose="02020603050405020304" pitchFamily="18" charset="0"/>
              </a:rPr>
              <a:t>n</a:t>
            </a:r>
            <a:r>
              <a:rPr lang="en-US" spc="10" dirty="0">
                <a:latin typeface="Times New Roman" panose="02020603050405020304" pitchFamily="18" charset="0"/>
                <a:ea typeface="Times New Roman" panose="02020603050405020304" pitchFamily="18" charset="0"/>
              </a:rPr>
              <a:t>a</a:t>
            </a:r>
            <a:r>
              <a:rPr lang="en-US" spc="-75" dirty="0">
                <a:latin typeface="Times New Roman" panose="02020603050405020304" pitchFamily="18" charset="0"/>
                <a:ea typeface="Times New Roman" panose="02020603050405020304" pitchFamily="18" charset="0"/>
              </a:rPr>
              <a:t>g</a:t>
            </a:r>
            <a:r>
              <a:rPr lang="en-US" spc="10" dirty="0">
                <a:latin typeface="Times New Roman" panose="02020603050405020304" pitchFamily="18" charset="0"/>
                <a:ea typeface="Times New Roman" panose="02020603050405020304" pitchFamily="18" charset="0"/>
              </a:rPr>
              <a:t>e</a:t>
            </a:r>
            <a:r>
              <a:rPr lang="en-US" spc="-115" dirty="0">
                <a:latin typeface="Times New Roman" panose="02020603050405020304" pitchFamily="18" charset="0"/>
                <a:ea typeface="Times New Roman" panose="02020603050405020304" pitchFamily="18" charset="0"/>
              </a:rPr>
              <a:t>m</a:t>
            </a:r>
            <a:r>
              <a:rPr lang="en-US" spc="10" dirty="0">
                <a:latin typeface="Times New Roman" panose="02020603050405020304" pitchFamily="18" charset="0"/>
                <a:ea typeface="Times New Roman" panose="02020603050405020304" pitchFamily="18" charset="0"/>
              </a:rPr>
              <a:t>e</a:t>
            </a:r>
            <a:r>
              <a:rPr lang="en-US" spc="-75" dirty="0">
                <a:latin typeface="Times New Roman" panose="02020603050405020304" pitchFamily="18" charset="0"/>
                <a:ea typeface="Times New Roman" panose="02020603050405020304" pitchFamily="18" charset="0"/>
              </a:rPr>
              <a:t>n</a:t>
            </a:r>
            <a:r>
              <a:rPr lang="en-US" dirty="0">
                <a:latin typeface="Times New Roman" panose="02020603050405020304" pitchFamily="18" charset="0"/>
                <a:ea typeface="Times New Roman" panose="02020603050405020304" pitchFamily="18" charset="0"/>
              </a:rPr>
              <a:t>t</a:t>
            </a:r>
            <a:r>
              <a:rPr lang="en-US" spc="-60" dirty="0">
                <a:latin typeface="Times New Roman" panose="02020603050405020304" pitchFamily="18" charset="0"/>
                <a:ea typeface="Times New Roman" panose="02020603050405020304" pitchFamily="18" charset="0"/>
              </a:rPr>
              <a:t> </a:t>
            </a:r>
            <a:r>
              <a:rPr lang="en-US" spc="10" dirty="0">
                <a:latin typeface="Times New Roman" panose="02020603050405020304" pitchFamily="18" charset="0"/>
                <a:ea typeface="Times New Roman" panose="02020603050405020304" pitchFamily="18" charset="0"/>
              </a:rPr>
              <a:t>e</a:t>
            </a:r>
            <a:r>
              <a:rPr lang="en-US" spc="15" dirty="0">
                <a:latin typeface="Times New Roman" panose="02020603050405020304" pitchFamily="18" charset="0"/>
                <a:ea typeface="Times New Roman" panose="02020603050405020304" pitchFamily="18" charset="0"/>
              </a:rPr>
              <a:t>ss</a:t>
            </a:r>
            <a:r>
              <a:rPr lang="en-US" spc="10" dirty="0">
                <a:latin typeface="Times New Roman" panose="02020603050405020304" pitchFamily="18" charset="0"/>
                <a:ea typeface="Times New Roman" panose="02020603050405020304" pitchFamily="18" charset="0"/>
              </a:rPr>
              <a:t>e</a:t>
            </a:r>
            <a:r>
              <a:rPr lang="en-US" spc="-75" dirty="0">
                <a:latin typeface="Times New Roman" panose="02020603050405020304" pitchFamily="18" charset="0"/>
                <a:ea typeface="Times New Roman" panose="02020603050405020304" pitchFamily="18" charset="0"/>
              </a:rPr>
              <a:t>n</a:t>
            </a:r>
            <a:r>
              <a:rPr lang="en-US" spc="-40" dirty="0">
                <a:latin typeface="Times New Roman" panose="02020603050405020304" pitchFamily="18" charset="0"/>
                <a:ea typeface="Times New Roman" panose="02020603050405020304" pitchFamily="18" charset="0"/>
              </a:rPr>
              <a:t>t</a:t>
            </a:r>
            <a:r>
              <a:rPr lang="en-US" spc="35" dirty="0">
                <a:latin typeface="Times New Roman" panose="02020603050405020304" pitchFamily="18" charset="0"/>
                <a:ea typeface="Times New Roman" panose="02020603050405020304" pitchFamily="18" charset="0"/>
              </a:rPr>
              <a:t>i</a:t>
            </a:r>
            <a:r>
              <a:rPr lang="en-US" spc="10" dirty="0">
                <a:latin typeface="Times New Roman" panose="02020603050405020304" pitchFamily="18" charset="0"/>
                <a:ea typeface="Times New Roman" panose="02020603050405020304" pitchFamily="18" charset="0"/>
              </a:rPr>
              <a:t>a</a:t>
            </a:r>
            <a:r>
              <a:rPr lang="en-US" spc="35" dirty="0">
                <a:latin typeface="Times New Roman" panose="02020603050405020304" pitchFamily="18" charset="0"/>
                <a:ea typeface="Times New Roman" panose="02020603050405020304" pitchFamily="18" charset="0"/>
              </a:rPr>
              <a:t>ll</a:t>
            </a:r>
            <a:r>
              <a:rPr lang="en-US" dirty="0">
                <a:latin typeface="Times New Roman" panose="02020603050405020304" pitchFamily="18" charset="0"/>
                <a:ea typeface="Times New Roman" panose="02020603050405020304" pitchFamily="18" charset="0"/>
              </a:rPr>
              <a:t>y</a:t>
            </a:r>
            <a:r>
              <a:rPr lang="en-US" spc="-100"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o</a:t>
            </a:r>
            <a:r>
              <a:rPr lang="en-US" spc="10" dirty="0">
                <a:latin typeface="Times New Roman" panose="02020603050405020304" pitchFamily="18" charset="0"/>
                <a:ea typeface="Times New Roman" panose="02020603050405020304" pitchFamily="18" charset="0"/>
              </a:rPr>
              <a:t>cc</a:t>
            </a:r>
            <a:r>
              <a:rPr lang="en-US" spc="-75" dirty="0">
                <a:latin typeface="Times New Roman" panose="02020603050405020304" pitchFamily="18" charset="0"/>
                <a:ea typeface="Times New Roman" panose="02020603050405020304" pitchFamily="18" charset="0"/>
              </a:rPr>
              <a:t>u</a:t>
            </a:r>
            <a:r>
              <a:rPr lang="en-US" spc="25" dirty="0">
                <a:latin typeface="Times New Roman" panose="02020603050405020304" pitchFamily="18" charset="0"/>
                <a:ea typeface="Times New Roman" panose="02020603050405020304" pitchFamily="18" charset="0"/>
              </a:rPr>
              <a:t>r</a:t>
            </a:r>
            <a:r>
              <a:rPr lang="en-US" dirty="0">
                <a:latin typeface="Times New Roman" panose="02020603050405020304" pitchFamily="18" charset="0"/>
                <a:ea typeface="Times New Roman" panose="02020603050405020304" pitchFamily="18" charset="0"/>
              </a:rPr>
              <a:t>s</a:t>
            </a:r>
            <a:r>
              <a:rPr lang="en-US" spc="-10" dirty="0">
                <a:latin typeface="Times New Roman" panose="02020603050405020304" pitchFamily="18" charset="0"/>
                <a:ea typeface="Times New Roman" panose="02020603050405020304" pitchFamily="18" charset="0"/>
              </a:rPr>
              <a:t> </a:t>
            </a:r>
            <a:r>
              <a:rPr lang="en-US" spc="35" dirty="0">
                <a:latin typeface="Times New Roman" panose="02020603050405020304" pitchFamily="18" charset="0"/>
                <a:ea typeface="Times New Roman" panose="02020603050405020304" pitchFamily="18" charset="0"/>
              </a:rPr>
              <a:t>i</a:t>
            </a:r>
            <a:r>
              <a:rPr lang="en-US" dirty="0">
                <a:latin typeface="Times New Roman" panose="02020603050405020304" pitchFamily="18" charset="0"/>
                <a:ea typeface="Times New Roman" panose="02020603050405020304" pitchFamily="18" charset="0"/>
              </a:rPr>
              <a:t>n</a:t>
            </a:r>
            <a:r>
              <a:rPr lang="en-US" spc="-80" dirty="0">
                <a:latin typeface="Times New Roman" panose="02020603050405020304" pitchFamily="18" charset="0"/>
                <a:ea typeface="Times New Roman" panose="02020603050405020304" pitchFamily="18" charset="0"/>
              </a:rPr>
              <a:t> </a:t>
            </a:r>
            <a:r>
              <a:rPr lang="en-US" spc="-40" dirty="0">
                <a:latin typeface="Times New Roman" panose="02020603050405020304" pitchFamily="18" charset="0"/>
                <a:ea typeface="Times New Roman" panose="02020603050405020304" pitchFamily="18" charset="0"/>
              </a:rPr>
              <a:t>t</a:t>
            </a:r>
            <a:r>
              <a:rPr lang="en-US" spc="-75" dirty="0">
                <a:latin typeface="Times New Roman" panose="02020603050405020304" pitchFamily="18" charset="0"/>
                <a:ea typeface="Times New Roman" panose="02020603050405020304" pitchFamily="18" charset="0"/>
              </a:rPr>
              <a:t>h</a:t>
            </a:r>
            <a:r>
              <a:rPr lang="en-US" dirty="0">
                <a:latin typeface="Times New Roman" panose="02020603050405020304" pitchFamily="18" charset="0"/>
                <a:ea typeface="Times New Roman" panose="02020603050405020304" pitchFamily="18" charset="0"/>
              </a:rPr>
              <a:t>e po</a:t>
            </a:r>
            <a:r>
              <a:rPr lang="en-US" spc="15" dirty="0">
                <a:latin typeface="Times New Roman" panose="02020603050405020304" pitchFamily="18" charset="0"/>
                <a:ea typeface="Times New Roman" panose="02020603050405020304" pitchFamily="18" charset="0"/>
              </a:rPr>
              <a:t>s</a:t>
            </a:r>
            <a:r>
              <a:rPr lang="en-US" dirty="0">
                <a:latin typeface="Times New Roman" panose="02020603050405020304" pitchFamily="18" charset="0"/>
                <a:ea typeface="Times New Roman" panose="02020603050405020304" pitchFamily="18" charset="0"/>
              </a:rPr>
              <a:t>t</a:t>
            </a:r>
            <a:r>
              <a:rPr lang="en-US" spc="-60" dirty="0">
                <a:latin typeface="Times New Roman" panose="02020603050405020304" pitchFamily="18" charset="0"/>
                <a:ea typeface="Times New Roman" panose="02020603050405020304" pitchFamily="18" charset="0"/>
              </a:rPr>
              <a:t> </a:t>
            </a:r>
            <a:r>
              <a:rPr lang="en-US" spc="35" dirty="0">
                <a:latin typeface="Times New Roman" panose="02020603050405020304" pitchFamily="18" charset="0"/>
                <a:ea typeface="Times New Roman" panose="02020603050405020304" pitchFamily="18" charset="0"/>
              </a:rPr>
              <a:t>l</a:t>
            </a:r>
            <a:r>
              <a:rPr lang="en-US" spc="10" dirty="0">
                <a:latin typeface="Times New Roman" panose="02020603050405020304" pitchFamily="18" charset="0"/>
                <a:ea typeface="Times New Roman" panose="02020603050405020304" pitchFamily="18" charset="0"/>
              </a:rPr>
              <a:t>a</a:t>
            </a:r>
            <a:r>
              <a:rPr lang="en-US" spc="-75" dirty="0">
                <a:latin typeface="Times New Roman" panose="02020603050405020304" pitchFamily="18" charset="0"/>
                <a:ea typeface="Times New Roman" panose="02020603050405020304" pitchFamily="18" charset="0"/>
              </a:rPr>
              <a:t>un</a:t>
            </a:r>
            <a:r>
              <a:rPr lang="en-US" spc="10" dirty="0">
                <a:latin typeface="Times New Roman" panose="02020603050405020304" pitchFamily="18" charset="0"/>
                <a:ea typeface="Times New Roman" panose="02020603050405020304" pitchFamily="18" charset="0"/>
              </a:rPr>
              <a:t>c</a:t>
            </a:r>
            <a:r>
              <a:rPr lang="en-US" dirty="0">
                <a:latin typeface="Times New Roman" panose="02020603050405020304" pitchFamily="18" charset="0"/>
                <a:ea typeface="Times New Roman" panose="02020603050405020304" pitchFamily="18" charset="0"/>
              </a:rPr>
              <a:t>h</a:t>
            </a:r>
            <a:r>
              <a:rPr lang="en-US" spc="-95"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or</a:t>
            </a:r>
            <a:r>
              <a:rPr lang="en-US" spc="15" dirty="0">
                <a:latin typeface="Times New Roman" panose="02020603050405020304" pitchFamily="18" charset="0"/>
                <a:ea typeface="Times New Roman" panose="02020603050405020304" pitchFamily="18" charset="0"/>
              </a:rPr>
              <a:t> </a:t>
            </a:r>
            <a:r>
              <a:rPr lang="en-US" spc="-115" dirty="0">
                <a:latin typeface="Times New Roman" panose="02020603050405020304" pitchFamily="18" charset="0"/>
                <a:ea typeface="Times New Roman" panose="02020603050405020304" pitchFamily="18" charset="0"/>
              </a:rPr>
              <a:t>m</a:t>
            </a:r>
            <a:r>
              <a:rPr lang="en-US" spc="10" dirty="0">
                <a:latin typeface="Times New Roman" panose="02020603050405020304" pitchFamily="18" charset="0"/>
                <a:ea typeface="Times New Roman" panose="02020603050405020304" pitchFamily="18" charset="0"/>
              </a:rPr>
              <a:t>a</a:t>
            </a:r>
            <a:r>
              <a:rPr lang="en-US" spc="25" dirty="0">
                <a:latin typeface="Times New Roman" panose="02020603050405020304" pitchFamily="18" charset="0"/>
                <a:ea typeface="Times New Roman" panose="02020603050405020304" pitchFamily="18" charset="0"/>
              </a:rPr>
              <a:t>r</a:t>
            </a:r>
            <a:r>
              <a:rPr lang="en-US" spc="-75" dirty="0">
                <a:latin typeface="Times New Roman" panose="02020603050405020304" pitchFamily="18" charset="0"/>
                <a:ea typeface="Times New Roman" panose="02020603050405020304" pitchFamily="18" charset="0"/>
              </a:rPr>
              <a:t>k</a:t>
            </a:r>
            <a:r>
              <a:rPr lang="en-US" spc="10" dirty="0">
                <a:latin typeface="Times New Roman" panose="02020603050405020304" pitchFamily="18" charset="0"/>
                <a:ea typeface="Times New Roman" panose="02020603050405020304" pitchFamily="18" charset="0"/>
              </a:rPr>
              <a:t>e</a:t>
            </a:r>
            <a:r>
              <a:rPr lang="en-US" spc="-40" dirty="0">
                <a:latin typeface="Times New Roman" panose="02020603050405020304" pitchFamily="18" charset="0"/>
                <a:ea typeface="Times New Roman" panose="02020603050405020304" pitchFamily="18" charset="0"/>
              </a:rPr>
              <a:t>t</a:t>
            </a:r>
            <a:r>
              <a:rPr lang="en-US" spc="35" dirty="0">
                <a:latin typeface="Times New Roman" panose="02020603050405020304" pitchFamily="18" charset="0"/>
                <a:ea typeface="Times New Roman" panose="02020603050405020304" pitchFamily="18" charset="0"/>
              </a:rPr>
              <a:t>i</a:t>
            </a:r>
            <a:r>
              <a:rPr lang="en-US" spc="-75" dirty="0">
                <a:latin typeface="Times New Roman" panose="02020603050405020304" pitchFamily="18" charset="0"/>
                <a:ea typeface="Times New Roman" panose="02020603050405020304" pitchFamily="18" charset="0"/>
              </a:rPr>
              <a:t>n</a:t>
            </a:r>
            <a:r>
              <a:rPr lang="en-US" dirty="0">
                <a:latin typeface="Times New Roman" panose="02020603050405020304" pitchFamily="18" charset="0"/>
                <a:ea typeface="Times New Roman" panose="02020603050405020304" pitchFamily="18" charset="0"/>
              </a:rPr>
              <a:t>g</a:t>
            </a:r>
            <a:r>
              <a:rPr lang="en-US" spc="-100"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p</a:t>
            </a:r>
            <a:r>
              <a:rPr lang="en-US" spc="-75" dirty="0">
                <a:latin typeface="Times New Roman" panose="02020603050405020304" pitchFamily="18" charset="0"/>
                <a:ea typeface="Times New Roman" panose="02020603050405020304" pitchFamily="18" charset="0"/>
              </a:rPr>
              <a:t>h</a:t>
            </a:r>
            <a:r>
              <a:rPr lang="en-US" spc="10" dirty="0">
                <a:latin typeface="Times New Roman" panose="02020603050405020304" pitchFamily="18" charset="0"/>
                <a:ea typeface="Times New Roman" panose="02020603050405020304" pitchFamily="18" charset="0"/>
              </a:rPr>
              <a:t>a</a:t>
            </a:r>
            <a:r>
              <a:rPr lang="en-US" spc="15" dirty="0">
                <a:latin typeface="Times New Roman" panose="02020603050405020304" pitchFamily="18" charset="0"/>
                <a:ea typeface="Times New Roman" panose="02020603050405020304" pitchFamily="18" charset="0"/>
              </a:rPr>
              <a:t>s</a:t>
            </a:r>
            <a:r>
              <a:rPr lang="en-US" dirty="0">
                <a:latin typeface="Times New Roman" panose="02020603050405020304" pitchFamily="18" charset="0"/>
                <a:ea typeface="Times New Roman" panose="02020603050405020304" pitchFamily="18" charset="0"/>
              </a:rPr>
              <a:t>e</a:t>
            </a:r>
            <a:r>
              <a:rPr lang="en-US" spc="-10" dirty="0">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of</a:t>
            </a:r>
            <a:r>
              <a:rPr lang="en-US" spc="-60" dirty="0">
                <a:latin typeface="Times New Roman" panose="02020603050405020304" pitchFamily="18" charset="0"/>
                <a:ea typeface="Times New Roman" panose="02020603050405020304" pitchFamily="18" charset="0"/>
              </a:rPr>
              <a:t> </a:t>
            </a:r>
            <a:r>
              <a:rPr lang="en-US" spc="-40" dirty="0">
                <a:latin typeface="Times New Roman" panose="02020603050405020304" pitchFamily="18" charset="0"/>
                <a:ea typeface="Times New Roman" panose="02020603050405020304" pitchFamily="18" charset="0"/>
              </a:rPr>
              <a:t>t</a:t>
            </a:r>
            <a:r>
              <a:rPr lang="en-US" spc="-75" dirty="0">
                <a:latin typeface="Times New Roman" panose="02020603050405020304" pitchFamily="18" charset="0"/>
                <a:ea typeface="Times New Roman" panose="02020603050405020304" pitchFamily="18" charset="0"/>
              </a:rPr>
              <a:t>h</a:t>
            </a:r>
            <a:r>
              <a:rPr lang="en-US" dirty="0">
                <a:latin typeface="Times New Roman" panose="02020603050405020304" pitchFamily="18" charset="0"/>
                <a:ea typeface="Times New Roman" panose="02020603050405020304" pitchFamily="18" charset="0"/>
              </a:rPr>
              <a:t>e p</a:t>
            </a:r>
            <a:r>
              <a:rPr lang="en-US" spc="25" dirty="0">
                <a:latin typeface="Times New Roman" panose="02020603050405020304" pitchFamily="18" charset="0"/>
                <a:ea typeface="Times New Roman" panose="02020603050405020304" pitchFamily="18" charset="0"/>
              </a:rPr>
              <a:t>r</a:t>
            </a:r>
            <a:r>
              <a:rPr lang="en-US" dirty="0">
                <a:latin typeface="Times New Roman" panose="02020603050405020304" pitchFamily="18" charset="0"/>
                <a:ea typeface="Times New Roman" panose="02020603050405020304" pitchFamily="18" charset="0"/>
              </a:rPr>
              <a:t>od</a:t>
            </a:r>
            <a:r>
              <a:rPr lang="en-US" spc="-75" dirty="0">
                <a:latin typeface="Times New Roman" panose="02020603050405020304" pitchFamily="18" charset="0"/>
                <a:ea typeface="Times New Roman" panose="02020603050405020304" pitchFamily="18" charset="0"/>
              </a:rPr>
              <a:t>u</a:t>
            </a:r>
            <a:r>
              <a:rPr lang="en-US" spc="10" dirty="0">
                <a:latin typeface="Times New Roman" panose="02020603050405020304" pitchFamily="18" charset="0"/>
                <a:ea typeface="Times New Roman" panose="02020603050405020304" pitchFamily="18" charset="0"/>
              </a:rPr>
              <a:t>c</a:t>
            </a:r>
            <a:r>
              <a:rPr lang="en-US" dirty="0">
                <a:latin typeface="Times New Roman" panose="02020603050405020304" pitchFamily="18" charset="0"/>
                <a:ea typeface="Times New Roman" panose="02020603050405020304" pitchFamily="18" charset="0"/>
              </a:rPr>
              <a:t>t</a:t>
            </a:r>
            <a:r>
              <a:rPr lang="en-US" spc="-75" dirty="0">
                <a:latin typeface="Times New Roman" panose="02020603050405020304" pitchFamily="18" charset="0"/>
                <a:ea typeface="Times New Roman" panose="02020603050405020304" pitchFamily="18" charset="0"/>
              </a:rPr>
              <a:t> </a:t>
            </a:r>
            <a:r>
              <a:rPr lang="en-US" spc="35" dirty="0">
                <a:latin typeface="Times New Roman" panose="02020603050405020304" pitchFamily="18" charset="0"/>
                <a:ea typeface="Times New Roman" panose="02020603050405020304" pitchFamily="18" charset="0"/>
              </a:rPr>
              <a:t>li</a:t>
            </a:r>
            <a:r>
              <a:rPr lang="en-US" spc="-50" dirty="0">
                <a:latin typeface="Times New Roman" panose="02020603050405020304" pitchFamily="18" charset="0"/>
                <a:ea typeface="Times New Roman" panose="02020603050405020304" pitchFamily="18" charset="0"/>
              </a:rPr>
              <a:t>f</a:t>
            </a:r>
            <a:r>
              <a:rPr lang="en-US" dirty="0">
                <a:latin typeface="Times New Roman" panose="02020603050405020304" pitchFamily="18" charset="0"/>
                <a:ea typeface="Times New Roman" panose="02020603050405020304" pitchFamily="18" charset="0"/>
              </a:rPr>
              <a:t>e</a:t>
            </a:r>
            <a:r>
              <a:rPr lang="en-US" spc="5" dirty="0">
                <a:latin typeface="Times New Roman" panose="02020603050405020304" pitchFamily="18" charset="0"/>
                <a:ea typeface="Times New Roman" panose="02020603050405020304" pitchFamily="18" charset="0"/>
              </a:rPr>
              <a:t> </a:t>
            </a:r>
            <a:r>
              <a:rPr lang="en-US" spc="10" dirty="0">
                <a:latin typeface="Times New Roman" panose="02020603050405020304" pitchFamily="18" charset="0"/>
                <a:ea typeface="Times New Roman" panose="02020603050405020304" pitchFamily="18" charset="0"/>
              </a:rPr>
              <a:t>c</a:t>
            </a:r>
            <a:r>
              <a:rPr lang="en-US" spc="-75" dirty="0">
                <a:latin typeface="Times New Roman" panose="02020603050405020304" pitchFamily="18" charset="0"/>
                <a:ea typeface="Times New Roman" panose="02020603050405020304" pitchFamily="18" charset="0"/>
              </a:rPr>
              <a:t>y</a:t>
            </a:r>
            <a:r>
              <a:rPr lang="en-US" spc="10" dirty="0">
                <a:latin typeface="Times New Roman" panose="02020603050405020304" pitchFamily="18" charset="0"/>
                <a:ea typeface="Times New Roman" panose="02020603050405020304" pitchFamily="18" charset="0"/>
              </a:rPr>
              <a:t>c</a:t>
            </a:r>
            <a:r>
              <a:rPr lang="en-US" spc="35" dirty="0">
                <a:latin typeface="Times New Roman" panose="02020603050405020304" pitchFamily="18" charset="0"/>
                <a:ea typeface="Times New Roman" panose="02020603050405020304" pitchFamily="18" charset="0"/>
              </a:rPr>
              <a:t>l</a:t>
            </a:r>
            <a:r>
              <a:rPr lang="en-US" spc="10" dirty="0">
                <a:latin typeface="Times New Roman" panose="02020603050405020304" pitchFamily="18" charset="0"/>
                <a:ea typeface="Times New Roman" panose="02020603050405020304" pitchFamily="18" charset="0"/>
              </a:rPr>
              <a:t>e</a:t>
            </a:r>
            <a:r>
              <a:rPr lang="en-US" dirty="0">
                <a:latin typeface="Times New Roman" panose="02020603050405020304" pitchFamily="18" charset="0"/>
                <a:ea typeface="Times New Roman" panose="02020603050405020304" pitchFamily="18" charset="0"/>
              </a:rPr>
              <a:t>.</a:t>
            </a:r>
            <a:endParaRPr lang="en-IN" dirty="0"/>
          </a:p>
        </p:txBody>
      </p:sp>
    </p:spTree>
    <p:extLst>
      <p:ext uri="{BB962C8B-B14F-4D97-AF65-F5344CB8AC3E}">
        <p14:creationId xmlns:p14="http://schemas.microsoft.com/office/powerpoint/2010/main" val="2927304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0016" y="498764"/>
            <a:ext cx="11103428" cy="6115792"/>
          </a:xfrm>
        </p:spPr>
        <p:txBody>
          <a:bodyPr>
            <a:normAutofit/>
          </a:bodyPr>
          <a:lstStyle/>
          <a:p>
            <a:r>
              <a:rPr lang="en-US" sz="3600" dirty="0"/>
              <a:t>Designers and marketing </a:t>
            </a:r>
            <a:r>
              <a:rPr lang="en-US" sz="3600" dirty="0" smtClean="0"/>
              <a:t>professionals find </a:t>
            </a:r>
            <a:r>
              <a:rPr lang="en-US" sz="3600" dirty="0"/>
              <a:t>great utility in a study of product life cycle (PLC</a:t>
            </a:r>
            <a:r>
              <a:rPr lang="en-US" sz="3600" dirty="0" smtClean="0"/>
              <a:t>)</a:t>
            </a:r>
          </a:p>
          <a:p>
            <a:endParaRPr lang="en-US" sz="3600" dirty="0" smtClean="0"/>
          </a:p>
          <a:p>
            <a:r>
              <a:rPr lang="en-US" sz="3600" dirty="0" smtClean="0"/>
              <a:t>Every </a:t>
            </a:r>
            <a:r>
              <a:rPr lang="en-US" sz="3600" dirty="0"/>
              <a:t>product goes through a cycle from birth, into an initial growth stage, to a relatively stable period, and finally to a declining stage that eventfully ends in the death of the </a:t>
            </a:r>
            <a:r>
              <a:rPr lang="en-US" sz="3600" dirty="0" smtClean="0"/>
              <a:t>product</a:t>
            </a:r>
          </a:p>
          <a:p>
            <a:endParaRPr lang="en-US" sz="3600" dirty="0" smtClean="0"/>
          </a:p>
          <a:p>
            <a:r>
              <a:rPr lang="en-US" sz="3600" dirty="0"/>
              <a:t>In the Introductory stage the product is new and consumer acceptance is low, so sales are </a:t>
            </a:r>
            <a:r>
              <a:rPr lang="en-US" sz="3600" dirty="0" smtClean="0"/>
              <a:t>low</a:t>
            </a:r>
          </a:p>
        </p:txBody>
      </p:sp>
    </p:spTree>
    <p:extLst>
      <p:ext uri="{BB962C8B-B14F-4D97-AF65-F5344CB8AC3E}">
        <p14:creationId xmlns:p14="http://schemas.microsoft.com/office/powerpoint/2010/main" val="36066426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0016" y="498764"/>
            <a:ext cx="11103428" cy="6115792"/>
          </a:xfrm>
        </p:spPr>
        <p:txBody>
          <a:bodyPr>
            <a:normAutofit lnSpcReduction="10000"/>
          </a:bodyPr>
          <a:lstStyle/>
          <a:p>
            <a:r>
              <a:rPr lang="en-US" sz="3600" dirty="0" smtClean="0"/>
              <a:t>In </a:t>
            </a:r>
            <a:r>
              <a:rPr lang="en-US" sz="3600" dirty="0"/>
              <a:t>this early stage of the product life cycle the rate of product change is rapid as management tries to maximize performance or product uniqueness in an attempt to enhance customer </a:t>
            </a:r>
            <a:r>
              <a:rPr lang="en-US" sz="3600" dirty="0" smtClean="0"/>
              <a:t>acceptance</a:t>
            </a:r>
          </a:p>
          <a:p>
            <a:endParaRPr lang="en-US" sz="3600" dirty="0" smtClean="0"/>
          </a:p>
          <a:p>
            <a:r>
              <a:rPr lang="en-US" sz="3600" dirty="0" smtClean="0"/>
              <a:t>When the product </a:t>
            </a:r>
            <a:r>
              <a:rPr lang="en-US" sz="3600" dirty="0"/>
              <a:t>has entered the growth stage, knowledge of the product and its capabilities are known to a large number of </a:t>
            </a:r>
            <a:r>
              <a:rPr lang="en-US" sz="3600" dirty="0" smtClean="0"/>
              <a:t>customers</a:t>
            </a:r>
          </a:p>
          <a:p>
            <a:endParaRPr lang="en-US" sz="3600" dirty="0"/>
          </a:p>
          <a:p>
            <a:r>
              <a:rPr lang="en-US" sz="3600" dirty="0"/>
              <a:t>There may be emphasis on custom designing the product for slightly different customer needs</a:t>
            </a:r>
          </a:p>
          <a:p>
            <a:endParaRPr lang="en-US" sz="3600" dirty="0" smtClean="0"/>
          </a:p>
        </p:txBody>
      </p:sp>
    </p:spTree>
    <p:extLst>
      <p:ext uri="{BB962C8B-B14F-4D97-AF65-F5344CB8AC3E}">
        <p14:creationId xmlns:p14="http://schemas.microsoft.com/office/powerpoint/2010/main" val="3904833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0016" y="498764"/>
            <a:ext cx="11103428" cy="6115792"/>
          </a:xfrm>
        </p:spPr>
        <p:txBody>
          <a:bodyPr>
            <a:normAutofit/>
          </a:bodyPr>
          <a:lstStyle/>
          <a:p>
            <a:r>
              <a:rPr lang="en-US" sz="3600" dirty="0" smtClean="0"/>
              <a:t>At </a:t>
            </a:r>
            <a:r>
              <a:rPr lang="en-US" sz="3600" dirty="0"/>
              <a:t>the maturity stage, the product is widely accepted, sales are stable and are growing at the same rate as the economy as a </a:t>
            </a:r>
            <a:r>
              <a:rPr lang="en-US" sz="3600" dirty="0" smtClean="0"/>
              <a:t>whole</a:t>
            </a:r>
          </a:p>
          <a:p>
            <a:endParaRPr lang="en-US" sz="3600" dirty="0"/>
          </a:p>
          <a:p>
            <a:r>
              <a:rPr lang="en-US" sz="3600" dirty="0" smtClean="0"/>
              <a:t>When </a:t>
            </a:r>
            <a:r>
              <a:rPr lang="en-US" sz="3600" dirty="0"/>
              <a:t>the product reaches this stage, attempts should be made to rejuvenate it by incremental innovation or the development of still new </a:t>
            </a:r>
            <a:r>
              <a:rPr lang="en-US" sz="3600" dirty="0" smtClean="0"/>
              <a:t>applications</a:t>
            </a:r>
            <a:endParaRPr lang="en-US" sz="3600" dirty="0"/>
          </a:p>
        </p:txBody>
      </p:sp>
    </p:spTree>
    <p:extLst>
      <p:ext uri="{BB962C8B-B14F-4D97-AF65-F5344CB8AC3E}">
        <p14:creationId xmlns:p14="http://schemas.microsoft.com/office/powerpoint/2010/main" val="1821065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0016" y="498764"/>
            <a:ext cx="11103428" cy="6115792"/>
          </a:xfrm>
        </p:spPr>
        <p:txBody>
          <a:bodyPr>
            <a:normAutofit/>
          </a:bodyPr>
          <a:lstStyle/>
          <a:p>
            <a:r>
              <a:rPr lang="en-US" sz="3600" dirty="0" smtClean="0"/>
              <a:t>Products </a:t>
            </a:r>
            <a:r>
              <a:rPr lang="en-US" sz="3600" dirty="0"/>
              <a:t>in the maturity stage usually experience considerable competition</a:t>
            </a:r>
          </a:p>
          <a:p>
            <a:endParaRPr lang="en-US" sz="3600" dirty="0" smtClean="0"/>
          </a:p>
          <a:p>
            <a:r>
              <a:rPr lang="en-US" sz="3600" dirty="0" smtClean="0"/>
              <a:t>Thus</a:t>
            </a:r>
            <a:r>
              <a:rPr lang="en-US" sz="3600" dirty="0"/>
              <a:t>, there is great emphasis on reducing the cost of a mature product</a:t>
            </a:r>
          </a:p>
          <a:p>
            <a:endParaRPr lang="en-US" sz="3600" dirty="0" smtClean="0"/>
          </a:p>
          <a:p>
            <a:r>
              <a:rPr lang="en-US" sz="3600" dirty="0" smtClean="0"/>
              <a:t>At </a:t>
            </a:r>
            <a:r>
              <a:rPr lang="en-US" sz="3600" dirty="0"/>
              <a:t>some point, the product enters the decline stage and sales decrease because a new and better product has entered the market to fulfill the same societal need</a:t>
            </a:r>
            <a:endParaRPr lang="en-IN" sz="3600" dirty="0"/>
          </a:p>
        </p:txBody>
      </p:sp>
    </p:spTree>
    <p:extLst>
      <p:ext uri="{BB962C8B-B14F-4D97-AF65-F5344CB8AC3E}">
        <p14:creationId xmlns:p14="http://schemas.microsoft.com/office/powerpoint/2010/main" val="138028672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41163" y="405861"/>
            <a:ext cx="8148234" cy="6111176"/>
          </a:xfrm>
          <a:prstGeom prst="rect">
            <a:avLst/>
          </a:prstGeom>
        </p:spPr>
      </p:pic>
    </p:spTree>
    <p:extLst>
      <p:ext uri="{BB962C8B-B14F-4D97-AF65-F5344CB8AC3E}">
        <p14:creationId xmlns:p14="http://schemas.microsoft.com/office/powerpoint/2010/main" val="297807139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2514" y="486888"/>
            <a:ext cx="11150930" cy="6139543"/>
          </a:xfrm>
        </p:spPr>
        <p:txBody>
          <a:bodyPr>
            <a:normAutofit/>
          </a:bodyPr>
          <a:lstStyle/>
          <a:p>
            <a:pPr marL="0" indent="0">
              <a:buNone/>
            </a:pPr>
            <a:r>
              <a:rPr lang="en-US" sz="6500" b="1" dirty="0"/>
              <a:t>Four Stages of Product Life Cycle</a:t>
            </a:r>
          </a:p>
          <a:p>
            <a:pPr marL="0" indent="0">
              <a:buNone/>
            </a:pPr>
            <a:r>
              <a:rPr lang="en-US" b="1" dirty="0"/>
              <a:t>Introduction</a:t>
            </a:r>
            <a:endParaRPr lang="en-US" dirty="0"/>
          </a:p>
          <a:p>
            <a:r>
              <a:rPr lang="en-US" dirty="0" smtClean="0"/>
              <a:t>First Stage: Starting </a:t>
            </a:r>
            <a:r>
              <a:rPr lang="en-US" dirty="0"/>
              <a:t>with product ideation and continuing until the product is introduced in the market</a:t>
            </a:r>
            <a:r>
              <a:rPr lang="en-US" dirty="0" smtClean="0"/>
              <a:t>.</a:t>
            </a:r>
          </a:p>
          <a:p>
            <a:r>
              <a:rPr lang="en-US" dirty="0" smtClean="0"/>
              <a:t>Brands </a:t>
            </a:r>
            <a:r>
              <a:rPr lang="en-US" dirty="0"/>
              <a:t>conduct marketing and promotional activities, adapt product life strategies, etc., to ensure the product reaches its target audience.</a:t>
            </a:r>
          </a:p>
          <a:p>
            <a:pPr marL="0" indent="0">
              <a:buNone/>
            </a:pPr>
            <a:r>
              <a:rPr lang="en-US" b="1" dirty="0"/>
              <a:t>Growth</a:t>
            </a:r>
            <a:endParaRPr lang="en-US" dirty="0"/>
          </a:p>
          <a:p>
            <a:r>
              <a:rPr lang="en-US" dirty="0"/>
              <a:t>In this stage, consumers start buying the product, it becomes popular, and its sales </a:t>
            </a:r>
            <a:r>
              <a:rPr lang="en-US" dirty="0" smtClean="0"/>
              <a:t>increase</a:t>
            </a:r>
          </a:p>
          <a:p>
            <a:r>
              <a:rPr lang="en-US" dirty="0" smtClean="0"/>
              <a:t>In </a:t>
            </a:r>
            <a:r>
              <a:rPr lang="en-US" dirty="0"/>
              <a:t>simpler words, the customer begins </a:t>
            </a:r>
            <a:r>
              <a:rPr lang="en-US" dirty="0" smtClean="0"/>
              <a:t>recognizing </a:t>
            </a:r>
            <a:r>
              <a:rPr lang="en-US" dirty="0"/>
              <a:t>the </a:t>
            </a:r>
            <a:r>
              <a:rPr lang="en-US" dirty="0" smtClean="0"/>
              <a:t>brand</a:t>
            </a:r>
          </a:p>
          <a:p>
            <a:r>
              <a:rPr lang="en-US" dirty="0" smtClean="0"/>
              <a:t>Brands </a:t>
            </a:r>
            <a:r>
              <a:rPr lang="en-US" dirty="0"/>
              <a:t>undertake different brand retention strategies to build a loyal customer base</a:t>
            </a:r>
            <a:r>
              <a:rPr lang="en-US" dirty="0" smtClean="0"/>
              <a:t>.</a:t>
            </a:r>
            <a:endParaRPr lang="en-US" dirty="0"/>
          </a:p>
        </p:txBody>
      </p:sp>
    </p:spTree>
    <p:extLst>
      <p:ext uri="{BB962C8B-B14F-4D97-AF65-F5344CB8AC3E}">
        <p14:creationId xmlns:p14="http://schemas.microsoft.com/office/powerpoint/2010/main" val="30835649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7513" y="593766"/>
            <a:ext cx="11364684" cy="6056416"/>
          </a:xfrm>
        </p:spPr>
        <p:txBody>
          <a:bodyPr>
            <a:normAutofit/>
          </a:bodyPr>
          <a:lstStyle/>
          <a:p>
            <a:pPr marL="0" indent="0">
              <a:buNone/>
            </a:pPr>
            <a:r>
              <a:rPr lang="en-US" b="1" dirty="0"/>
              <a:t>Maturity</a:t>
            </a:r>
            <a:endParaRPr lang="en-US" dirty="0"/>
          </a:p>
          <a:p>
            <a:r>
              <a:rPr lang="en-US" dirty="0" smtClean="0"/>
              <a:t>Sales </a:t>
            </a:r>
            <a:r>
              <a:rPr lang="en-US" dirty="0"/>
              <a:t>slow down, indicating that the market has begun to reach </a:t>
            </a:r>
            <a:r>
              <a:rPr lang="en-US" dirty="0" smtClean="0"/>
              <a:t>saturation</a:t>
            </a:r>
          </a:p>
          <a:p>
            <a:r>
              <a:rPr lang="en-US" dirty="0" smtClean="0"/>
              <a:t>Competition </a:t>
            </a:r>
            <a:r>
              <a:rPr lang="en-US" dirty="0"/>
              <a:t>is higher than at another location, and profits start getting thinner by the day.</a:t>
            </a:r>
          </a:p>
          <a:p>
            <a:r>
              <a:rPr lang="en-US" dirty="0" smtClean="0"/>
              <a:t>Brands </a:t>
            </a:r>
            <a:r>
              <a:rPr lang="en-US" dirty="0"/>
              <a:t>look for ways to innovate their product and strategies to increase their longevity.</a:t>
            </a:r>
          </a:p>
          <a:p>
            <a:pPr marL="0" indent="0">
              <a:buNone/>
            </a:pPr>
            <a:r>
              <a:rPr lang="en-US" b="1" dirty="0"/>
              <a:t>Decline</a:t>
            </a:r>
            <a:endParaRPr lang="en-US" dirty="0"/>
          </a:p>
          <a:p>
            <a:r>
              <a:rPr lang="en-US" dirty="0"/>
              <a:t>While companies make all efforts throughout the different stages of the product life cycle to ensure that it stays alive in the market, an eventual decline cannot be ruled </a:t>
            </a:r>
            <a:r>
              <a:rPr lang="en-US" dirty="0" smtClean="0"/>
              <a:t>out</a:t>
            </a:r>
          </a:p>
          <a:p>
            <a:r>
              <a:rPr lang="en-US" dirty="0" smtClean="0"/>
              <a:t>A </a:t>
            </a:r>
            <a:r>
              <a:rPr lang="en-US" dirty="0"/>
              <a:t>decline’s characteristics are a drop in sales, affected revenue, changed consumer </a:t>
            </a:r>
            <a:r>
              <a:rPr lang="en-US" dirty="0" smtClean="0"/>
              <a:t>behavior </a:t>
            </a:r>
            <a:r>
              <a:rPr lang="en-US" dirty="0"/>
              <a:t>and fluctuating demand.</a:t>
            </a:r>
          </a:p>
          <a:p>
            <a:endParaRPr lang="en-IN" dirty="0"/>
          </a:p>
          <a:p>
            <a:endParaRPr lang="en-IN" dirty="0"/>
          </a:p>
        </p:txBody>
      </p:sp>
    </p:spTree>
    <p:extLst>
      <p:ext uri="{BB962C8B-B14F-4D97-AF65-F5344CB8AC3E}">
        <p14:creationId xmlns:p14="http://schemas.microsoft.com/office/powerpoint/2010/main" val="31769601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1263" y="391886"/>
            <a:ext cx="11174680" cy="6068291"/>
          </a:xfrm>
        </p:spPr>
        <p:txBody>
          <a:bodyPr/>
          <a:lstStyle/>
          <a:p>
            <a:r>
              <a:rPr lang="en-US" sz="3600" dirty="0"/>
              <a:t>Every product undergoes a product life </a:t>
            </a:r>
            <a:r>
              <a:rPr lang="en-US" sz="3600" dirty="0" smtClean="0"/>
              <a:t>cycle</a:t>
            </a:r>
          </a:p>
          <a:p>
            <a:endParaRPr lang="en-US" sz="3600" dirty="0" smtClean="0"/>
          </a:p>
          <a:p>
            <a:r>
              <a:rPr lang="en-US" sz="3600" dirty="0" smtClean="0"/>
              <a:t>Although </a:t>
            </a:r>
            <a:r>
              <a:rPr lang="en-US" sz="3600" dirty="0"/>
              <a:t>every product’s journey differs, the PLC remains the same- introduction, growth, maturity, and </a:t>
            </a:r>
            <a:r>
              <a:rPr lang="en-US" sz="3600" dirty="0" smtClean="0"/>
              <a:t>decline</a:t>
            </a:r>
          </a:p>
          <a:p>
            <a:endParaRPr lang="en-US" sz="3600" dirty="0" smtClean="0"/>
          </a:p>
          <a:p>
            <a:r>
              <a:rPr lang="en-US" sz="3600" dirty="0" smtClean="0"/>
              <a:t>Knowledge </a:t>
            </a:r>
            <a:r>
              <a:rPr lang="en-US" sz="3600" dirty="0"/>
              <a:t>of PLC will help you tactfully </a:t>
            </a:r>
            <a:r>
              <a:rPr lang="en-US" sz="3600" dirty="0" smtClean="0"/>
              <a:t>utilize </a:t>
            </a:r>
            <a:r>
              <a:rPr lang="en-US" sz="3600" dirty="0"/>
              <a:t>the company’s resources, predict the future, and make strategic plans for product launches, among </a:t>
            </a:r>
            <a:r>
              <a:rPr lang="en-US" sz="3600" dirty="0" smtClean="0"/>
              <a:t>others</a:t>
            </a:r>
            <a:endParaRPr lang="en-US" sz="3600" dirty="0"/>
          </a:p>
          <a:p>
            <a:endParaRPr lang="en-IN" dirty="0"/>
          </a:p>
        </p:txBody>
      </p:sp>
    </p:spTree>
    <p:extLst>
      <p:ext uri="{BB962C8B-B14F-4D97-AF65-F5344CB8AC3E}">
        <p14:creationId xmlns:p14="http://schemas.microsoft.com/office/powerpoint/2010/main" val="2083201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0015" y="629392"/>
            <a:ext cx="11055927" cy="5949538"/>
          </a:xfrm>
        </p:spPr>
        <p:txBody>
          <a:bodyPr>
            <a:normAutofit/>
          </a:bodyPr>
          <a:lstStyle/>
          <a:p>
            <a:pPr marL="0" indent="0">
              <a:buNone/>
            </a:pPr>
            <a:r>
              <a:rPr lang="en-US" b="1" dirty="0" smtClean="0"/>
              <a:t>Examples:</a:t>
            </a:r>
          </a:p>
          <a:p>
            <a:pPr marL="0" indent="0">
              <a:buNone/>
            </a:pPr>
            <a:endParaRPr lang="en-US" b="1" dirty="0" smtClean="0"/>
          </a:p>
          <a:p>
            <a:pPr marL="0" indent="0">
              <a:buNone/>
            </a:pPr>
            <a:r>
              <a:rPr lang="en-US" b="1" dirty="0" smtClean="0"/>
              <a:t>Typewriter</a:t>
            </a:r>
            <a:endParaRPr lang="en-US" dirty="0"/>
          </a:p>
          <a:p>
            <a:r>
              <a:rPr lang="en-US" dirty="0"/>
              <a:t>Typewriters were replaced by computers and laptops for their speed, effectiveness, and holistic experience.</a:t>
            </a:r>
          </a:p>
          <a:p>
            <a:pPr marL="0" indent="0">
              <a:buNone/>
            </a:pPr>
            <a:endParaRPr lang="en-US" b="1" dirty="0" smtClean="0"/>
          </a:p>
          <a:p>
            <a:pPr marL="0" indent="0">
              <a:buNone/>
            </a:pPr>
            <a:r>
              <a:rPr lang="en-US" b="1" dirty="0" smtClean="0"/>
              <a:t>VCR</a:t>
            </a:r>
            <a:endParaRPr lang="en-US" dirty="0"/>
          </a:p>
          <a:p>
            <a:r>
              <a:rPr lang="en-US" dirty="0"/>
              <a:t>VCRs were effectively phased out after the advent of CDs, DVDs, and the Internet.</a:t>
            </a:r>
          </a:p>
          <a:p>
            <a:endParaRPr lang="en-US" dirty="0"/>
          </a:p>
          <a:p>
            <a:endParaRPr lang="en-IN" dirty="0"/>
          </a:p>
        </p:txBody>
      </p:sp>
    </p:spTree>
    <p:extLst>
      <p:ext uri="{BB962C8B-B14F-4D97-AF65-F5344CB8AC3E}">
        <p14:creationId xmlns:p14="http://schemas.microsoft.com/office/powerpoint/2010/main" val="42082555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0015" y="629392"/>
            <a:ext cx="11055927" cy="5949538"/>
          </a:xfrm>
        </p:spPr>
        <p:txBody>
          <a:bodyPr>
            <a:normAutofit/>
          </a:bodyPr>
          <a:lstStyle/>
          <a:p>
            <a:pPr marL="0" indent="0">
              <a:buNone/>
            </a:pPr>
            <a:r>
              <a:rPr lang="en-US" b="1" dirty="0" smtClean="0"/>
              <a:t>Examples:</a:t>
            </a:r>
          </a:p>
          <a:p>
            <a:pPr marL="0" indent="0">
              <a:buNone/>
            </a:pPr>
            <a:r>
              <a:rPr lang="en-US" b="1" dirty="0" smtClean="0"/>
              <a:t>Electric </a:t>
            </a:r>
            <a:r>
              <a:rPr lang="en-US" b="1" dirty="0"/>
              <a:t>vehicles</a:t>
            </a:r>
            <a:endParaRPr lang="en-US" dirty="0"/>
          </a:p>
          <a:p>
            <a:r>
              <a:rPr lang="en-US" dirty="0"/>
              <a:t>Electric vehicles are currently in the growth stage because their demand is slowly picking up</a:t>
            </a:r>
          </a:p>
          <a:p>
            <a:pPr marL="0" indent="0">
              <a:buNone/>
            </a:pPr>
            <a:endParaRPr lang="en-US" b="1" dirty="0" smtClean="0"/>
          </a:p>
          <a:p>
            <a:pPr marL="0" indent="0">
              <a:buNone/>
            </a:pPr>
            <a:r>
              <a:rPr lang="en-US" b="1" dirty="0" smtClean="0"/>
              <a:t>AI </a:t>
            </a:r>
            <a:r>
              <a:rPr lang="en-US" b="1" dirty="0"/>
              <a:t>Products</a:t>
            </a:r>
          </a:p>
          <a:p>
            <a:r>
              <a:rPr lang="en-US" dirty="0"/>
              <a:t>Like electric vehicles, artificial intelligence (AI) has been in development and use for years, but due to the continued developments in AI, there are many products that are still in the market introduction stage of the product life cycle</a:t>
            </a:r>
          </a:p>
          <a:p>
            <a:r>
              <a:rPr lang="en-US" dirty="0"/>
              <a:t>These include innovations that are still being developed, such as autonomous vehicles, which are yet to be adopted by consumers</a:t>
            </a:r>
          </a:p>
          <a:p>
            <a:pPr marL="0" indent="0">
              <a:buNone/>
            </a:pPr>
            <a:endParaRPr lang="en-IN" dirty="0"/>
          </a:p>
        </p:txBody>
      </p:sp>
    </p:spTree>
    <p:extLst>
      <p:ext uri="{BB962C8B-B14F-4D97-AF65-F5344CB8AC3E}">
        <p14:creationId xmlns:p14="http://schemas.microsoft.com/office/powerpoint/2010/main" val="35887906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63138"/>
            <a:ext cx="10515600" cy="5713825"/>
          </a:xfrm>
        </p:spPr>
        <p:txBody>
          <a:bodyPr>
            <a:normAutofit/>
          </a:bodyPr>
          <a:lstStyle/>
          <a:p>
            <a:pPr marL="0" indent="0">
              <a:buNone/>
            </a:pPr>
            <a:r>
              <a:rPr lang="en-US" sz="4400" dirty="0" smtClean="0"/>
              <a:t>Any other examples ??</a:t>
            </a:r>
            <a:endParaRPr lang="en-IN" sz="4400" dirty="0"/>
          </a:p>
        </p:txBody>
      </p:sp>
    </p:spTree>
    <p:extLst>
      <p:ext uri="{BB962C8B-B14F-4D97-AF65-F5344CB8AC3E}">
        <p14:creationId xmlns:p14="http://schemas.microsoft.com/office/powerpoint/2010/main" val="35661762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41</TotalTime>
  <Words>690</Words>
  <Application>Microsoft Office PowerPoint</Application>
  <PresentationFormat>Widescreen</PresentationFormat>
  <Paragraphs>63</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Calibri</vt:lpstr>
      <vt:lpstr>Calibri Light</vt:lpstr>
      <vt:lpstr>Times New Roman</vt:lpstr>
      <vt:lpstr>Retrospect</vt:lpstr>
      <vt:lpstr>Testing Phase Product Life Cycle</vt:lpstr>
      <vt:lpstr>PowerPoint Presentation</vt:lpstr>
      <vt:lpstr>Product Life Cycle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Testing Phase</dc:title>
  <dc:creator>Admin</dc:creator>
  <cp:lastModifiedBy>LAKSHMI</cp:lastModifiedBy>
  <cp:revision>13</cp:revision>
  <dcterms:created xsi:type="dcterms:W3CDTF">2023-02-03T05:16:15Z</dcterms:created>
  <dcterms:modified xsi:type="dcterms:W3CDTF">2025-01-06T03:47:31Z</dcterms:modified>
</cp:coreProperties>
</file>