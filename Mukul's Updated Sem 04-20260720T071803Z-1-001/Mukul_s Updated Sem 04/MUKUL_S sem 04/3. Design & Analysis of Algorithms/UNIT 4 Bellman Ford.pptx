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Autofit/>
          </a:bodyPr>
          <a:lstStyle>
            <a:lvl1pPr lvl="0" rtl="0" algn="l">
              <a:lnSpc>
                <a:spcPct val="90000"/>
              </a:lnSpc>
              <a:spcBef>
                <a:spcPts val="0"/>
              </a:spcBef>
              <a:spcAft>
                <a:spcPts val="0"/>
              </a:spcAft>
              <a:buSzPts val="1400"/>
              <a:buNone/>
              <a:defRPr/>
            </a:lvl1pPr>
            <a:lvl2pPr lvl="1" rtl="0" algn="l">
              <a:lnSpc>
                <a:spcPct val="90000"/>
              </a:lnSpc>
              <a:spcBef>
                <a:spcPts val="0"/>
              </a:spcBef>
              <a:spcAft>
                <a:spcPts val="0"/>
              </a:spcAft>
              <a:buSzPts val="1400"/>
              <a:buNone/>
              <a:defRPr/>
            </a:lvl2pPr>
            <a:lvl3pPr lvl="2" rtl="0" algn="l">
              <a:lnSpc>
                <a:spcPct val="90000"/>
              </a:lnSpc>
              <a:spcBef>
                <a:spcPts val="0"/>
              </a:spcBef>
              <a:spcAft>
                <a:spcPts val="0"/>
              </a:spcAft>
              <a:buSzPts val="1400"/>
              <a:buNone/>
              <a:defRPr/>
            </a:lvl3pPr>
            <a:lvl4pPr lvl="3" rtl="0" algn="l">
              <a:lnSpc>
                <a:spcPct val="90000"/>
              </a:lnSpc>
              <a:spcBef>
                <a:spcPts val="0"/>
              </a:spcBef>
              <a:spcAft>
                <a:spcPts val="0"/>
              </a:spcAft>
              <a:buSzPts val="1400"/>
              <a:buNone/>
              <a:defRPr/>
            </a:lvl4pPr>
            <a:lvl5pPr lvl="4" rtl="0" algn="l">
              <a:lnSpc>
                <a:spcPct val="90000"/>
              </a:lnSpc>
              <a:spcBef>
                <a:spcPts val="0"/>
              </a:spcBef>
              <a:spcAft>
                <a:spcPts val="0"/>
              </a:spcAft>
              <a:buSzPts val="1400"/>
              <a:buNone/>
              <a:defRPr/>
            </a:lvl5pPr>
            <a:lvl6pPr lvl="5" rtl="0" algn="l">
              <a:lnSpc>
                <a:spcPct val="90000"/>
              </a:lnSpc>
              <a:spcBef>
                <a:spcPts val="0"/>
              </a:spcBef>
              <a:spcAft>
                <a:spcPts val="0"/>
              </a:spcAft>
              <a:buSzPts val="1400"/>
              <a:buNone/>
              <a:defRPr/>
            </a:lvl6pPr>
            <a:lvl7pPr lvl="6" rtl="0" algn="l">
              <a:lnSpc>
                <a:spcPct val="90000"/>
              </a:lnSpc>
              <a:spcBef>
                <a:spcPts val="0"/>
              </a:spcBef>
              <a:spcAft>
                <a:spcPts val="0"/>
              </a:spcAft>
              <a:buSzPts val="1400"/>
              <a:buNone/>
              <a:defRPr/>
            </a:lvl7pPr>
            <a:lvl8pPr lvl="7" rtl="0" algn="l">
              <a:lnSpc>
                <a:spcPct val="90000"/>
              </a:lnSpc>
              <a:spcBef>
                <a:spcPts val="0"/>
              </a:spcBef>
              <a:spcAft>
                <a:spcPts val="0"/>
              </a:spcAft>
              <a:buSzPts val="1400"/>
              <a:buNone/>
              <a:defRPr/>
            </a:lvl8pPr>
            <a:lvl9pPr lvl="8" rtl="0" algn="l">
              <a:lnSpc>
                <a:spcPct val="90000"/>
              </a:lnSpc>
              <a:spcBef>
                <a:spcPts val="0"/>
              </a:spcBef>
              <a:spcAft>
                <a:spcPts val="0"/>
              </a:spcAft>
              <a:buSzPts val="1400"/>
              <a:buNone/>
              <a:defRPr/>
            </a:lvl9pPr>
          </a:lstStyle>
          <a:p/>
        </p:txBody>
      </p:sp>
      <p:sp>
        <p:nvSpPr>
          <p:cNvPr id="13" name="Google Shape;13;p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14" name="Google Shape;14;p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sz="1200">
                <a:solidFill>
                  <a:srgbClr val="898989"/>
                </a:solidFill>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sz="1200">
                <a:solidFill>
                  <a:srgbClr val="898989"/>
                </a:solidFill>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1" name="Shape 21"/>
        <p:cNvGrpSpPr/>
        <p:nvPr/>
      </p:nvGrpSpPr>
      <p:grpSpPr>
        <a:xfrm>
          <a:off x="0" y="0"/>
          <a:ext cx="0" cy="0"/>
          <a:chOff x="0" y="0"/>
          <a:chExt cx="0" cy="0"/>
        </a:xfrm>
      </p:grpSpPr>
      <p:sp>
        <p:nvSpPr>
          <p:cNvPr id="22" name="Google Shape;22;p4"/>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Autofit/>
          </a:bodyPr>
          <a:lstStyle>
            <a:lvl1pPr lvl="0" rtl="0" algn="l">
              <a:lnSpc>
                <a:spcPct val="90000"/>
              </a:lnSpc>
              <a:spcBef>
                <a:spcPts val="0"/>
              </a:spcBef>
              <a:spcAft>
                <a:spcPts val="0"/>
              </a:spcAft>
              <a:buSzPts val="1400"/>
              <a:buNone/>
              <a:defRPr/>
            </a:lvl1pPr>
            <a:lvl2pPr lvl="1" rtl="0" algn="l">
              <a:lnSpc>
                <a:spcPct val="90000"/>
              </a:lnSpc>
              <a:spcBef>
                <a:spcPts val="0"/>
              </a:spcBef>
              <a:spcAft>
                <a:spcPts val="0"/>
              </a:spcAft>
              <a:buSzPts val="1400"/>
              <a:buNone/>
              <a:defRPr/>
            </a:lvl2pPr>
            <a:lvl3pPr lvl="2" rtl="0" algn="l">
              <a:lnSpc>
                <a:spcPct val="90000"/>
              </a:lnSpc>
              <a:spcBef>
                <a:spcPts val="0"/>
              </a:spcBef>
              <a:spcAft>
                <a:spcPts val="0"/>
              </a:spcAft>
              <a:buSzPts val="1400"/>
              <a:buNone/>
              <a:defRPr/>
            </a:lvl3pPr>
            <a:lvl4pPr lvl="3" rtl="0" algn="l">
              <a:lnSpc>
                <a:spcPct val="90000"/>
              </a:lnSpc>
              <a:spcBef>
                <a:spcPts val="0"/>
              </a:spcBef>
              <a:spcAft>
                <a:spcPts val="0"/>
              </a:spcAft>
              <a:buSzPts val="1400"/>
              <a:buNone/>
              <a:defRPr/>
            </a:lvl4pPr>
            <a:lvl5pPr lvl="4" rtl="0" algn="l">
              <a:lnSpc>
                <a:spcPct val="90000"/>
              </a:lnSpc>
              <a:spcBef>
                <a:spcPts val="0"/>
              </a:spcBef>
              <a:spcAft>
                <a:spcPts val="0"/>
              </a:spcAft>
              <a:buSzPts val="1400"/>
              <a:buNone/>
              <a:defRPr/>
            </a:lvl5pPr>
            <a:lvl6pPr lvl="5" rtl="0" algn="l">
              <a:lnSpc>
                <a:spcPct val="90000"/>
              </a:lnSpc>
              <a:spcBef>
                <a:spcPts val="0"/>
              </a:spcBef>
              <a:spcAft>
                <a:spcPts val="0"/>
              </a:spcAft>
              <a:buSzPts val="1400"/>
              <a:buNone/>
              <a:defRPr/>
            </a:lvl6pPr>
            <a:lvl7pPr lvl="6" rtl="0" algn="l">
              <a:lnSpc>
                <a:spcPct val="90000"/>
              </a:lnSpc>
              <a:spcBef>
                <a:spcPts val="0"/>
              </a:spcBef>
              <a:spcAft>
                <a:spcPts val="0"/>
              </a:spcAft>
              <a:buSzPts val="1400"/>
              <a:buNone/>
              <a:defRPr/>
            </a:lvl7pPr>
            <a:lvl8pPr lvl="7" rtl="0" algn="l">
              <a:lnSpc>
                <a:spcPct val="90000"/>
              </a:lnSpc>
              <a:spcBef>
                <a:spcPts val="0"/>
              </a:spcBef>
              <a:spcAft>
                <a:spcPts val="0"/>
              </a:spcAft>
              <a:buSzPts val="1400"/>
              <a:buNone/>
              <a:defRPr/>
            </a:lvl8pPr>
            <a:lvl9pPr lvl="8" rtl="0" algn="l">
              <a:lnSpc>
                <a:spcPct val="90000"/>
              </a:lnSpc>
              <a:spcBef>
                <a:spcPts val="0"/>
              </a:spcBef>
              <a:spcAft>
                <a:spcPts val="0"/>
              </a:spcAft>
              <a:buSzPts val="1400"/>
              <a:buNone/>
              <a:defRPr/>
            </a:lvl9pPr>
          </a:lstStyle>
          <a:p/>
        </p:txBody>
      </p:sp>
      <p:sp>
        <p:nvSpPr>
          <p:cNvPr id="23" name="Google Shape;23;p4"/>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24" name="Google Shape;24;p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sz="1200">
                <a:solidFill>
                  <a:srgbClr val="898989"/>
                </a:solidFill>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7" name="Shape 27"/>
        <p:cNvGrpSpPr/>
        <p:nvPr/>
      </p:nvGrpSpPr>
      <p:grpSpPr>
        <a:xfrm>
          <a:off x="0" y="0"/>
          <a:ext cx="0" cy="0"/>
          <a:chOff x="0" y="0"/>
          <a:chExt cx="0" cy="0"/>
        </a:xfrm>
      </p:grpSpPr>
      <p:sp>
        <p:nvSpPr>
          <p:cNvPr id="28" name="Google Shape;28;p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Autofit/>
          </a:bodyPr>
          <a:lstStyle>
            <a:lvl1pPr lvl="0" rtl="0" algn="l">
              <a:lnSpc>
                <a:spcPct val="90000"/>
              </a:lnSpc>
              <a:spcBef>
                <a:spcPts val="0"/>
              </a:spcBef>
              <a:spcAft>
                <a:spcPts val="0"/>
              </a:spcAft>
              <a:buSzPts val="1400"/>
              <a:buNone/>
              <a:defRPr/>
            </a:lvl1pPr>
            <a:lvl2pPr lvl="1" rtl="0" algn="l">
              <a:lnSpc>
                <a:spcPct val="90000"/>
              </a:lnSpc>
              <a:spcBef>
                <a:spcPts val="0"/>
              </a:spcBef>
              <a:spcAft>
                <a:spcPts val="0"/>
              </a:spcAft>
              <a:buSzPts val="1400"/>
              <a:buNone/>
              <a:defRPr/>
            </a:lvl2pPr>
            <a:lvl3pPr lvl="2" rtl="0" algn="l">
              <a:lnSpc>
                <a:spcPct val="90000"/>
              </a:lnSpc>
              <a:spcBef>
                <a:spcPts val="0"/>
              </a:spcBef>
              <a:spcAft>
                <a:spcPts val="0"/>
              </a:spcAft>
              <a:buSzPts val="1400"/>
              <a:buNone/>
              <a:defRPr/>
            </a:lvl3pPr>
            <a:lvl4pPr lvl="3" rtl="0" algn="l">
              <a:lnSpc>
                <a:spcPct val="90000"/>
              </a:lnSpc>
              <a:spcBef>
                <a:spcPts val="0"/>
              </a:spcBef>
              <a:spcAft>
                <a:spcPts val="0"/>
              </a:spcAft>
              <a:buSzPts val="1400"/>
              <a:buNone/>
              <a:defRPr/>
            </a:lvl4pPr>
            <a:lvl5pPr lvl="4" rtl="0" algn="l">
              <a:lnSpc>
                <a:spcPct val="90000"/>
              </a:lnSpc>
              <a:spcBef>
                <a:spcPts val="0"/>
              </a:spcBef>
              <a:spcAft>
                <a:spcPts val="0"/>
              </a:spcAft>
              <a:buSzPts val="1400"/>
              <a:buNone/>
              <a:defRPr/>
            </a:lvl5pPr>
            <a:lvl6pPr lvl="5" rtl="0" algn="l">
              <a:lnSpc>
                <a:spcPct val="90000"/>
              </a:lnSpc>
              <a:spcBef>
                <a:spcPts val="0"/>
              </a:spcBef>
              <a:spcAft>
                <a:spcPts val="0"/>
              </a:spcAft>
              <a:buSzPts val="1400"/>
              <a:buNone/>
              <a:defRPr/>
            </a:lvl6pPr>
            <a:lvl7pPr lvl="6" rtl="0" algn="l">
              <a:lnSpc>
                <a:spcPct val="90000"/>
              </a:lnSpc>
              <a:spcBef>
                <a:spcPts val="0"/>
              </a:spcBef>
              <a:spcAft>
                <a:spcPts val="0"/>
              </a:spcAft>
              <a:buSzPts val="1400"/>
              <a:buNone/>
              <a:defRPr/>
            </a:lvl7pPr>
            <a:lvl8pPr lvl="7" rtl="0" algn="l">
              <a:lnSpc>
                <a:spcPct val="90000"/>
              </a:lnSpc>
              <a:spcBef>
                <a:spcPts val="0"/>
              </a:spcBef>
              <a:spcAft>
                <a:spcPts val="0"/>
              </a:spcAft>
              <a:buSzPts val="1400"/>
              <a:buNone/>
              <a:defRPr/>
            </a:lvl8pPr>
            <a:lvl9pPr lvl="8" rtl="0" algn="l">
              <a:lnSpc>
                <a:spcPct val="90000"/>
              </a:lnSpc>
              <a:spcBef>
                <a:spcPts val="0"/>
              </a:spcBef>
              <a:spcAft>
                <a:spcPts val="0"/>
              </a:spcAft>
              <a:buSzPts val="1400"/>
              <a:buNone/>
              <a:defRPr/>
            </a:lvl9pPr>
          </a:lstStyle>
          <a:p/>
        </p:txBody>
      </p:sp>
      <p:sp>
        <p:nvSpPr>
          <p:cNvPr id="29" name="Google Shape;29;p5"/>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30" name="Google Shape;30;p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sz="1200">
                <a:solidFill>
                  <a:srgbClr val="898989"/>
                </a:solidFill>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3" name="Shape 33"/>
        <p:cNvGrpSpPr/>
        <p:nvPr/>
      </p:nvGrpSpPr>
      <p:grpSpPr>
        <a:xfrm>
          <a:off x="0" y="0"/>
          <a:ext cx="0" cy="0"/>
          <a:chOff x="0" y="0"/>
          <a:chExt cx="0" cy="0"/>
        </a:xfrm>
      </p:grpSpPr>
      <p:sp>
        <p:nvSpPr>
          <p:cNvPr id="34" name="Google Shape;34;p6"/>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Autofit/>
          </a:bodyPr>
          <a:lstStyle>
            <a:lvl1pPr lvl="0" rtl="0" algn="l">
              <a:lnSpc>
                <a:spcPct val="90000"/>
              </a:lnSpc>
              <a:spcBef>
                <a:spcPts val="0"/>
              </a:spcBef>
              <a:spcAft>
                <a:spcPts val="0"/>
              </a:spcAft>
              <a:buSzPts val="1400"/>
              <a:buNone/>
              <a:defRPr sz="3200"/>
            </a:lvl1pPr>
            <a:lvl2pPr lvl="1" rtl="0" algn="l">
              <a:lnSpc>
                <a:spcPct val="90000"/>
              </a:lnSpc>
              <a:spcBef>
                <a:spcPts val="0"/>
              </a:spcBef>
              <a:spcAft>
                <a:spcPts val="0"/>
              </a:spcAft>
              <a:buSzPts val="1400"/>
              <a:buNone/>
              <a:defRPr/>
            </a:lvl2pPr>
            <a:lvl3pPr lvl="2" rtl="0" algn="l">
              <a:lnSpc>
                <a:spcPct val="90000"/>
              </a:lnSpc>
              <a:spcBef>
                <a:spcPts val="0"/>
              </a:spcBef>
              <a:spcAft>
                <a:spcPts val="0"/>
              </a:spcAft>
              <a:buSzPts val="1400"/>
              <a:buNone/>
              <a:defRPr/>
            </a:lvl3pPr>
            <a:lvl4pPr lvl="3" rtl="0" algn="l">
              <a:lnSpc>
                <a:spcPct val="90000"/>
              </a:lnSpc>
              <a:spcBef>
                <a:spcPts val="0"/>
              </a:spcBef>
              <a:spcAft>
                <a:spcPts val="0"/>
              </a:spcAft>
              <a:buSzPts val="1400"/>
              <a:buNone/>
              <a:defRPr/>
            </a:lvl4pPr>
            <a:lvl5pPr lvl="4" rtl="0" algn="l">
              <a:lnSpc>
                <a:spcPct val="90000"/>
              </a:lnSpc>
              <a:spcBef>
                <a:spcPts val="0"/>
              </a:spcBef>
              <a:spcAft>
                <a:spcPts val="0"/>
              </a:spcAft>
              <a:buSzPts val="1400"/>
              <a:buNone/>
              <a:defRPr/>
            </a:lvl5pPr>
            <a:lvl6pPr lvl="5" rtl="0" algn="l">
              <a:lnSpc>
                <a:spcPct val="90000"/>
              </a:lnSpc>
              <a:spcBef>
                <a:spcPts val="0"/>
              </a:spcBef>
              <a:spcAft>
                <a:spcPts val="0"/>
              </a:spcAft>
              <a:buSzPts val="1400"/>
              <a:buNone/>
              <a:defRPr/>
            </a:lvl6pPr>
            <a:lvl7pPr lvl="6" rtl="0" algn="l">
              <a:lnSpc>
                <a:spcPct val="90000"/>
              </a:lnSpc>
              <a:spcBef>
                <a:spcPts val="0"/>
              </a:spcBef>
              <a:spcAft>
                <a:spcPts val="0"/>
              </a:spcAft>
              <a:buSzPts val="1400"/>
              <a:buNone/>
              <a:defRPr/>
            </a:lvl7pPr>
            <a:lvl8pPr lvl="7" rtl="0" algn="l">
              <a:lnSpc>
                <a:spcPct val="90000"/>
              </a:lnSpc>
              <a:spcBef>
                <a:spcPts val="0"/>
              </a:spcBef>
              <a:spcAft>
                <a:spcPts val="0"/>
              </a:spcAft>
              <a:buSzPts val="1400"/>
              <a:buNone/>
              <a:defRPr/>
            </a:lvl8pPr>
            <a:lvl9pPr lvl="8" rtl="0" algn="l">
              <a:lnSpc>
                <a:spcPct val="90000"/>
              </a:lnSpc>
              <a:spcBef>
                <a:spcPts val="0"/>
              </a:spcBef>
              <a:spcAft>
                <a:spcPts val="0"/>
              </a:spcAft>
              <a:buSzPts val="1400"/>
              <a:buNone/>
              <a:defRPr/>
            </a:lvl9pPr>
          </a:lstStyle>
          <a:p/>
        </p:txBody>
      </p:sp>
      <p:sp>
        <p:nvSpPr>
          <p:cNvPr id="35" name="Google Shape;35;p6"/>
          <p:cNvSpPr/>
          <p:nvPr>
            <p:ph idx="2" type="pic"/>
          </p:nvPr>
        </p:nvSpPr>
        <p:spPr>
          <a:xfrm>
            <a:off x="5183188" y="987425"/>
            <a:ext cx="6172200" cy="4873500"/>
          </a:xfrm>
          <a:prstGeom prst="rect">
            <a:avLst/>
          </a:prstGeom>
          <a:noFill/>
          <a:ln>
            <a:noFill/>
          </a:ln>
        </p:spPr>
      </p:sp>
      <p:sp>
        <p:nvSpPr>
          <p:cNvPr id="36" name="Google Shape;36;p6"/>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Autofit/>
          </a:bodyPr>
          <a:lstStyle>
            <a:lvl1pPr indent="-228600" lvl="0" marL="457200" rtl="0" algn="l">
              <a:lnSpc>
                <a:spcPct val="90000"/>
              </a:lnSpc>
              <a:spcBef>
                <a:spcPts val="1000"/>
              </a:spcBef>
              <a:spcAft>
                <a:spcPts val="0"/>
              </a:spcAft>
              <a:buClr>
                <a:schemeClr val="dk1"/>
              </a:buClr>
              <a:buSzPts val="1600"/>
              <a:buNone/>
              <a:defRPr sz="1600"/>
            </a:lvl1pPr>
            <a:lvl2pPr indent="-228600" lvl="1" marL="914400" rtl="0" algn="l">
              <a:lnSpc>
                <a:spcPct val="90000"/>
              </a:lnSpc>
              <a:spcBef>
                <a:spcPts val="500"/>
              </a:spcBef>
              <a:spcAft>
                <a:spcPts val="0"/>
              </a:spcAft>
              <a:buClr>
                <a:schemeClr val="dk1"/>
              </a:buClr>
              <a:buSzPts val="1400"/>
              <a:buNone/>
              <a:defRPr sz="1400"/>
            </a:lvl2pPr>
            <a:lvl3pPr indent="-228600" lvl="2" marL="1371600" rtl="0" algn="l">
              <a:lnSpc>
                <a:spcPct val="90000"/>
              </a:lnSpc>
              <a:spcBef>
                <a:spcPts val="500"/>
              </a:spcBef>
              <a:spcAft>
                <a:spcPts val="0"/>
              </a:spcAft>
              <a:buClr>
                <a:schemeClr val="dk1"/>
              </a:buClr>
              <a:buSzPts val="1200"/>
              <a:buNone/>
              <a:defRPr sz="1200"/>
            </a:lvl3pPr>
            <a:lvl4pPr indent="-228600" lvl="3" marL="1828800" rtl="0" algn="l">
              <a:lnSpc>
                <a:spcPct val="90000"/>
              </a:lnSpc>
              <a:spcBef>
                <a:spcPts val="500"/>
              </a:spcBef>
              <a:spcAft>
                <a:spcPts val="0"/>
              </a:spcAft>
              <a:buClr>
                <a:schemeClr val="dk1"/>
              </a:buClr>
              <a:buSzPts val="1000"/>
              <a:buNone/>
              <a:defRPr sz="1000"/>
            </a:lvl4pPr>
            <a:lvl5pPr indent="-228600" lvl="4" marL="2286000" rtl="0" algn="l">
              <a:lnSpc>
                <a:spcPct val="90000"/>
              </a:lnSpc>
              <a:spcBef>
                <a:spcPts val="500"/>
              </a:spcBef>
              <a:spcAft>
                <a:spcPts val="0"/>
              </a:spcAft>
              <a:buClr>
                <a:schemeClr val="dk1"/>
              </a:buClr>
              <a:buSzPts val="1000"/>
              <a:buNone/>
              <a:defRPr sz="1000"/>
            </a:lvl5pPr>
            <a:lvl6pPr indent="-228600" lvl="5" marL="2743200" rtl="0" algn="l">
              <a:lnSpc>
                <a:spcPct val="90000"/>
              </a:lnSpc>
              <a:spcBef>
                <a:spcPts val="500"/>
              </a:spcBef>
              <a:spcAft>
                <a:spcPts val="0"/>
              </a:spcAft>
              <a:buClr>
                <a:schemeClr val="dk1"/>
              </a:buClr>
              <a:buSzPts val="1000"/>
              <a:buNone/>
              <a:defRPr sz="1000"/>
            </a:lvl6pPr>
            <a:lvl7pPr indent="-228600" lvl="6" marL="3200400" rtl="0" algn="l">
              <a:lnSpc>
                <a:spcPct val="90000"/>
              </a:lnSpc>
              <a:spcBef>
                <a:spcPts val="500"/>
              </a:spcBef>
              <a:spcAft>
                <a:spcPts val="0"/>
              </a:spcAft>
              <a:buClr>
                <a:schemeClr val="dk1"/>
              </a:buClr>
              <a:buSzPts val="1000"/>
              <a:buNone/>
              <a:defRPr sz="1000"/>
            </a:lvl7pPr>
            <a:lvl8pPr indent="-228600" lvl="7" marL="3657600" rtl="0" algn="l">
              <a:lnSpc>
                <a:spcPct val="90000"/>
              </a:lnSpc>
              <a:spcBef>
                <a:spcPts val="500"/>
              </a:spcBef>
              <a:spcAft>
                <a:spcPts val="0"/>
              </a:spcAft>
              <a:buClr>
                <a:schemeClr val="dk1"/>
              </a:buClr>
              <a:buSzPts val="1000"/>
              <a:buNone/>
              <a:defRPr sz="1000"/>
            </a:lvl8pPr>
            <a:lvl9pPr indent="-228600" lvl="8" marL="4114800" rtl="0" algn="l">
              <a:lnSpc>
                <a:spcPct val="90000"/>
              </a:lnSpc>
              <a:spcBef>
                <a:spcPts val="500"/>
              </a:spcBef>
              <a:spcAft>
                <a:spcPts val="0"/>
              </a:spcAft>
              <a:buClr>
                <a:schemeClr val="dk1"/>
              </a:buClr>
              <a:buSzPts val="1000"/>
              <a:buNone/>
              <a:defRPr sz="1000"/>
            </a:lvl9pPr>
          </a:lstStyle>
          <a:p/>
        </p:txBody>
      </p:sp>
      <p:sp>
        <p:nvSpPr>
          <p:cNvPr id="37" name="Google Shape;37;p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sz="1200">
                <a:solidFill>
                  <a:srgbClr val="898989"/>
                </a:solidFill>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0" name="Shape 40"/>
        <p:cNvGrpSpPr/>
        <p:nvPr/>
      </p:nvGrpSpPr>
      <p:grpSpPr>
        <a:xfrm>
          <a:off x="0" y="0"/>
          <a:ext cx="0" cy="0"/>
          <a:chOff x="0" y="0"/>
          <a:chExt cx="0" cy="0"/>
        </a:xfrm>
      </p:grpSpPr>
      <p:sp>
        <p:nvSpPr>
          <p:cNvPr id="41" name="Google Shape;41;p7"/>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Autofit/>
          </a:bodyPr>
          <a:lstStyle>
            <a:lvl1pPr lvl="0" rtl="0" algn="l">
              <a:lnSpc>
                <a:spcPct val="90000"/>
              </a:lnSpc>
              <a:spcBef>
                <a:spcPts val="0"/>
              </a:spcBef>
              <a:spcAft>
                <a:spcPts val="0"/>
              </a:spcAft>
              <a:buSzPts val="1400"/>
              <a:buNone/>
              <a:defRPr sz="3200"/>
            </a:lvl1pPr>
            <a:lvl2pPr lvl="1" rtl="0" algn="l">
              <a:lnSpc>
                <a:spcPct val="90000"/>
              </a:lnSpc>
              <a:spcBef>
                <a:spcPts val="0"/>
              </a:spcBef>
              <a:spcAft>
                <a:spcPts val="0"/>
              </a:spcAft>
              <a:buSzPts val="1400"/>
              <a:buNone/>
              <a:defRPr/>
            </a:lvl2pPr>
            <a:lvl3pPr lvl="2" rtl="0" algn="l">
              <a:lnSpc>
                <a:spcPct val="90000"/>
              </a:lnSpc>
              <a:spcBef>
                <a:spcPts val="0"/>
              </a:spcBef>
              <a:spcAft>
                <a:spcPts val="0"/>
              </a:spcAft>
              <a:buSzPts val="1400"/>
              <a:buNone/>
              <a:defRPr/>
            </a:lvl3pPr>
            <a:lvl4pPr lvl="3" rtl="0" algn="l">
              <a:lnSpc>
                <a:spcPct val="90000"/>
              </a:lnSpc>
              <a:spcBef>
                <a:spcPts val="0"/>
              </a:spcBef>
              <a:spcAft>
                <a:spcPts val="0"/>
              </a:spcAft>
              <a:buSzPts val="1400"/>
              <a:buNone/>
              <a:defRPr/>
            </a:lvl4pPr>
            <a:lvl5pPr lvl="4" rtl="0" algn="l">
              <a:lnSpc>
                <a:spcPct val="90000"/>
              </a:lnSpc>
              <a:spcBef>
                <a:spcPts val="0"/>
              </a:spcBef>
              <a:spcAft>
                <a:spcPts val="0"/>
              </a:spcAft>
              <a:buSzPts val="1400"/>
              <a:buNone/>
              <a:defRPr/>
            </a:lvl5pPr>
            <a:lvl6pPr lvl="5" rtl="0" algn="l">
              <a:lnSpc>
                <a:spcPct val="90000"/>
              </a:lnSpc>
              <a:spcBef>
                <a:spcPts val="0"/>
              </a:spcBef>
              <a:spcAft>
                <a:spcPts val="0"/>
              </a:spcAft>
              <a:buSzPts val="1400"/>
              <a:buNone/>
              <a:defRPr/>
            </a:lvl6pPr>
            <a:lvl7pPr lvl="6" rtl="0" algn="l">
              <a:lnSpc>
                <a:spcPct val="90000"/>
              </a:lnSpc>
              <a:spcBef>
                <a:spcPts val="0"/>
              </a:spcBef>
              <a:spcAft>
                <a:spcPts val="0"/>
              </a:spcAft>
              <a:buSzPts val="1400"/>
              <a:buNone/>
              <a:defRPr/>
            </a:lvl7pPr>
            <a:lvl8pPr lvl="7" rtl="0" algn="l">
              <a:lnSpc>
                <a:spcPct val="90000"/>
              </a:lnSpc>
              <a:spcBef>
                <a:spcPts val="0"/>
              </a:spcBef>
              <a:spcAft>
                <a:spcPts val="0"/>
              </a:spcAft>
              <a:buSzPts val="1400"/>
              <a:buNone/>
              <a:defRPr/>
            </a:lvl8pPr>
            <a:lvl9pPr lvl="8" rtl="0" algn="l">
              <a:lnSpc>
                <a:spcPct val="90000"/>
              </a:lnSpc>
              <a:spcBef>
                <a:spcPts val="0"/>
              </a:spcBef>
              <a:spcAft>
                <a:spcPts val="0"/>
              </a:spcAft>
              <a:buSzPts val="1400"/>
              <a:buNone/>
              <a:defRPr/>
            </a:lvl9pPr>
          </a:lstStyle>
          <a:p/>
        </p:txBody>
      </p:sp>
      <p:sp>
        <p:nvSpPr>
          <p:cNvPr id="42" name="Google Shape;42;p7"/>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Autofit/>
          </a:bodyPr>
          <a:lstStyle>
            <a:lvl1pPr indent="-431800" lvl="0" marL="457200" rtl="0" algn="l">
              <a:lnSpc>
                <a:spcPct val="90000"/>
              </a:lnSpc>
              <a:spcBef>
                <a:spcPts val="1000"/>
              </a:spcBef>
              <a:spcAft>
                <a:spcPts val="0"/>
              </a:spcAft>
              <a:buClr>
                <a:schemeClr val="dk1"/>
              </a:buClr>
              <a:buSzPts val="3200"/>
              <a:buChar char="•"/>
              <a:defRPr sz="3200"/>
            </a:lvl1pPr>
            <a:lvl2pPr indent="-406400" lvl="1" marL="914400" rtl="0" algn="l">
              <a:lnSpc>
                <a:spcPct val="90000"/>
              </a:lnSpc>
              <a:spcBef>
                <a:spcPts val="500"/>
              </a:spcBef>
              <a:spcAft>
                <a:spcPts val="0"/>
              </a:spcAft>
              <a:buClr>
                <a:schemeClr val="dk1"/>
              </a:buClr>
              <a:buSzPts val="2800"/>
              <a:buChar char="•"/>
              <a:defRPr sz="2800"/>
            </a:lvl2pPr>
            <a:lvl3pPr indent="-381000" lvl="2" marL="1371600" rtl="0" algn="l">
              <a:lnSpc>
                <a:spcPct val="90000"/>
              </a:lnSpc>
              <a:spcBef>
                <a:spcPts val="500"/>
              </a:spcBef>
              <a:spcAft>
                <a:spcPts val="0"/>
              </a:spcAft>
              <a:buClr>
                <a:schemeClr val="dk1"/>
              </a:buClr>
              <a:buSzPts val="2400"/>
              <a:buChar char="•"/>
              <a:defRPr sz="2400"/>
            </a:lvl3pPr>
            <a:lvl4pPr indent="-355600" lvl="3" marL="1828800" rtl="0" algn="l">
              <a:lnSpc>
                <a:spcPct val="90000"/>
              </a:lnSpc>
              <a:spcBef>
                <a:spcPts val="500"/>
              </a:spcBef>
              <a:spcAft>
                <a:spcPts val="0"/>
              </a:spcAft>
              <a:buClr>
                <a:schemeClr val="dk1"/>
              </a:buClr>
              <a:buSzPts val="2000"/>
              <a:buChar char="•"/>
              <a:defRPr sz="2000"/>
            </a:lvl4pPr>
            <a:lvl5pPr indent="-355600" lvl="4" marL="2286000" rtl="0" algn="l">
              <a:lnSpc>
                <a:spcPct val="90000"/>
              </a:lnSpc>
              <a:spcBef>
                <a:spcPts val="500"/>
              </a:spcBef>
              <a:spcAft>
                <a:spcPts val="0"/>
              </a:spcAft>
              <a:buClr>
                <a:schemeClr val="dk1"/>
              </a:buClr>
              <a:buSzPts val="2000"/>
              <a:buChar char="•"/>
              <a:defRPr sz="2000"/>
            </a:lvl5pPr>
            <a:lvl6pPr indent="-355600" lvl="5" marL="2743200" rtl="0" algn="l">
              <a:lnSpc>
                <a:spcPct val="90000"/>
              </a:lnSpc>
              <a:spcBef>
                <a:spcPts val="500"/>
              </a:spcBef>
              <a:spcAft>
                <a:spcPts val="0"/>
              </a:spcAft>
              <a:buClr>
                <a:schemeClr val="dk1"/>
              </a:buClr>
              <a:buSzPts val="2000"/>
              <a:buChar char="•"/>
              <a:defRPr sz="2000"/>
            </a:lvl6pPr>
            <a:lvl7pPr indent="-355600" lvl="6" marL="3200400" rtl="0" algn="l">
              <a:lnSpc>
                <a:spcPct val="90000"/>
              </a:lnSpc>
              <a:spcBef>
                <a:spcPts val="500"/>
              </a:spcBef>
              <a:spcAft>
                <a:spcPts val="0"/>
              </a:spcAft>
              <a:buClr>
                <a:schemeClr val="dk1"/>
              </a:buClr>
              <a:buSzPts val="2000"/>
              <a:buChar char="•"/>
              <a:defRPr sz="2000"/>
            </a:lvl7pPr>
            <a:lvl8pPr indent="-355600" lvl="7" marL="3657600" rtl="0" algn="l">
              <a:lnSpc>
                <a:spcPct val="90000"/>
              </a:lnSpc>
              <a:spcBef>
                <a:spcPts val="500"/>
              </a:spcBef>
              <a:spcAft>
                <a:spcPts val="0"/>
              </a:spcAft>
              <a:buClr>
                <a:schemeClr val="dk1"/>
              </a:buClr>
              <a:buSzPts val="2000"/>
              <a:buChar char="•"/>
              <a:defRPr sz="2000"/>
            </a:lvl8pPr>
            <a:lvl9pPr indent="-355600" lvl="8" marL="4114800" rtl="0" algn="l">
              <a:lnSpc>
                <a:spcPct val="90000"/>
              </a:lnSpc>
              <a:spcBef>
                <a:spcPts val="500"/>
              </a:spcBef>
              <a:spcAft>
                <a:spcPts val="0"/>
              </a:spcAft>
              <a:buClr>
                <a:schemeClr val="dk1"/>
              </a:buClr>
              <a:buSzPts val="2000"/>
              <a:buChar char="•"/>
              <a:defRPr sz="2000"/>
            </a:lvl9pPr>
          </a:lstStyle>
          <a:p/>
        </p:txBody>
      </p:sp>
      <p:sp>
        <p:nvSpPr>
          <p:cNvPr id="43" name="Google Shape;43;p7"/>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Autofit/>
          </a:bodyPr>
          <a:lstStyle>
            <a:lvl1pPr indent="-228600" lvl="0" marL="457200" rtl="0" algn="l">
              <a:lnSpc>
                <a:spcPct val="90000"/>
              </a:lnSpc>
              <a:spcBef>
                <a:spcPts val="1000"/>
              </a:spcBef>
              <a:spcAft>
                <a:spcPts val="0"/>
              </a:spcAft>
              <a:buClr>
                <a:schemeClr val="dk1"/>
              </a:buClr>
              <a:buSzPts val="1600"/>
              <a:buNone/>
              <a:defRPr sz="1600"/>
            </a:lvl1pPr>
            <a:lvl2pPr indent="-228600" lvl="1" marL="914400" rtl="0" algn="l">
              <a:lnSpc>
                <a:spcPct val="90000"/>
              </a:lnSpc>
              <a:spcBef>
                <a:spcPts val="500"/>
              </a:spcBef>
              <a:spcAft>
                <a:spcPts val="0"/>
              </a:spcAft>
              <a:buClr>
                <a:schemeClr val="dk1"/>
              </a:buClr>
              <a:buSzPts val="1400"/>
              <a:buNone/>
              <a:defRPr sz="1400"/>
            </a:lvl2pPr>
            <a:lvl3pPr indent="-228600" lvl="2" marL="1371600" rtl="0" algn="l">
              <a:lnSpc>
                <a:spcPct val="90000"/>
              </a:lnSpc>
              <a:spcBef>
                <a:spcPts val="500"/>
              </a:spcBef>
              <a:spcAft>
                <a:spcPts val="0"/>
              </a:spcAft>
              <a:buClr>
                <a:schemeClr val="dk1"/>
              </a:buClr>
              <a:buSzPts val="1200"/>
              <a:buNone/>
              <a:defRPr sz="1200"/>
            </a:lvl3pPr>
            <a:lvl4pPr indent="-228600" lvl="3" marL="1828800" rtl="0" algn="l">
              <a:lnSpc>
                <a:spcPct val="90000"/>
              </a:lnSpc>
              <a:spcBef>
                <a:spcPts val="500"/>
              </a:spcBef>
              <a:spcAft>
                <a:spcPts val="0"/>
              </a:spcAft>
              <a:buClr>
                <a:schemeClr val="dk1"/>
              </a:buClr>
              <a:buSzPts val="1000"/>
              <a:buNone/>
              <a:defRPr sz="1000"/>
            </a:lvl4pPr>
            <a:lvl5pPr indent="-228600" lvl="4" marL="2286000" rtl="0" algn="l">
              <a:lnSpc>
                <a:spcPct val="90000"/>
              </a:lnSpc>
              <a:spcBef>
                <a:spcPts val="500"/>
              </a:spcBef>
              <a:spcAft>
                <a:spcPts val="0"/>
              </a:spcAft>
              <a:buClr>
                <a:schemeClr val="dk1"/>
              </a:buClr>
              <a:buSzPts val="1000"/>
              <a:buNone/>
              <a:defRPr sz="1000"/>
            </a:lvl5pPr>
            <a:lvl6pPr indent="-228600" lvl="5" marL="2743200" rtl="0" algn="l">
              <a:lnSpc>
                <a:spcPct val="90000"/>
              </a:lnSpc>
              <a:spcBef>
                <a:spcPts val="500"/>
              </a:spcBef>
              <a:spcAft>
                <a:spcPts val="0"/>
              </a:spcAft>
              <a:buClr>
                <a:schemeClr val="dk1"/>
              </a:buClr>
              <a:buSzPts val="1000"/>
              <a:buNone/>
              <a:defRPr sz="1000"/>
            </a:lvl6pPr>
            <a:lvl7pPr indent="-228600" lvl="6" marL="3200400" rtl="0" algn="l">
              <a:lnSpc>
                <a:spcPct val="90000"/>
              </a:lnSpc>
              <a:spcBef>
                <a:spcPts val="500"/>
              </a:spcBef>
              <a:spcAft>
                <a:spcPts val="0"/>
              </a:spcAft>
              <a:buClr>
                <a:schemeClr val="dk1"/>
              </a:buClr>
              <a:buSzPts val="1000"/>
              <a:buNone/>
              <a:defRPr sz="1000"/>
            </a:lvl7pPr>
            <a:lvl8pPr indent="-228600" lvl="7" marL="3657600" rtl="0" algn="l">
              <a:lnSpc>
                <a:spcPct val="90000"/>
              </a:lnSpc>
              <a:spcBef>
                <a:spcPts val="500"/>
              </a:spcBef>
              <a:spcAft>
                <a:spcPts val="0"/>
              </a:spcAft>
              <a:buClr>
                <a:schemeClr val="dk1"/>
              </a:buClr>
              <a:buSzPts val="1000"/>
              <a:buNone/>
              <a:defRPr sz="1000"/>
            </a:lvl8pPr>
            <a:lvl9pPr indent="-228600" lvl="8" marL="4114800" rtl="0" algn="l">
              <a:lnSpc>
                <a:spcPct val="90000"/>
              </a:lnSpc>
              <a:spcBef>
                <a:spcPts val="500"/>
              </a:spcBef>
              <a:spcAft>
                <a:spcPts val="0"/>
              </a:spcAft>
              <a:buClr>
                <a:schemeClr val="dk1"/>
              </a:buClr>
              <a:buSzPts val="1000"/>
              <a:buNone/>
              <a:defRPr sz="1000"/>
            </a:lvl9pPr>
          </a:lstStyle>
          <a:p/>
        </p:txBody>
      </p:sp>
      <p:sp>
        <p:nvSpPr>
          <p:cNvPr id="44" name="Google Shape;44;p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sz="1200">
                <a:solidFill>
                  <a:srgbClr val="898989"/>
                </a:solidFill>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5" name="Google Shape;45;p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6" name="Google Shape;46;p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Autofit/>
          </a:bodyPr>
          <a:lstStyle>
            <a:lvl1pPr lvl="0" rtl="0" algn="l">
              <a:lnSpc>
                <a:spcPct val="90000"/>
              </a:lnSpc>
              <a:spcBef>
                <a:spcPts val="0"/>
              </a:spcBef>
              <a:spcAft>
                <a:spcPts val="0"/>
              </a:spcAft>
              <a:buSzPts val="1400"/>
              <a:buNone/>
              <a:defRPr/>
            </a:lvl1pPr>
            <a:lvl2pPr lvl="1" rtl="0" algn="l">
              <a:lnSpc>
                <a:spcPct val="90000"/>
              </a:lnSpc>
              <a:spcBef>
                <a:spcPts val="0"/>
              </a:spcBef>
              <a:spcAft>
                <a:spcPts val="0"/>
              </a:spcAft>
              <a:buSzPts val="1400"/>
              <a:buNone/>
              <a:defRPr/>
            </a:lvl2pPr>
            <a:lvl3pPr lvl="2" rtl="0" algn="l">
              <a:lnSpc>
                <a:spcPct val="90000"/>
              </a:lnSpc>
              <a:spcBef>
                <a:spcPts val="0"/>
              </a:spcBef>
              <a:spcAft>
                <a:spcPts val="0"/>
              </a:spcAft>
              <a:buSzPts val="1400"/>
              <a:buNone/>
              <a:defRPr/>
            </a:lvl3pPr>
            <a:lvl4pPr lvl="3" rtl="0" algn="l">
              <a:lnSpc>
                <a:spcPct val="90000"/>
              </a:lnSpc>
              <a:spcBef>
                <a:spcPts val="0"/>
              </a:spcBef>
              <a:spcAft>
                <a:spcPts val="0"/>
              </a:spcAft>
              <a:buSzPts val="1400"/>
              <a:buNone/>
              <a:defRPr/>
            </a:lvl4pPr>
            <a:lvl5pPr lvl="4" rtl="0" algn="l">
              <a:lnSpc>
                <a:spcPct val="90000"/>
              </a:lnSpc>
              <a:spcBef>
                <a:spcPts val="0"/>
              </a:spcBef>
              <a:spcAft>
                <a:spcPts val="0"/>
              </a:spcAft>
              <a:buSzPts val="1400"/>
              <a:buNone/>
              <a:defRPr/>
            </a:lvl5pPr>
            <a:lvl6pPr lvl="5" rtl="0" algn="l">
              <a:lnSpc>
                <a:spcPct val="90000"/>
              </a:lnSpc>
              <a:spcBef>
                <a:spcPts val="0"/>
              </a:spcBef>
              <a:spcAft>
                <a:spcPts val="0"/>
              </a:spcAft>
              <a:buSzPts val="1400"/>
              <a:buNone/>
              <a:defRPr/>
            </a:lvl6pPr>
            <a:lvl7pPr lvl="6" rtl="0" algn="l">
              <a:lnSpc>
                <a:spcPct val="90000"/>
              </a:lnSpc>
              <a:spcBef>
                <a:spcPts val="0"/>
              </a:spcBef>
              <a:spcAft>
                <a:spcPts val="0"/>
              </a:spcAft>
              <a:buSzPts val="1400"/>
              <a:buNone/>
              <a:defRPr/>
            </a:lvl7pPr>
            <a:lvl8pPr lvl="7" rtl="0" algn="l">
              <a:lnSpc>
                <a:spcPct val="90000"/>
              </a:lnSpc>
              <a:spcBef>
                <a:spcPts val="0"/>
              </a:spcBef>
              <a:spcAft>
                <a:spcPts val="0"/>
              </a:spcAft>
              <a:buSzPts val="1400"/>
              <a:buNone/>
              <a:defRPr/>
            </a:lvl8pPr>
            <a:lvl9pPr lvl="8" rtl="0" algn="l">
              <a:lnSpc>
                <a:spcPct val="90000"/>
              </a:lnSpc>
              <a:spcBef>
                <a:spcPts val="0"/>
              </a:spcBef>
              <a:spcAft>
                <a:spcPts val="0"/>
              </a:spcAft>
              <a:buSzPts val="1400"/>
              <a:buNone/>
              <a:defRPr/>
            </a:lvl9pPr>
          </a:lstStyle>
          <a:p/>
        </p:txBody>
      </p:sp>
      <p:sp>
        <p:nvSpPr>
          <p:cNvPr id="49" name="Google Shape;49;p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sz="1200">
                <a:solidFill>
                  <a:srgbClr val="898989"/>
                </a:solidFill>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0" name="Google Shape;50;p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1" name="Google Shape;51;p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9"/>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Autofit/>
          </a:bodyPr>
          <a:lstStyle>
            <a:lvl1pPr lvl="0" rtl="0" algn="l">
              <a:lnSpc>
                <a:spcPct val="90000"/>
              </a:lnSpc>
              <a:spcBef>
                <a:spcPts val="0"/>
              </a:spcBef>
              <a:spcAft>
                <a:spcPts val="0"/>
              </a:spcAft>
              <a:buSzPts val="1400"/>
              <a:buNone/>
              <a:defRPr/>
            </a:lvl1pPr>
            <a:lvl2pPr lvl="1" rtl="0" algn="l">
              <a:lnSpc>
                <a:spcPct val="90000"/>
              </a:lnSpc>
              <a:spcBef>
                <a:spcPts val="0"/>
              </a:spcBef>
              <a:spcAft>
                <a:spcPts val="0"/>
              </a:spcAft>
              <a:buSzPts val="1400"/>
              <a:buNone/>
              <a:defRPr/>
            </a:lvl2pPr>
            <a:lvl3pPr lvl="2" rtl="0" algn="l">
              <a:lnSpc>
                <a:spcPct val="90000"/>
              </a:lnSpc>
              <a:spcBef>
                <a:spcPts val="0"/>
              </a:spcBef>
              <a:spcAft>
                <a:spcPts val="0"/>
              </a:spcAft>
              <a:buSzPts val="1400"/>
              <a:buNone/>
              <a:defRPr/>
            </a:lvl3pPr>
            <a:lvl4pPr lvl="3" rtl="0" algn="l">
              <a:lnSpc>
                <a:spcPct val="90000"/>
              </a:lnSpc>
              <a:spcBef>
                <a:spcPts val="0"/>
              </a:spcBef>
              <a:spcAft>
                <a:spcPts val="0"/>
              </a:spcAft>
              <a:buSzPts val="1400"/>
              <a:buNone/>
              <a:defRPr/>
            </a:lvl4pPr>
            <a:lvl5pPr lvl="4" rtl="0" algn="l">
              <a:lnSpc>
                <a:spcPct val="90000"/>
              </a:lnSpc>
              <a:spcBef>
                <a:spcPts val="0"/>
              </a:spcBef>
              <a:spcAft>
                <a:spcPts val="0"/>
              </a:spcAft>
              <a:buSzPts val="1400"/>
              <a:buNone/>
              <a:defRPr/>
            </a:lvl5pPr>
            <a:lvl6pPr lvl="5" rtl="0" algn="l">
              <a:lnSpc>
                <a:spcPct val="90000"/>
              </a:lnSpc>
              <a:spcBef>
                <a:spcPts val="0"/>
              </a:spcBef>
              <a:spcAft>
                <a:spcPts val="0"/>
              </a:spcAft>
              <a:buSzPts val="1400"/>
              <a:buNone/>
              <a:defRPr/>
            </a:lvl6pPr>
            <a:lvl7pPr lvl="6" rtl="0" algn="l">
              <a:lnSpc>
                <a:spcPct val="90000"/>
              </a:lnSpc>
              <a:spcBef>
                <a:spcPts val="0"/>
              </a:spcBef>
              <a:spcAft>
                <a:spcPts val="0"/>
              </a:spcAft>
              <a:buSzPts val="1400"/>
              <a:buNone/>
              <a:defRPr/>
            </a:lvl7pPr>
            <a:lvl8pPr lvl="7" rtl="0" algn="l">
              <a:lnSpc>
                <a:spcPct val="90000"/>
              </a:lnSpc>
              <a:spcBef>
                <a:spcPts val="0"/>
              </a:spcBef>
              <a:spcAft>
                <a:spcPts val="0"/>
              </a:spcAft>
              <a:buSzPts val="1400"/>
              <a:buNone/>
              <a:defRPr/>
            </a:lvl8pPr>
            <a:lvl9pPr lvl="8" rtl="0" algn="l">
              <a:lnSpc>
                <a:spcPct val="90000"/>
              </a:lnSpc>
              <a:spcBef>
                <a:spcPts val="0"/>
              </a:spcBef>
              <a:spcAft>
                <a:spcPts val="0"/>
              </a:spcAft>
              <a:buSzPts val="1400"/>
              <a:buNone/>
              <a:defRPr/>
            </a:lvl9pPr>
          </a:lstStyle>
          <a:p/>
        </p:txBody>
      </p:sp>
      <p:sp>
        <p:nvSpPr>
          <p:cNvPr id="54" name="Google Shape;54;p9"/>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Autofit/>
          </a:bodyPr>
          <a:lstStyle>
            <a:lvl1pPr indent="-228600" lvl="0" marL="457200" rtl="0" algn="l">
              <a:lnSpc>
                <a:spcPct val="90000"/>
              </a:lnSpc>
              <a:spcBef>
                <a:spcPts val="1000"/>
              </a:spcBef>
              <a:spcAft>
                <a:spcPts val="0"/>
              </a:spcAft>
              <a:buClr>
                <a:schemeClr val="dk1"/>
              </a:buClr>
              <a:buSzPts val="2400"/>
              <a:buNone/>
              <a:defRPr b="1" sz="2400"/>
            </a:lvl1pPr>
            <a:lvl2pPr indent="-228600" lvl="1" marL="914400" rtl="0" algn="l">
              <a:lnSpc>
                <a:spcPct val="90000"/>
              </a:lnSpc>
              <a:spcBef>
                <a:spcPts val="500"/>
              </a:spcBef>
              <a:spcAft>
                <a:spcPts val="0"/>
              </a:spcAft>
              <a:buClr>
                <a:schemeClr val="dk1"/>
              </a:buClr>
              <a:buSzPts val="2000"/>
              <a:buNone/>
              <a:defRPr b="1" sz="2000"/>
            </a:lvl2pPr>
            <a:lvl3pPr indent="-228600" lvl="2" marL="1371600" rtl="0" algn="l">
              <a:lnSpc>
                <a:spcPct val="90000"/>
              </a:lnSpc>
              <a:spcBef>
                <a:spcPts val="500"/>
              </a:spcBef>
              <a:spcAft>
                <a:spcPts val="0"/>
              </a:spcAft>
              <a:buClr>
                <a:schemeClr val="dk1"/>
              </a:buClr>
              <a:buSzPts val="1800"/>
              <a:buNone/>
              <a:defRPr b="1" sz="1800"/>
            </a:lvl3pPr>
            <a:lvl4pPr indent="-228600" lvl="3" marL="1828800" rtl="0" algn="l">
              <a:lnSpc>
                <a:spcPct val="90000"/>
              </a:lnSpc>
              <a:spcBef>
                <a:spcPts val="500"/>
              </a:spcBef>
              <a:spcAft>
                <a:spcPts val="0"/>
              </a:spcAft>
              <a:buClr>
                <a:schemeClr val="dk1"/>
              </a:buClr>
              <a:buSzPts val="1600"/>
              <a:buNone/>
              <a:defRPr b="1" sz="1600"/>
            </a:lvl4pPr>
            <a:lvl5pPr indent="-228600" lvl="4" marL="2286000" rtl="0" algn="l">
              <a:lnSpc>
                <a:spcPct val="90000"/>
              </a:lnSpc>
              <a:spcBef>
                <a:spcPts val="500"/>
              </a:spcBef>
              <a:spcAft>
                <a:spcPts val="0"/>
              </a:spcAft>
              <a:buClr>
                <a:schemeClr val="dk1"/>
              </a:buClr>
              <a:buSzPts val="1600"/>
              <a:buNone/>
              <a:defRPr b="1" sz="1600"/>
            </a:lvl5pPr>
            <a:lvl6pPr indent="-228600" lvl="5" marL="2743200" rtl="0" algn="l">
              <a:lnSpc>
                <a:spcPct val="90000"/>
              </a:lnSpc>
              <a:spcBef>
                <a:spcPts val="500"/>
              </a:spcBef>
              <a:spcAft>
                <a:spcPts val="0"/>
              </a:spcAft>
              <a:buClr>
                <a:schemeClr val="dk1"/>
              </a:buClr>
              <a:buSzPts val="1600"/>
              <a:buNone/>
              <a:defRPr b="1" sz="1600"/>
            </a:lvl6pPr>
            <a:lvl7pPr indent="-228600" lvl="6" marL="3200400" rtl="0" algn="l">
              <a:lnSpc>
                <a:spcPct val="90000"/>
              </a:lnSpc>
              <a:spcBef>
                <a:spcPts val="500"/>
              </a:spcBef>
              <a:spcAft>
                <a:spcPts val="0"/>
              </a:spcAft>
              <a:buClr>
                <a:schemeClr val="dk1"/>
              </a:buClr>
              <a:buSzPts val="1600"/>
              <a:buNone/>
              <a:defRPr b="1" sz="1600"/>
            </a:lvl7pPr>
            <a:lvl8pPr indent="-228600" lvl="7" marL="3657600" rtl="0" algn="l">
              <a:lnSpc>
                <a:spcPct val="90000"/>
              </a:lnSpc>
              <a:spcBef>
                <a:spcPts val="500"/>
              </a:spcBef>
              <a:spcAft>
                <a:spcPts val="0"/>
              </a:spcAft>
              <a:buClr>
                <a:schemeClr val="dk1"/>
              </a:buClr>
              <a:buSzPts val="1600"/>
              <a:buNone/>
              <a:defRPr b="1" sz="1600"/>
            </a:lvl8pPr>
            <a:lvl9pPr indent="-228600" lvl="8" marL="4114800" rtl="0" algn="l">
              <a:lnSpc>
                <a:spcPct val="90000"/>
              </a:lnSpc>
              <a:spcBef>
                <a:spcPts val="500"/>
              </a:spcBef>
              <a:spcAft>
                <a:spcPts val="0"/>
              </a:spcAft>
              <a:buClr>
                <a:schemeClr val="dk1"/>
              </a:buClr>
              <a:buSzPts val="1600"/>
              <a:buNone/>
              <a:defRPr b="1" sz="1600"/>
            </a:lvl9pPr>
          </a:lstStyle>
          <a:p/>
        </p:txBody>
      </p:sp>
      <p:sp>
        <p:nvSpPr>
          <p:cNvPr id="55" name="Google Shape;55;p9"/>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56" name="Google Shape;56;p9"/>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Autofit/>
          </a:bodyPr>
          <a:lstStyle>
            <a:lvl1pPr indent="-228600" lvl="0" marL="457200" rtl="0" algn="l">
              <a:lnSpc>
                <a:spcPct val="90000"/>
              </a:lnSpc>
              <a:spcBef>
                <a:spcPts val="1000"/>
              </a:spcBef>
              <a:spcAft>
                <a:spcPts val="0"/>
              </a:spcAft>
              <a:buClr>
                <a:schemeClr val="dk1"/>
              </a:buClr>
              <a:buSzPts val="2400"/>
              <a:buNone/>
              <a:defRPr b="1" sz="2400"/>
            </a:lvl1pPr>
            <a:lvl2pPr indent="-228600" lvl="1" marL="914400" rtl="0" algn="l">
              <a:lnSpc>
                <a:spcPct val="90000"/>
              </a:lnSpc>
              <a:spcBef>
                <a:spcPts val="500"/>
              </a:spcBef>
              <a:spcAft>
                <a:spcPts val="0"/>
              </a:spcAft>
              <a:buClr>
                <a:schemeClr val="dk1"/>
              </a:buClr>
              <a:buSzPts val="2000"/>
              <a:buNone/>
              <a:defRPr b="1" sz="2000"/>
            </a:lvl2pPr>
            <a:lvl3pPr indent="-228600" lvl="2" marL="1371600" rtl="0" algn="l">
              <a:lnSpc>
                <a:spcPct val="90000"/>
              </a:lnSpc>
              <a:spcBef>
                <a:spcPts val="500"/>
              </a:spcBef>
              <a:spcAft>
                <a:spcPts val="0"/>
              </a:spcAft>
              <a:buClr>
                <a:schemeClr val="dk1"/>
              </a:buClr>
              <a:buSzPts val="1800"/>
              <a:buNone/>
              <a:defRPr b="1" sz="1800"/>
            </a:lvl3pPr>
            <a:lvl4pPr indent="-228600" lvl="3" marL="1828800" rtl="0" algn="l">
              <a:lnSpc>
                <a:spcPct val="90000"/>
              </a:lnSpc>
              <a:spcBef>
                <a:spcPts val="500"/>
              </a:spcBef>
              <a:spcAft>
                <a:spcPts val="0"/>
              </a:spcAft>
              <a:buClr>
                <a:schemeClr val="dk1"/>
              </a:buClr>
              <a:buSzPts val="1600"/>
              <a:buNone/>
              <a:defRPr b="1" sz="1600"/>
            </a:lvl4pPr>
            <a:lvl5pPr indent="-228600" lvl="4" marL="2286000" rtl="0" algn="l">
              <a:lnSpc>
                <a:spcPct val="90000"/>
              </a:lnSpc>
              <a:spcBef>
                <a:spcPts val="500"/>
              </a:spcBef>
              <a:spcAft>
                <a:spcPts val="0"/>
              </a:spcAft>
              <a:buClr>
                <a:schemeClr val="dk1"/>
              </a:buClr>
              <a:buSzPts val="1600"/>
              <a:buNone/>
              <a:defRPr b="1" sz="1600"/>
            </a:lvl5pPr>
            <a:lvl6pPr indent="-228600" lvl="5" marL="2743200" rtl="0" algn="l">
              <a:lnSpc>
                <a:spcPct val="90000"/>
              </a:lnSpc>
              <a:spcBef>
                <a:spcPts val="500"/>
              </a:spcBef>
              <a:spcAft>
                <a:spcPts val="0"/>
              </a:spcAft>
              <a:buClr>
                <a:schemeClr val="dk1"/>
              </a:buClr>
              <a:buSzPts val="1600"/>
              <a:buNone/>
              <a:defRPr b="1" sz="1600"/>
            </a:lvl6pPr>
            <a:lvl7pPr indent="-228600" lvl="6" marL="3200400" rtl="0" algn="l">
              <a:lnSpc>
                <a:spcPct val="90000"/>
              </a:lnSpc>
              <a:spcBef>
                <a:spcPts val="500"/>
              </a:spcBef>
              <a:spcAft>
                <a:spcPts val="0"/>
              </a:spcAft>
              <a:buClr>
                <a:schemeClr val="dk1"/>
              </a:buClr>
              <a:buSzPts val="1600"/>
              <a:buNone/>
              <a:defRPr b="1" sz="1600"/>
            </a:lvl7pPr>
            <a:lvl8pPr indent="-228600" lvl="7" marL="3657600" rtl="0" algn="l">
              <a:lnSpc>
                <a:spcPct val="90000"/>
              </a:lnSpc>
              <a:spcBef>
                <a:spcPts val="500"/>
              </a:spcBef>
              <a:spcAft>
                <a:spcPts val="0"/>
              </a:spcAft>
              <a:buClr>
                <a:schemeClr val="dk1"/>
              </a:buClr>
              <a:buSzPts val="1600"/>
              <a:buNone/>
              <a:defRPr b="1" sz="1600"/>
            </a:lvl8pPr>
            <a:lvl9pPr indent="-228600" lvl="8" marL="4114800" rtl="0" algn="l">
              <a:lnSpc>
                <a:spcPct val="90000"/>
              </a:lnSpc>
              <a:spcBef>
                <a:spcPts val="500"/>
              </a:spcBef>
              <a:spcAft>
                <a:spcPts val="0"/>
              </a:spcAft>
              <a:buClr>
                <a:schemeClr val="dk1"/>
              </a:buClr>
              <a:buSzPts val="1600"/>
              <a:buNone/>
              <a:defRPr b="1" sz="1600"/>
            </a:lvl9pPr>
          </a:lstStyle>
          <a:p/>
        </p:txBody>
      </p:sp>
      <p:sp>
        <p:nvSpPr>
          <p:cNvPr id="57" name="Google Shape;57;p9"/>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58" name="Google Shape;58;p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sz="1200">
                <a:solidFill>
                  <a:srgbClr val="898989"/>
                </a:solidFill>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1" name="Shape 61"/>
        <p:cNvGrpSpPr/>
        <p:nvPr/>
      </p:nvGrpSpPr>
      <p:grpSpPr>
        <a:xfrm>
          <a:off x="0" y="0"/>
          <a:ext cx="0" cy="0"/>
          <a:chOff x="0" y="0"/>
          <a:chExt cx="0" cy="0"/>
        </a:xfrm>
      </p:grpSpPr>
      <p:sp>
        <p:nvSpPr>
          <p:cNvPr id="62" name="Google Shape;62;p1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Autofit/>
          </a:bodyPr>
          <a:lstStyle>
            <a:lvl1pPr lvl="0" rtl="0" algn="l">
              <a:lnSpc>
                <a:spcPct val="90000"/>
              </a:lnSpc>
              <a:spcBef>
                <a:spcPts val="0"/>
              </a:spcBef>
              <a:spcAft>
                <a:spcPts val="0"/>
              </a:spcAft>
              <a:buSzPts val="1400"/>
              <a:buNone/>
              <a:defRPr/>
            </a:lvl1pPr>
            <a:lvl2pPr lvl="1" rtl="0" algn="l">
              <a:lnSpc>
                <a:spcPct val="90000"/>
              </a:lnSpc>
              <a:spcBef>
                <a:spcPts val="0"/>
              </a:spcBef>
              <a:spcAft>
                <a:spcPts val="0"/>
              </a:spcAft>
              <a:buSzPts val="1400"/>
              <a:buNone/>
              <a:defRPr/>
            </a:lvl2pPr>
            <a:lvl3pPr lvl="2" rtl="0" algn="l">
              <a:lnSpc>
                <a:spcPct val="90000"/>
              </a:lnSpc>
              <a:spcBef>
                <a:spcPts val="0"/>
              </a:spcBef>
              <a:spcAft>
                <a:spcPts val="0"/>
              </a:spcAft>
              <a:buSzPts val="1400"/>
              <a:buNone/>
              <a:defRPr/>
            </a:lvl3pPr>
            <a:lvl4pPr lvl="3" rtl="0" algn="l">
              <a:lnSpc>
                <a:spcPct val="90000"/>
              </a:lnSpc>
              <a:spcBef>
                <a:spcPts val="0"/>
              </a:spcBef>
              <a:spcAft>
                <a:spcPts val="0"/>
              </a:spcAft>
              <a:buSzPts val="1400"/>
              <a:buNone/>
              <a:defRPr/>
            </a:lvl4pPr>
            <a:lvl5pPr lvl="4" rtl="0" algn="l">
              <a:lnSpc>
                <a:spcPct val="90000"/>
              </a:lnSpc>
              <a:spcBef>
                <a:spcPts val="0"/>
              </a:spcBef>
              <a:spcAft>
                <a:spcPts val="0"/>
              </a:spcAft>
              <a:buSzPts val="1400"/>
              <a:buNone/>
              <a:defRPr/>
            </a:lvl5pPr>
            <a:lvl6pPr lvl="5" rtl="0" algn="l">
              <a:lnSpc>
                <a:spcPct val="90000"/>
              </a:lnSpc>
              <a:spcBef>
                <a:spcPts val="0"/>
              </a:spcBef>
              <a:spcAft>
                <a:spcPts val="0"/>
              </a:spcAft>
              <a:buSzPts val="1400"/>
              <a:buNone/>
              <a:defRPr/>
            </a:lvl6pPr>
            <a:lvl7pPr lvl="6" rtl="0" algn="l">
              <a:lnSpc>
                <a:spcPct val="90000"/>
              </a:lnSpc>
              <a:spcBef>
                <a:spcPts val="0"/>
              </a:spcBef>
              <a:spcAft>
                <a:spcPts val="0"/>
              </a:spcAft>
              <a:buSzPts val="1400"/>
              <a:buNone/>
              <a:defRPr/>
            </a:lvl7pPr>
            <a:lvl8pPr lvl="7" rtl="0" algn="l">
              <a:lnSpc>
                <a:spcPct val="90000"/>
              </a:lnSpc>
              <a:spcBef>
                <a:spcPts val="0"/>
              </a:spcBef>
              <a:spcAft>
                <a:spcPts val="0"/>
              </a:spcAft>
              <a:buSzPts val="1400"/>
              <a:buNone/>
              <a:defRPr/>
            </a:lvl8pPr>
            <a:lvl9pPr lvl="8" rtl="0" algn="l">
              <a:lnSpc>
                <a:spcPct val="90000"/>
              </a:lnSpc>
              <a:spcBef>
                <a:spcPts val="0"/>
              </a:spcBef>
              <a:spcAft>
                <a:spcPts val="0"/>
              </a:spcAft>
              <a:buSzPts val="1400"/>
              <a:buNone/>
              <a:defRPr/>
            </a:lvl9pPr>
          </a:lstStyle>
          <a:p/>
        </p:txBody>
      </p:sp>
      <p:sp>
        <p:nvSpPr>
          <p:cNvPr id="63" name="Google Shape;63;p10"/>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64" name="Google Shape;64;p10"/>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Autofit/>
          </a:bodyPr>
          <a:lstStyle>
            <a:lvl1pPr indent="-342900" lvl="0" marL="457200" rtl="0" algn="l">
              <a:lnSpc>
                <a:spcPct val="90000"/>
              </a:lnSpc>
              <a:spcBef>
                <a:spcPts val="1000"/>
              </a:spcBef>
              <a:spcAft>
                <a:spcPts val="0"/>
              </a:spcAft>
              <a:buClr>
                <a:schemeClr val="dk1"/>
              </a:buClr>
              <a:buSzPts val="1800"/>
              <a:buChar char="•"/>
              <a:defRPr/>
            </a:lvl1pPr>
            <a:lvl2pPr indent="-342900" lvl="1" marL="914400" rtl="0" algn="l">
              <a:lnSpc>
                <a:spcPct val="90000"/>
              </a:lnSpc>
              <a:spcBef>
                <a:spcPts val="500"/>
              </a:spcBef>
              <a:spcAft>
                <a:spcPts val="0"/>
              </a:spcAft>
              <a:buClr>
                <a:schemeClr val="dk1"/>
              </a:buClr>
              <a:buSzPts val="1800"/>
              <a:buChar char="•"/>
              <a:defRPr/>
            </a:lvl2pPr>
            <a:lvl3pPr indent="-342900" lvl="2" marL="1371600" rtl="0" algn="l">
              <a:lnSpc>
                <a:spcPct val="90000"/>
              </a:lnSpc>
              <a:spcBef>
                <a:spcPts val="500"/>
              </a:spcBef>
              <a:spcAft>
                <a:spcPts val="0"/>
              </a:spcAft>
              <a:buClr>
                <a:schemeClr val="dk1"/>
              </a:buClr>
              <a:buSzPts val="1800"/>
              <a:buChar char="•"/>
              <a:defRPr/>
            </a:lvl3pPr>
            <a:lvl4pPr indent="-342900" lvl="3" marL="1828800" rtl="0" algn="l">
              <a:lnSpc>
                <a:spcPct val="90000"/>
              </a:lnSpc>
              <a:spcBef>
                <a:spcPts val="500"/>
              </a:spcBef>
              <a:spcAft>
                <a:spcPts val="0"/>
              </a:spcAft>
              <a:buClr>
                <a:schemeClr val="dk1"/>
              </a:buClr>
              <a:buSzPts val="1800"/>
              <a:buChar char="•"/>
              <a:defRPr/>
            </a:lvl4pPr>
            <a:lvl5pPr indent="-342900" lvl="4" marL="2286000" rtl="0" algn="l">
              <a:lnSpc>
                <a:spcPct val="90000"/>
              </a:lnSpc>
              <a:spcBef>
                <a:spcPts val="500"/>
              </a:spcBef>
              <a:spcAft>
                <a:spcPts val="0"/>
              </a:spcAft>
              <a:buClr>
                <a:schemeClr val="dk1"/>
              </a:buClr>
              <a:buSzPts val="1800"/>
              <a:buChar char="•"/>
              <a:defRPr/>
            </a:lvl5pPr>
            <a:lvl6pPr indent="-342900" lvl="5" marL="2743200" rtl="0" algn="l">
              <a:lnSpc>
                <a:spcPct val="90000"/>
              </a:lnSpc>
              <a:spcBef>
                <a:spcPts val="500"/>
              </a:spcBef>
              <a:spcAft>
                <a:spcPts val="0"/>
              </a:spcAft>
              <a:buClr>
                <a:schemeClr val="dk1"/>
              </a:buClr>
              <a:buSzPts val="1800"/>
              <a:buChar char="•"/>
              <a:defRPr/>
            </a:lvl6pPr>
            <a:lvl7pPr indent="-342900" lvl="6" marL="3200400" rtl="0" algn="l">
              <a:lnSpc>
                <a:spcPct val="90000"/>
              </a:lnSpc>
              <a:spcBef>
                <a:spcPts val="500"/>
              </a:spcBef>
              <a:spcAft>
                <a:spcPts val="0"/>
              </a:spcAft>
              <a:buClr>
                <a:schemeClr val="dk1"/>
              </a:buClr>
              <a:buSzPts val="1800"/>
              <a:buChar char="•"/>
              <a:defRPr/>
            </a:lvl7pPr>
            <a:lvl8pPr indent="-342900" lvl="7" marL="3657600" rtl="0" algn="l">
              <a:lnSpc>
                <a:spcPct val="90000"/>
              </a:lnSpc>
              <a:spcBef>
                <a:spcPts val="500"/>
              </a:spcBef>
              <a:spcAft>
                <a:spcPts val="0"/>
              </a:spcAft>
              <a:buClr>
                <a:schemeClr val="dk1"/>
              </a:buClr>
              <a:buSzPts val="1800"/>
              <a:buChar char="•"/>
              <a:defRPr/>
            </a:lvl8pPr>
            <a:lvl9pPr indent="-342900" lvl="8" marL="4114800" rtl="0" algn="l">
              <a:lnSpc>
                <a:spcPct val="90000"/>
              </a:lnSpc>
              <a:spcBef>
                <a:spcPts val="500"/>
              </a:spcBef>
              <a:spcAft>
                <a:spcPts val="0"/>
              </a:spcAft>
              <a:buClr>
                <a:schemeClr val="dk1"/>
              </a:buClr>
              <a:buSzPts val="1800"/>
              <a:buChar char="•"/>
              <a:defRPr/>
            </a:lvl9pPr>
          </a:lstStyle>
          <a:p/>
        </p:txBody>
      </p:sp>
      <p:sp>
        <p:nvSpPr>
          <p:cNvPr id="65" name="Google Shape;65;p1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sz="1200">
                <a:solidFill>
                  <a:srgbClr val="898989"/>
                </a:solidFill>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1"/>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Autofit/>
          </a:bodyPr>
          <a:lstStyle>
            <a:lvl1pPr lvl="0" rtl="0" algn="l">
              <a:lnSpc>
                <a:spcPct val="90000"/>
              </a:lnSpc>
              <a:spcBef>
                <a:spcPts val="0"/>
              </a:spcBef>
              <a:spcAft>
                <a:spcPts val="0"/>
              </a:spcAft>
              <a:buSzPts val="1400"/>
              <a:buNone/>
              <a:defRPr sz="6000"/>
            </a:lvl1pPr>
            <a:lvl2pPr lvl="1" rtl="0" algn="l">
              <a:lnSpc>
                <a:spcPct val="90000"/>
              </a:lnSpc>
              <a:spcBef>
                <a:spcPts val="0"/>
              </a:spcBef>
              <a:spcAft>
                <a:spcPts val="0"/>
              </a:spcAft>
              <a:buSzPts val="1400"/>
              <a:buNone/>
              <a:defRPr/>
            </a:lvl2pPr>
            <a:lvl3pPr lvl="2" rtl="0" algn="l">
              <a:lnSpc>
                <a:spcPct val="90000"/>
              </a:lnSpc>
              <a:spcBef>
                <a:spcPts val="0"/>
              </a:spcBef>
              <a:spcAft>
                <a:spcPts val="0"/>
              </a:spcAft>
              <a:buSzPts val="1400"/>
              <a:buNone/>
              <a:defRPr/>
            </a:lvl3pPr>
            <a:lvl4pPr lvl="3" rtl="0" algn="l">
              <a:lnSpc>
                <a:spcPct val="90000"/>
              </a:lnSpc>
              <a:spcBef>
                <a:spcPts val="0"/>
              </a:spcBef>
              <a:spcAft>
                <a:spcPts val="0"/>
              </a:spcAft>
              <a:buSzPts val="1400"/>
              <a:buNone/>
              <a:defRPr/>
            </a:lvl4pPr>
            <a:lvl5pPr lvl="4" rtl="0" algn="l">
              <a:lnSpc>
                <a:spcPct val="90000"/>
              </a:lnSpc>
              <a:spcBef>
                <a:spcPts val="0"/>
              </a:spcBef>
              <a:spcAft>
                <a:spcPts val="0"/>
              </a:spcAft>
              <a:buSzPts val="1400"/>
              <a:buNone/>
              <a:defRPr/>
            </a:lvl5pPr>
            <a:lvl6pPr lvl="5" rtl="0" algn="l">
              <a:lnSpc>
                <a:spcPct val="90000"/>
              </a:lnSpc>
              <a:spcBef>
                <a:spcPts val="0"/>
              </a:spcBef>
              <a:spcAft>
                <a:spcPts val="0"/>
              </a:spcAft>
              <a:buSzPts val="1400"/>
              <a:buNone/>
              <a:defRPr/>
            </a:lvl6pPr>
            <a:lvl7pPr lvl="6" rtl="0" algn="l">
              <a:lnSpc>
                <a:spcPct val="90000"/>
              </a:lnSpc>
              <a:spcBef>
                <a:spcPts val="0"/>
              </a:spcBef>
              <a:spcAft>
                <a:spcPts val="0"/>
              </a:spcAft>
              <a:buSzPts val="1400"/>
              <a:buNone/>
              <a:defRPr/>
            </a:lvl7pPr>
            <a:lvl8pPr lvl="7" rtl="0" algn="l">
              <a:lnSpc>
                <a:spcPct val="90000"/>
              </a:lnSpc>
              <a:spcBef>
                <a:spcPts val="0"/>
              </a:spcBef>
              <a:spcAft>
                <a:spcPts val="0"/>
              </a:spcAft>
              <a:buSzPts val="1400"/>
              <a:buNone/>
              <a:defRPr/>
            </a:lvl8pPr>
            <a:lvl9pPr lvl="8" rtl="0" algn="l">
              <a:lnSpc>
                <a:spcPct val="90000"/>
              </a:lnSpc>
              <a:spcBef>
                <a:spcPts val="0"/>
              </a:spcBef>
              <a:spcAft>
                <a:spcPts val="0"/>
              </a:spcAft>
              <a:buSzPts val="1400"/>
              <a:buNone/>
              <a:defRPr/>
            </a:lvl9pPr>
          </a:lstStyle>
          <a:p/>
        </p:txBody>
      </p:sp>
      <p:sp>
        <p:nvSpPr>
          <p:cNvPr id="70" name="Google Shape;70;p11"/>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Autofit/>
          </a:bodyPr>
          <a:lstStyle>
            <a:lvl1pPr indent="-228600" lvl="0" marL="457200" rtl="0" algn="l">
              <a:lnSpc>
                <a:spcPct val="90000"/>
              </a:lnSpc>
              <a:spcBef>
                <a:spcPts val="1000"/>
              </a:spcBef>
              <a:spcAft>
                <a:spcPts val="0"/>
              </a:spcAft>
              <a:buClr>
                <a:srgbClr val="888888"/>
              </a:buClr>
              <a:buSzPts val="2400"/>
              <a:buNone/>
              <a:defRPr sz="2400">
                <a:solidFill>
                  <a:srgbClr val="888888"/>
                </a:solidFill>
              </a:defRPr>
            </a:lvl1pPr>
            <a:lvl2pPr indent="-228600" lvl="1" marL="914400" rtl="0" algn="l">
              <a:lnSpc>
                <a:spcPct val="90000"/>
              </a:lnSpc>
              <a:spcBef>
                <a:spcPts val="500"/>
              </a:spcBef>
              <a:spcAft>
                <a:spcPts val="0"/>
              </a:spcAft>
              <a:buClr>
                <a:srgbClr val="888888"/>
              </a:buClr>
              <a:buSzPts val="2000"/>
              <a:buNone/>
              <a:defRPr sz="2000">
                <a:solidFill>
                  <a:srgbClr val="888888"/>
                </a:solidFill>
              </a:defRPr>
            </a:lvl2pPr>
            <a:lvl3pPr indent="-228600" lvl="2" marL="1371600" rtl="0" algn="l">
              <a:lnSpc>
                <a:spcPct val="90000"/>
              </a:lnSpc>
              <a:spcBef>
                <a:spcPts val="500"/>
              </a:spcBef>
              <a:spcAft>
                <a:spcPts val="0"/>
              </a:spcAft>
              <a:buClr>
                <a:srgbClr val="888888"/>
              </a:buClr>
              <a:buSzPts val="1800"/>
              <a:buNone/>
              <a:defRPr sz="1800">
                <a:solidFill>
                  <a:srgbClr val="888888"/>
                </a:solidFill>
              </a:defRPr>
            </a:lvl3pPr>
            <a:lvl4pPr indent="-228600" lvl="3" marL="1828800" rtl="0" algn="l">
              <a:lnSpc>
                <a:spcPct val="90000"/>
              </a:lnSpc>
              <a:spcBef>
                <a:spcPts val="500"/>
              </a:spcBef>
              <a:spcAft>
                <a:spcPts val="0"/>
              </a:spcAft>
              <a:buClr>
                <a:srgbClr val="888888"/>
              </a:buClr>
              <a:buSzPts val="1600"/>
              <a:buNone/>
              <a:defRPr sz="1600">
                <a:solidFill>
                  <a:srgbClr val="888888"/>
                </a:solidFill>
              </a:defRPr>
            </a:lvl4pPr>
            <a:lvl5pPr indent="-228600" lvl="4" marL="2286000" rtl="0" algn="l">
              <a:lnSpc>
                <a:spcPct val="90000"/>
              </a:lnSpc>
              <a:spcBef>
                <a:spcPts val="500"/>
              </a:spcBef>
              <a:spcAft>
                <a:spcPts val="0"/>
              </a:spcAft>
              <a:buClr>
                <a:srgbClr val="888888"/>
              </a:buClr>
              <a:buSzPts val="1600"/>
              <a:buNone/>
              <a:defRPr sz="1600">
                <a:solidFill>
                  <a:srgbClr val="888888"/>
                </a:solidFill>
              </a:defRPr>
            </a:lvl5pPr>
            <a:lvl6pPr indent="-228600" lvl="5" marL="2743200" rtl="0" algn="l">
              <a:lnSpc>
                <a:spcPct val="90000"/>
              </a:lnSpc>
              <a:spcBef>
                <a:spcPts val="500"/>
              </a:spcBef>
              <a:spcAft>
                <a:spcPts val="0"/>
              </a:spcAft>
              <a:buClr>
                <a:srgbClr val="888888"/>
              </a:buClr>
              <a:buSzPts val="1600"/>
              <a:buNone/>
              <a:defRPr sz="1600">
                <a:solidFill>
                  <a:srgbClr val="888888"/>
                </a:solidFill>
              </a:defRPr>
            </a:lvl6pPr>
            <a:lvl7pPr indent="-228600" lvl="6" marL="3200400" rtl="0" algn="l">
              <a:lnSpc>
                <a:spcPct val="90000"/>
              </a:lnSpc>
              <a:spcBef>
                <a:spcPts val="500"/>
              </a:spcBef>
              <a:spcAft>
                <a:spcPts val="0"/>
              </a:spcAft>
              <a:buClr>
                <a:srgbClr val="888888"/>
              </a:buClr>
              <a:buSzPts val="1600"/>
              <a:buNone/>
              <a:defRPr sz="1600">
                <a:solidFill>
                  <a:srgbClr val="888888"/>
                </a:solidFill>
              </a:defRPr>
            </a:lvl7pPr>
            <a:lvl8pPr indent="-228600" lvl="7" marL="3657600" rtl="0" algn="l">
              <a:lnSpc>
                <a:spcPct val="90000"/>
              </a:lnSpc>
              <a:spcBef>
                <a:spcPts val="500"/>
              </a:spcBef>
              <a:spcAft>
                <a:spcPts val="0"/>
              </a:spcAft>
              <a:buClr>
                <a:srgbClr val="888888"/>
              </a:buClr>
              <a:buSzPts val="1600"/>
              <a:buNone/>
              <a:defRPr sz="1600">
                <a:solidFill>
                  <a:srgbClr val="888888"/>
                </a:solidFill>
              </a:defRPr>
            </a:lvl8pPr>
            <a:lvl9pPr indent="-228600" lvl="8" marL="4114800" rtl="0" algn="l">
              <a:lnSpc>
                <a:spcPct val="90000"/>
              </a:lnSpc>
              <a:spcBef>
                <a:spcPts val="500"/>
              </a:spcBef>
              <a:spcAft>
                <a:spcPts val="0"/>
              </a:spcAft>
              <a:buClr>
                <a:srgbClr val="888888"/>
              </a:buClr>
              <a:buSzPts val="1600"/>
              <a:buNone/>
              <a:defRPr sz="1600">
                <a:solidFill>
                  <a:srgbClr val="888888"/>
                </a:solidFill>
              </a:defRPr>
            </a:lvl9pPr>
          </a:lstStyle>
          <a:p/>
        </p:txBody>
      </p:sp>
      <p:sp>
        <p:nvSpPr>
          <p:cNvPr id="71" name="Google Shape;71;p1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sz="1200">
                <a:solidFill>
                  <a:srgbClr val="898989"/>
                </a:solidFill>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4" name="Shape 74"/>
        <p:cNvGrpSpPr/>
        <p:nvPr/>
      </p:nvGrpSpPr>
      <p:grpSpPr>
        <a:xfrm>
          <a:off x="0" y="0"/>
          <a:ext cx="0" cy="0"/>
          <a:chOff x="0" y="0"/>
          <a:chExt cx="0" cy="0"/>
        </a:xfrm>
      </p:grpSpPr>
      <p:sp>
        <p:nvSpPr>
          <p:cNvPr id="75" name="Google Shape;75;p12"/>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Autofit/>
          </a:bodyPr>
          <a:lstStyle>
            <a:lvl1pPr lvl="0" rtl="0" algn="ctr">
              <a:lnSpc>
                <a:spcPct val="90000"/>
              </a:lnSpc>
              <a:spcBef>
                <a:spcPts val="0"/>
              </a:spcBef>
              <a:spcAft>
                <a:spcPts val="0"/>
              </a:spcAft>
              <a:buSzPts val="1400"/>
              <a:buNone/>
              <a:defRPr sz="6000"/>
            </a:lvl1pPr>
            <a:lvl2pPr lvl="1" rtl="0" algn="l">
              <a:lnSpc>
                <a:spcPct val="90000"/>
              </a:lnSpc>
              <a:spcBef>
                <a:spcPts val="0"/>
              </a:spcBef>
              <a:spcAft>
                <a:spcPts val="0"/>
              </a:spcAft>
              <a:buSzPts val="1400"/>
              <a:buNone/>
              <a:defRPr/>
            </a:lvl2pPr>
            <a:lvl3pPr lvl="2" rtl="0" algn="l">
              <a:lnSpc>
                <a:spcPct val="90000"/>
              </a:lnSpc>
              <a:spcBef>
                <a:spcPts val="0"/>
              </a:spcBef>
              <a:spcAft>
                <a:spcPts val="0"/>
              </a:spcAft>
              <a:buSzPts val="1400"/>
              <a:buNone/>
              <a:defRPr/>
            </a:lvl3pPr>
            <a:lvl4pPr lvl="3" rtl="0" algn="l">
              <a:lnSpc>
                <a:spcPct val="90000"/>
              </a:lnSpc>
              <a:spcBef>
                <a:spcPts val="0"/>
              </a:spcBef>
              <a:spcAft>
                <a:spcPts val="0"/>
              </a:spcAft>
              <a:buSzPts val="1400"/>
              <a:buNone/>
              <a:defRPr/>
            </a:lvl4pPr>
            <a:lvl5pPr lvl="4" rtl="0" algn="l">
              <a:lnSpc>
                <a:spcPct val="90000"/>
              </a:lnSpc>
              <a:spcBef>
                <a:spcPts val="0"/>
              </a:spcBef>
              <a:spcAft>
                <a:spcPts val="0"/>
              </a:spcAft>
              <a:buSzPts val="1400"/>
              <a:buNone/>
              <a:defRPr/>
            </a:lvl5pPr>
            <a:lvl6pPr lvl="5" rtl="0" algn="l">
              <a:lnSpc>
                <a:spcPct val="90000"/>
              </a:lnSpc>
              <a:spcBef>
                <a:spcPts val="0"/>
              </a:spcBef>
              <a:spcAft>
                <a:spcPts val="0"/>
              </a:spcAft>
              <a:buSzPts val="1400"/>
              <a:buNone/>
              <a:defRPr/>
            </a:lvl6pPr>
            <a:lvl7pPr lvl="6" rtl="0" algn="l">
              <a:lnSpc>
                <a:spcPct val="90000"/>
              </a:lnSpc>
              <a:spcBef>
                <a:spcPts val="0"/>
              </a:spcBef>
              <a:spcAft>
                <a:spcPts val="0"/>
              </a:spcAft>
              <a:buSzPts val="1400"/>
              <a:buNone/>
              <a:defRPr/>
            </a:lvl7pPr>
            <a:lvl8pPr lvl="7" rtl="0" algn="l">
              <a:lnSpc>
                <a:spcPct val="90000"/>
              </a:lnSpc>
              <a:spcBef>
                <a:spcPts val="0"/>
              </a:spcBef>
              <a:spcAft>
                <a:spcPts val="0"/>
              </a:spcAft>
              <a:buSzPts val="1400"/>
              <a:buNone/>
              <a:defRPr/>
            </a:lvl8pPr>
            <a:lvl9pPr lvl="8" rtl="0" algn="l">
              <a:lnSpc>
                <a:spcPct val="90000"/>
              </a:lnSpc>
              <a:spcBef>
                <a:spcPts val="0"/>
              </a:spcBef>
              <a:spcAft>
                <a:spcPts val="0"/>
              </a:spcAft>
              <a:buSzPts val="1400"/>
              <a:buNone/>
              <a:defRPr/>
            </a:lvl9pPr>
          </a:lstStyle>
          <a:p/>
        </p:txBody>
      </p:sp>
      <p:sp>
        <p:nvSpPr>
          <p:cNvPr id="76" name="Google Shape;76;p12"/>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Autofit/>
          </a:bodyPr>
          <a:lstStyle>
            <a:lvl1pPr lvl="0" rtl="0" algn="ctr">
              <a:lnSpc>
                <a:spcPct val="90000"/>
              </a:lnSpc>
              <a:spcBef>
                <a:spcPts val="1000"/>
              </a:spcBef>
              <a:spcAft>
                <a:spcPts val="0"/>
              </a:spcAft>
              <a:buClr>
                <a:schemeClr val="dk1"/>
              </a:buClr>
              <a:buSzPts val="2400"/>
              <a:buNone/>
              <a:defRPr sz="2400"/>
            </a:lvl1pPr>
            <a:lvl2pPr lvl="1" rtl="0" algn="ctr">
              <a:lnSpc>
                <a:spcPct val="90000"/>
              </a:lnSpc>
              <a:spcBef>
                <a:spcPts val="500"/>
              </a:spcBef>
              <a:spcAft>
                <a:spcPts val="0"/>
              </a:spcAft>
              <a:buClr>
                <a:schemeClr val="dk1"/>
              </a:buClr>
              <a:buSzPts val="2000"/>
              <a:buNone/>
              <a:defRPr sz="2000"/>
            </a:lvl2pPr>
            <a:lvl3pPr lvl="2" rtl="0" algn="ctr">
              <a:lnSpc>
                <a:spcPct val="90000"/>
              </a:lnSpc>
              <a:spcBef>
                <a:spcPts val="500"/>
              </a:spcBef>
              <a:spcAft>
                <a:spcPts val="0"/>
              </a:spcAft>
              <a:buClr>
                <a:schemeClr val="dk1"/>
              </a:buClr>
              <a:buSzPts val="1800"/>
              <a:buNone/>
              <a:defRPr sz="1800"/>
            </a:lvl3pPr>
            <a:lvl4pPr lvl="3" rtl="0" algn="ctr">
              <a:lnSpc>
                <a:spcPct val="90000"/>
              </a:lnSpc>
              <a:spcBef>
                <a:spcPts val="500"/>
              </a:spcBef>
              <a:spcAft>
                <a:spcPts val="0"/>
              </a:spcAft>
              <a:buClr>
                <a:schemeClr val="dk1"/>
              </a:buClr>
              <a:buSzPts val="1600"/>
              <a:buNone/>
              <a:defRPr sz="1600"/>
            </a:lvl4pPr>
            <a:lvl5pPr lvl="4" rtl="0" algn="ctr">
              <a:lnSpc>
                <a:spcPct val="90000"/>
              </a:lnSpc>
              <a:spcBef>
                <a:spcPts val="500"/>
              </a:spcBef>
              <a:spcAft>
                <a:spcPts val="0"/>
              </a:spcAft>
              <a:buClr>
                <a:schemeClr val="dk1"/>
              </a:buClr>
              <a:buSzPts val="1600"/>
              <a:buNone/>
              <a:defRPr sz="1600"/>
            </a:lvl5pPr>
            <a:lvl6pPr lvl="5" rtl="0" algn="ctr">
              <a:lnSpc>
                <a:spcPct val="90000"/>
              </a:lnSpc>
              <a:spcBef>
                <a:spcPts val="500"/>
              </a:spcBef>
              <a:spcAft>
                <a:spcPts val="0"/>
              </a:spcAft>
              <a:buClr>
                <a:schemeClr val="dk1"/>
              </a:buClr>
              <a:buSzPts val="1600"/>
              <a:buNone/>
              <a:defRPr sz="1600"/>
            </a:lvl6pPr>
            <a:lvl7pPr lvl="6" rtl="0" algn="ctr">
              <a:lnSpc>
                <a:spcPct val="90000"/>
              </a:lnSpc>
              <a:spcBef>
                <a:spcPts val="500"/>
              </a:spcBef>
              <a:spcAft>
                <a:spcPts val="0"/>
              </a:spcAft>
              <a:buClr>
                <a:schemeClr val="dk1"/>
              </a:buClr>
              <a:buSzPts val="1600"/>
              <a:buNone/>
              <a:defRPr sz="1600"/>
            </a:lvl7pPr>
            <a:lvl8pPr lvl="7" rtl="0" algn="ctr">
              <a:lnSpc>
                <a:spcPct val="90000"/>
              </a:lnSpc>
              <a:spcBef>
                <a:spcPts val="500"/>
              </a:spcBef>
              <a:spcAft>
                <a:spcPts val="0"/>
              </a:spcAft>
              <a:buClr>
                <a:schemeClr val="dk1"/>
              </a:buClr>
              <a:buSzPts val="1600"/>
              <a:buNone/>
              <a:defRPr sz="1600"/>
            </a:lvl8pPr>
            <a:lvl9pPr lvl="8" rtl="0" algn="ctr">
              <a:lnSpc>
                <a:spcPct val="90000"/>
              </a:lnSpc>
              <a:spcBef>
                <a:spcPts val="500"/>
              </a:spcBef>
              <a:spcAft>
                <a:spcPts val="0"/>
              </a:spcAft>
              <a:buClr>
                <a:schemeClr val="dk1"/>
              </a:buClr>
              <a:buSzPts val="1600"/>
              <a:buNone/>
              <a:defRPr sz="1600"/>
            </a:lvl9pPr>
          </a:lstStyle>
          <a:p/>
        </p:txBody>
      </p:sp>
      <p:sp>
        <p:nvSpPr>
          <p:cNvPr id="77" name="Google Shape;77;p1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sz="1200">
                <a:solidFill>
                  <a:srgbClr val="898989"/>
                </a:solidFill>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7" name="Google Shape;7;p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3"/>
          <p:cNvPicPr preferRelativeResize="0"/>
          <p:nvPr>
            <p:ph idx="1" type="body"/>
          </p:nvPr>
        </p:nvPicPr>
        <p:blipFill rotWithShape="1">
          <a:blip r:embed="rId3">
            <a:alphaModFix/>
          </a:blip>
          <a:srcRect b="0" l="0" r="0" t="0"/>
          <a:stretch/>
        </p:blipFill>
        <p:spPr>
          <a:xfrm>
            <a:off x="0" y="1282700"/>
            <a:ext cx="11996700" cy="5575200"/>
          </a:xfrm>
          <a:prstGeom prst="rect">
            <a:avLst/>
          </a:prstGeom>
          <a:noFill/>
          <a:ln>
            <a:noFill/>
          </a:ln>
        </p:spPr>
      </p:pic>
      <p:sp>
        <p:nvSpPr>
          <p:cNvPr id="85" name="Google Shape;85;p13"/>
          <p:cNvSpPr txBox="1"/>
          <p:nvPr/>
        </p:nvSpPr>
        <p:spPr>
          <a:xfrm flipH="1">
            <a:off x="1069962" y="0"/>
            <a:ext cx="10695000" cy="769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400"/>
              <a:buFont typeface="Calibri"/>
              <a:buNone/>
            </a:pPr>
            <a:r>
              <a:rPr b="1" i="0" lang="en-US" sz="4400" u="none" cap="none" strike="noStrike">
                <a:solidFill>
                  <a:schemeClr val="dk1"/>
                </a:solidFill>
                <a:latin typeface="Calibri"/>
                <a:ea typeface="Calibri"/>
                <a:cs typeface="Calibri"/>
                <a:sym typeface="Calibri"/>
              </a:rPr>
              <a:t>SHORTEST PATH IN THE GRAPH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txBox="1"/>
          <p:nvPr>
            <p:ph idx="1" type="body"/>
          </p:nvPr>
        </p:nvSpPr>
        <p:spPr>
          <a:xfrm>
            <a:off x="0" y="0"/>
            <a:ext cx="12192000" cy="68580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8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 Negative cycle corresponds to profitable sequence of transaction. Buy from i1, sell it to i2, buy from i2 and sell it to i3 and so on arriving back to i1 with a net profit.</a:t>
            </a:r>
            <a:endParaRPr/>
          </a:p>
          <a:p>
            <a:pPr indent="-50800" lvl="0" marL="228600" marR="0" rtl="0" algn="l">
              <a:lnSpc>
                <a:spcPct val="8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 we can build an s-t path of arbitrarily negative cost: we ﬁrst use Ps to get to the negative cycle C, then we go around C as many times as we want, and then we use Pt to get from C to the destination t.</a:t>
            </a:r>
            <a:endParaRPr/>
          </a:p>
          <a:p>
            <a:pPr indent="-50800" lvl="0" marL="228600" marR="0" rtl="0" algn="l">
              <a:lnSpc>
                <a:spcPct val="8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  </a:t>
            </a:r>
            <a:endParaRPr/>
          </a:p>
          <a:p>
            <a:pPr indent="-50800" lvl="0" marL="228600" marR="0" rtl="0" algn="l">
              <a:lnSpc>
                <a:spcPct val="8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50800" lvl="0" marL="228600" marR="0" rtl="0" algn="l">
              <a:lnSpc>
                <a:spcPct val="8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50800" lvl="0" marL="228600" marR="0" rtl="0" algn="l">
              <a:lnSpc>
                <a:spcPct val="8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50800" lvl="0" marL="228600" marR="0" rtl="0" algn="l">
              <a:lnSpc>
                <a:spcPct val="8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 We will use dynamic programming to solve the problem of finding shortest path from s to t, when there are negative edge costs but no negative cycles. </a:t>
            </a:r>
            <a:endParaRPr/>
          </a:p>
        </p:txBody>
      </p:sp>
      <p:pic>
        <p:nvPicPr>
          <p:cNvPr id="91" name="Google Shape;91;p14"/>
          <p:cNvPicPr preferRelativeResize="0"/>
          <p:nvPr/>
        </p:nvPicPr>
        <p:blipFill rotWithShape="1">
          <a:blip r:embed="rId3">
            <a:alphaModFix/>
          </a:blip>
          <a:srcRect b="0" l="0" r="0" t="0"/>
          <a:stretch/>
        </p:blipFill>
        <p:spPr>
          <a:xfrm>
            <a:off x="1146175" y="3073400"/>
            <a:ext cx="9417050" cy="189388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ph type="title"/>
          </p:nvPr>
        </p:nvSpPr>
        <p:spPr>
          <a:xfrm>
            <a:off x="463550" y="0"/>
            <a:ext cx="11245800" cy="7635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Bellman Ford </a:t>
            </a:r>
            <a:endParaRPr/>
          </a:p>
        </p:txBody>
      </p:sp>
      <p:sp>
        <p:nvSpPr>
          <p:cNvPr id="97" name="Google Shape;97;p15"/>
          <p:cNvSpPr txBox="1"/>
          <p:nvPr>
            <p:ph idx="1" type="body"/>
          </p:nvPr>
        </p:nvSpPr>
        <p:spPr>
          <a:xfrm>
            <a:off x="0" y="763587"/>
            <a:ext cx="12192000" cy="59784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a:t>
            </a:r>
            <a:endParaRPr/>
          </a:p>
        </p:txBody>
      </p:sp>
      <p:pic>
        <p:nvPicPr>
          <p:cNvPr id="98" name="Google Shape;98;p15"/>
          <p:cNvPicPr preferRelativeResize="0"/>
          <p:nvPr/>
        </p:nvPicPr>
        <p:blipFill rotWithShape="1">
          <a:blip r:embed="rId3">
            <a:alphaModFix/>
          </a:blip>
          <a:srcRect b="0" l="0" r="0" t="0"/>
          <a:stretch/>
        </p:blipFill>
        <p:spPr>
          <a:xfrm>
            <a:off x="3471862" y="763587"/>
            <a:ext cx="5973762" cy="536098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idx="1" type="body"/>
          </p:nvPr>
        </p:nvSpPr>
        <p:spPr>
          <a:xfrm>
            <a:off x="0" y="0"/>
            <a:ext cx="12192000" cy="6858000"/>
          </a:xfrm>
          <a:prstGeom prst="rect">
            <a:avLst/>
          </a:prstGeom>
          <a:noFill/>
          <a:ln>
            <a:noFill/>
          </a:ln>
        </p:spPr>
        <p:txBody>
          <a:bodyPr anchorCtr="0" anchor="t" bIns="45700" lIns="91425" spcFirstLastPara="1" rIns="91425" wrap="square" tIns="45700">
            <a:normAutofit/>
          </a:bodyPr>
          <a:lstStyle/>
          <a:p>
            <a:pPr indent="-254000" lvl="0" marL="228600" marR="0" rtl="0" algn="l">
              <a:lnSpc>
                <a:spcPct val="90000"/>
              </a:lnSpc>
              <a:spcBef>
                <a:spcPts val="0"/>
              </a:spcBef>
              <a:spcAft>
                <a:spcPts val="0"/>
              </a:spcAft>
              <a:buClr>
                <a:schemeClr val="dk1"/>
              </a:buClr>
              <a:buSzPts val="4000"/>
              <a:buFont typeface="Arial"/>
              <a:buChar char="•"/>
            </a:pPr>
            <a:r>
              <a:rPr b="0" i="0" lang="en-US" sz="4000" u="none" cap="none" strike="noStrike">
                <a:solidFill>
                  <a:schemeClr val="dk1"/>
                </a:solidFill>
                <a:latin typeface="Calibri"/>
                <a:ea typeface="Calibri"/>
                <a:cs typeface="Calibri"/>
                <a:sym typeface="Calibri"/>
              </a:rPr>
              <a:t> M(i,v) = min( M[i-1,v], ( min[i-1,w] + Cvw) )  W Ԑ V</a:t>
            </a:r>
            <a:endParaRPr/>
          </a:p>
          <a:p>
            <a:pPr indent="0" lvl="0" marL="228600" marR="0" rtl="0" algn="l">
              <a:lnSpc>
                <a:spcPct val="90000"/>
              </a:lnSpc>
              <a:spcBef>
                <a:spcPts val="1000"/>
              </a:spcBef>
              <a:spcAft>
                <a:spcPts val="0"/>
              </a:spcAft>
              <a:buClr>
                <a:schemeClr val="dk1"/>
              </a:buClr>
              <a:buSzPts val="4000"/>
              <a:buFont typeface="Arial"/>
              <a:buNone/>
            </a:pPr>
            <a:r>
              <a:t/>
            </a:r>
            <a:endParaRPr b="0" i="0" sz="4000" u="none" cap="none" strike="noStrike">
              <a:solidFill>
                <a:schemeClr val="dk1"/>
              </a:solidFill>
              <a:latin typeface="Calibri"/>
              <a:ea typeface="Calibri"/>
              <a:cs typeface="Calibri"/>
              <a:sym typeface="Calibri"/>
            </a:endParaRPr>
          </a:p>
          <a:p>
            <a:pPr indent="-254000" lvl="0" marL="228600" marR="0" rtl="0" algn="l">
              <a:lnSpc>
                <a:spcPct val="90000"/>
              </a:lnSpc>
              <a:spcBef>
                <a:spcPts val="1000"/>
              </a:spcBef>
              <a:spcAft>
                <a:spcPts val="0"/>
              </a:spcAft>
              <a:buClr>
                <a:schemeClr val="dk1"/>
              </a:buClr>
              <a:buSzPts val="4000"/>
              <a:buFont typeface="Arial"/>
              <a:buChar char="•"/>
            </a:pPr>
            <a:r>
              <a:rPr b="0" i="0" lang="en-US" sz="4000" u="none" cap="none" strike="noStrike">
                <a:solidFill>
                  <a:schemeClr val="dk1"/>
                </a:solidFill>
                <a:latin typeface="Calibri"/>
                <a:ea typeface="Calibri"/>
                <a:cs typeface="Calibri"/>
                <a:sym typeface="Calibri"/>
              </a:rPr>
              <a:t> M(2,a)= min(M[1,a], min([1,t]+-3)       </a:t>
            </a:r>
            <a:r>
              <a:rPr b="0" i="0" lang="en-US" sz="3200" u="none" cap="none" strike="noStrike">
                <a:solidFill>
                  <a:schemeClr val="dk1"/>
                </a:solidFill>
                <a:latin typeface="Calibri"/>
                <a:ea typeface="Calibri"/>
                <a:cs typeface="Calibri"/>
                <a:sym typeface="Calibri"/>
              </a:rPr>
              <a:t> (-3    ,  0 -  3)  = -3</a:t>
            </a:r>
            <a:endParaRPr b="0" i="0" sz="30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4000"/>
              <a:buFont typeface="Arial"/>
              <a:buNone/>
            </a:pPr>
            <a:r>
              <a:rPr b="0" i="0" lang="en-US" sz="4000" u="none" cap="none" strike="noStrike">
                <a:solidFill>
                  <a:schemeClr val="dk1"/>
                </a:solidFill>
                <a:latin typeface="Calibri"/>
                <a:ea typeface="Calibri"/>
                <a:cs typeface="Calibri"/>
                <a:sym typeface="Calibri"/>
              </a:rPr>
              <a:t>					 min([1,b]+-4) )    </a:t>
            </a:r>
            <a:r>
              <a:rPr b="0" i="0" lang="en-US" sz="3200" u="none" cap="none" strike="noStrike">
                <a:solidFill>
                  <a:schemeClr val="dk1"/>
                </a:solidFill>
                <a:latin typeface="Calibri"/>
                <a:ea typeface="Calibri"/>
                <a:cs typeface="Calibri"/>
                <a:sym typeface="Calibri"/>
              </a:rPr>
              <a:t>(-3    ,  ∞ - 4) = -3</a:t>
            </a:r>
            <a:endParaRPr/>
          </a:p>
          <a:p>
            <a:pPr indent="-228600" lvl="0" marL="228600" marR="0" rtl="0" algn="l">
              <a:lnSpc>
                <a:spcPct val="90000"/>
              </a:lnSpc>
              <a:spcBef>
                <a:spcPts val="1000"/>
              </a:spcBef>
              <a:spcAft>
                <a:spcPts val="0"/>
              </a:spcAft>
              <a:buClr>
                <a:schemeClr val="dk1"/>
              </a:buClr>
              <a:buSzPts val="3200"/>
              <a:buFont typeface="Arial"/>
              <a:buNone/>
            </a:pPr>
            <a:r>
              <a:t/>
            </a:r>
            <a:endParaRPr b="0" i="0" sz="32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 M(2,b)= min(M[1,b], min([1,d]+-1)       </a:t>
            </a:r>
            <a:r>
              <a:rPr b="0" i="0" lang="en-US" sz="2400" u="none" cap="none" strike="noStrike">
                <a:solidFill>
                  <a:schemeClr val="dk1"/>
                </a:solidFill>
                <a:latin typeface="Calibri"/>
                <a:ea typeface="Calibri"/>
                <a:cs typeface="Calibri"/>
                <a:sym typeface="Calibri"/>
              </a:rPr>
              <a:t> (∞    ,  4 -  1)  = 3</a:t>
            </a:r>
            <a:endParaRPr b="0" i="0" sz="24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3200"/>
              <a:buFont typeface="Arial"/>
              <a:buNone/>
            </a:pPr>
            <a:r>
              <a:rPr b="0" i="0" lang="en-US" sz="3200" u="none" cap="none" strike="noStrike">
                <a:solidFill>
                  <a:schemeClr val="dk1"/>
                </a:solidFill>
                <a:latin typeface="Calibri"/>
                <a:ea typeface="Calibri"/>
                <a:cs typeface="Calibri"/>
                <a:sym typeface="Calibri"/>
              </a:rPr>
              <a:t>			            min([1,e]+-2) )     </a:t>
            </a:r>
            <a:r>
              <a:rPr b="0" i="0" lang="en-US" sz="2400" u="none" cap="none" strike="noStrike">
                <a:solidFill>
                  <a:schemeClr val="dk1"/>
                </a:solidFill>
                <a:latin typeface="Calibri"/>
                <a:ea typeface="Calibri"/>
                <a:cs typeface="Calibri"/>
                <a:sym typeface="Calibri"/>
              </a:rPr>
              <a:t>(∞   ,  2 - 2) = 0</a:t>
            </a:r>
            <a:endParaRPr/>
          </a:p>
          <a:p>
            <a:pPr indent="-228600" lvl="0" marL="22860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M(2,c)= min(M[1,c], min([1,t]+3)       </a:t>
            </a:r>
            <a:r>
              <a:rPr b="0" i="0" lang="en-US" sz="1800" u="none" cap="none" strike="noStrike">
                <a:solidFill>
                  <a:schemeClr val="dk1"/>
                </a:solidFill>
                <a:latin typeface="Calibri"/>
                <a:ea typeface="Calibri"/>
                <a:cs typeface="Calibri"/>
                <a:sym typeface="Calibri"/>
              </a:rPr>
              <a:t> (3    ,  0+8)  = 3</a:t>
            </a:r>
            <a:endParaRPr/>
          </a:p>
          <a:p>
            <a:pPr indent="-228600" lvl="0" marL="228600" marR="0" rtl="0" algn="l">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	                           min([1,b]+8) )     </a:t>
            </a:r>
            <a:r>
              <a:rPr b="0" i="0" lang="en-US" sz="1800" u="none" cap="none" strike="noStrike">
                <a:solidFill>
                  <a:schemeClr val="dk1"/>
                </a:solidFill>
                <a:latin typeface="Calibri"/>
                <a:ea typeface="Calibri"/>
                <a:cs typeface="Calibri"/>
                <a:sym typeface="Calibri"/>
              </a:rPr>
              <a:t>(3   ,  0+3) =   3</a:t>
            </a:r>
            <a:endParaRPr/>
          </a:p>
          <a:p>
            <a:pPr indent="-228600" lvl="0" marL="228600" marR="0" rtl="0" algn="l">
              <a:lnSpc>
                <a:spcPct val="90000"/>
              </a:lnSpc>
              <a:spcBef>
                <a:spcPts val="100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M(2,d)= min(M[1,d], min([1,t]+4)       </a:t>
            </a:r>
            <a:r>
              <a:rPr b="0" i="0" lang="en-US" sz="1400" u="none" cap="none" strike="noStrike">
                <a:solidFill>
                  <a:schemeClr val="dk1"/>
                </a:solidFill>
                <a:latin typeface="Calibri"/>
                <a:ea typeface="Calibri"/>
                <a:cs typeface="Calibri"/>
                <a:sym typeface="Calibri"/>
              </a:rPr>
              <a:t> (4    ,  - 3+6)  = 3</a:t>
            </a:r>
            <a:endParaRPr/>
          </a:p>
          <a:p>
            <a:pPr indent="-228600" lvl="0" marL="228600" marR="0" rtl="0" algn="l">
              <a:lnSpc>
                <a:spcPct val="90000"/>
              </a:lnSpc>
              <a:spcBef>
                <a:spcPts val="1000"/>
              </a:spcBef>
              <a:spcAft>
                <a:spcPts val="0"/>
              </a:spcAft>
              <a:buClr>
                <a:schemeClr val="dk1"/>
              </a:buClr>
              <a:buSzPts val="1800"/>
              <a:buFont typeface="Arial"/>
              <a:buNone/>
            </a:pPr>
            <a:r>
              <a:rPr b="0" i="0" lang="en-US" sz="1800" u="none" cap="none" strike="noStrike">
                <a:solidFill>
                  <a:schemeClr val="dk1"/>
                </a:solidFill>
                <a:latin typeface="Calibri"/>
                <a:ea typeface="Calibri"/>
                <a:cs typeface="Calibri"/>
                <a:sym typeface="Calibri"/>
              </a:rPr>
              <a:t>		       min([1,a]+6) )     </a:t>
            </a:r>
            <a:r>
              <a:rPr b="0" i="0" lang="en-US" sz="1400" u="none" cap="none" strike="noStrike">
                <a:solidFill>
                  <a:schemeClr val="dk1"/>
                </a:solidFill>
                <a:latin typeface="Calibri"/>
                <a:ea typeface="Calibri"/>
                <a:cs typeface="Calibri"/>
                <a:sym typeface="Calibri"/>
              </a:rPr>
              <a:t>(4  ,      0+4)  = 4</a:t>
            </a:r>
            <a:endParaRPr b="0" i="0" sz="14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76200" lvl="0" marL="228600" marR="0" rtl="0" algn="l">
              <a:lnSpc>
                <a:spcPct val="90000"/>
              </a:lnSpc>
              <a:spcBef>
                <a:spcPts val="100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7"/>
          <p:cNvSpPr txBox="1"/>
          <p:nvPr>
            <p:ph idx="1" type="body"/>
          </p:nvPr>
        </p:nvSpPr>
        <p:spPr>
          <a:xfrm>
            <a:off x="0" y="0"/>
            <a:ext cx="12192000" cy="68580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70000"/>
              </a:lnSpc>
              <a:spcBef>
                <a:spcPts val="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 Min(2,e) = min(2, 3-3) =0</a:t>
            </a:r>
            <a:endParaRPr/>
          </a:p>
          <a:p>
            <a:pPr indent="-228600" lvl="0" marL="228600" marR="0" rtl="0" algn="l">
              <a:lnSpc>
                <a:spcPct val="70000"/>
              </a:lnSpc>
              <a:spcBef>
                <a:spcPts val="1000"/>
              </a:spcBef>
              <a:spcAft>
                <a:spcPts val="0"/>
              </a:spcAft>
              <a:buClr>
                <a:schemeClr val="dk1"/>
              </a:buClr>
              <a:buSzPts val="2600"/>
              <a:buFont typeface="Arial"/>
              <a:buNone/>
            </a:pPr>
            <a:r>
              <a:rPr b="0" i="0" lang="en-US" sz="2600" u="none">
                <a:solidFill>
                  <a:schemeClr val="dk1"/>
                </a:solidFill>
                <a:latin typeface="Calibri"/>
                <a:ea typeface="Calibri"/>
                <a:cs typeface="Calibri"/>
                <a:sym typeface="Calibri"/>
              </a:rPr>
              <a:t>                       min (2,0+2) =2</a:t>
            </a:r>
            <a:endParaRPr/>
          </a:p>
          <a:p>
            <a:pPr indent="-228600" lvl="0" marL="228600" marR="0" rtl="0" algn="l">
              <a:lnSpc>
                <a:spcPct val="70000"/>
              </a:lnSpc>
              <a:spcBef>
                <a:spcPts val="1000"/>
              </a:spcBef>
              <a:spcAft>
                <a:spcPts val="0"/>
              </a:spcAft>
              <a:buClr>
                <a:schemeClr val="dk1"/>
              </a:buClr>
              <a:buSzPts val="2600"/>
              <a:buFont typeface="Arial"/>
              <a:buNone/>
            </a:pPr>
            <a:r>
              <a:t/>
            </a:r>
            <a:endParaRPr b="0" i="0" sz="2600" u="non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 Min(3,a) = min(-3, 0-4) =-4</a:t>
            </a:r>
            <a:endParaRPr b="0" i="0" sz="2600" u="non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600"/>
              <a:buFont typeface="Arial"/>
              <a:buNone/>
            </a:pPr>
            <a:r>
              <a:rPr b="0" i="0" lang="en-US" sz="2600" u="none">
                <a:solidFill>
                  <a:schemeClr val="dk1"/>
                </a:solidFill>
                <a:latin typeface="Calibri"/>
                <a:ea typeface="Calibri"/>
                <a:cs typeface="Calibri"/>
                <a:sym typeface="Calibri"/>
              </a:rPr>
              <a:t>                       min (-3,0-3) = -3</a:t>
            </a:r>
            <a:endParaRPr b="0" i="0" sz="2600" u="none">
              <a:solidFill>
                <a:schemeClr val="dk1"/>
              </a:solidFill>
              <a:latin typeface="Calibri"/>
              <a:ea typeface="Calibri"/>
              <a:cs typeface="Calibri"/>
              <a:sym typeface="Calibri"/>
            </a:endParaRPr>
          </a:p>
          <a:p>
            <a:pPr indent="-63500" lvl="0" marL="228600" marR="0" rtl="0" algn="l">
              <a:lnSpc>
                <a:spcPct val="70000"/>
              </a:lnSpc>
              <a:spcBef>
                <a:spcPts val="1000"/>
              </a:spcBef>
              <a:spcAft>
                <a:spcPts val="0"/>
              </a:spcAft>
              <a:buClr>
                <a:schemeClr val="dk1"/>
              </a:buClr>
              <a:buSzPts val="2600"/>
              <a:buFont typeface="Arial"/>
              <a:buNone/>
            </a:pPr>
            <a:r>
              <a:t/>
            </a:r>
            <a:endParaRPr b="0" i="0" sz="2600" u="non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 Min(3,b) = min(0, 3-1) = 2</a:t>
            </a:r>
            <a:endParaRPr b="0" i="0" sz="2600" u="non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600"/>
              <a:buFont typeface="Arial"/>
              <a:buNone/>
            </a:pPr>
            <a:r>
              <a:rPr b="0" i="0" lang="en-US" sz="2600" u="none">
                <a:solidFill>
                  <a:schemeClr val="dk1"/>
                </a:solidFill>
                <a:latin typeface="Calibri"/>
                <a:ea typeface="Calibri"/>
                <a:cs typeface="Calibri"/>
                <a:sym typeface="Calibri"/>
              </a:rPr>
              <a:t>                       min (0,0-2) = -2</a:t>
            </a:r>
            <a:endParaRPr/>
          </a:p>
          <a:p>
            <a:pPr indent="-228600" lvl="0" marL="228600" marR="0" rtl="0" algn="l">
              <a:lnSpc>
                <a:spcPct val="70000"/>
              </a:lnSpc>
              <a:spcBef>
                <a:spcPts val="1000"/>
              </a:spcBef>
              <a:spcAft>
                <a:spcPts val="0"/>
              </a:spcAft>
              <a:buClr>
                <a:schemeClr val="dk1"/>
              </a:buClr>
              <a:buSzPts val="2600"/>
              <a:buFont typeface="Arial"/>
              <a:buNone/>
            </a:pPr>
            <a:r>
              <a:t/>
            </a:r>
            <a:endParaRPr b="0" i="0" sz="2600" u="non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 Min(3,c) = min(3, 0+8) =3</a:t>
            </a:r>
            <a:endParaRPr b="0" i="0" sz="2600" u="non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600"/>
              <a:buFont typeface="Arial"/>
              <a:buNone/>
            </a:pPr>
            <a:r>
              <a:rPr b="0" i="0" lang="en-US" sz="2600" u="none">
                <a:solidFill>
                  <a:schemeClr val="dk1"/>
                </a:solidFill>
                <a:latin typeface="Calibri"/>
                <a:ea typeface="Calibri"/>
                <a:cs typeface="Calibri"/>
                <a:sym typeface="Calibri"/>
              </a:rPr>
              <a:t>                       min (3,0+3) =3</a:t>
            </a:r>
            <a:endParaRPr/>
          </a:p>
          <a:p>
            <a:pPr indent="-228600" lvl="0" marL="228600" marR="0" rtl="0" algn="l">
              <a:lnSpc>
                <a:spcPct val="70000"/>
              </a:lnSpc>
              <a:spcBef>
                <a:spcPts val="1000"/>
              </a:spcBef>
              <a:spcAft>
                <a:spcPts val="0"/>
              </a:spcAft>
              <a:buClr>
                <a:schemeClr val="dk1"/>
              </a:buClr>
              <a:buSzPts val="2600"/>
              <a:buFont typeface="Arial"/>
              <a:buNone/>
            </a:pPr>
            <a:r>
              <a:t/>
            </a:r>
            <a:endParaRPr b="0" i="0" sz="2600" u="non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Min(3,d) = min(3, -3+6) =3</a:t>
            </a:r>
            <a:endParaRPr b="0" i="0" sz="2600" u="non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600"/>
              <a:buFont typeface="Arial"/>
              <a:buNone/>
            </a:pPr>
            <a:r>
              <a:rPr b="0" i="0" lang="en-US" sz="2600" u="none">
                <a:solidFill>
                  <a:schemeClr val="dk1"/>
                </a:solidFill>
                <a:latin typeface="Calibri"/>
                <a:ea typeface="Calibri"/>
                <a:cs typeface="Calibri"/>
                <a:sym typeface="Calibri"/>
              </a:rPr>
              <a:t>                       min (3,0+4) =4</a:t>
            </a:r>
            <a:endParaRPr/>
          </a:p>
          <a:p>
            <a:pPr indent="-228600" lvl="0" marL="228600" marR="0" rtl="0" algn="l">
              <a:lnSpc>
                <a:spcPct val="70000"/>
              </a:lnSpc>
              <a:spcBef>
                <a:spcPts val="1000"/>
              </a:spcBef>
              <a:spcAft>
                <a:spcPts val="0"/>
              </a:spcAft>
              <a:buClr>
                <a:schemeClr val="dk1"/>
              </a:buClr>
              <a:buSzPts val="2600"/>
              <a:buFont typeface="Arial"/>
              <a:buNone/>
            </a:pPr>
            <a:r>
              <a:t/>
            </a:r>
            <a:endParaRPr b="0" i="0" sz="2600" u="non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Min(3,e) = min(0, 0+2) =0</a:t>
            </a:r>
            <a:endParaRPr/>
          </a:p>
          <a:p>
            <a:pPr indent="-228600" lvl="0" marL="228600" marR="0" rtl="0" algn="l">
              <a:lnSpc>
                <a:spcPct val="70000"/>
              </a:lnSpc>
              <a:spcBef>
                <a:spcPts val="1000"/>
              </a:spcBef>
              <a:spcAft>
                <a:spcPts val="0"/>
              </a:spcAft>
              <a:buClr>
                <a:schemeClr val="dk1"/>
              </a:buClr>
              <a:buSzPts val="2600"/>
              <a:buFont typeface="Arial"/>
              <a:buNone/>
            </a:pPr>
            <a:r>
              <a:rPr b="0" i="0" lang="en-US" sz="2600" u="none">
                <a:solidFill>
                  <a:schemeClr val="dk1"/>
                </a:solidFill>
                <a:latin typeface="Calibri"/>
                <a:ea typeface="Calibri"/>
                <a:cs typeface="Calibri"/>
                <a:sym typeface="Calibri"/>
              </a:rPr>
              <a:t>                       min (0,3-3) = 2</a:t>
            </a:r>
            <a:endParaRPr/>
          </a:p>
          <a:p>
            <a:pPr indent="-228600" lvl="0" marL="228600" marR="0" rtl="0" algn="l">
              <a:lnSpc>
                <a:spcPct val="70000"/>
              </a:lnSpc>
              <a:spcBef>
                <a:spcPts val="1000"/>
              </a:spcBef>
              <a:spcAft>
                <a:spcPts val="0"/>
              </a:spcAft>
              <a:buClr>
                <a:schemeClr val="dk1"/>
              </a:buClr>
              <a:buSzPts val="2600"/>
              <a:buFont typeface="Arial"/>
              <a:buNone/>
            </a:pPr>
            <a:r>
              <a:t/>
            </a:r>
            <a:endParaRPr b="0" i="0" sz="2600" u="non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600"/>
              <a:buFont typeface="Arial"/>
              <a:buNone/>
            </a:pPr>
            <a:r>
              <a:t/>
            </a:r>
            <a:endParaRPr b="0" i="0" sz="2600" u="non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600"/>
              <a:buFont typeface="Arial"/>
              <a:buNone/>
            </a:pPr>
            <a:r>
              <a:t/>
            </a:r>
            <a:endParaRPr b="0" i="0" sz="2600" u="none">
              <a:solidFill>
                <a:schemeClr val="dk1"/>
              </a:solidFill>
              <a:latin typeface="Calibri"/>
              <a:ea typeface="Calibri"/>
              <a:cs typeface="Calibri"/>
              <a:sym typeface="Calibri"/>
            </a:endParaRPr>
          </a:p>
          <a:p>
            <a:pPr indent="-63500" lvl="0" marL="228600" marR="0" rtl="0" algn="l">
              <a:lnSpc>
                <a:spcPct val="90000"/>
              </a:lnSpc>
              <a:spcBef>
                <a:spcPts val="1000"/>
              </a:spcBef>
              <a:spcAft>
                <a:spcPts val="0"/>
              </a:spcAft>
              <a:buClr>
                <a:schemeClr val="dk1"/>
              </a:buClr>
              <a:buSzPts val="2600"/>
              <a:buFont typeface="Arial"/>
              <a:buNone/>
            </a:pPr>
            <a:r>
              <a:t/>
            </a:r>
            <a:endParaRPr b="0" i="0" sz="2600" u="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8"/>
          <p:cNvSpPr txBox="1"/>
          <p:nvPr>
            <p:ph idx="1" type="body"/>
          </p:nvPr>
        </p:nvSpPr>
        <p:spPr>
          <a:xfrm>
            <a:off x="0" y="0"/>
            <a:ext cx="12192000" cy="68580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8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Min(4,a) = min(-4, -2-4) =-6</a:t>
            </a:r>
            <a:endParaRPr b="0" i="0" sz="2800" u="non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min (-4,0-4) = -4</a:t>
            </a:r>
            <a:endParaRPr/>
          </a:p>
          <a:p>
            <a:pPr indent="-228600" lvl="0" marL="228600" marR="0" rtl="0" algn="l">
              <a:lnSpc>
                <a:spcPct val="8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Min(4,b) = min(-2, 3-1) =-2</a:t>
            </a:r>
            <a:endParaRPr b="0" i="0" sz="2800" u="non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min (-2,0-2) =-2</a:t>
            </a:r>
            <a:endParaRPr/>
          </a:p>
          <a:p>
            <a:pPr indent="-228600" lvl="0" marL="228600" marR="0" rtl="0" algn="l">
              <a:lnSpc>
                <a:spcPct val="8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Min(4,c) = min(3, -2+8) =3</a:t>
            </a:r>
            <a:endParaRPr b="0" i="0" sz="2800" u="non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min (3,0+3) =3</a:t>
            </a:r>
            <a:endParaRPr/>
          </a:p>
          <a:p>
            <a:pPr indent="-228600" lvl="0" marL="228600" marR="0" rtl="0" algn="l">
              <a:lnSpc>
                <a:spcPct val="8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Min(4,d) = min(3, -4+6) =2</a:t>
            </a:r>
            <a:endParaRPr b="0" i="0" sz="2800" u="non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min (3,0+4) =4</a:t>
            </a:r>
            <a:endParaRPr/>
          </a:p>
          <a:p>
            <a:pPr indent="-228600" lvl="0" marL="228600" marR="0" rtl="0" algn="l">
              <a:lnSpc>
                <a:spcPct val="8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Min(4,e) = min(0, 0+2) =0</a:t>
            </a:r>
            <a:endParaRPr/>
          </a:p>
          <a:p>
            <a:pPr indent="-228600" lvl="0" marL="228600" marR="0" rtl="0" algn="l">
              <a:lnSpc>
                <a:spcPct val="80000"/>
              </a:lnSpc>
              <a:spcBef>
                <a:spcPts val="100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min (0,3+2) =0</a:t>
            </a:r>
            <a:endParaRPr/>
          </a:p>
          <a:p>
            <a:pPr indent="-228600" lvl="0" marL="228600" marR="0" rtl="0" algn="l">
              <a:lnSpc>
                <a:spcPct val="8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228600" lvl="0" marL="228600" marR="0" rtl="0" algn="l">
              <a:lnSpc>
                <a:spcPct val="8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9"/>
          <p:cNvSpPr txBox="1"/>
          <p:nvPr>
            <p:ph idx="1" type="body"/>
          </p:nvPr>
        </p:nvSpPr>
        <p:spPr>
          <a:xfrm>
            <a:off x="0" y="0"/>
            <a:ext cx="12192000" cy="68580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70000"/>
              </a:lnSpc>
              <a:spcBef>
                <a:spcPts val="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Min(5,a) = min(-6, -2-4) =-6</a:t>
            </a:r>
            <a:endParaRPr b="0" i="0" sz="2600" u="non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600"/>
              <a:buFont typeface="Arial"/>
              <a:buNone/>
            </a:pPr>
            <a:r>
              <a:rPr b="0" i="0" lang="en-US" sz="2600" u="none">
                <a:solidFill>
                  <a:schemeClr val="dk1"/>
                </a:solidFill>
                <a:latin typeface="Calibri"/>
                <a:ea typeface="Calibri"/>
                <a:cs typeface="Calibri"/>
                <a:sym typeface="Calibri"/>
              </a:rPr>
              <a:t>                       min (-6,0-3) = -3</a:t>
            </a:r>
            <a:endParaRPr/>
          </a:p>
          <a:p>
            <a:pPr indent="-228600" lvl="0" marL="228600" marR="0" rtl="0" algn="l">
              <a:lnSpc>
                <a:spcPct val="70000"/>
              </a:lnSpc>
              <a:spcBef>
                <a:spcPts val="1000"/>
              </a:spcBef>
              <a:spcAft>
                <a:spcPts val="0"/>
              </a:spcAft>
              <a:buClr>
                <a:schemeClr val="dk1"/>
              </a:buClr>
              <a:buSzPts val="2600"/>
              <a:buFont typeface="Arial"/>
              <a:buNone/>
            </a:pPr>
            <a:r>
              <a:t/>
            </a:r>
            <a:endParaRPr b="0" i="0" sz="2600" u="non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Min(5,b) = min(-2, 2-1) =-2</a:t>
            </a:r>
            <a:endParaRPr b="0" i="0" sz="2600" u="non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600"/>
              <a:buFont typeface="Arial"/>
              <a:buNone/>
            </a:pPr>
            <a:r>
              <a:rPr b="0" i="0" lang="en-US" sz="2600" u="none">
                <a:solidFill>
                  <a:schemeClr val="dk1"/>
                </a:solidFill>
                <a:latin typeface="Calibri"/>
                <a:ea typeface="Calibri"/>
                <a:cs typeface="Calibri"/>
                <a:sym typeface="Calibri"/>
              </a:rPr>
              <a:t>                       min (-2,0-2) =-2</a:t>
            </a:r>
            <a:endParaRPr/>
          </a:p>
          <a:p>
            <a:pPr indent="-228600" lvl="0" marL="228600" marR="0" rtl="0" algn="l">
              <a:lnSpc>
                <a:spcPct val="70000"/>
              </a:lnSpc>
              <a:spcBef>
                <a:spcPts val="1000"/>
              </a:spcBef>
              <a:spcAft>
                <a:spcPts val="0"/>
              </a:spcAft>
              <a:buClr>
                <a:schemeClr val="dk1"/>
              </a:buClr>
              <a:buSzPts val="2600"/>
              <a:buFont typeface="Arial"/>
              <a:buNone/>
            </a:pPr>
            <a:r>
              <a:t/>
            </a:r>
            <a:endParaRPr b="0" i="0" sz="2600" u="non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Min(5,c) = min(3, 0+3) =3</a:t>
            </a:r>
            <a:endParaRPr b="0" i="0" sz="2600" u="non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600"/>
              <a:buFont typeface="Arial"/>
              <a:buNone/>
            </a:pPr>
            <a:r>
              <a:rPr b="0" i="0" lang="en-US" sz="2600" u="none">
                <a:solidFill>
                  <a:schemeClr val="dk1"/>
                </a:solidFill>
                <a:latin typeface="Calibri"/>
                <a:ea typeface="Calibri"/>
                <a:cs typeface="Calibri"/>
                <a:sym typeface="Calibri"/>
              </a:rPr>
              <a:t>                       min (3,-2+8) =3</a:t>
            </a:r>
            <a:endParaRPr/>
          </a:p>
          <a:p>
            <a:pPr indent="-228600" lvl="0" marL="228600" marR="0" rtl="0" algn="l">
              <a:lnSpc>
                <a:spcPct val="70000"/>
              </a:lnSpc>
              <a:spcBef>
                <a:spcPts val="1000"/>
              </a:spcBef>
              <a:spcAft>
                <a:spcPts val="0"/>
              </a:spcAft>
              <a:buClr>
                <a:schemeClr val="dk1"/>
              </a:buClr>
              <a:buSzPts val="2600"/>
              <a:buFont typeface="Arial"/>
              <a:buNone/>
            </a:pPr>
            <a:r>
              <a:t/>
            </a:r>
            <a:endParaRPr b="0" i="0" sz="2600" u="non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Min(5,d) = min(2, -6+6) =2</a:t>
            </a:r>
            <a:endParaRPr b="0" i="0" sz="2600" u="non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600"/>
              <a:buFont typeface="Arial"/>
              <a:buNone/>
            </a:pPr>
            <a:r>
              <a:rPr b="0" i="0" lang="en-US" sz="2600" u="none">
                <a:solidFill>
                  <a:schemeClr val="dk1"/>
                </a:solidFill>
                <a:latin typeface="Calibri"/>
                <a:ea typeface="Calibri"/>
                <a:cs typeface="Calibri"/>
                <a:sym typeface="Calibri"/>
              </a:rPr>
              <a:t>                       min (2,0+4) =2</a:t>
            </a:r>
            <a:endParaRPr/>
          </a:p>
          <a:p>
            <a:pPr indent="-228600" lvl="0" marL="228600" marR="0" rtl="0" algn="l">
              <a:lnSpc>
                <a:spcPct val="70000"/>
              </a:lnSpc>
              <a:spcBef>
                <a:spcPts val="1000"/>
              </a:spcBef>
              <a:spcAft>
                <a:spcPts val="0"/>
              </a:spcAft>
              <a:buClr>
                <a:schemeClr val="dk1"/>
              </a:buClr>
              <a:buSzPts val="2600"/>
              <a:buFont typeface="Arial"/>
              <a:buNone/>
            </a:pPr>
            <a:r>
              <a:t/>
            </a:r>
            <a:endParaRPr b="0" i="0" sz="2600" u="non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Min(5,e) = min(0, 3-3) =0</a:t>
            </a:r>
            <a:endParaRPr/>
          </a:p>
          <a:p>
            <a:pPr indent="-228600" lvl="0" marL="228600" marR="0" rtl="0" algn="l">
              <a:lnSpc>
                <a:spcPct val="70000"/>
              </a:lnSpc>
              <a:spcBef>
                <a:spcPts val="1000"/>
              </a:spcBef>
              <a:spcAft>
                <a:spcPts val="0"/>
              </a:spcAft>
              <a:buClr>
                <a:schemeClr val="dk1"/>
              </a:buClr>
              <a:buSzPts val="2600"/>
              <a:buFont typeface="Arial"/>
              <a:buNone/>
            </a:pPr>
            <a:r>
              <a:rPr b="0" i="0" lang="en-US" sz="2600" u="none">
                <a:solidFill>
                  <a:schemeClr val="dk1"/>
                </a:solidFill>
                <a:latin typeface="Calibri"/>
                <a:ea typeface="Calibri"/>
                <a:cs typeface="Calibri"/>
                <a:sym typeface="Calibri"/>
              </a:rPr>
              <a:t>                       min (0,0+2) =0</a:t>
            </a:r>
            <a:endParaRPr/>
          </a:p>
          <a:p>
            <a:pPr indent="-228600" lvl="0" marL="228600" marR="0" rtl="0" algn="l">
              <a:lnSpc>
                <a:spcPct val="70000"/>
              </a:lnSpc>
              <a:spcBef>
                <a:spcPts val="1000"/>
              </a:spcBef>
              <a:spcAft>
                <a:spcPts val="0"/>
              </a:spcAft>
              <a:buClr>
                <a:schemeClr val="dk1"/>
              </a:buClr>
              <a:buSzPts val="2600"/>
              <a:buFont typeface="Arial"/>
              <a:buNone/>
            </a:pPr>
            <a:r>
              <a:t/>
            </a:r>
            <a:endParaRPr b="0" i="0" sz="2600" u="non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600"/>
              <a:buFont typeface="Arial"/>
              <a:buNone/>
            </a:pPr>
            <a:r>
              <a:rPr b="0" i="0" lang="en-US" sz="2600" u="none">
                <a:solidFill>
                  <a:schemeClr val="dk1"/>
                </a:solidFill>
                <a:latin typeface="Calibri"/>
                <a:ea typeface="Calibri"/>
                <a:cs typeface="Calibri"/>
                <a:sym typeface="Calibri"/>
              </a:rPr>
              <a:t>If the 6</a:t>
            </a:r>
            <a:r>
              <a:rPr b="0" baseline="30000" i="0" lang="en-US" sz="2600" u="none">
                <a:solidFill>
                  <a:schemeClr val="dk1"/>
                </a:solidFill>
                <a:latin typeface="Calibri"/>
                <a:ea typeface="Calibri"/>
                <a:cs typeface="Calibri"/>
                <a:sym typeface="Calibri"/>
              </a:rPr>
              <a:t>th</a:t>
            </a:r>
            <a:r>
              <a:rPr b="0" i="0" lang="en-US" sz="2600" u="none">
                <a:solidFill>
                  <a:schemeClr val="dk1"/>
                </a:solidFill>
                <a:latin typeface="Calibri"/>
                <a:ea typeface="Calibri"/>
                <a:cs typeface="Calibri"/>
                <a:sym typeface="Calibri"/>
              </a:rPr>
              <a:t> loop also gets the same result then there is no weighted loop in the graph.</a:t>
            </a:r>
            <a:endParaRPr/>
          </a:p>
          <a:p>
            <a:pPr indent="-228600" lvl="0" marL="228600" marR="0" rtl="0" algn="l">
              <a:lnSpc>
                <a:spcPct val="70000"/>
              </a:lnSpc>
              <a:spcBef>
                <a:spcPts val="1000"/>
              </a:spcBef>
              <a:spcAft>
                <a:spcPts val="0"/>
              </a:spcAft>
              <a:buClr>
                <a:schemeClr val="dk1"/>
              </a:buClr>
              <a:buSzPts val="2600"/>
              <a:buFont typeface="Arial"/>
              <a:buNone/>
            </a:pPr>
            <a:r>
              <a:t/>
            </a:r>
            <a:endParaRPr b="0" i="0" sz="2600" u="non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600"/>
              <a:buFont typeface="Arial"/>
              <a:buNone/>
            </a:pPr>
            <a:r>
              <a:t/>
            </a:r>
            <a:endParaRPr b="0" i="0" sz="2600" u="none">
              <a:solidFill>
                <a:schemeClr val="dk1"/>
              </a:solidFill>
              <a:latin typeface="Calibri"/>
              <a:ea typeface="Calibri"/>
              <a:cs typeface="Calibri"/>
              <a:sym typeface="Calibri"/>
            </a:endParaRPr>
          </a:p>
          <a:p>
            <a:pPr indent="-228600" lvl="0" marL="228600" marR="0" rtl="0" algn="l">
              <a:lnSpc>
                <a:spcPct val="70000"/>
              </a:lnSpc>
              <a:spcBef>
                <a:spcPts val="1000"/>
              </a:spcBef>
              <a:spcAft>
                <a:spcPts val="0"/>
              </a:spcAft>
              <a:buClr>
                <a:schemeClr val="dk1"/>
              </a:buClr>
              <a:buSzPts val="2600"/>
              <a:buFont typeface="Arial"/>
              <a:buNone/>
            </a:pPr>
            <a:r>
              <a:t/>
            </a:r>
            <a:endParaRPr b="0" i="0" sz="2600" u="none">
              <a:solidFill>
                <a:schemeClr val="dk1"/>
              </a:solidFill>
              <a:latin typeface="Calibri"/>
              <a:ea typeface="Calibri"/>
              <a:cs typeface="Calibri"/>
              <a:sym typeface="Calibri"/>
            </a:endParaRPr>
          </a:p>
          <a:p>
            <a:pPr indent="-63500" lvl="0" marL="228600" marR="0" rtl="0" algn="l">
              <a:lnSpc>
                <a:spcPct val="90000"/>
              </a:lnSpc>
              <a:spcBef>
                <a:spcPts val="1000"/>
              </a:spcBef>
              <a:spcAft>
                <a:spcPts val="0"/>
              </a:spcAft>
              <a:buClr>
                <a:schemeClr val="dk1"/>
              </a:buClr>
              <a:buSzPts val="2600"/>
              <a:buFont typeface="Arial"/>
              <a:buNone/>
            </a:pPr>
            <a:r>
              <a:t/>
            </a:r>
            <a:endParaRPr b="0" i="0" sz="2600" u="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cxnSp>
        <p:nvCxnSpPr>
          <p:cNvPr id="123" name="Google Shape;123;p20"/>
          <p:cNvCxnSpPr/>
          <p:nvPr/>
        </p:nvCxnSpPr>
        <p:spPr>
          <a:xfrm flipH="1">
            <a:off x="2006475" y="1514475"/>
            <a:ext cx="41400" cy="3303600"/>
          </a:xfrm>
          <a:prstGeom prst="straightConnector1">
            <a:avLst/>
          </a:prstGeom>
          <a:noFill/>
          <a:ln cap="flat" cmpd="sng" w="9525">
            <a:solidFill>
              <a:schemeClr val="accent1"/>
            </a:solidFill>
            <a:prstDash val="solid"/>
            <a:miter lim="800000"/>
            <a:headEnd len="med" w="med" type="none"/>
            <a:tailEnd len="med" w="med" type="triangle"/>
          </a:ln>
        </p:spPr>
      </p:cxnSp>
      <p:cxnSp>
        <p:nvCxnSpPr>
          <p:cNvPr id="124" name="Google Shape;124;p20"/>
          <p:cNvCxnSpPr/>
          <p:nvPr/>
        </p:nvCxnSpPr>
        <p:spPr>
          <a:xfrm>
            <a:off x="3343275" y="450850"/>
            <a:ext cx="5353200" cy="52500"/>
          </a:xfrm>
          <a:prstGeom prst="straightConnector1">
            <a:avLst/>
          </a:prstGeom>
          <a:noFill/>
          <a:ln cap="flat" cmpd="sng" w="9525">
            <a:solidFill>
              <a:schemeClr val="accent1"/>
            </a:solidFill>
            <a:prstDash val="solid"/>
            <a:miter lim="800000"/>
            <a:headEnd len="med" w="med" type="none"/>
            <a:tailEnd len="med" w="med" type="triangle"/>
          </a:ln>
        </p:spPr>
      </p:cxnSp>
      <p:sp>
        <p:nvSpPr>
          <p:cNvPr id="125" name="Google Shape;125;p20"/>
          <p:cNvSpPr txBox="1"/>
          <p:nvPr/>
        </p:nvSpPr>
        <p:spPr>
          <a:xfrm>
            <a:off x="1965325" y="1146175"/>
            <a:ext cx="163500" cy="36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i</a:t>
            </a:r>
            <a:endParaRPr/>
          </a:p>
        </p:txBody>
      </p:sp>
      <p:sp>
        <p:nvSpPr>
          <p:cNvPr id="126" name="Google Shape;126;p20"/>
          <p:cNvSpPr txBox="1"/>
          <p:nvPr/>
        </p:nvSpPr>
        <p:spPr>
          <a:xfrm>
            <a:off x="8696325" y="265112"/>
            <a:ext cx="163500" cy="369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v</a:t>
            </a:r>
            <a:endParaRPr/>
          </a:p>
        </p:txBody>
      </p:sp>
      <p:pic>
        <p:nvPicPr>
          <p:cNvPr id="127" name="Google Shape;127;p20"/>
          <p:cNvPicPr preferRelativeResize="0"/>
          <p:nvPr/>
        </p:nvPicPr>
        <p:blipFill rotWithShape="1">
          <a:blip r:embed="rId3">
            <a:alphaModFix/>
          </a:blip>
          <a:srcRect b="0" l="0" r="0" t="0"/>
          <a:stretch/>
        </p:blipFill>
        <p:spPr>
          <a:xfrm>
            <a:off x="2255837" y="635000"/>
            <a:ext cx="8129588" cy="470058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1"/>
          <p:cNvPicPr preferRelativeResize="0"/>
          <p:nvPr>
            <p:ph idx="1" type="body"/>
          </p:nvPr>
        </p:nvPicPr>
        <p:blipFill rotWithShape="1">
          <a:blip r:embed="rId3">
            <a:alphaModFix/>
          </a:blip>
          <a:srcRect b="0" l="0" r="0" t="0"/>
          <a:stretch/>
        </p:blipFill>
        <p:spPr>
          <a:xfrm>
            <a:off x="792162" y="515937"/>
            <a:ext cx="8283600" cy="5865900"/>
          </a:xfrm>
          <a:prstGeom prst="rect">
            <a:avLst/>
          </a:prstGeom>
          <a:noFill/>
          <a:ln>
            <a:noFill/>
          </a:ln>
        </p:spPr>
      </p:pic>
      <p:pic>
        <p:nvPicPr>
          <p:cNvPr id="133" name="Google Shape;133;p21"/>
          <p:cNvPicPr preferRelativeResize="0"/>
          <p:nvPr/>
        </p:nvPicPr>
        <p:blipFill rotWithShape="1">
          <a:blip r:embed="rId4">
            <a:alphaModFix/>
          </a:blip>
          <a:srcRect b="0" l="0" r="0" t="0"/>
          <a:stretch/>
        </p:blipFill>
        <p:spPr>
          <a:xfrm>
            <a:off x="3521075" y="4584700"/>
            <a:ext cx="6373812" cy="1352550"/>
          </a:xfrm>
          <a:prstGeom prst="rect">
            <a:avLst/>
          </a:prstGeom>
          <a:noFill/>
          <a:ln>
            <a:noFill/>
          </a:ln>
        </p:spPr>
      </p:pic>
      <p:sp>
        <p:nvSpPr>
          <p:cNvPr id="134" name="Google Shape;134;p21"/>
          <p:cNvSpPr/>
          <p:nvPr/>
        </p:nvSpPr>
        <p:spPr>
          <a:xfrm>
            <a:off x="7942262" y="1241425"/>
            <a:ext cx="546000" cy="1596900"/>
          </a:xfrm>
          <a:prstGeom prst="rightBrace">
            <a:avLst>
              <a:gd fmla="val 615"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5" name="Google Shape;135;p21"/>
          <p:cNvSpPr txBox="1"/>
          <p:nvPr/>
        </p:nvSpPr>
        <p:spPr>
          <a:xfrm>
            <a:off x="8891587" y="1855787"/>
            <a:ext cx="1003200" cy="369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O(V)</a:t>
            </a:r>
            <a:endParaRPr/>
          </a:p>
        </p:txBody>
      </p:sp>
      <p:sp>
        <p:nvSpPr>
          <p:cNvPr id="136" name="Google Shape;136;p21"/>
          <p:cNvSpPr/>
          <p:nvPr/>
        </p:nvSpPr>
        <p:spPr>
          <a:xfrm>
            <a:off x="9937750" y="4462462"/>
            <a:ext cx="546000" cy="1596900"/>
          </a:xfrm>
          <a:prstGeom prst="rightBrace">
            <a:avLst>
              <a:gd fmla="val 615"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7" name="Google Shape;137;p21"/>
          <p:cNvSpPr txBox="1"/>
          <p:nvPr/>
        </p:nvSpPr>
        <p:spPr>
          <a:xfrm>
            <a:off x="10553700" y="5075237"/>
            <a:ext cx="1005000" cy="369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O(1)</a:t>
            </a:r>
            <a:endParaRPr/>
          </a:p>
        </p:txBody>
      </p:sp>
      <p:sp>
        <p:nvSpPr>
          <p:cNvPr id="138" name="Google Shape;138;p21"/>
          <p:cNvSpPr/>
          <p:nvPr/>
        </p:nvSpPr>
        <p:spPr>
          <a:xfrm>
            <a:off x="4387850" y="3511550"/>
            <a:ext cx="457200" cy="433500"/>
          </a:xfrm>
          <a:prstGeom prst="righ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Calibri"/>
              <a:ea typeface="Calibri"/>
              <a:cs typeface="Calibri"/>
              <a:sym typeface="Calibri"/>
            </a:endParaRPr>
          </a:p>
        </p:txBody>
      </p:sp>
      <p:sp>
        <p:nvSpPr>
          <p:cNvPr id="139" name="Google Shape;139;p21"/>
          <p:cNvSpPr txBox="1"/>
          <p:nvPr/>
        </p:nvSpPr>
        <p:spPr>
          <a:xfrm>
            <a:off x="4933950" y="3543300"/>
            <a:ext cx="852600" cy="369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O(E)</a:t>
            </a:r>
            <a:endParaRPr/>
          </a:p>
        </p:txBody>
      </p:sp>
      <p:sp>
        <p:nvSpPr>
          <p:cNvPr id="140" name="Google Shape;140;p21"/>
          <p:cNvSpPr txBox="1"/>
          <p:nvPr/>
        </p:nvSpPr>
        <p:spPr>
          <a:xfrm>
            <a:off x="8093075" y="273050"/>
            <a:ext cx="3098700" cy="584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Calibri"/>
              <a:buNone/>
            </a:pPr>
            <a:r>
              <a:rPr b="1" i="0" lang="en-US" sz="3200" u="none">
                <a:solidFill>
                  <a:schemeClr val="dk1"/>
                </a:solidFill>
                <a:latin typeface="Calibri"/>
                <a:ea typeface="Calibri"/>
                <a:cs typeface="Calibri"/>
                <a:sym typeface="Calibri"/>
              </a:rPr>
              <a:t>O(VE)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22"/>
          <p:cNvPicPr preferRelativeResize="0"/>
          <p:nvPr/>
        </p:nvPicPr>
        <p:blipFill rotWithShape="1">
          <a:blip r:embed="rId3">
            <a:alphaModFix/>
          </a:blip>
          <a:srcRect b="0" l="0" r="0" t="0"/>
          <a:stretch/>
        </p:blipFill>
        <p:spPr>
          <a:xfrm>
            <a:off x="1916112" y="1023937"/>
            <a:ext cx="8593137" cy="49434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