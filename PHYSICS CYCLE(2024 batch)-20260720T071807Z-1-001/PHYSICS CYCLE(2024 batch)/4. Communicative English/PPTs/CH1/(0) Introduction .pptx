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8" roundtripDataSignature="AMtx7miX78097kVj9T6Pll+ylp2UMZmR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158745e98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158745e9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158745e980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158745e98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158745e980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158745e98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Calibri"/>
              <a:buNone/>
            </a:pPr>
            <a:r>
              <a:rPr b="0" i="0" lang="en-US" sz="4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Communicative English  </a:t>
            </a:r>
            <a:b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Faculty – Dr. Kiran Magavi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Session 1 –  </a:t>
            </a:r>
            <a:r>
              <a:rPr b="0" i="0" lang="en-US" sz="2600" u="none" cap="none" strike="noStrike">
                <a:solidFill>
                  <a:srgbClr val="0E10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and overview of the course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854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Rationale 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391478"/>
            <a:ext cx="10515600" cy="5101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basic idea behind offering this course as a subject at the undergraduate level is to acquaint students with English language which is most popular language and in all likelihood the most used in countries across the globe.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lessons included , aim to take the tones of English to students as it enables them to accomplish certain important functions at workplace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prospective engineers, it is useful to reach out to the world of technology and business through right grammar, vocabulary, collocations besides letter-writing, advertisements, posters, technical presentations, report writing, seminars etc.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6"/>
            <a:ext cx="10515600" cy="920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Course  Objectives 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1. to enhance general and professional communication competency.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2. to strengthen listening and speaking skills for effective communication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3. to be proficient in English grammar &amp; vocabulary.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4. to develop effective reading &amp; writing techniques.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5. to develop professional &amp; technical writing competency.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US"/>
            </a:br>
            <a:r>
              <a:rPr lang="en-US"/>
              <a:t>Course Contents:  </a:t>
            </a:r>
            <a:br>
              <a:rPr lang="en-US"/>
            </a:br>
            <a:r>
              <a:rPr lang="en-US"/>
              <a:t>UNIT-1: Fundamentals of Communication</a:t>
            </a:r>
            <a:br>
              <a:rPr lang="en-US"/>
            </a:b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826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Introduction to Communication &amp; process, Language as a tool of Communication,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7 Cs of effective communication,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Barriers to Communication,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Forms of Communication,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Nonverbal Communication, Body Language and its significance,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Interpersonal Communication Skills, Distinction between General and Technical Communication.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UNIT-II: Listening and Speaking skills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Introduction to Listening Skills- significance, barriers, Listening for comprehensibility.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Listening for word stress, shift, question tags, syllables, vowel sounds, consonant sounds, accent and Intonation.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Spoken Communication for different contexts, Art of effective speaking, Effective Presentation &amp; Group Discussion techniques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UNIT-III: English Grammar and Vocabulary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Subject-Verb agreement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Usage of appropriate Prepositions and Connectives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Word formation-Prefix, Suffix, Compound words, Error Analysis.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Idioms and Phrases, Commonly Confused Words.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Developing Vocabulary-Synonyms, Antonyms, Homonyms, Homophones, and Homographs,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UNIT-IV: Reading and Writing Skills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Reading skills- Reading Techniques-Skimming, Scanning, Intensive and Extensive reading,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Text reading – interpretation of general and technical texts, annotations, drawing inferences.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Reading Comprehension exercises.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Techniques for effective Writing Skills- Paragraph and Précis’ writing.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UNIT-V: Professional &amp; Technical Writing Skills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Basics of letter writing -formal and informal, e-mail etiquette and netiquette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Difference between Bio-data, CV and Resume, Drafting of CV and Job Application Letter (Cover letter).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Report Writing: Types of Report, Rules of Report Writing; Structure of a Report, Drafting Project Reports.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Course Outcomes</a:t>
            </a:r>
            <a:endParaRPr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At the end of the Course students will: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1. Understand the objectives of General and Technical Communication along with nuances of language etiquette. (PO 9, 10, 12)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2. Internalize active listening and spoken skills and apply related strategies. (PO 10, 12)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3. Utilize correct grammar and effective vocabulary in General and Technical Communication. (PO 10, 12)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4. Apply Reading &amp; Writing Strategies for Career growth. (PO9, 10, 12)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5. Apply Professional Writing skills for Professional development. (PO 9, 10,12)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158745e980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1158745e980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158745e980_0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1158745e980_0_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158745e980_0_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1158745e980_0_1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Most importantly, students </a:t>
            </a:r>
            <a:endParaRPr/>
          </a:p>
        </p:txBody>
      </p:sp>
      <p:sp>
        <p:nvSpPr>
          <p:cNvPr id="157" name="Google Shape;15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Learn to inculcate profound knowledge through BEC for practical, everyday use in business.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Assess the skills of writing business letters in various situations and generate skills of writing business letters, essays and memos.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Categorize the various structures of reports and compose to use them in the professional scenario.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                                                                       Thank you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2020-11-03T08:05:17Z</dcterms:created>
  <dc:creator>kiraaan</dc:creator>
</cp:coreProperties>
</file>