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51C3-121B-492D-9CB5-DBF560696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C5C98-0789-457C-A01A-6F787AC58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2CE66-1F03-4432-AEE3-43332DFC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8312D-2A9A-436B-BFB1-CCEF03A7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29E23-3573-4C08-8BFE-A6CE9939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55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E5A5-F3CF-49CD-BD34-C8D1583A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F7AA-2F89-4C6F-A1A7-784E2A5C8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59E63-0355-4584-AD9E-A377268E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6E2AF-28DB-42B1-B260-26985B83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0224-8FB5-49A3-9E88-265FD8BA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1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B726-CD05-40B9-B4D1-3867216D7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7ECBA-7F7C-4D6B-A261-2D67AD65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A682A-2C7F-40AB-8A84-B20649FD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EEFF-4502-4BB3-BD55-56B62046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7E928-3BC2-4AA6-8688-FF3B83B4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9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60D1-9DE2-42C4-BE0E-B91AC9BE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AE536-4BEE-475E-B360-2297EBB00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1415D-45F1-4DB7-82EB-D08548DAB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DEE2C-367B-41A0-979F-AF8FCED6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556BC-5EB6-4775-99C5-76D0D457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93760-E51B-4B7E-B228-E147B8B5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9F90-08C7-4AFE-8B7C-C034245E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5B899-98EA-4AFD-8691-7876197C3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72997-45B8-4B98-9063-48300DF71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EBE08-3D47-4B13-9792-3FCC9E610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71BE55-C25D-4364-B00B-5575B3671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412DB-7804-4A7C-BF97-8BA666E0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2A3AA-275F-48F3-984B-3B26772E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080BB-81E3-47B9-8C2D-E6748AF8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9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F84A-7048-4597-85AA-C04FC110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46CBD-956A-4506-86BC-7D7CA266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7F63F-47F3-4AB6-835D-E796670EA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E8FCA-769B-415A-8AFF-ABD80D7F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6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882B8-C932-46D4-B089-5959697B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79BA5-A832-4AC2-A062-38BE8FB4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0B177-55BD-456C-A942-87D5D0C9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8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932-A44F-4221-8ADF-2F0A933F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F13F-C5EA-432D-9ED2-7032BD30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A1A85-EAF3-41B5-9453-DF9353582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02DF8-4002-4B6D-BF5B-EE93A007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86F42-30C4-4ED9-9188-3B4C5332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DBD11-3321-4396-8AB9-ED9F8222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2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7461-FF60-4594-847E-4BC3B601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16140-55D1-4867-8B22-C510DCA5D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A7B70-5307-4B92-A21F-B27A3D1CA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559EF-DBA9-40C4-9660-91E95D78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5E885-E4CF-4B04-9477-8F83D4C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44195-D5A5-4F11-BCCF-49622DC1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7537-F8D6-4C2F-947C-BD40AFEA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FFC48-B86A-4C59-BC8A-93D7C137A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10DC2-6A05-4447-818F-942B59ED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EB27-3C94-4F56-AB78-0C3AADD3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6968-8FAD-4D4F-BB89-10A8B3F2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5D6CF-CFD5-42ED-A4A6-D992E3272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9E0BD-92B4-45C3-A35C-D8664716F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CFEA-D0D1-4DB7-8B50-FC509C55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70D94-DCFA-4FC5-9E9A-DDE30FDF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C30F-8E02-4512-9CBD-4BBB1771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37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8D8E1-38C3-4B15-B871-578E0C0A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3808D-27A8-4D12-8BAC-71E63299B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A3D94-3F22-4045-9EA5-9BA1343A5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AFA08-88D3-42F2-9D81-7DFC6526B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DBD5-3B45-404E-8AC8-E19366291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7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15617"/>
            <a:ext cx="9144000" cy="2177051"/>
          </a:xfrm>
        </p:spPr>
        <p:txBody>
          <a:bodyPr>
            <a:normAutofit fontScale="90000"/>
          </a:bodyPr>
          <a:lstStyle/>
          <a:p>
            <a:b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r>
              <a:rPr lang="en-US" sz="5400" dirty="0"/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Interpersonal skills / communication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1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2D56-33A2-483D-855D-0C3D477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Interpersonal Communication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78FF-3D38-430E-8986-918389703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interpersonal skills are important because most jobs/situations  require you to effectively interact with other people. </a:t>
            </a:r>
          </a:p>
          <a:p>
            <a:r>
              <a:rPr lang="en-US" dirty="0"/>
              <a:t>These skills are now vital for success in the workplace.</a:t>
            </a:r>
          </a:p>
          <a:p>
            <a:r>
              <a:rPr lang="en-US" dirty="0"/>
              <a:t>Interpersonal communication is the interaction and exchange of information between two or more people. This can be verbal and/or non-verbal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94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8F69-EE89-445B-9064-E8DE27FC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Verbal communication and interpersonal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C126-0D1A-4DF1-B939-7DD439378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Verbal communication skills are important for the majority of occupations because they help you interact effectively and build rapport.</a:t>
            </a:r>
          </a:p>
          <a:p>
            <a:r>
              <a:rPr lang="en-US" dirty="0"/>
              <a:t>Tailor your speech to the audience by, for example, avoiding technical terminology.</a:t>
            </a:r>
          </a:p>
          <a:p>
            <a:r>
              <a:rPr lang="en-US" dirty="0"/>
              <a:t>Ask questions to show your interest in what is being said.</a:t>
            </a:r>
          </a:p>
          <a:p>
            <a:r>
              <a:rPr lang="en-US" dirty="0"/>
              <a:t>Match what you're saying with your voice and your body language.</a:t>
            </a:r>
          </a:p>
          <a:p>
            <a:r>
              <a:rPr lang="en-US" dirty="0"/>
              <a:t>Reflect on what someone has said by summarizing and paraphrasing.</a:t>
            </a:r>
          </a:p>
          <a:p>
            <a:r>
              <a:rPr lang="en-US" dirty="0"/>
              <a:t>Actively listening.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2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E7BA-ECF3-492C-8B60-BEA00346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Active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91AAE-CDF1-4C7E-AB98-B3CE5631D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 listening is listening beyond the words being spoken - understanding the message being communicated. </a:t>
            </a:r>
          </a:p>
          <a:p>
            <a:r>
              <a:rPr lang="en-US" dirty="0"/>
              <a:t>During conversations, a lot of the time the "listener" is thinking about how they're going to respond rather than concentrating on what the speaker is saying.</a:t>
            </a:r>
          </a:p>
          <a:p>
            <a:r>
              <a:rPr lang="en-US" dirty="0"/>
              <a:t>By really listening you can provide a more thoughtful answer that takes the speaker's thoughts and opinions into account. </a:t>
            </a:r>
          </a:p>
          <a:p>
            <a:r>
              <a:rPr lang="en-US" dirty="0"/>
              <a:t>This will help people around you understand that you value and appreciate them.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93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337B-6FC3-4C7A-B12E-7FCB9F27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to improve active listening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7BB7C-C3A7-4C55-B267-720E57028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Pay attention - give the speaker your complete attention rather than thinking about your response.</a:t>
            </a:r>
          </a:p>
          <a:p>
            <a:r>
              <a:rPr lang="en-US" dirty="0"/>
              <a:t>Show the speaker that you're listening and that you're interested - body language is especially helpful for this.</a:t>
            </a:r>
          </a:p>
          <a:p>
            <a:r>
              <a:rPr lang="en-US" dirty="0"/>
              <a:t>Clarify your understanding - you need to ensure that you understand what the speaker is saying without your judgments and beliefs getting in the way so ensure you reflect and ask questions.</a:t>
            </a:r>
          </a:p>
          <a:p>
            <a:r>
              <a:rPr lang="en-US" dirty="0"/>
              <a:t>Don't interrupt or redirect the conversation.</a:t>
            </a:r>
          </a:p>
          <a:p>
            <a:r>
              <a:rPr lang="en-US" dirty="0"/>
              <a:t>Provide a suitable response that is honest but polite.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91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A8FB-D7FC-42E6-A0D5-76D1D40A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Body language and interpersonal skills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3797E-B923-403F-BBE2-6249D6E0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impression others form of you is roughly split by:</a:t>
            </a:r>
          </a:p>
          <a:p>
            <a:r>
              <a:rPr lang="en-US" dirty="0"/>
              <a:t>Body (visuals) 55%, Voice (sound) 38%, Words (content) 7%</a:t>
            </a:r>
          </a:p>
          <a:p>
            <a:r>
              <a:rPr lang="en-US" dirty="0"/>
              <a:t>So body language is significantly used to understand what is being said.</a:t>
            </a:r>
          </a:p>
          <a:p>
            <a:r>
              <a:rPr lang="en-US" dirty="0"/>
              <a:t>When communicating with others your aim is to display open body language</a:t>
            </a:r>
          </a:p>
          <a:p>
            <a:r>
              <a:rPr lang="en-US" dirty="0"/>
              <a:t>Closed body language should be avoided as you may be perceived as uninterested or even untrustworthy.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872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5574-A41A-4997-95F5-4DFE757D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Openness and Interpersonal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18F1-8375-4BC6-A875-A15ECB045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Don't just speak with people who have similar views to your own, you should also speak to those who have opposing opinions. </a:t>
            </a:r>
          </a:p>
          <a:p>
            <a:r>
              <a:rPr lang="en-US" dirty="0"/>
              <a:t>Show an interest in what they say with the aim of understanding how they think. </a:t>
            </a:r>
          </a:p>
          <a:p>
            <a:r>
              <a:rPr lang="en-US" dirty="0"/>
              <a:t>This will help with your own development as it challenges you and people will admire you for this because it shows a willingness to learn from others even if you are in disagreement.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909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57AC-E1F5-4E66-964E-DEA2A5255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Negotiation skills and Interpersonal relations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6ADF3-1324-44F2-88A2-BB08C194C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Negotiation is important in a variety of situations, for example, you may need it to resolve a conflict or create a contract.</a:t>
            </a:r>
          </a:p>
          <a:p>
            <a:r>
              <a:rPr lang="en-US" dirty="0"/>
              <a:t> You must be able to come to mutual agreements that keep everyone satisfied even if there is compromise. </a:t>
            </a:r>
          </a:p>
          <a:p>
            <a:r>
              <a:rPr lang="en-US" dirty="0"/>
              <a:t>Being able to negotiate leads to respect and people will trust you as they know you look out for everyone's best interests.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69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2609-2A36-4DC2-94AA-7324F2A0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 making and problem-solving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8CB2B-9BA2-4B57-A8B4-6BAC8A456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443"/>
            <a:ext cx="10515600" cy="4997520"/>
          </a:xfrm>
        </p:spPr>
        <p:txBody>
          <a:bodyPr>
            <a:normAutofit/>
          </a:bodyPr>
          <a:lstStyle/>
          <a:p>
            <a:r>
              <a:rPr lang="en-US" dirty="0"/>
              <a:t>Most jobs esp. nowadays have elements of problem-solving - this is where you think of solutions to deal with a problem. </a:t>
            </a:r>
          </a:p>
          <a:p>
            <a:r>
              <a:rPr lang="en-US" dirty="0"/>
              <a:t>This type of creative thinking can help maintain harmony within a team. </a:t>
            </a:r>
          </a:p>
          <a:p>
            <a:r>
              <a:rPr lang="en-US" dirty="0"/>
              <a:t>The general structure to problem-solving is:</a:t>
            </a:r>
          </a:p>
          <a:p>
            <a:r>
              <a:rPr lang="en-US" dirty="0"/>
              <a:t>Identifying the problem</a:t>
            </a:r>
          </a:p>
          <a:p>
            <a:r>
              <a:rPr lang="en-US" dirty="0"/>
              <a:t>Exploring all of the solutions</a:t>
            </a:r>
          </a:p>
          <a:p>
            <a:r>
              <a:rPr lang="en-US" dirty="0"/>
              <a:t>Deciding on which solution to implement</a:t>
            </a:r>
          </a:p>
          <a:p>
            <a:r>
              <a:rPr lang="en-US" dirty="0"/>
              <a:t>Implementing the solution</a:t>
            </a:r>
          </a:p>
          <a:p>
            <a:r>
              <a:rPr lang="en-US" dirty="0"/>
              <a:t>Reviewing the outcome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62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A8FE-1574-4D25-92C7-0D96C924E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039"/>
          </a:xfrm>
        </p:spPr>
        <p:txBody>
          <a:bodyPr>
            <a:normAutofit fontScale="90000"/>
          </a:bodyPr>
          <a:lstStyle/>
          <a:p>
            <a:r>
              <a:rPr lang="en-IN" dirty="0"/>
              <a:t>Conflict resolution – a tool for IP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AB94-0D56-49C1-A445-405A956E1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957"/>
            <a:ext cx="10515600" cy="4876800"/>
          </a:xfrm>
        </p:spPr>
        <p:txBody>
          <a:bodyPr>
            <a:normAutofit/>
          </a:bodyPr>
          <a:lstStyle/>
          <a:p>
            <a:r>
              <a:rPr lang="en-US" dirty="0"/>
              <a:t>It's likely that you'll need to resolve a conflict at some point. </a:t>
            </a:r>
          </a:p>
          <a:p>
            <a:r>
              <a:rPr lang="en-US" dirty="0"/>
              <a:t>Active listening and problem-solving are useful for this as you'll need to hear from all sides objectively and you'll need to come to a positive resolution.</a:t>
            </a:r>
          </a:p>
          <a:p>
            <a:r>
              <a:rPr lang="en-US" dirty="0"/>
              <a:t>Resolving conflict is not always a negative experience - it can be very constructive and provide you with an understanding of underlying problems</a:t>
            </a:r>
          </a:p>
          <a:p>
            <a:r>
              <a:rPr lang="en-US" dirty="0"/>
              <a:t>By forming a plan with those involved, you can help them move forward and manage their difficulties. </a:t>
            </a:r>
          </a:p>
          <a:p>
            <a:r>
              <a:rPr lang="en-US" dirty="0"/>
              <a:t>They may have never experienced this constructive help before your mediation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055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976E-D962-4E19-B9D3-CD372CB2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23713" cy="642040"/>
          </a:xfrm>
        </p:spPr>
        <p:txBody>
          <a:bodyPr>
            <a:normAutofit fontScale="90000"/>
          </a:bodyPr>
          <a:lstStyle/>
          <a:p>
            <a:r>
              <a:rPr lang="en-IN" dirty="0"/>
              <a:t>Assertiveness &amp; Interpersonal communications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17350-5BDE-41B3-B05A-B5A565D63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444"/>
            <a:ext cx="10515600" cy="55394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Assertiveness is when you confidently express your needs and opinions in a fair, honest and calm way whilst considering the needs and views of other people. </a:t>
            </a:r>
          </a:p>
          <a:p>
            <a:r>
              <a:rPr lang="en-US" dirty="0"/>
              <a:t>People are more likely to like and respect you if you're assertive in your communication rather than passive or aggressive.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TIPS </a:t>
            </a:r>
            <a:r>
              <a:rPr lang="en-US" dirty="0"/>
              <a:t>- </a:t>
            </a:r>
          </a:p>
          <a:p>
            <a:r>
              <a:rPr lang="en-US" dirty="0"/>
              <a:t>Tell the other person how you feel.</a:t>
            </a:r>
          </a:p>
          <a:p>
            <a:r>
              <a:rPr lang="en-US" dirty="0"/>
              <a:t>Listen to what the other person says and empathize.</a:t>
            </a:r>
          </a:p>
          <a:p>
            <a:r>
              <a:rPr lang="en-US" dirty="0"/>
              <a:t>Speak at a normal conversational volume.</a:t>
            </a:r>
          </a:p>
          <a:p>
            <a:r>
              <a:rPr lang="en-US" dirty="0"/>
              <a:t>Maintain eye contact.</a:t>
            </a:r>
          </a:p>
          <a:p>
            <a:r>
              <a:rPr lang="en-US" dirty="0"/>
              <a:t>Avoid words that exaggerate, such as, "always" and never".</a:t>
            </a:r>
          </a:p>
          <a:p>
            <a:r>
              <a:rPr lang="en-US" dirty="0"/>
              <a:t>Use facts rather than judgements.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202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576E-E76E-492E-B6E9-A0D03BAF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Positive attitude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3C820-95FF-4FA3-A655-36DAA3841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want to be around others that are friendly and have a positive outlook even when the company may be in a difficult situation. </a:t>
            </a:r>
          </a:p>
          <a:p>
            <a:r>
              <a:rPr lang="en-US" dirty="0"/>
              <a:t>You don't have to be incredibly sociable but you must develop some type of positive rapport with your team so that the workplace is pleasant for everybody.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089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F0C7-2E88-44B9-91FE-4295E781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C1776-EB54-4F51-9344-F366FF566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70355"/>
          </a:xfrm>
        </p:spPr>
        <p:txBody>
          <a:bodyPr>
            <a:normAutofit/>
          </a:bodyPr>
          <a:lstStyle/>
          <a:p>
            <a:r>
              <a:rPr lang="en-US" dirty="0"/>
              <a:t>To work and  function effectively people must work well together in order to achieve a common goal. </a:t>
            </a:r>
          </a:p>
          <a:p>
            <a:r>
              <a:rPr lang="en-US" dirty="0"/>
              <a:t>Some people struggle with teamwork because they believe that they know how to do the job better than anyone else and they do not trust others to do their roles. </a:t>
            </a:r>
          </a:p>
          <a:p>
            <a:r>
              <a:rPr lang="en-US" dirty="0"/>
              <a:t>This can create conflict and hurt the overall effectiveness of the team.</a:t>
            </a:r>
          </a:p>
          <a:p>
            <a:r>
              <a:rPr lang="en-US" dirty="0"/>
              <a:t>If this is something you find difficult assist your colleagues whenever you can and ask your colleagues for their opinions and ideas - be enthusiastic when colleagues offer their own ideas.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583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C5A4-FB84-4DA9-B036-F01F16F3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rmAutofit fontScale="90000"/>
          </a:bodyPr>
          <a:lstStyle/>
          <a:p>
            <a:r>
              <a:rPr lang="en-IN" dirty="0"/>
              <a:t>Empathy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6A00-5A74-4054-90B1-3CB13347B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660"/>
            <a:ext cx="10515600" cy="551221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To be empathetic means that you are able to identify and understand others' emotions i.e. imagining yourself in someone else's position.</a:t>
            </a:r>
          </a:p>
          <a:p>
            <a:r>
              <a:rPr lang="en-US" dirty="0"/>
              <a:t> Being empathetic shows your team that you care.</a:t>
            </a:r>
          </a:p>
          <a:p>
            <a:r>
              <a:rPr lang="en-US" dirty="0"/>
              <a:t>It would be more favorable for the manager to be understanding and agree on a plan. </a:t>
            </a:r>
          </a:p>
          <a:p>
            <a:r>
              <a:rPr lang="en-US" dirty="0"/>
              <a:t>Employees and colleagues will respect and trust you more if you empathize with them and express compassion.</a:t>
            </a:r>
          </a:p>
          <a:p>
            <a:r>
              <a:rPr lang="en-US" dirty="0"/>
              <a:t>Also, understanding how people feel will help you communicate your thoughts and ideas in a way that makes sense to others and it helps you understand others when they communicate.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328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002D-13FE-495B-A990-D25C8DA6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6CB4-627A-4159-A9D7-D6CBE7638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performance will improve if you develop your interpersonal skills because you will be more of a cohesive member of a team, group and institution. </a:t>
            </a:r>
          </a:p>
          <a:p>
            <a:r>
              <a:rPr lang="en-US" dirty="0"/>
              <a:t>Further in your career, It's also likely that your job satisfaction will increase because you will form stronger relationships with your colleagues.</a:t>
            </a:r>
          </a:p>
          <a:p>
            <a:r>
              <a:rPr lang="en-US" dirty="0"/>
              <a:t>By becoming more aware of how you interact with others and by practicing you can improve your interpersonal communication skills.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648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</TotalTime>
  <Words>1159</Words>
  <Application>Microsoft Office PowerPoint</Application>
  <PresentationFormat>Widescreen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 Communicative English   Faculty – Dr. Kiran Magavi Department – Humanities and Social Sciences  </vt:lpstr>
      <vt:lpstr> Interpersonal Communication Skills</vt:lpstr>
      <vt:lpstr>Verbal communication and interpersonal skills</vt:lpstr>
      <vt:lpstr>Active listening</vt:lpstr>
      <vt:lpstr>Tips to improve active listening skills</vt:lpstr>
      <vt:lpstr>Body language and interpersonal skills </vt:lpstr>
      <vt:lpstr>Openness and Interpersonal skills</vt:lpstr>
      <vt:lpstr>Negotiation skills and Interpersonal relations </vt:lpstr>
      <vt:lpstr>Decision making and problem-solving skills</vt:lpstr>
      <vt:lpstr>Conflict resolution – a tool for IP communication </vt:lpstr>
      <vt:lpstr>Assertiveness &amp; Interpersonal communications </vt:lpstr>
      <vt:lpstr>Positive attitude</vt:lpstr>
      <vt:lpstr>Teamwork</vt:lpstr>
      <vt:lpstr>Empathy</vt:lpstr>
      <vt:lpstr>In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kiraaan</dc:creator>
  <cp:lastModifiedBy>Rishi Magavi</cp:lastModifiedBy>
  <cp:revision>26</cp:revision>
  <dcterms:created xsi:type="dcterms:W3CDTF">2020-11-11T03:02:26Z</dcterms:created>
  <dcterms:modified xsi:type="dcterms:W3CDTF">2022-02-07T16:40:26Z</dcterms:modified>
</cp:coreProperties>
</file>