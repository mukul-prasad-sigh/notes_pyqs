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7" roundtripDataSignature="AMtx7mipOPxvP+Uih9p0PgAZrCdJJtIW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skills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Listening Skills - 2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Communication Skills essentially teaches us to communicate with each other effectively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way of presenting our information is very important.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Communication Skills include those areas which deal with our talking, writing, expressing our views.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Mastering these skills helps in overall development of your personality.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‘Communication’ comes from the Latin word commūnicāre, ‘to share’.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Clear and concise communication is of immense importance in work and business environment.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Points to ponder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510748"/>
            <a:ext cx="10515600" cy="4982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work, communication is an </a:t>
            </a:r>
            <a:r>
              <a:rPr b="1" lang="en-US"/>
              <a:t>important soft skill.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According to LinkedIn's 2019 Global Talent Trends report, </a:t>
            </a:r>
            <a:r>
              <a:rPr b="1" lang="en-US"/>
              <a:t>80% of companies say that soft skills are increasingly important to their success.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Your ability to communicate clearly and share thoughts, feelings and ideas will help you in all your relations with other people.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b="1" lang="en-US">
                <a:solidFill>
                  <a:srgbClr val="00B050"/>
                </a:solidFill>
              </a:rPr>
              <a:t>Communication skills are needed to: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Inform</a:t>
            </a:r>
            <a:r>
              <a:rPr lang="en-US"/>
              <a:t> – for example, communicating the time of a meeting.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Influence</a:t>
            </a:r>
            <a:r>
              <a:rPr lang="en-US"/>
              <a:t> – for example, negotiating with a shopkeeper to reduce the price.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r>
              <a:rPr b="1" lang="en-US"/>
              <a:t>Express feelings </a:t>
            </a:r>
            <a:r>
              <a:rPr lang="en-US"/>
              <a:t>– for example, to say or show  that you are excited about your success or about a given task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Basics - LSRW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Listening, Speaking, Reading and Writing.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LSRW are </a:t>
            </a:r>
            <a:r>
              <a:rPr b="1" lang="en-US"/>
              <a:t>the four pillars of effective communication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only are they helpful in a professional setting but also in making friends, building relationships and being confident about who you 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 want to make an impact and build your presence in a professional setting, </a:t>
            </a:r>
            <a:r>
              <a:rPr b="1" lang="en-US"/>
              <a:t>developing four basic communication skills </a:t>
            </a:r>
            <a:r>
              <a:rPr lang="en-US"/>
              <a:t>is key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Effective listening has three modes: attentive listening, responsive listening, and active listening. 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6"/>
            <a:ext cx="105156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7 types of listening skills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272210"/>
            <a:ext cx="10515600" cy="5393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Informational listening </a:t>
            </a:r>
            <a:r>
              <a:rPr lang="en-US"/>
              <a:t>- When you </a:t>
            </a:r>
            <a:r>
              <a:rPr b="1" lang="en-US"/>
              <a:t>want to learn something</a:t>
            </a:r>
            <a:r>
              <a:rPr lang="en-US"/>
              <a:t>, you’ll use informational listening to understand and retain information.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usually takes a high level of concentration to perform this type of listening. That’s because you need to be highly engaged to understand a new concept.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•"/>
            </a:pPr>
            <a:r>
              <a:rPr lang="en-US">
                <a:solidFill>
                  <a:schemeClr val="accent2"/>
                </a:solidFill>
              </a:rPr>
              <a:t>Discriminative listening </a:t>
            </a:r>
            <a:r>
              <a:rPr lang="en-US"/>
              <a:t>- Discriminative listening </a:t>
            </a:r>
            <a:r>
              <a:rPr b="1" lang="en-US"/>
              <a:t>is the first listening type that you’re born with.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Everyone innately has discriminative listening skills. You use this type of listening before you even know how to understand words.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relying on words, discriminative listening uses tone of voice, verbal cues, and other changes in sound.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450574"/>
            <a:ext cx="10515600" cy="5963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•"/>
            </a:pPr>
            <a:r>
              <a:rPr lang="en-US">
                <a:solidFill>
                  <a:schemeClr val="accent2"/>
                </a:solidFill>
              </a:rPr>
              <a:t>Biased listening </a:t>
            </a:r>
            <a:r>
              <a:rPr lang="en-US">
                <a:solidFill>
                  <a:schemeClr val="accent1"/>
                </a:solidFill>
              </a:rPr>
              <a:t>- </a:t>
            </a:r>
            <a:r>
              <a:rPr lang="en-US"/>
              <a:t> </a:t>
            </a:r>
            <a:r>
              <a:rPr b="1" lang="en-US"/>
              <a:t>is also known as selective listening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Someone who uses biased listening will only listen for information that they specifically want to hear.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listening process can lead to a distortion of facts.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That’s because the person listening isn’t fully in tune with what the speaker wishes to communicate.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Sympathetic listening </a:t>
            </a:r>
            <a:r>
              <a:rPr lang="en-US"/>
              <a:t>- </a:t>
            </a:r>
            <a:r>
              <a:rPr b="1" lang="en-US"/>
              <a:t>is driven by emotion.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focusing on the message spoken through words, the listener focuses on the feelings and emotions of the speaker.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done to process these feelings and emotions.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using sympathetic listening, you can provide the support the speaker needs.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You can understand how they’re really feeling, not what they say they are feeling.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838200" y="304800"/>
            <a:ext cx="10515600" cy="587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Comprehensive listening </a:t>
            </a:r>
            <a:r>
              <a:rPr b="1" lang="en-US"/>
              <a:t>- requires language skills.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type of listening is usually developed in early childhood.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People use comprehensive listening to understand what someone is saying using words.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Several other types of listening build on comprehensive listening. For example, you need to use comprehensive listening to use informational listening and learn something new.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work and in your life, you’ll likely use a combination of comprehensive and discriminative listening to understand the messages people are giving you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You’ll also use comprehensive listening when you receive feedback.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838200" y="410817"/>
            <a:ext cx="10515600" cy="60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Empathetic or therapeutic listening </a:t>
            </a:r>
            <a:r>
              <a:rPr b="1" lang="en-US"/>
              <a:t>-  is useful to help you see from other people’s perspectives.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this type of listening, you can try to understand someone else’s point of view as they’re speaking.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also try to imagine yourself in the other person’s shoes.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just focusing on their message, you can use empathetic listening to relate to someone else’s experiences as if they were your own.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This is different from sympathetic listening.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sympathetic listening, you try to understand someone’s feelings to provide support.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But you don’t necessarily try to imagine what it’d feel like to be in their position.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838200" y="331304"/>
            <a:ext cx="10515600" cy="584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•"/>
            </a:pPr>
            <a:r>
              <a:rPr lang="en-US">
                <a:solidFill>
                  <a:schemeClr val="accent2"/>
                </a:solidFill>
              </a:rPr>
              <a:t>Critical listening  </a:t>
            </a:r>
            <a:r>
              <a:rPr lang="en-US"/>
              <a:t>- </a:t>
            </a:r>
            <a:r>
              <a:rPr b="1" lang="en-US"/>
              <a:t>If you need to analyze complex information, you’ll need to use critical listening.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critical thinking while listening </a:t>
            </a:r>
            <a:r>
              <a:rPr b="1" lang="en-US"/>
              <a:t>goes deeper than comprehensive listening.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Instead of taking the information at face value, you can use critical listening to evaluate what’s being said.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Critical listening is crucial when </a:t>
            </a:r>
            <a:r>
              <a:rPr b="1" lang="en-US"/>
              <a:t>problem-solving at work.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need to use this skill </a:t>
            </a:r>
            <a:r>
              <a:rPr b="1" lang="en-US"/>
              <a:t>to analyze solutions </a:t>
            </a:r>
            <a:r>
              <a:rPr lang="en-US"/>
              <a:t>offered by other people and decide if you agree or not.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do this, you don’t just need to hear their words.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You also need to look at the bigger picture and compare everything you know.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Points to remember </a:t>
            </a:r>
            <a:endParaRPr/>
          </a:p>
        </p:txBody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type of listening isn’t better than the other.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Instead, these seven types of listening work together to help you better understand the messages you receive.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being a good listener, you can become a better communicator, avoid misunderstandings, and learn new information more easily.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838200" y="365126"/>
            <a:ext cx="10515600" cy="107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Importance of integration of LSRW </a:t>
            </a:r>
            <a:endParaRPr/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838200" y="1603513"/>
            <a:ext cx="10515600" cy="45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language to receive information or to give information.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</a:t>
            </a:r>
            <a:r>
              <a:rPr b="1" lang="en-US"/>
              <a:t>receive information </a:t>
            </a:r>
            <a:r>
              <a:rPr lang="en-US"/>
              <a:t>through listening and reading.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Therefore, listening and reading are known as </a:t>
            </a:r>
            <a:r>
              <a:rPr b="1" lang="en-US"/>
              <a:t>receptive skills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speaking and writing </a:t>
            </a:r>
            <a:r>
              <a:rPr b="1" lang="en-US"/>
              <a:t>for giving information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Speaking and writing are therefore known as </a:t>
            </a:r>
            <a:r>
              <a:rPr b="1" lang="en-US"/>
              <a:t>productive skills.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we should remember that language skills are </a:t>
            </a:r>
            <a:r>
              <a:rPr b="1" lang="en-US"/>
              <a:t>not usually used in isolation.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single activity may/usually require to practice two or three or sometimes all the four language skills. This we may regard as the </a:t>
            </a:r>
            <a:r>
              <a:rPr b="1" lang="en-US"/>
              <a:t>mixed/integrated use of skills.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 a gist </a:t>
            </a:r>
            <a:endParaRPr/>
          </a:p>
        </p:txBody>
      </p:sp>
      <p:pic>
        <p:nvPicPr>
          <p:cNvPr id="147" name="Google Shape;14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157" y="1987826"/>
            <a:ext cx="7103165" cy="412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2020-09-24T06:45:25Z</dcterms:created>
  <dc:creator>kiraaan</dc:creator>
</cp:coreProperties>
</file>