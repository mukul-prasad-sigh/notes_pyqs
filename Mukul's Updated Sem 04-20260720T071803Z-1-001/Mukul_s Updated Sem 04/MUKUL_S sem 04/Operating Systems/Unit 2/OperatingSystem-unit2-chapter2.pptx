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7" r:id="rId3"/>
    <p:sldId id="463" r:id="rId5"/>
    <p:sldId id="464" r:id="rId6"/>
    <p:sldId id="465" r:id="rId7"/>
    <p:sldId id="466" r:id="rId8"/>
    <p:sldId id="467" r:id="rId9"/>
    <p:sldId id="468" r:id="rId10"/>
    <p:sldId id="471" r:id="rId11"/>
    <p:sldId id="472" r:id="rId12"/>
    <p:sldId id="473" r:id="rId13"/>
    <p:sldId id="476" r:id="rId14"/>
    <p:sldId id="474" r:id="rId15"/>
    <p:sldId id="469" r:id="rId16"/>
    <p:sldId id="477" r:id="rId17"/>
    <p:sldId id="478" r:id="rId18"/>
    <p:sldId id="479" r:id="rId19"/>
    <p:sldId id="480" r:id="rId20"/>
    <p:sldId id="481" r:id="rId21"/>
  </p:sldIdLst>
  <p:sldSz cx="12192000" cy="6858000"/>
  <p:notesSz cx="9144000" cy="6858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88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81" d="100"/>
          <a:sy n="81" d="100"/>
        </p:scale>
        <p:origin x="725" y="53"/>
      </p:cViewPr>
      <p:guideLst>
        <p:guide orient="horz" pos="288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4" name="Google Shape;4;n"/>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5" name="Google Shape;5;n"/>
          <p:cNvSpPr>
            <a:spLocks noGrp="1" noRot="1" noChangeAspect="1"/>
          </p:cNvSpPr>
          <p:nvPr>
            <p:ph type="sldImg" idx="3"/>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spcBef>
                <a:spcPts val="36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36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36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36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a:spLocks noGrp="1"/>
          </p:cNvSpPr>
          <p:nvPr>
            <p:ph type="ftr" idx="11"/>
          </p:nvPr>
        </p:nvSpPr>
        <p:spPr>
          <a:xfrm>
            <a:off x="0" y="6513513"/>
            <a:ext cx="3962400" cy="3429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Google Shape;8;n"/>
          <p:cNvSpPr txBox="1">
            <a:spLocks noGrp="1"/>
          </p:cNvSpPr>
          <p:nvPr>
            <p:ph type="sldNum" idx="12"/>
          </p:nvPr>
        </p:nvSpPr>
        <p:spPr>
          <a:xfrm>
            <a:off x="5180013" y="6513513"/>
            <a:ext cx="3962400" cy="3429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
        <p:cNvGrpSpPr/>
        <p:nvPr/>
      </p:nvGrpSpPr>
      <p:grpSpPr>
        <a:xfrm>
          <a:off x="0" y="0"/>
          <a:ext cx="0" cy="0"/>
          <a:chOff x="0" y="0"/>
          <a:chExt cx="0" cy="0"/>
        </a:xfrm>
      </p:grpSpPr>
      <p:sp>
        <p:nvSpPr>
          <p:cNvPr id="24" name="Google Shape;24;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5" name="Google Shape;25;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
        <p:cNvGrpSpPr/>
        <p:nvPr/>
      </p:nvGrpSpPr>
      <p:grpSpPr>
        <a:xfrm>
          <a:off x="0" y="0"/>
          <a:ext cx="0" cy="0"/>
          <a:chOff x="0" y="0"/>
          <a:chExt cx="0" cy="0"/>
        </a:xfrm>
      </p:grpSpPr>
      <p:sp>
        <p:nvSpPr>
          <p:cNvPr id="24" name="Google Shape;24;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5" name="Google Shape;25;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
        <p:cNvGrpSpPr/>
        <p:nvPr/>
      </p:nvGrpSpPr>
      <p:grpSpPr>
        <a:xfrm>
          <a:off x="0" y="0"/>
          <a:ext cx="0" cy="0"/>
          <a:chOff x="0" y="0"/>
          <a:chExt cx="0" cy="0"/>
        </a:xfrm>
      </p:grpSpPr>
      <p:sp>
        <p:nvSpPr>
          <p:cNvPr id="24" name="Google Shape;24;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5" name="Google Shape;25;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
        <p:cNvGrpSpPr/>
        <p:nvPr/>
      </p:nvGrpSpPr>
      <p:grpSpPr>
        <a:xfrm>
          <a:off x="0" y="0"/>
          <a:ext cx="0" cy="0"/>
          <a:chOff x="0" y="0"/>
          <a:chExt cx="0" cy="0"/>
        </a:xfrm>
      </p:grpSpPr>
      <p:sp>
        <p:nvSpPr>
          <p:cNvPr id="24" name="Google Shape;24;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5" name="Google Shape;25;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
        <p:cNvGrpSpPr/>
        <p:nvPr/>
      </p:nvGrpSpPr>
      <p:grpSpPr>
        <a:xfrm>
          <a:off x="0" y="0"/>
          <a:ext cx="0" cy="0"/>
          <a:chOff x="0" y="0"/>
          <a:chExt cx="0" cy="0"/>
        </a:xfrm>
      </p:grpSpPr>
      <p:sp>
        <p:nvSpPr>
          <p:cNvPr id="24" name="Google Shape;24;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5" name="Google Shape;25;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
        <p:cNvGrpSpPr/>
        <p:nvPr/>
      </p:nvGrpSpPr>
      <p:grpSpPr>
        <a:xfrm>
          <a:off x="0" y="0"/>
          <a:ext cx="0" cy="0"/>
          <a:chOff x="0" y="0"/>
          <a:chExt cx="0" cy="0"/>
        </a:xfrm>
      </p:grpSpPr>
      <p:sp>
        <p:nvSpPr>
          <p:cNvPr id="24" name="Google Shape;24;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5" name="Google Shape;25;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
        <p:cNvGrpSpPr/>
        <p:nvPr/>
      </p:nvGrpSpPr>
      <p:grpSpPr>
        <a:xfrm>
          <a:off x="0" y="0"/>
          <a:ext cx="0" cy="0"/>
          <a:chOff x="0" y="0"/>
          <a:chExt cx="0" cy="0"/>
        </a:xfrm>
      </p:grpSpPr>
      <p:sp>
        <p:nvSpPr>
          <p:cNvPr id="24" name="Google Shape;24;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dirty="0"/>
          </a:p>
        </p:txBody>
      </p:sp>
      <p:sp>
        <p:nvSpPr>
          <p:cNvPr id="25" name="Google Shape;25;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
        <p:cNvGrpSpPr/>
        <p:nvPr/>
      </p:nvGrpSpPr>
      <p:grpSpPr>
        <a:xfrm>
          <a:off x="0" y="0"/>
          <a:ext cx="0" cy="0"/>
          <a:chOff x="0" y="0"/>
          <a:chExt cx="0" cy="0"/>
        </a:xfrm>
      </p:grpSpPr>
      <p:sp>
        <p:nvSpPr>
          <p:cNvPr id="24" name="Google Shape;24;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dirty="0"/>
          </a:p>
        </p:txBody>
      </p:sp>
      <p:sp>
        <p:nvSpPr>
          <p:cNvPr id="25" name="Google Shape;25;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
        <p:cNvGrpSpPr/>
        <p:nvPr/>
      </p:nvGrpSpPr>
      <p:grpSpPr>
        <a:xfrm>
          <a:off x="0" y="0"/>
          <a:ext cx="0" cy="0"/>
          <a:chOff x="0" y="0"/>
          <a:chExt cx="0" cy="0"/>
        </a:xfrm>
      </p:grpSpPr>
      <p:sp>
        <p:nvSpPr>
          <p:cNvPr id="24" name="Google Shape;24;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dirty="0"/>
          </a:p>
        </p:txBody>
      </p:sp>
      <p:sp>
        <p:nvSpPr>
          <p:cNvPr id="25" name="Google Shape;25;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
        <p:cNvGrpSpPr/>
        <p:nvPr/>
      </p:nvGrpSpPr>
      <p:grpSpPr>
        <a:xfrm>
          <a:off x="0" y="0"/>
          <a:ext cx="0" cy="0"/>
          <a:chOff x="0" y="0"/>
          <a:chExt cx="0" cy="0"/>
        </a:xfrm>
      </p:grpSpPr>
      <p:sp>
        <p:nvSpPr>
          <p:cNvPr id="24" name="Google Shape;24;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dirty="0"/>
          </a:p>
        </p:txBody>
      </p:sp>
      <p:sp>
        <p:nvSpPr>
          <p:cNvPr id="25" name="Google Shape;25;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
        <p:cNvGrpSpPr/>
        <p:nvPr/>
      </p:nvGrpSpPr>
      <p:grpSpPr>
        <a:xfrm>
          <a:off x="0" y="0"/>
          <a:ext cx="0" cy="0"/>
          <a:chOff x="0" y="0"/>
          <a:chExt cx="0" cy="0"/>
        </a:xfrm>
      </p:grpSpPr>
      <p:sp>
        <p:nvSpPr>
          <p:cNvPr id="24" name="Google Shape;24;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5" name="Google Shape;25;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
        <p:cNvGrpSpPr/>
        <p:nvPr/>
      </p:nvGrpSpPr>
      <p:grpSpPr>
        <a:xfrm>
          <a:off x="0" y="0"/>
          <a:ext cx="0" cy="0"/>
          <a:chOff x="0" y="0"/>
          <a:chExt cx="0" cy="0"/>
        </a:xfrm>
      </p:grpSpPr>
      <p:sp>
        <p:nvSpPr>
          <p:cNvPr id="24" name="Google Shape;24;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dirty="0"/>
          </a:p>
        </p:txBody>
      </p:sp>
      <p:sp>
        <p:nvSpPr>
          <p:cNvPr id="25" name="Google Shape;25;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
        <p:cNvGrpSpPr/>
        <p:nvPr/>
      </p:nvGrpSpPr>
      <p:grpSpPr>
        <a:xfrm>
          <a:off x="0" y="0"/>
          <a:ext cx="0" cy="0"/>
          <a:chOff x="0" y="0"/>
          <a:chExt cx="0" cy="0"/>
        </a:xfrm>
      </p:grpSpPr>
      <p:sp>
        <p:nvSpPr>
          <p:cNvPr id="24" name="Google Shape;24;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dirty="0"/>
          </a:p>
        </p:txBody>
      </p:sp>
      <p:sp>
        <p:nvSpPr>
          <p:cNvPr id="25" name="Google Shape;25;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
        <p:cNvGrpSpPr/>
        <p:nvPr/>
      </p:nvGrpSpPr>
      <p:grpSpPr>
        <a:xfrm>
          <a:off x="0" y="0"/>
          <a:ext cx="0" cy="0"/>
          <a:chOff x="0" y="0"/>
          <a:chExt cx="0" cy="0"/>
        </a:xfrm>
      </p:grpSpPr>
      <p:sp>
        <p:nvSpPr>
          <p:cNvPr id="24" name="Google Shape;24;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dirty="0"/>
          </a:p>
        </p:txBody>
      </p:sp>
      <p:sp>
        <p:nvSpPr>
          <p:cNvPr id="25" name="Google Shape;25;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
        <p:cNvGrpSpPr/>
        <p:nvPr/>
      </p:nvGrpSpPr>
      <p:grpSpPr>
        <a:xfrm>
          <a:off x="0" y="0"/>
          <a:ext cx="0" cy="0"/>
          <a:chOff x="0" y="0"/>
          <a:chExt cx="0" cy="0"/>
        </a:xfrm>
      </p:grpSpPr>
      <p:sp>
        <p:nvSpPr>
          <p:cNvPr id="24" name="Google Shape;24;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dirty="0"/>
          </a:p>
        </p:txBody>
      </p:sp>
      <p:sp>
        <p:nvSpPr>
          <p:cNvPr id="25" name="Google Shape;25;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
        <p:cNvGrpSpPr/>
        <p:nvPr/>
      </p:nvGrpSpPr>
      <p:grpSpPr>
        <a:xfrm>
          <a:off x="0" y="0"/>
          <a:ext cx="0" cy="0"/>
          <a:chOff x="0" y="0"/>
          <a:chExt cx="0" cy="0"/>
        </a:xfrm>
      </p:grpSpPr>
      <p:sp>
        <p:nvSpPr>
          <p:cNvPr id="24" name="Google Shape;24;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dirty="0"/>
          </a:p>
        </p:txBody>
      </p:sp>
      <p:sp>
        <p:nvSpPr>
          <p:cNvPr id="25" name="Google Shape;25;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
        <p:cNvGrpSpPr/>
        <p:nvPr/>
      </p:nvGrpSpPr>
      <p:grpSpPr>
        <a:xfrm>
          <a:off x="0" y="0"/>
          <a:ext cx="0" cy="0"/>
          <a:chOff x="0" y="0"/>
          <a:chExt cx="0" cy="0"/>
        </a:xfrm>
      </p:grpSpPr>
      <p:sp>
        <p:nvSpPr>
          <p:cNvPr id="24" name="Google Shape;24;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dirty="0"/>
          </a:p>
        </p:txBody>
      </p:sp>
      <p:sp>
        <p:nvSpPr>
          <p:cNvPr id="25" name="Google Shape;25;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
        <p:cNvGrpSpPr/>
        <p:nvPr/>
      </p:nvGrpSpPr>
      <p:grpSpPr>
        <a:xfrm>
          <a:off x="0" y="0"/>
          <a:ext cx="0" cy="0"/>
          <a:chOff x="0" y="0"/>
          <a:chExt cx="0" cy="0"/>
        </a:xfrm>
      </p:grpSpPr>
      <p:sp>
        <p:nvSpPr>
          <p:cNvPr id="24" name="Google Shape;24;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dirty="0"/>
          </a:p>
        </p:txBody>
      </p:sp>
      <p:sp>
        <p:nvSpPr>
          <p:cNvPr id="25" name="Google Shape;25;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xml"/><Relationship Id="rId2" Type="http://schemas.openxmlformats.org/officeDocument/2006/relationships/image" Target="../media/image9.png"/><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sp>
        <p:nvSpPr>
          <p:cNvPr id="27" name="Google Shape;27;p5"/>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8" name="Google Shape;28;p5"/>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0890" marR="0" lvl="0" indent="0" algn="l" rtl="0">
              <a:lnSpc>
                <a:spcPct val="102000"/>
              </a:lnSpc>
              <a:spcBef>
                <a:spcPts val="0"/>
              </a:spcBef>
              <a:spcAft>
                <a:spcPts val="0"/>
              </a:spcAft>
              <a:buNone/>
            </a:pPr>
            <a:r>
              <a:rPr lang="en-US" sz="1800" b="0" i="0" u="none" strike="noStrike" cap="none">
                <a:solidFill>
                  <a:srgbClr val="FFFFFF"/>
                </a:solidFill>
                <a:latin typeface="Arial" panose="020B0604020202020204"/>
                <a:ea typeface="Arial" panose="020B0604020202020204"/>
                <a:cs typeface="Arial" panose="020B0604020202020204"/>
                <a:sym typeface="Arial" panose="020B0604020202020204"/>
              </a:rPr>
              <a:t>Dept. of  CSE(CS),  MSRIT                                                                                               </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70890" marR="0" lvl="0" indent="0" algn="l" rtl="0">
              <a:lnSpc>
                <a:spcPct val="102000"/>
              </a:lnSpc>
              <a:spcBef>
                <a:spcPts val="335"/>
              </a:spcBef>
              <a:spcAft>
                <a:spcPts val="0"/>
              </a:spcAft>
              <a:buNone/>
            </a:pPr>
            <a:r>
              <a:rPr lang="en-US" sz="1800" b="0"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rPr>
              <a:t>	       </a:t>
            </a:r>
            <a:endPara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 name="Google Shape;29;p5"/>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endParaRPr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0" name="Google Shape;30;p5"/>
          <p:cNvSpPr txBox="1"/>
          <p:nvPr/>
        </p:nvSpPr>
        <p:spPr>
          <a:xfrm>
            <a:off x="2028825" y="1219200"/>
            <a:ext cx="7772400" cy="4114800"/>
          </a:xfrm>
          <a:prstGeom prst="rect">
            <a:avLst/>
          </a:prstGeom>
          <a:noFill/>
          <a:ln>
            <a:noFill/>
          </a:ln>
        </p:spPr>
        <p:txBody>
          <a:bodyPr spcFirstLastPara="1" wrap="square" lIns="91425" tIns="45700" rIns="91425" bIns="45700" anchor="t" anchorCtr="0">
            <a:normAutofit/>
          </a:bodyPr>
          <a:lstStyle/>
          <a:p>
            <a:pPr marL="342900" marR="0" lvl="0" indent="-139700" algn="just" rtl="0">
              <a:spcBef>
                <a:spcPts val="0"/>
              </a:spcBef>
              <a:spcAft>
                <a:spcPts val="0"/>
              </a:spcAft>
              <a:buClr>
                <a:schemeClr val="dk1"/>
              </a:buClr>
              <a:buSzPts val="3200"/>
              <a:buFont typeface="Arial" panose="020B0604020202020204"/>
              <a:buNone/>
            </a:pPr>
            <a:endParaRPr sz="3200" b="1" i="0" u="none" strike="noStrike" cap="none" dirty="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31" name="Google Shape;31;p5"/>
          <p:cNvSpPr txBox="1"/>
          <p:nvPr/>
        </p:nvSpPr>
        <p:spPr>
          <a:xfrm>
            <a:off x="1913641" y="1025202"/>
            <a:ext cx="8610600"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pic>
        <p:nvPicPr>
          <p:cNvPr id="3" name="Picture 2"/>
          <p:cNvPicPr>
            <a:picLocks noChangeAspect="1"/>
          </p:cNvPicPr>
          <p:nvPr/>
        </p:nvPicPr>
        <p:blipFill>
          <a:blip r:embed="rId1"/>
          <a:stretch>
            <a:fillRect/>
          </a:stretch>
        </p:blipFill>
        <p:spPr>
          <a:xfrm>
            <a:off x="813650" y="1704734"/>
            <a:ext cx="10564699" cy="344853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sp>
        <p:nvSpPr>
          <p:cNvPr id="27" name="Google Shape;27;p5"/>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8" name="Google Shape;28;p5"/>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0890" marR="0" lvl="0" indent="0" algn="l" rtl="0">
              <a:lnSpc>
                <a:spcPct val="102000"/>
              </a:lnSpc>
              <a:spcBef>
                <a:spcPts val="0"/>
              </a:spcBef>
              <a:spcAft>
                <a:spcPts val="0"/>
              </a:spcAft>
              <a:buNone/>
            </a:pPr>
            <a:r>
              <a:rPr lang="en-US" sz="1800" b="0" i="0" u="none" strike="noStrike" cap="none">
                <a:solidFill>
                  <a:srgbClr val="FFFFFF"/>
                </a:solidFill>
                <a:latin typeface="Arial" panose="020B0604020202020204"/>
                <a:ea typeface="Arial" panose="020B0604020202020204"/>
                <a:cs typeface="Arial" panose="020B0604020202020204"/>
                <a:sym typeface="Arial" panose="020B0604020202020204"/>
              </a:rPr>
              <a:t>Dept. of  CSE(CS),  MSRIT                                                                                               </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70890" marR="0" lvl="0" indent="0" algn="l" rtl="0">
              <a:lnSpc>
                <a:spcPct val="102000"/>
              </a:lnSpc>
              <a:spcBef>
                <a:spcPts val="335"/>
              </a:spcBef>
              <a:spcAft>
                <a:spcPts val="0"/>
              </a:spcAft>
              <a:buNone/>
            </a:pPr>
            <a:r>
              <a:rPr lang="en-US" sz="1800" b="0"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rPr>
              <a:t>	       </a:t>
            </a:r>
            <a:endPara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 name="Google Shape;29;p5"/>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endParaRPr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0" name="Google Shape;30;p5"/>
          <p:cNvSpPr txBox="1"/>
          <p:nvPr/>
        </p:nvSpPr>
        <p:spPr>
          <a:xfrm>
            <a:off x="2028825" y="1219200"/>
            <a:ext cx="7772400" cy="4114800"/>
          </a:xfrm>
          <a:prstGeom prst="rect">
            <a:avLst/>
          </a:prstGeom>
          <a:noFill/>
          <a:ln>
            <a:noFill/>
          </a:ln>
        </p:spPr>
        <p:txBody>
          <a:bodyPr spcFirstLastPara="1" wrap="square" lIns="91425" tIns="45700" rIns="91425" bIns="45700" anchor="t" anchorCtr="0">
            <a:normAutofit/>
          </a:bodyPr>
          <a:lstStyle/>
          <a:p>
            <a:pPr marL="342900" marR="0" lvl="0" indent="-139700" algn="just" rtl="0">
              <a:spcBef>
                <a:spcPts val="0"/>
              </a:spcBef>
              <a:spcAft>
                <a:spcPts val="0"/>
              </a:spcAft>
              <a:buClr>
                <a:schemeClr val="dk1"/>
              </a:buClr>
              <a:buSzPts val="3200"/>
              <a:buFont typeface="Arial" panose="020B0604020202020204"/>
              <a:buNone/>
            </a:pPr>
            <a:endParaRPr sz="3200" b="1" i="0" u="none" strike="noStrike" cap="none" dirty="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31" name="Google Shape;31;p5"/>
          <p:cNvSpPr txBox="1"/>
          <p:nvPr/>
        </p:nvSpPr>
        <p:spPr>
          <a:xfrm>
            <a:off x="1828800" y="1066800"/>
            <a:ext cx="8610600"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pic>
        <p:nvPicPr>
          <p:cNvPr id="4" name="Picture 3"/>
          <p:cNvPicPr>
            <a:picLocks noChangeAspect="1"/>
          </p:cNvPicPr>
          <p:nvPr/>
        </p:nvPicPr>
        <p:blipFill>
          <a:blip r:embed="rId1"/>
          <a:stretch>
            <a:fillRect/>
          </a:stretch>
        </p:blipFill>
        <p:spPr>
          <a:xfrm>
            <a:off x="113465" y="356759"/>
            <a:ext cx="11965070" cy="614448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sp>
        <p:nvSpPr>
          <p:cNvPr id="27" name="Google Shape;27;p5"/>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8" name="Google Shape;28;p5"/>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0890" marR="0" lvl="0" indent="0" algn="l" rtl="0">
              <a:lnSpc>
                <a:spcPct val="102000"/>
              </a:lnSpc>
              <a:spcBef>
                <a:spcPts val="0"/>
              </a:spcBef>
              <a:spcAft>
                <a:spcPts val="0"/>
              </a:spcAft>
              <a:buNone/>
            </a:pPr>
            <a:r>
              <a:rPr lang="en-US" sz="1800" b="0" i="0" u="none" strike="noStrike" cap="none">
                <a:solidFill>
                  <a:srgbClr val="FFFFFF"/>
                </a:solidFill>
                <a:latin typeface="Arial" panose="020B0604020202020204"/>
                <a:ea typeface="Arial" panose="020B0604020202020204"/>
                <a:cs typeface="Arial" panose="020B0604020202020204"/>
                <a:sym typeface="Arial" panose="020B0604020202020204"/>
              </a:rPr>
              <a:t>Dept. of  CSE(CS),  MSRIT                                                                                               </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70890" marR="0" lvl="0" indent="0" algn="l" rtl="0">
              <a:lnSpc>
                <a:spcPct val="102000"/>
              </a:lnSpc>
              <a:spcBef>
                <a:spcPts val="335"/>
              </a:spcBef>
              <a:spcAft>
                <a:spcPts val="0"/>
              </a:spcAft>
              <a:buNone/>
            </a:pPr>
            <a:r>
              <a:rPr lang="en-US" sz="1800" b="0"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rPr>
              <a:t>	       </a:t>
            </a:r>
            <a:endPara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 name="Google Shape;29;p5"/>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endParaRPr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0" name="Google Shape;30;p5"/>
          <p:cNvSpPr txBox="1"/>
          <p:nvPr/>
        </p:nvSpPr>
        <p:spPr>
          <a:xfrm>
            <a:off x="2028825" y="1219200"/>
            <a:ext cx="7772400" cy="4114800"/>
          </a:xfrm>
          <a:prstGeom prst="rect">
            <a:avLst/>
          </a:prstGeom>
          <a:noFill/>
          <a:ln>
            <a:noFill/>
          </a:ln>
        </p:spPr>
        <p:txBody>
          <a:bodyPr spcFirstLastPara="1" wrap="square" lIns="91425" tIns="45700" rIns="91425" bIns="45700" anchor="t" anchorCtr="0">
            <a:normAutofit/>
          </a:bodyPr>
          <a:lstStyle/>
          <a:p>
            <a:pPr marL="342900" marR="0" lvl="0" indent="-139700" algn="just" rtl="0">
              <a:spcBef>
                <a:spcPts val="0"/>
              </a:spcBef>
              <a:spcAft>
                <a:spcPts val="0"/>
              </a:spcAft>
              <a:buClr>
                <a:schemeClr val="dk1"/>
              </a:buClr>
              <a:buSzPts val="3200"/>
              <a:buFont typeface="Arial" panose="020B0604020202020204"/>
              <a:buNone/>
            </a:pPr>
            <a:endParaRPr sz="3200" b="1" i="0" u="none" strike="noStrike" cap="none" dirty="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31" name="Google Shape;31;p5"/>
          <p:cNvSpPr txBox="1"/>
          <p:nvPr/>
        </p:nvSpPr>
        <p:spPr>
          <a:xfrm>
            <a:off x="1828800" y="1066800"/>
            <a:ext cx="8610600"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pic>
        <p:nvPicPr>
          <p:cNvPr id="3" name="Picture 2"/>
          <p:cNvPicPr>
            <a:picLocks noChangeAspect="1"/>
          </p:cNvPicPr>
          <p:nvPr/>
        </p:nvPicPr>
        <p:blipFill>
          <a:blip r:embed="rId1"/>
          <a:stretch>
            <a:fillRect/>
          </a:stretch>
        </p:blipFill>
        <p:spPr>
          <a:xfrm>
            <a:off x="275412" y="636781"/>
            <a:ext cx="11641175" cy="585133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sp>
        <p:nvSpPr>
          <p:cNvPr id="27" name="Google Shape;27;p5"/>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8" name="Google Shape;28;p5"/>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0890" marR="0" lvl="0" indent="0" algn="l" rtl="0">
              <a:lnSpc>
                <a:spcPct val="102000"/>
              </a:lnSpc>
              <a:spcBef>
                <a:spcPts val="0"/>
              </a:spcBef>
              <a:spcAft>
                <a:spcPts val="0"/>
              </a:spcAft>
              <a:buNone/>
            </a:pPr>
            <a:r>
              <a:rPr lang="en-US" sz="1800" b="0" i="0" u="none" strike="noStrike" cap="none">
                <a:solidFill>
                  <a:srgbClr val="FFFFFF"/>
                </a:solidFill>
                <a:latin typeface="Arial" panose="020B0604020202020204"/>
                <a:ea typeface="Arial" panose="020B0604020202020204"/>
                <a:cs typeface="Arial" panose="020B0604020202020204"/>
                <a:sym typeface="Arial" panose="020B0604020202020204"/>
              </a:rPr>
              <a:t>Dept. of  CSE(CS),  MSRIT                                                                                               </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70890" marR="0" lvl="0" indent="0" algn="l" rtl="0">
              <a:lnSpc>
                <a:spcPct val="102000"/>
              </a:lnSpc>
              <a:spcBef>
                <a:spcPts val="335"/>
              </a:spcBef>
              <a:spcAft>
                <a:spcPts val="0"/>
              </a:spcAft>
              <a:buNone/>
            </a:pPr>
            <a:r>
              <a:rPr lang="en-US" sz="1800" b="0"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rPr>
              <a:t>	       </a:t>
            </a:r>
            <a:endPara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 name="Google Shape;29;p5"/>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rPr>
              <a:t>Motivation</a:t>
            </a:r>
            <a:endParaRPr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0" name="Google Shape;30;p5"/>
          <p:cNvSpPr txBox="1"/>
          <p:nvPr/>
        </p:nvSpPr>
        <p:spPr>
          <a:xfrm>
            <a:off x="2028825" y="1219200"/>
            <a:ext cx="7772400" cy="4114800"/>
          </a:xfrm>
          <a:prstGeom prst="rect">
            <a:avLst/>
          </a:prstGeom>
          <a:noFill/>
          <a:ln>
            <a:noFill/>
          </a:ln>
        </p:spPr>
        <p:txBody>
          <a:bodyPr spcFirstLastPara="1" wrap="square" lIns="91425" tIns="45700" rIns="91425" bIns="45700" anchor="t" anchorCtr="0">
            <a:normAutofit/>
          </a:bodyPr>
          <a:lstStyle/>
          <a:p>
            <a:pPr marL="342900" marR="0" lvl="0" indent="-139700" algn="just" rtl="0">
              <a:spcBef>
                <a:spcPts val="0"/>
              </a:spcBef>
              <a:spcAft>
                <a:spcPts val="0"/>
              </a:spcAft>
              <a:buClr>
                <a:schemeClr val="dk1"/>
              </a:buClr>
              <a:buSzPts val="3200"/>
              <a:buFont typeface="Arial" panose="020B0604020202020204"/>
              <a:buNone/>
            </a:pPr>
            <a:endParaRPr sz="3200" b="1" i="0" u="none" strike="noStrike" cap="none" dirty="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31" name="Google Shape;31;p5"/>
          <p:cNvSpPr txBox="1"/>
          <p:nvPr/>
        </p:nvSpPr>
        <p:spPr>
          <a:xfrm>
            <a:off x="1828800" y="1066800"/>
            <a:ext cx="8610600"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pic>
        <p:nvPicPr>
          <p:cNvPr id="4" name="Picture 3"/>
          <p:cNvPicPr>
            <a:picLocks noChangeAspect="1"/>
          </p:cNvPicPr>
          <p:nvPr/>
        </p:nvPicPr>
        <p:blipFill>
          <a:blip r:embed="rId1"/>
          <a:srcRect t="12109"/>
          <a:stretch>
            <a:fillRect/>
          </a:stretch>
        </p:blipFill>
        <p:spPr>
          <a:xfrm>
            <a:off x="76200" y="816648"/>
            <a:ext cx="12031754" cy="550093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sp>
        <p:nvSpPr>
          <p:cNvPr id="27" name="Google Shape;27;p5"/>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8" name="Google Shape;28;p5"/>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0890" marR="0" lvl="0" indent="0" algn="l" rtl="0">
              <a:lnSpc>
                <a:spcPct val="102000"/>
              </a:lnSpc>
              <a:spcBef>
                <a:spcPts val="0"/>
              </a:spcBef>
              <a:spcAft>
                <a:spcPts val="0"/>
              </a:spcAft>
              <a:buNone/>
            </a:pPr>
            <a:r>
              <a:rPr lang="en-US" sz="1800" b="0" i="0" u="none" strike="noStrike" cap="none">
                <a:solidFill>
                  <a:srgbClr val="FFFFFF"/>
                </a:solidFill>
                <a:latin typeface="Arial" panose="020B0604020202020204"/>
                <a:ea typeface="Arial" panose="020B0604020202020204"/>
                <a:cs typeface="Arial" panose="020B0604020202020204"/>
                <a:sym typeface="Arial" panose="020B0604020202020204"/>
              </a:rPr>
              <a:t>Dept. of  CSE(CS),  MSRIT                                                                                               </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70890" marR="0" lvl="0" indent="0" algn="l" rtl="0">
              <a:lnSpc>
                <a:spcPct val="102000"/>
              </a:lnSpc>
              <a:spcBef>
                <a:spcPts val="335"/>
              </a:spcBef>
              <a:spcAft>
                <a:spcPts val="0"/>
              </a:spcAft>
              <a:buNone/>
            </a:pPr>
            <a:r>
              <a:rPr lang="en-US" sz="1800" b="0"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rPr>
              <a:t>	       </a:t>
            </a:r>
            <a:endPara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 name="Google Shape;29;p5"/>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rPr>
              <a:t>Motivation</a:t>
            </a:r>
            <a:endParaRPr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0" name="Google Shape;30;p5"/>
          <p:cNvSpPr txBox="1"/>
          <p:nvPr/>
        </p:nvSpPr>
        <p:spPr>
          <a:xfrm>
            <a:off x="2028825" y="1219200"/>
            <a:ext cx="7772400" cy="4114800"/>
          </a:xfrm>
          <a:prstGeom prst="rect">
            <a:avLst/>
          </a:prstGeom>
          <a:noFill/>
          <a:ln>
            <a:noFill/>
          </a:ln>
        </p:spPr>
        <p:txBody>
          <a:bodyPr spcFirstLastPara="1" wrap="square" lIns="91425" tIns="45700" rIns="91425" bIns="45700" anchor="t" anchorCtr="0">
            <a:normAutofit/>
          </a:bodyPr>
          <a:lstStyle/>
          <a:p>
            <a:pPr marL="342900" marR="0" lvl="0" indent="-139700" algn="just" rtl="0">
              <a:spcBef>
                <a:spcPts val="0"/>
              </a:spcBef>
              <a:spcAft>
                <a:spcPts val="0"/>
              </a:spcAft>
              <a:buClr>
                <a:schemeClr val="dk1"/>
              </a:buClr>
              <a:buSzPts val="3200"/>
              <a:buFont typeface="Arial" panose="020B0604020202020204"/>
              <a:buNone/>
            </a:pPr>
            <a:endParaRPr sz="3200" b="1" i="0" u="none" strike="noStrike" cap="none" dirty="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31" name="Google Shape;31;p5"/>
          <p:cNvSpPr txBox="1"/>
          <p:nvPr/>
        </p:nvSpPr>
        <p:spPr>
          <a:xfrm>
            <a:off x="1828800" y="1066800"/>
            <a:ext cx="8610600"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pic>
        <p:nvPicPr>
          <p:cNvPr id="3" name="Picture 2"/>
          <p:cNvPicPr>
            <a:picLocks noChangeAspect="1"/>
          </p:cNvPicPr>
          <p:nvPr/>
        </p:nvPicPr>
        <p:blipFill>
          <a:blip r:embed="rId1"/>
          <a:stretch>
            <a:fillRect/>
          </a:stretch>
        </p:blipFill>
        <p:spPr>
          <a:xfrm>
            <a:off x="169183" y="663700"/>
            <a:ext cx="11946617" cy="582959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sp>
        <p:nvSpPr>
          <p:cNvPr id="27" name="Google Shape;27;p5"/>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8" name="Google Shape;28;p5"/>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0890" marR="0" lvl="0" indent="0" algn="l" rtl="0">
              <a:lnSpc>
                <a:spcPct val="102000"/>
              </a:lnSpc>
              <a:spcBef>
                <a:spcPts val="0"/>
              </a:spcBef>
              <a:spcAft>
                <a:spcPts val="0"/>
              </a:spcAft>
              <a:buNone/>
            </a:pPr>
            <a:r>
              <a:rPr lang="en-US" sz="1800" b="0" i="0" u="none" strike="noStrike" cap="none">
                <a:solidFill>
                  <a:srgbClr val="FFFFFF"/>
                </a:solidFill>
                <a:latin typeface="Arial" panose="020B0604020202020204"/>
                <a:ea typeface="Arial" panose="020B0604020202020204"/>
                <a:cs typeface="Arial" panose="020B0604020202020204"/>
                <a:sym typeface="Arial" panose="020B0604020202020204"/>
              </a:rPr>
              <a:t>Dept. of  CSE(CS),  MSRIT                                                                                               </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70890" marR="0" lvl="0" indent="0" algn="l" rtl="0">
              <a:lnSpc>
                <a:spcPct val="102000"/>
              </a:lnSpc>
              <a:spcBef>
                <a:spcPts val="335"/>
              </a:spcBef>
              <a:spcAft>
                <a:spcPts val="0"/>
              </a:spcAft>
              <a:buNone/>
            </a:pPr>
            <a:r>
              <a:rPr lang="en-US" sz="1800" b="0"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rPr>
              <a:t>	       </a:t>
            </a:r>
            <a:endPara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 name="Google Shape;29;p5"/>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rPr>
              <a:t>Motivation</a:t>
            </a:r>
            <a:endParaRPr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0" name="Google Shape;30;p5"/>
          <p:cNvSpPr txBox="1"/>
          <p:nvPr/>
        </p:nvSpPr>
        <p:spPr>
          <a:xfrm>
            <a:off x="2028825" y="1219200"/>
            <a:ext cx="7772400" cy="4114800"/>
          </a:xfrm>
          <a:prstGeom prst="rect">
            <a:avLst/>
          </a:prstGeom>
          <a:noFill/>
          <a:ln>
            <a:noFill/>
          </a:ln>
        </p:spPr>
        <p:txBody>
          <a:bodyPr spcFirstLastPara="1" wrap="square" lIns="91425" tIns="45700" rIns="91425" bIns="45700" anchor="t" anchorCtr="0">
            <a:normAutofit/>
          </a:bodyPr>
          <a:lstStyle/>
          <a:p>
            <a:pPr marL="342900" marR="0" lvl="0" indent="-139700" algn="just" rtl="0">
              <a:spcBef>
                <a:spcPts val="0"/>
              </a:spcBef>
              <a:spcAft>
                <a:spcPts val="0"/>
              </a:spcAft>
              <a:buClr>
                <a:schemeClr val="dk1"/>
              </a:buClr>
              <a:buSzPts val="3200"/>
              <a:buFont typeface="Arial" panose="020B0604020202020204"/>
              <a:buNone/>
            </a:pPr>
            <a:endParaRPr sz="3200" b="1" i="0" u="none" strike="noStrike" cap="none" dirty="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31" name="Google Shape;31;p5"/>
          <p:cNvSpPr txBox="1"/>
          <p:nvPr/>
        </p:nvSpPr>
        <p:spPr>
          <a:xfrm>
            <a:off x="1828800" y="1066800"/>
            <a:ext cx="8610600"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pic>
        <p:nvPicPr>
          <p:cNvPr id="3" name="Picture 2"/>
          <p:cNvPicPr>
            <a:picLocks noChangeAspect="1"/>
          </p:cNvPicPr>
          <p:nvPr/>
        </p:nvPicPr>
        <p:blipFill>
          <a:blip r:embed="rId1"/>
          <a:stretch>
            <a:fillRect/>
          </a:stretch>
        </p:blipFill>
        <p:spPr>
          <a:xfrm>
            <a:off x="76200" y="946176"/>
            <a:ext cx="11232198" cy="469262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sp>
        <p:nvSpPr>
          <p:cNvPr id="27" name="Google Shape;27;p5"/>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8" name="Google Shape;28;p5"/>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0890" marR="0" lvl="0" indent="0" algn="l" rtl="0">
              <a:lnSpc>
                <a:spcPct val="102000"/>
              </a:lnSpc>
              <a:spcBef>
                <a:spcPts val="0"/>
              </a:spcBef>
              <a:spcAft>
                <a:spcPts val="0"/>
              </a:spcAft>
              <a:buNone/>
            </a:pPr>
            <a:r>
              <a:rPr lang="en-US" sz="1800" b="0" i="0" u="none" strike="noStrike" cap="none">
                <a:solidFill>
                  <a:srgbClr val="FFFFFF"/>
                </a:solidFill>
                <a:latin typeface="Arial" panose="020B0604020202020204"/>
                <a:ea typeface="Arial" panose="020B0604020202020204"/>
                <a:cs typeface="Arial" panose="020B0604020202020204"/>
                <a:sym typeface="Arial" panose="020B0604020202020204"/>
              </a:rPr>
              <a:t>Dept. of  CSE(CS),  MSRIT                                                                                               </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70890" marR="0" lvl="0" indent="0" algn="l" rtl="0">
              <a:lnSpc>
                <a:spcPct val="102000"/>
              </a:lnSpc>
              <a:spcBef>
                <a:spcPts val="335"/>
              </a:spcBef>
              <a:spcAft>
                <a:spcPts val="0"/>
              </a:spcAft>
              <a:buNone/>
            </a:pPr>
            <a:r>
              <a:rPr lang="en-US" sz="1800" b="0"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rPr>
              <a:t>	       </a:t>
            </a:r>
            <a:endPara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 name="Google Shape;29;p5"/>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rPr>
              <a:t>Benefits</a:t>
            </a:r>
            <a:endParaRPr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0" name="Google Shape;30;p5"/>
          <p:cNvSpPr txBox="1"/>
          <p:nvPr/>
        </p:nvSpPr>
        <p:spPr>
          <a:xfrm>
            <a:off x="2028825" y="1219200"/>
            <a:ext cx="7772400" cy="4114800"/>
          </a:xfrm>
          <a:prstGeom prst="rect">
            <a:avLst/>
          </a:prstGeom>
          <a:noFill/>
          <a:ln>
            <a:noFill/>
          </a:ln>
        </p:spPr>
        <p:txBody>
          <a:bodyPr spcFirstLastPara="1" wrap="square" lIns="91425" tIns="45700" rIns="91425" bIns="45700" anchor="t" anchorCtr="0">
            <a:normAutofit/>
          </a:bodyPr>
          <a:lstStyle/>
          <a:p>
            <a:pPr marL="342900" marR="0" lvl="0" indent="-139700" algn="just" rtl="0">
              <a:spcBef>
                <a:spcPts val="0"/>
              </a:spcBef>
              <a:spcAft>
                <a:spcPts val="0"/>
              </a:spcAft>
              <a:buClr>
                <a:schemeClr val="dk1"/>
              </a:buClr>
              <a:buSzPts val="3200"/>
              <a:buFont typeface="Arial" panose="020B0604020202020204"/>
              <a:buNone/>
            </a:pPr>
            <a:endParaRPr sz="3200" b="1" i="0" u="none" strike="noStrike" cap="none" dirty="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31" name="Google Shape;31;p5"/>
          <p:cNvSpPr txBox="1"/>
          <p:nvPr/>
        </p:nvSpPr>
        <p:spPr>
          <a:xfrm>
            <a:off x="1828800" y="1066800"/>
            <a:ext cx="8610600"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pic>
        <p:nvPicPr>
          <p:cNvPr id="3" name="Picture 2"/>
          <p:cNvPicPr>
            <a:picLocks noChangeAspect="1"/>
          </p:cNvPicPr>
          <p:nvPr/>
        </p:nvPicPr>
        <p:blipFill>
          <a:blip r:embed="rId1"/>
          <a:stretch>
            <a:fillRect/>
          </a:stretch>
        </p:blipFill>
        <p:spPr>
          <a:xfrm>
            <a:off x="89649" y="623496"/>
            <a:ext cx="12012701" cy="561100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sp>
        <p:nvSpPr>
          <p:cNvPr id="27" name="Google Shape;27;p5"/>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9" name="Google Shape;29;p5"/>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rPr>
              <a:t>Multicore Programming</a:t>
            </a:r>
            <a:endParaRPr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0" name="Google Shape;30;p5"/>
          <p:cNvSpPr txBox="1"/>
          <p:nvPr/>
        </p:nvSpPr>
        <p:spPr>
          <a:xfrm>
            <a:off x="2028825" y="1219200"/>
            <a:ext cx="7772400" cy="4114800"/>
          </a:xfrm>
          <a:prstGeom prst="rect">
            <a:avLst/>
          </a:prstGeom>
          <a:noFill/>
          <a:ln>
            <a:noFill/>
          </a:ln>
        </p:spPr>
        <p:txBody>
          <a:bodyPr spcFirstLastPara="1" wrap="square" lIns="91425" tIns="45700" rIns="91425" bIns="45700" anchor="t" anchorCtr="0">
            <a:normAutofit/>
          </a:bodyPr>
          <a:lstStyle/>
          <a:p>
            <a:pPr marL="342900" marR="0" lvl="0" indent="-139700" algn="just" rtl="0">
              <a:spcBef>
                <a:spcPts val="0"/>
              </a:spcBef>
              <a:spcAft>
                <a:spcPts val="0"/>
              </a:spcAft>
              <a:buClr>
                <a:schemeClr val="dk1"/>
              </a:buClr>
              <a:buSzPts val="3200"/>
              <a:buFont typeface="Arial" panose="020B0604020202020204"/>
              <a:buNone/>
            </a:pPr>
            <a:endParaRPr sz="3200" b="1" i="0" u="none" strike="noStrike" cap="none" dirty="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31" name="Google Shape;31;p5"/>
          <p:cNvSpPr txBox="1"/>
          <p:nvPr/>
        </p:nvSpPr>
        <p:spPr>
          <a:xfrm>
            <a:off x="1828800" y="1066800"/>
            <a:ext cx="8610600"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 name="TextBox 1"/>
          <p:cNvSpPr txBox="1"/>
          <p:nvPr/>
        </p:nvSpPr>
        <p:spPr>
          <a:xfrm>
            <a:off x="76200" y="591264"/>
            <a:ext cx="12115799" cy="5693866"/>
          </a:xfrm>
          <a:prstGeom prst="rect">
            <a:avLst/>
          </a:prstGeom>
          <a:noFill/>
        </p:spPr>
        <p:txBody>
          <a:bodyPr wrap="square" rtlCol="0">
            <a:spAutoFit/>
          </a:bodyPr>
          <a:lstStyle/>
          <a:p>
            <a:pPr marL="285750" indent="-285750">
              <a:buFont typeface="Wingdings" panose="05000000000000000000" pitchFamily="2" charset="2"/>
              <a:buChar char="ü"/>
            </a:pPr>
            <a:r>
              <a:rPr lang="en-US" sz="1800" dirty="0">
                <a:latin typeface="Times New Roman" panose="02020603050405020304" pitchFamily="18" charset="0"/>
                <a:cs typeface="Times New Roman" panose="02020603050405020304" pitchFamily="18" charset="0"/>
              </a:rPr>
              <a:t>Multicore systems allow multiple threads to execute in parallel, improving performance compared to single-core systems where threads only interleave execution as the processing core is capable of executing only one thread at a </a:t>
            </a:r>
            <a:r>
              <a:rPr lang="en-US" sz="1800" dirty="0" err="1">
                <a:latin typeface="Times New Roman" panose="02020603050405020304" pitchFamily="18" charset="0"/>
                <a:cs typeface="Times New Roman" panose="02020603050405020304" pitchFamily="18" charset="0"/>
              </a:rPr>
              <a:t>time..shown</a:t>
            </a:r>
            <a:r>
              <a:rPr lang="en-US" sz="1800" dirty="0">
                <a:latin typeface="Times New Roman" panose="02020603050405020304" pitchFamily="18" charset="0"/>
                <a:cs typeface="Times New Roman" panose="02020603050405020304" pitchFamily="18" charset="0"/>
              </a:rPr>
              <a:t> in below fig.</a:t>
            </a:r>
            <a:endParaRPr lang="en-US" sz="18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ü"/>
            </a:pPr>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 </a:t>
            </a:r>
            <a:endParaRPr lang="en-US" sz="18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ü"/>
            </a:pPr>
            <a:endParaRPr lang="en-US" dirty="0"/>
          </a:p>
          <a:p>
            <a:pPr marL="285750" indent="-285750">
              <a:buFont typeface="Wingdings" panose="05000000000000000000" pitchFamily="2" charset="2"/>
              <a:buChar char="ü"/>
            </a:pPr>
            <a:endParaRPr lang="en-US" dirty="0"/>
          </a:p>
          <a:p>
            <a:pPr marL="285750" indent="-285750">
              <a:buFont typeface="Wingdings" panose="05000000000000000000" pitchFamily="2" charset="2"/>
              <a:buChar char="ü"/>
            </a:pPr>
            <a:endParaRPr lang="en-US" dirty="0"/>
          </a:p>
          <a:p>
            <a:pPr marL="285750" indent="-285750">
              <a:buFont typeface="Wingdings" panose="05000000000000000000" pitchFamily="2" charset="2"/>
              <a:buChar char="ü"/>
            </a:pPr>
            <a:endParaRPr lang="en-US" dirty="0"/>
          </a:p>
          <a:p>
            <a:pPr marL="285750" indent="-285750">
              <a:buFont typeface="Wingdings" panose="05000000000000000000" pitchFamily="2" charset="2"/>
              <a:buChar char="ü"/>
            </a:pPr>
            <a:endParaRPr lang="en-US" dirty="0"/>
          </a:p>
          <a:p>
            <a:pPr marL="285750" indent="-285750">
              <a:buFont typeface="Wingdings" panose="05000000000000000000" pitchFamily="2" charset="2"/>
              <a:buChar char="ü"/>
            </a:pPr>
            <a:endParaRPr lang="en-US" dirty="0"/>
          </a:p>
          <a:p>
            <a:pPr marL="285750" indent="-285750">
              <a:buFont typeface="Wingdings" panose="05000000000000000000" pitchFamily="2" charset="2"/>
              <a:buChar char="ü"/>
            </a:pPr>
            <a:endParaRPr lang="en-US" sz="16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ü"/>
            </a:pPr>
            <a:r>
              <a:rPr lang="en-US" sz="1800" dirty="0">
                <a:latin typeface="Times New Roman" panose="02020603050405020304" pitchFamily="18" charset="0"/>
                <a:cs typeface="Times New Roman" panose="02020603050405020304" pitchFamily="18" charset="0"/>
              </a:rPr>
              <a:t>On a system with multiple cores, however, concurrency means that the threads can run in parallel, as the system can assign a separate thread to each core. Operating system designers must develop efficient scheduling algorithms to distribute threads across multiple cores effectively. </a:t>
            </a:r>
            <a:endParaRPr lang="en-US" sz="18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ü"/>
            </a:pPr>
            <a:endParaRPr lang="en-US" sz="18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ü"/>
            </a:pPr>
            <a:endParaRPr lang="en-US" sz="18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ü"/>
            </a:pPr>
            <a:endParaRPr lang="en-US" dirty="0"/>
          </a:p>
          <a:p>
            <a:pPr marL="285750" indent="-285750">
              <a:buFont typeface="Wingdings" panose="05000000000000000000" pitchFamily="2" charset="2"/>
              <a:buChar char="ü"/>
            </a:pPr>
            <a:endParaRPr lang="en-US" dirty="0"/>
          </a:p>
          <a:p>
            <a:pPr marL="285750" indent="-285750">
              <a:buFont typeface="Wingdings" panose="05000000000000000000" pitchFamily="2" charset="2"/>
              <a:buChar char="ü"/>
            </a:pPr>
            <a:endParaRPr lang="en-US" dirty="0"/>
          </a:p>
          <a:p>
            <a:endParaRPr lang="en-US" dirty="0"/>
          </a:p>
          <a:p>
            <a:pPr marL="285750" indent="-285750">
              <a:buFont typeface="Wingdings" panose="05000000000000000000" pitchFamily="2" charset="2"/>
              <a:buChar char="ü"/>
            </a:pPr>
            <a:endParaRPr lang="en-US" dirty="0"/>
          </a:p>
          <a:p>
            <a:pPr marL="285750" indent="-285750">
              <a:buFont typeface="Wingdings" panose="05000000000000000000" pitchFamily="2" charset="2"/>
              <a:buChar char="ü"/>
            </a:pPr>
            <a:endParaRPr lang="en-US" dirty="0"/>
          </a:p>
        </p:txBody>
      </p:sp>
      <p:pic>
        <p:nvPicPr>
          <p:cNvPr id="5" name="Picture 4"/>
          <p:cNvPicPr>
            <a:picLocks noChangeAspect="1"/>
          </p:cNvPicPr>
          <p:nvPr/>
        </p:nvPicPr>
        <p:blipFill>
          <a:blip r:embed="rId1"/>
          <a:stretch>
            <a:fillRect/>
          </a:stretch>
        </p:blipFill>
        <p:spPr>
          <a:xfrm>
            <a:off x="2634607" y="1398323"/>
            <a:ext cx="5811061" cy="1797364"/>
          </a:xfrm>
          <a:prstGeom prst="rect">
            <a:avLst/>
          </a:prstGeom>
        </p:spPr>
      </p:pic>
      <p:pic>
        <p:nvPicPr>
          <p:cNvPr id="7" name="Picture 6"/>
          <p:cNvPicPr>
            <a:picLocks noChangeAspect="1"/>
          </p:cNvPicPr>
          <p:nvPr/>
        </p:nvPicPr>
        <p:blipFill>
          <a:blip r:embed="rId2"/>
          <a:stretch>
            <a:fillRect/>
          </a:stretch>
        </p:blipFill>
        <p:spPr>
          <a:xfrm>
            <a:off x="3188978" y="4498461"/>
            <a:ext cx="4897409" cy="235953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sp>
        <p:nvSpPr>
          <p:cNvPr id="27" name="Google Shape;27;p5"/>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8" name="Google Shape;28;p5"/>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0890" marR="0" lvl="0" indent="0" algn="l" rtl="0">
              <a:lnSpc>
                <a:spcPct val="102000"/>
              </a:lnSpc>
              <a:spcBef>
                <a:spcPts val="0"/>
              </a:spcBef>
              <a:spcAft>
                <a:spcPts val="0"/>
              </a:spcAft>
              <a:buNone/>
            </a:pPr>
            <a:r>
              <a:rPr lang="en-US" sz="1800" b="0" i="0" u="none" strike="noStrike" cap="none">
                <a:solidFill>
                  <a:srgbClr val="FFFFFF"/>
                </a:solidFill>
                <a:latin typeface="Arial" panose="020B0604020202020204"/>
                <a:ea typeface="Arial" panose="020B0604020202020204"/>
                <a:cs typeface="Arial" panose="020B0604020202020204"/>
                <a:sym typeface="Arial" panose="020B0604020202020204"/>
              </a:rPr>
              <a:t>Dept. of  CSE(CS),  MSRIT                                                                                               </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70890" marR="0" lvl="0" indent="0" algn="l" rtl="0">
              <a:lnSpc>
                <a:spcPct val="102000"/>
              </a:lnSpc>
              <a:spcBef>
                <a:spcPts val="335"/>
              </a:spcBef>
              <a:spcAft>
                <a:spcPts val="0"/>
              </a:spcAft>
              <a:buNone/>
            </a:pPr>
            <a:r>
              <a:rPr lang="en-US" sz="1800" b="0"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rPr>
              <a:t>	       </a:t>
            </a:r>
            <a:endPara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 name="Google Shape;29;p5"/>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rPr>
              <a:t>Multicore Programming</a:t>
            </a:r>
            <a:endParaRPr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0" name="Google Shape;30;p5"/>
          <p:cNvSpPr txBox="1"/>
          <p:nvPr/>
        </p:nvSpPr>
        <p:spPr>
          <a:xfrm>
            <a:off x="2028825" y="1219200"/>
            <a:ext cx="7772400" cy="4114800"/>
          </a:xfrm>
          <a:prstGeom prst="rect">
            <a:avLst/>
          </a:prstGeom>
          <a:noFill/>
          <a:ln>
            <a:noFill/>
          </a:ln>
        </p:spPr>
        <p:txBody>
          <a:bodyPr spcFirstLastPara="1" wrap="square" lIns="91425" tIns="45700" rIns="91425" bIns="45700" anchor="t" anchorCtr="0">
            <a:normAutofit/>
          </a:bodyPr>
          <a:lstStyle/>
          <a:p>
            <a:pPr marL="342900" marR="0" lvl="0" indent="-139700" algn="just" rtl="0">
              <a:spcBef>
                <a:spcPts val="0"/>
              </a:spcBef>
              <a:spcAft>
                <a:spcPts val="0"/>
              </a:spcAft>
              <a:buClr>
                <a:schemeClr val="dk1"/>
              </a:buClr>
              <a:buSzPts val="3200"/>
              <a:buFont typeface="Arial" panose="020B0604020202020204"/>
              <a:buNone/>
            </a:pPr>
            <a:endParaRPr sz="3200" b="1" i="0" u="none" strike="noStrike" cap="none" dirty="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31" name="Google Shape;31;p5"/>
          <p:cNvSpPr txBox="1"/>
          <p:nvPr/>
        </p:nvSpPr>
        <p:spPr>
          <a:xfrm>
            <a:off x="1828800" y="1066800"/>
            <a:ext cx="8610600"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 name="TextBox 1"/>
          <p:cNvSpPr txBox="1"/>
          <p:nvPr/>
        </p:nvSpPr>
        <p:spPr>
          <a:xfrm>
            <a:off x="76200" y="591264"/>
            <a:ext cx="12115799" cy="3908762"/>
          </a:xfrm>
          <a:prstGeom prst="rect">
            <a:avLst/>
          </a:prstGeom>
          <a:noFill/>
        </p:spPr>
        <p:txBody>
          <a:bodyPr wrap="square" rtlCol="0">
            <a:spAutoFit/>
          </a:bodyPr>
          <a:lstStyle/>
          <a:p>
            <a:pPr marL="285750" indent="-285750">
              <a:buFont typeface="Wingdings" panose="05000000000000000000" pitchFamily="2" charset="2"/>
              <a:buChar char="ü"/>
            </a:pPr>
            <a:endParaRPr lang="en-US" dirty="0"/>
          </a:p>
          <a:p>
            <a:pPr marL="285750" indent="-285750">
              <a:buFont typeface="Wingdings" panose="05000000000000000000" pitchFamily="2" charset="2"/>
              <a:buChar char="ü"/>
            </a:pPr>
            <a:endParaRPr lang="en-US" dirty="0"/>
          </a:p>
          <a:p>
            <a:pPr marL="285750" indent="-285750">
              <a:buFont typeface="Wingdings" panose="05000000000000000000" pitchFamily="2" charset="2"/>
              <a:buChar char="ü"/>
            </a:pPr>
            <a:endParaRPr lang="en-US" dirty="0"/>
          </a:p>
          <a:p>
            <a:pPr marL="285750" indent="-285750">
              <a:buFont typeface="Wingdings" panose="05000000000000000000" pitchFamily="2" charset="2"/>
              <a:buChar char="ü"/>
            </a:pPr>
            <a:endParaRPr lang="en-US" dirty="0"/>
          </a:p>
          <a:p>
            <a:pPr marL="285750" indent="-28575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Application programmers face the challenge of redesigning or adapting programs to be multithreaded so they can exploit parallelism.</a:t>
            </a:r>
            <a:endParaRPr lang="en-US" sz="24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ü"/>
            </a:pPr>
            <a:endParaRPr lang="en-US" sz="24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 Programming for multicore systems introduces difficulties such as dividing tasks into parallel units, balancing workloads among cores, and coordinating thread execution. </a:t>
            </a:r>
            <a:endParaRPr lang="en-US" sz="24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ü"/>
            </a:pPr>
            <a:endParaRPr lang="en-US" sz="24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Additional challenges include managing shared data, avoiding synchronization errors, and ensuring correct and efficient program behavior.</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sp>
        <p:nvSpPr>
          <p:cNvPr id="27" name="Google Shape;27;p5"/>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9" name="Google Shape;29;p5"/>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rPr>
              <a:t>Multicore Programming</a:t>
            </a:r>
            <a:endParaRPr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0" name="Google Shape;30;p5"/>
          <p:cNvSpPr txBox="1"/>
          <p:nvPr/>
        </p:nvSpPr>
        <p:spPr>
          <a:xfrm>
            <a:off x="2028825" y="1219200"/>
            <a:ext cx="7772400" cy="4114800"/>
          </a:xfrm>
          <a:prstGeom prst="rect">
            <a:avLst/>
          </a:prstGeom>
          <a:noFill/>
          <a:ln>
            <a:noFill/>
          </a:ln>
        </p:spPr>
        <p:txBody>
          <a:bodyPr spcFirstLastPara="1" wrap="square" lIns="91425" tIns="45700" rIns="91425" bIns="45700" anchor="t" anchorCtr="0">
            <a:normAutofit/>
          </a:bodyPr>
          <a:lstStyle/>
          <a:p>
            <a:pPr marL="342900" marR="0" lvl="0" indent="-139700" algn="just" rtl="0">
              <a:spcBef>
                <a:spcPts val="0"/>
              </a:spcBef>
              <a:spcAft>
                <a:spcPts val="0"/>
              </a:spcAft>
              <a:buClr>
                <a:schemeClr val="dk1"/>
              </a:buClr>
              <a:buSzPts val="3200"/>
              <a:buFont typeface="Arial" panose="020B0604020202020204"/>
              <a:buNone/>
            </a:pPr>
            <a:endParaRPr sz="3200" b="1" i="0" u="none" strike="noStrike" cap="none" dirty="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31" name="Google Shape;31;p5"/>
          <p:cNvSpPr txBox="1"/>
          <p:nvPr/>
        </p:nvSpPr>
        <p:spPr>
          <a:xfrm>
            <a:off x="1828800" y="1066800"/>
            <a:ext cx="8610600"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4" name="TextBox 3"/>
          <p:cNvSpPr txBox="1"/>
          <p:nvPr/>
        </p:nvSpPr>
        <p:spPr>
          <a:xfrm>
            <a:off x="509047" y="636782"/>
            <a:ext cx="11001081" cy="6186309"/>
          </a:xfrm>
          <a:prstGeom prst="rect">
            <a:avLst/>
          </a:prstGeom>
          <a:noFill/>
        </p:spPr>
        <p:txBody>
          <a:bodyPr wrap="square">
            <a:spAutoFit/>
          </a:bodyPr>
          <a:lstStyle/>
          <a:p>
            <a:r>
              <a:rPr lang="en-US" sz="1800" dirty="0">
                <a:latin typeface="Times New Roman" panose="02020603050405020304" pitchFamily="18" charset="0"/>
                <a:cs typeface="Times New Roman" panose="02020603050405020304" pitchFamily="18" charset="0"/>
              </a:rPr>
              <a:t>In general, five areas present challenges in programming for multicore systems: </a:t>
            </a:r>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Dividing activities</a:t>
            </a:r>
            <a:r>
              <a:rPr lang="en-US" sz="2000" dirty="0">
                <a:latin typeface="Times New Roman" panose="02020603050405020304" pitchFamily="18" charset="0"/>
                <a:cs typeface="Times New Roman" panose="02020603050405020304" pitchFamily="18" charset="0"/>
              </a:rPr>
              <a:t>. This involves examining applications to find areas that can be divided into separate, concurrent tasks and thus can run in parallel on individual cores. </a:t>
            </a:r>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Balance.</a:t>
            </a:r>
            <a:r>
              <a:rPr lang="en-US" sz="2000" dirty="0">
                <a:latin typeface="Times New Roman" panose="02020603050405020304" pitchFamily="18" charset="0"/>
                <a:cs typeface="Times New Roman" panose="02020603050405020304" pitchFamily="18" charset="0"/>
              </a:rPr>
              <a:t> While identifying tasks that can run in parallel, programmers must also ensure that the tasks perform equal work of equal value. In some instances, a certain task may not contribute as much value to the overall process as other tasks; using a separate execution core to run that task may not be worth the cost. </a:t>
            </a:r>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Data splitting</a:t>
            </a:r>
            <a:r>
              <a:rPr lang="en-US" sz="2000" dirty="0">
                <a:latin typeface="Times New Roman" panose="02020603050405020304" pitchFamily="18" charset="0"/>
                <a:cs typeface="Times New Roman" panose="02020603050405020304" pitchFamily="18" charset="0"/>
              </a:rPr>
              <a:t>. Just as applications are divided into separate tasks, the data accessed and manipulated by the tasks must be divided to run on separate cores. </a:t>
            </a:r>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Data dependency</a:t>
            </a:r>
            <a:r>
              <a:rPr lang="en-US" sz="2000" dirty="0">
                <a:latin typeface="Times New Roman" panose="02020603050405020304" pitchFamily="18" charset="0"/>
                <a:cs typeface="Times New Roman" panose="02020603050405020304" pitchFamily="18" charset="0"/>
              </a:rPr>
              <a:t>. The data accessed by the tasks must be examined for dependencies between two or more tasks. In instances where one task depends on data from another, programmers must ensure that the execution of the tasks is synchronized to accommodate the data dependency. </a:t>
            </a:r>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Testing and debugging. </a:t>
            </a:r>
            <a:r>
              <a:rPr lang="en-US" sz="2000" dirty="0">
                <a:latin typeface="Times New Roman" panose="02020603050405020304" pitchFamily="18" charset="0"/>
                <a:cs typeface="Times New Roman" panose="02020603050405020304" pitchFamily="18" charset="0"/>
              </a:rPr>
              <a:t>When a program is running in parallel on multiple cores, there are many different execution paths. Testing and debugging such concurrent programs is inherently more difficult than testing and debugging single-threaded applications. </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sp>
        <p:nvSpPr>
          <p:cNvPr id="27" name="Google Shape;27;p5"/>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8" name="Google Shape;28;p5"/>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0890" marR="0" lvl="0" indent="0" algn="l" rtl="0">
              <a:lnSpc>
                <a:spcPct val="102000"/>
              </a:lnSpc>
              <a:spcBef>
                <a:spcPts val="0"/>
              </a:spcBef>
              <a:spcAft>
                <a:spcPts val="0"/>
              </a:spcAft>
              <a:buNone/>
            </a:pPr>
            <a:r>
              <a:rPr lang="en-US" sz="1800" b="0" i="0" u="none" strike="noStrike" cap="none">
                <a:solidFill>
                  <a:srgbClr val="FFFFFF"/>
                </a:solidFill>
                <a:latin typeface="Arial" panose="020B0604020202020204"/>
                <a:ea typeface="Arial" panose="020B0604020202020204"/>
                <a:cs typeface="Arial" panose="020B0604020202020204"/>
                <a:sym typeface="Arial" panose="020B0604020202020204"/>
              </a:rPr>
              <a:t>Dept. of  CSE(CS),  MSRIT                                                                                               </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70890" marR="0" lvl="0" indent="0" algn="l" rtl="0">
              <a:lnSpc>
                <a:spcPct val="102000"/>
              </a:lnSpc>
              <a:spcBef>
                <a:spcPts val="335"/>
              </a:spcBef>
              <a:spcAft>
                <a:spcPts val="0"/>
              </a:spcAft>
              <a:buNone/>
            </a:pPr>
            <a:r>
              <a:rPr lang="en-US" sz="1800" b="0"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rPr>
              <a:t>	       </a:t>
            </a:r>
            <a:endPara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 name="Google Shape;29;p5"/>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endParaRPr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0" name="Google Shape;30;p5"/>
          <p:cNvSpPr txBox="1"/>
          <p:nvPr/>
        </p:nvSpPr>
        <p:spPr>
          <a:xfrm>
            <a:off x="2028825" y="1219200"/>
            <a:ext cx="7772400" cy="4114800"/>
          </a:xfrm>
          <a:prstGeom prst="rect">
            <a:avLst/>
          </a:prstGeom>
          <a:noFill/>
          <a:ln>
            <a:noFill/>
          </a:ln>
        </p:spPr>
        <p:txBody>
          <a:bodyPr spcFirstLastPara="1" wrap="square" lIns="91425" tIns="45700" rIns="91425" bIns="45700" anchor="t" anchorCtr="0">
            <a:normAutofit/>
          </a:bodyPr>
          <a:lstStyle/>
          <a:p>
            <a:pPr marL="342900" marR="0" lvl="0" indent="-139700" algn="just" rtl="0">
              <a:spcBef>
                <a:spcPts val="0"/>
              </a:spcBef>
              <a:spcAft>
                <a:spcPts val="0"/>
              </a:spcAft>
              <a:buClr>
                <a:schemeClr val="dk1"/>
              </a:buClr>
              <a:buSzPts val="3200"/>
              <a:buFont typeface="Arial" panose="020B0604020202020204"/>
              <a:buNone/>
            </a:pPr>
            <a:endParaRPr sz="3200" b="1" i="0" u="none" strike="noStrike" cap="none" dirty="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31" name="Google Shape;31;p5"/>
          <p:cNvSpPr txBox="1"/>
          <p:nvPr/>
        </p:nvSpPr>
        <p:spPr>
          <a:xfrm>
            <a:off x="1828800" y="1066800"/>
            <a:ext cx="8610600"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pic>
        <p:nvPicPr>
          <p:cNvPr id="3" name="Picture 2"/>
          <p:cNvPicPr>
            <a:picLocks noChangeAspect="1"/>
          </p:cNvPicPr>
          <p:nvPr/>
        </p:nvPicPr>
        <p:blipFill>
          <a:blip r:embed="rId1"/>
          <a:srcRect b="68642"/>
          <a:stretch>
            <a:fillRect/>
          </a:stretch>
        </p:blipFill>
        <p:spPr>
          <a:xfrm>
            <a:off x="94412" y="1437998"/>
            <a:ext cx="12003175" cy="1248642"/>
          </a:xfrm>
          <a:prstGeom prst="rect">
            <a:avLst/>
          </a:prstGeom>
        </p:spPr>
      </p:pic>
      <p:sp>
        <p:nvSpPr>
          <p:cNvPr id="2" name="TextBox 1"/>
          <p:cNvSpPr txBox="1"/>
          <p:nvPr/>
        </p:nvSpPr>
        <p:spPr>
          <a:xfrm>
            <a:off x="895546" y="3214540"/>
            <a:ext cx="9841584" cy="523220"/>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Multithreading Models</a:t>
            </a:r>
            <a:endParaRPr lang="en-US"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sp>
        <p:nvSpPr>
          <p:cNvPr id="27" name="Google Shape;27;p5"/>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8" name="Google Shape;28;p5"/>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0890" marR="0" lvl="0" indent="0" algn="l" rtl="0">
              <a:lnSpc>
                <a:spcPct val="102000"/>
              </a:lnSpc>
              <a:spcBef>
                <a:spcPts val="0"/>
              </a:spcBef>
              <a:spcAft>
                <a:spcPts val="0"/>
              </a:spcAft>
              <a:buNone/>
            </a:pPr>
            <a:r>
              <a:rPr lang="en-US" sz="1800" b="0" i="0" u="none" strike="noStrike" cap="none">
                <a:solidFill>
                  <a:srgbClr val="FFFFFF"/>
                </a:solidFill>
                <a:latin typeface="Arial" panose="020B0604020202020204"/>
                <a:ea typeface="Arial" panose="020B0604020202020204"/>
                <a:cs typeface="Arial" panose="020B0604020202020204"/>
                <a:sym typeface="Arial" panose="020B0604020202020204"/>
              </a:rPr>
              <a:t>Dept. of  CSE(CS),  MSRIT                                                                                               </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70890" marR="0" lvl="0" indent="0" algn="l" rtl="0">
              <a:lnSpc>
                <a:spcPct val="102000"/>
              </a:lnSpc>
              <a:spcBef>
                <a:spcPts val="335"/>
              </a:spcBef>
              <a:spcAft>
                <a:spcPts val="0"/>
              </a:spcAft>
              <a:buNone/>
            </a:pPr>
            <a:r>
              <a:rPr lang="en-US" sz="1800" b="0"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rPr>
              <a:t>	       </a:t>
            </a:r>
            <a:endPara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 name="Google Shape;29;p5"/>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rPr>
              <a:t>Multithreading Models</a:t>
            </a:r>
            <a:endParaRPr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0" name="Google Shape;30;p5"/>
          <p:cNvSpPr txBox="1"/>
          <p:nvPr/>
        </p:nvSpPr>
        <p:spPr>
          <a:xfrm>
            <a:off x="2028825" y="1219200"/>
            <a:ext cx="7772400" cy="4114800"/>
          </a:xfrm>
          <a:prstGeom prst="rect">
            <a:avLst/>
          </a:prstGeom>
          <a:noFill/>
          <a:ln>
            <a:noFill/>
          </a:ln>
        </p:spPr>
        <p:txBody>
          <a:bodyPr spcFirstLastPara="1" wrap="square" lIns="91425" tIns="45700" rIns="91425" bIns="45700" anchor="t" anchorCtr="0">
            <a:normAutofit/>
          </a:bodyPr>
          <a:lstStyle/>
          <a:p>
            <a:pPr marL="342900" marR="0" lvl="0" indent="-139700" algn="just" rtl="0">
              <a:spcBef>
                <a:spcPts val="0"/>
              </a:spcBef>
              <a:spcAft>
                <a:spcPts val="0"/>
              </a:spcAft>
              <a:buClr>
                <a:schemeClr val="dk1"/>
              </a:buClr>
              <a:buSzPts val="3200"/>
              <a:buFont typeface="Arial" panose="020B0604020202020204"/>
              <a:buNone/>
            </a:pPr>
            <a:endParaRPr sz="3200" b="1" i="0" u="none" strike="noStrike" cap="none" dirty="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31" name="Google Shape;31;p5"/>
          <p:cNvSpPr txBox="1"/>
          <p:nvPr/>
        </p:nvSpPr>
        <p:spPr>
          <a:xfrm>
            <a:off x="1828800" y="1066800"/>
            <a:ext cx="8610600"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pic>
        <p:nvPicPr>
          <p:cNvPr id="4" name="Picture 3"/>
          <p:cNvPicPr>
            <a:picLocks noChangeAspect="1"/>
          </p:cNvPicPr>
          <p:nvPr/>
        </p:nvPicPr>
        <p:blipFill>
          <a:blip r:embed="rId1"/>
          <a:srcRect t="13711"/>
          <a:stretch>
            <a:fillRect/>
          </a:stretch>
        </p:blipFill>
        <p:spPr>
          <a:xfrm>
            <a:off x="89649" y="1057467"/>
            <a:ext cx="12012701" cy="563906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sp>
        <p:nvSpPr>
          <p:cNvPr id="27" name="Google Shape;27;p5"/>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8" name="Google Shape;28;p5"/>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0890" marR="0" lvl="0" indent="0" algn="l" rtl="0">
              <a:lnSpc>
                <a:spcPct val="102000"/>
              </a:lnSpc>
              <a:spcBef>
                <a:spcPts val="0"/>
              </a:spcBef>
              <a:spcAft>
                <a:spcPts val="0"/>
              </a:spcAft>
              <a:buNone/>
            </a:pPr>
            <a:r>
              <a:rPr lang="en-US" sz="1800" b="0" i="0" u="none" strike="noStrike" cap="none">
                <a:solidFill>
                  <a:srgbClr val="FFFFFF"/>
                </a:solidFill>
                <a:latin typeface="Arial" panose="020B0604020202020204"/>
                <a:ea typeface="Arial" panose="020B0604020202020204"/>
                <a:cs typeface="Arial" panose="020B0604020202020204"/>
                <a:sym typeface="Arial" panose="020B0604020202020204"/>
              </a:rPr>
              <a:t>Dept. of  CSE(CS),  MSRIT                                                                                               </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70890" marR="0" lvl="0" indent="0" algn="l" rtl="0">
              <a:lnSpc>
                <a:spcPct val="102000"/>
              </a:lnSpc>
              <a:spcBef>
                <a:spcPts val="335"/>
              </a:spcBef>
              <a:spcAft>
                <a:spcPts val="0"/>
              </a:spcAft>
              <a:buNone/>
            </a:pPr>
            <a:r>
              <a:rPr lang="en-US" sz="1800" b="0"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rPr>
              <a:t>	       </a:t>
            </a:r>
            <a:endPara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 name="Google Shape;29;p5"/>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rPr>
              <a:t>Multithreading Models</a:t>
            </a:r>
            <a:endParaRPr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0" name="Google Shape;30;p5"/>
          <p:cNvSpPr txBox="1"/>
          <p:nvPr/>
        </p:nvSpPr>
        <p:spPr>
          <a:xfrm>
            <a:off x="2028825" y="1219200"/>
            <a:ext cx="7772400" cy="4114800"/>
          </a:xfrm>
          <a:prstGeom prst="rect">
            <a:avLst/>
          </a:prstGeom>
          <a:noFill/>
          <a:ln>
            <a:noFill/>
          </a:ln>
        </p:spPr>
        <p:txBody>
          <a:bodyPr spcFirstLastPara="1" wrap="square" lIns="91425" tIns="45700" rIns="91425" bIns="45700" anchor="t" anchorCtr="0">
            <a:normAutofit/>
          </a:bodyPr>
          <a:lstStyle/>
          <a:p>
            <a:pPr marL="342900" marR="0" lvl="0" indent="-139700" algn="just" rtl="0">
              <a:spcBef>
                <a:spcPts val="0"/>
              </a:spcBef>
              <a:spcAft>
                <a:spcPts val="0"/>
              </a:spcAft>
              <a:buClr>
                <a:schemeClr val="dk1"/>
              </a:buClr>
              <a:buSzPts val="3200"/>
              <a:buFont typeface="Arial" panose="020B0604020202020204"/>
              <a:buNone/>
            </a:pPr>
            <a:endParaRPr sz="3200" b="1" i="0" u="none" strike="noStrike" cap="none" dirty="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31" name="Google Shape;31;p5"/>
          <p:cNvSpPr txBox="1"/>
          <p:nvPr/>
        </p:nvSpPr>
        <p:spPr>
          <a:xfrm>
            <a:off x="1828800" y="1066800"/>
            <a:ext cx="8610600"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pic>
        <p:nvPicPr>
          <p:cNvPr id="6" name="Picture 5"/>
          <p:cNvPicPr>
            <a:picLocks noChangeAspect="1"/>
          </p:cNvPicPr>
          <p:nvPr/>
        </p:nvPicPr>
        <p:blipFill>
          <a:blip r:embed="rId1"/>
          <a:stretch>
            <a:fillRect/>
          </a:stretch>
        </p:blipFill>
        <p:spPr>
          <a:xfrm>
            <a:off x="1169010" y="655446"/>
            <a:ext cx="8135245" cy="581207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sp>
        <p:nvSpPr>
          <p:cNvPr id="27" name="Google Shape;27;p5"/>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8" name="Google Shape;28;p5"/>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0890" marR="0" lvl="0" indent="0" algn="l" rtl="0">
              <a:lnSpc>
                <a:spcPct val="102000"/>
              </a:lnSpc>
              <a:spcBef>
                <a:spcPts val="0"/>
              </a:spcBef>
              <a:spcAft>
                <a:spcPts val="0"/>
              </a:spcAft>
              <a:buNone/>
            </a:pPr>
            <a:r>
              <a:rPr lang="en-US" sz="1800" b="0" i="0" u="none" strike="noStrike" cap="none">
                <a:solidFill>
                  <a:srgbClr val="FFFFFF"/>
                </a:solidFill>
                <a:latin typeface="Arial" panose="020B0604020202020204"/>
                <a:ea typeface="Arial" panose="020B0604020202020204"/>
                <a:cs typeface="Arial" panose="020B0604020202020204"/>
                <a:sym typeface="Arial" panose="020B0604020202020204"/>
              </a:rPr>
              <a:t>Dept. of  CSE(CS),  MSRIT                                                                                               </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70890" marR="0" lvl="0" indent="0" algn="l" rtl="0">
              <a:lnSpc>
                <a:spcPct val="102000"/>
              </a:lnSpc>
              <a:spcBef>
                <a:spcPts val="335"/>
              </a:spcBef>
              <a:spcAft>
                <a:spcPts val="0"/>
              </a:spcAft>
              <a:buNone/>
            </a:pPr>
            <a:r>
              <a:rPr lang="en-US" sz="1800" b="0"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rPr>
              <a:t>	       </a:t>
            </a:r>
            <a:endPara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 name="Google Shape;29;p5"/>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rPr>
              <a:t>Multithreading Models</a:t>
            </a:r>
            <a:endParaRPr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0" name="Google Shape;30;p5"/>
          <p:cNvSpPr txBox="1"/>
          <p:nvPr/>
        </p:nvSpPr>
        <p:spPr>
          <a:xfrm>
            <a:off x="2028825" y="1219200"/>
            <a:ext cx="7772400" cy="4114800"/>
          </a:xfrm>
          <a:prstGeom prst="rect">
            <a:avLst/>
          </a:prstGeom>
          <a:noFill/>
          <a:ln>
            <a:noFill/>
          </a:ln>
        </p:spPr>
        <p:txBody>
          <a:bodyPr spcFirstLastPara="1" wrap="square" lIns="91425" tIns="45700" rIns="91425" bIns="45700" anchor="t" anchorCtr="0">
            <a:normAutofit/>
          </a:bodyPr>
          <a:lstStyle/>
          <a:p>
            <a:pPr marL="342900" marR="0" lvl="0" indent="-139700" algn="just" rtl="0">
              <a:spcBef>
                <a:spcPts val="0"/>
              </a:spcBef>
              <a:spcAft>
                <a:spcPts val="0"/>
              </a:spcAft>
              <a:buClr>
                <a:schemeClr val="dk1"/>
              </a:buClr>
              <a:buSzPts val="3200"/>
              <a:buFont typeface="Arial" panose="020B0604020202020204"/>
              <a:buNone/>
            </a:pPr>
            <a:endParaRPr sz="3200" b="1" i="0" u="none" strike="noStrike" cap="none" dirty="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31" name="Google Shape;31;p5"/>
          <p:cNvSpPr txBox="1"/>
          <p:nvPr/>
        </p:nvSpPr>
        <p:spPr>
          <a:xfrm>
            <a:off x="1828800" y="1066800"/>
            <a:ext cx="8610600"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pic>
        <p:nvPicPr>
          <p:cNvPr id="3" name="Picture 2"/>
          <p:cNvPicPr>
            <a:picLocks noChangeAspect="1"/>
          </p:cNvPicPr>
          <p:nvPr/>
        </p:nvPicPr>
        <p:blipFill>
          <a:blip r:embed="rId1"/>
          <a:stretch>
            <a:fillRect/>
          </a:stretch>
        </p:blipFill>
        <p:spPr>
          <a:xfrm>
            <a:off x="744717" y="647542"/>
            <a:ext cx="11252843" cy="584893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sp>
        <p:nvSpPr>
          <p:cNvPr id="27" name="Google Shape;27;p5"/>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8" name="Google Shape;28;p5"/>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0890" marR="0" lvl="0" indent="0" algn="l" rtl="0">
              <a:lnSpc>
                <a:spcPct val="102000"/>
              </a:lnSpc>
              <a:spcBef>
                <a:spcPts val="0"/>
              </a:spcBef>
              <a:spcAft>
                <a:spcPts val="0"/>
              </a:spcAft>
              <a:buNone/>
            </a:pPr>
            <a:r>
              <a:rPr lang="en-US" sz="1800" b="0" i="0" u="none" strike="noStrike" cap="none">
                <a:solidFill>
                  <a:srgbClr val="FFFFFF"/>
                </a:solidFill>
                <a:latin typeface="Arial" panose="020B0604020202020204"/>
                <a:ea typeface="Arial" panose="020B0604020202020204"/>
                <a:cs typeface="Arial" panose="020B0604020202020204"/>
                <a:sym typeface="Arial" panose="020B0604020202020204"/>
              </a:rPr>
              <a:t>Dept. of  CSE(CS),  MSRIT                                                                                               </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70890" marR="0" lvl="0" indent="0" algn="l" rtl="0">
              <a:lnSpc>
                <a:spcPct val="102000"/>
              </a:lnSpc>
              <a:spcBef>
                <a:spcPts val="335"/>
              </a:spcBef>
              <a:spcAft>
                <a:spcPts val="0"/>
              </a:spcAft>
              <a:buNone/>
            </a:pPr>
            <a:r>
              <a:rPr lang="en-US" sz="1800" b="0"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rPr>
              <a:t>	       </a:t>
            </a:r>
            <a:endPara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 name="Google Shape;29;p5"/>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rPr>
              <a:t>Multithreading Models</a:t>
            </a:r>
            <a:endParaRPr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0" name="Google Shape;30;p5"/>
          <p:cNvSpPr txBox="1"/>
          <p:nvPr/>
        </p:nvSpPr>
        <p:spPr>
          <a:xfrm>
            <a:off x="2028825" y="1219200"/>
            <a:ext cx="7772400" cy="4114800"/>
          </a:xfrm>
          <a:prstGeom prst="rect">
            <a:avLst/>
          </a:prstGeom>
          <a:noFill/>
          <a:ln>
            <a:noFill/>
          </a:ln>
        </p:spPr>
        <p:txBody>
          <a:bodyPr spcFirstLastPara="1" wrap="square" lIns="91425" tIns="45700" rIns="91425" bIns="45700" anchor="t" anchorCtr="0">
            <a:normAutofit/>
          </a:bodyPr>
          <a:lstStyle/>
          <a:p>
            <a:pPr marL="342900" marR="0" lvl="0" indent="-139700" algn="just" rtl="0">
              <a:spcBef>
                <a:spcPts val="0"/>
              </a:spcBef>
              <a:spcAft>
                <a:spcPts val="0"/>
              </a:spcAft>
              <a:buClr>
                <a:schemeClr val="dk1"/>
              </a:buClr>
              <a:buSzPts val="3200"/>
              <a:buFont typeface="Arial" panose="020B0604020202020204"/>
              <a:buNone/>
            </a:pPr>
            <a:endParaRPr sz="3200" b="1" i="0" u="none" strike="noStrike" cap="none" dirty="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31" name="Google Shape;31;p5"/>
          <p:cNvSpPr txBox="1"/>
          <p:nvPr/>
        </p:nvSpPr>
        <p:spPr>
          <a:xfrm>
            <a:off x="1828800" y="1066800"/>
            <a:ext cx="8610600"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pic>
        <p:nvPicPr>
          <p:cNvPr id="4" name="Picture 3"/>
          <p:cNvPicPr>
            <a:picLocks noChangeAspect="1"/>
          </p:cNvPicPr>
          <p:nvPr/>
        </p:nvPicPr>
        <p:blipFill>
          <a:blip r:embed="rId1"/>
          <a:stretch>
            <a:fillRect/>
          </a:stretch>
        </p:blipFill>
        <p:spPr>
          <a:xfrm>
            <a:off x="2149311" y="624661"/>
            <a:ext cx="8324037" cy="591468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sp>
        <p:nvSpPr>
          <p:cNvPr id="27" name="Google Shape;27;p5"/>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8" name="Google Shape;28;p5"/>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0890" marR="0" lvl="0" indent="0" algn="l" rtl="0">
              <a:lnSpc>
                <a:spcPct val="102000"/>
              </a:lnSpc>
              <a:spcBef>
                <a:spcPts val="0"/>
              </a:spcBef>
              <a:spcAft>
                <a:spcPts val="0"/>
              </a:spcAft>
              <a:buNone/>
            </a:pPr>
            <a:r>
              <a:rPr lang="en-US" sz="1800" b="0" i="0" u="none" strike="noStrike" cap="none">
                <a:solidFill>
                  <a:srgbClr val="FFFFFF"/>
                </a:solidFill>
                <a:latin typeface="Arial" panose="020B0604020202020204"/>
                <a:ea typeface="Arial" panose="020B0604020202020204"/>
                <a:cs typeface="Arial" panose="020B0604020202020204"/>
                <a:sym typeface="Arial" panose="020B0604020202020204"/>
              </a:rPr>
              <a:t>Dept. of  CSE(CS),  MSRIT                                                                                               </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70890" marR="0" lvl="0" indent="0" algn="l" rtl="0">
              <a:lnSpc>
                <a:spcPct val="102000"/>
              </a:lnSpc>
              <a:spcBef>
                <a:spcPts val="335"/>
              </a:spcBef>
              <a:spcAft>
                <a:spcPts val="0"/>
              </a:spcAft>
              <a:buNone/>
            </a:pPr>
            <a:r>
              <a:rPr lang="en-US" sz="1800" b="0"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rPr>
              <a:t>	       </a:t>
            </a:r>
            <a:endPara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 name="Google Shape;29;p5"/>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rPr>
              <a:t>Multithreading Models</a:t>
            </a:r>
            <a:endParaRPr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0" name="Google Shape;30;p5"/>
          <p:cNvSpPr txBox="1"/>
          <p:nvPr/>
        </p:nvSpPr>
        <p:spPr>
          <a:xfrm>
            <a:off x="2028825" y="1219200"/>
            <a:ext cx="7772400" cy="4114800"/>
          </a:xfrm>
          <a:prstGeom prst="rect">
            <a:avLst/>
          </a:prstGeom>
          <a:noFill/>
          <a:ln>
            <a:noFill/>
          </a:ln>
        </p:spPr>
        <p:txBody>
          <a:bodyPr spcFirstLastPara="1" wrap="square" lIns="91425" tIns="45700" rIns="91425" bIns="45700" anchor="t" anchorCtr="0">
            <a:normAutofit/>
          </a:bodyPr>
          <a:lstStyle/>
          <a:p>
            <a:pPr marL="342900" marR="0" lvl="0" indent="-139700" algn="just" rtl="0">
              <a:spcBef>
                <a:spcPts val="0"/>
              </a:spcBef>
              <a:spcAft>
                <a:spcPts val="0"/>
              </a:spcAft>
              <a:buClr>
                <a:schemeClr val="dk1"/>
              </a:buClr>
              <a:buSzPts val="3200"/>
              <a:buFont typeface="Arial" panose="020B0604020202020204"/>
              <a:buNone/>
            </a:pPr>
            <a:endParaRPr sz="3200" b="1" i="0" u="none" strike="noStrike" cap="none" dirty="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31" name="Google Shape;31;p5"/>
          <p:cNvSpPr txBox="1"/>
          <p:nvPr/>
        </p:nvSpPr>
        <p:spPr>
          <a:xfrm>
            <a:off x="1828800" y="1066800"/>
            <a:ext cx="8610600"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pic>
        <p:nvPicPr>
          <p:cNvPr id="3" name="Picture 2"/>
          <p:cNvPicPr>
            <a:picLocks noChangeAspect="1"/>
          </p:cNvPicPr>
          <p:nvPr/>
        </p:nvPicPr>
        <p:blipFill>
          <a:blip r:embed="rId1"/>
          <a:stretch>
            <a:fillRect/>
          </a:stretch>
        </p:blipFill>
        <p:spPr>
          <a:xfrm>
            <a:off x="791851" y="636782"/>
            <a:ext cx="10861780" cy="5695957"/>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sp>
        <p:nvSpPr>
          <p:cNvPr id="27" name="Google Shape;27;p5"/>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8" name="Google Shape;28;p5"/>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0890" marR="0" lvl="0" indent="0" algn="l" rtl="0">
              <a:lnSpc>
                <a:spcPct val="102000"/>
              </a:lnSpc>
              <a:spcBef>
                <a:spcPts val="0"/>
              </a:spcBef>
              <a:spcAft>
                <a:spcPts val="0"/>
              </a:spcAft>
              <a:buNone/>
            </a:pPr>
            <a:r>
              <a:rPr lang="en-US" sz="1800" b="0" i="0" u="none" strike="noStrike" cap="none">
                <a:solidFill>
                  <a:srgbClr val="FFFFFF"/>
                </a:solidFill>
                <a:latin typeface="Arial" panose="020B0604020202020204"/>
                <a:ea typeface="Arial" panose="020B0604020202020204"/>
                <a:cs typeface="Arial" panose="020B0604020202020204"/>
                <a:sym typeface="Arial" panose="020B0604020202020204"/>
              </a:rPr>
              <a:t>Dept. of  CSE(CS),  MSRIT                                                                                               </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70890" marR="0" lvl="0" indent="0" algn="l" rtl="0">
              <a:lnSpc>
                <a:spcPct val="102000"/>
              </a:lnSpc>
              <a:spcBef>
                <a:spcPts val="335"/>
              </a:spcBef>
              <a:spcAft>
                <a:spcPts val="0"/>
              </a:spcAft>
              <a:buNone/>
            </a:pPr>
            <a:r>
              <a:rPr lang="en-US" sz="1800" b="0"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rPr>
              <a:t>	       </a:t>
            </a:r>
            <a:endPara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 name="Google Shape;29;p5"/>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rPr>
              <a:t>Multithreading Models</a:t>
            </a:r>
            <a:endParaRPr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0" name="Google Shape;30;p5"/>
          <p:cNvSpPr txBox="1"/>
          <p:nvPr/>
        </p:nvSpPr>
        <p:spPr>
          <a:xfrm>
            <a:off x="2028825" y="1219200"/>
            <a:ext cx="7772400" cy="4114800"/>
          </a:xfrm>
          <a:prstGeom prst="rect">
            <a:avLst/>
          </a:prstGeom>
          <a:noFill/>
          <a:ln>
            <a:noFill/>
          </a:ln>
        </p:spPr>
        <p:txBody>
          <a:bodyPr spcFirstLastPara="1" wrap="square" lIns="91425" tIns="45700" rIns="91425" bIns="45700" anchor="t" anchorCtr="0">
            <a:normAutofit/>
          </a:bodyPr>
          <a:lstStyle/>
          <a:p>
            <a:pPr marL="342900" marR="0" lvl="0" indent="-139700" algn="just" rtl="0">
              <a:spcBef>
                <a:spcPts val="0"/>
              </a:spcBef>
              <a:spcAft>
                <a:spcPts val="0"/>
              </a:spcAft>
              <a:buClr>
                <a:schemeClr val="dk1"/>
              </a:buClr>
              <a:buSzPts val="3200"/>
              <a:buFont typeface="Arial" panose="020B0604020202020204"/>
              <a:buNone/>
            </a:pPr>
            <a:endParaRPr sz="3200" b="1" i="0" u="none" strike="noStrike" cap="none" dirty="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31" name="Google Shape;31;p5"/>
          <p:cNvSpPr txBox="1"/>
          <p:nvPr/>
        </p:nvSpPr>
        <p:spPr>
          <a:xfrm>
            <a:off x="1828800" y="1066800"/>
            <a:ext cx="8610600"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pic>
        <p:nvPicPr>
          <p:cNvPr id="4" name="Picture 3"/>
          <p:cNvPicPr>
            <a:picLocks noChangeAspect="1"/>
          </p:cNvPicPr>
          <p:nvPr/>
        </p:nvPicPr>
        <p:blipFill>
          <a:blip r:embed="rId1"/>
          <a:stretch>
            <a:fillRect/>
          </a:stretch>
        </p:blipFill>
        <p:spPr>
          <a:xfrm>
            <a:off x="2526384" y="716668"/>
            <a:ext cx="8151780" cy="5796067"/>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sp>
        <p:nvSpPr>
          <p:cNvPr id="27" name="Google Shape;27;p5"/>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8" name="Google Shape;28;p5"/>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0890" marR="0" lvl="0" indent="0" algn="l" rtl="0">
              <a:lnSpc>
                <a:spcPct val="102000"/>
              </a:lnSpc>
              <a:spcBef>
                <a:spcPts val="0"/>
              </a:spcBef>
              <a:spcAft>
                <a:spcPts val="0"/>
              </a:spcAft>
              <a:buNone/>
            </a:pPr>
            <a:r>
              <a:rPr lang="en-US" sz="1800" b="0" i="0" u="none" strike="noStrike" cap="none">
                <a:solidFill>
                  <a:srgbClr val="FFFFFF"/>
                </a:solidFill>
                <a:latin typeface="Arial" panose="020B0604020202020204"/>
                <a:ea typeface="Arial" panose="020B0604020202020204"/>
                <a:cs typeface="Arial" panose="020B0604020202020204"/>
                <a:sym typeface="Arial" panose="020B0604020202020204"/>
              </a:rPr>
              <a:t>Dept. of  CSE(CS),  MSRIT                                                                                               </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70890" marR="0" lvl="0" indent="0" algn="l" rtl="0">
              <a:lnSpc>
                <a:spcPct val="102000"/>
              </a:lnSpc>
              <a:spcBef>
                <a:spcPts val="335"/>
              </a:spcBef>
              <a:spcAft>
                <a:spcPts val="0"/>
              </a:spcAft>
              <a:buNone/>
            </a:pPr>
            <a:r>
              <a:rPr lang="en-US" sz="1800" b="0"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rPr>
              <a:t>	       </a:t>
            </a:r>
            <a:endPara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 name="Google Shape;29;p5"/>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rPr>
              <a:t>Multithreading Models</a:t>
            </a:r>
            <a:endParaRPr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0" name="Google Shape;30;p5"/>
          <p:cNvSpPr txBox="1"/>
          <p:nvPr/>
        </p:nvSpPr>
        <p:spPr>
          <a:xfrm>
            <a:off x="2028825" y="1219200"/>
            <a:ext cx="7772400" cy="4114800"/>
          </a:xfrm>
          <a:prstGeom prst="rect">
            <a:avLst/>
          </a:prstGeom>
          <a:noFill/>
          <a:ln>
            <a:noFill/>
          </a:ln>
        </p:spPr>
        <p:txBody>
          <a:bodyPr spcFirstLastPara="1" wrap="square" lIns="91425" tIns="45700" rIns="91425" bIns="45700" anchor="t" anchorCtr="0">
            <a:normAutofit/>
          </a:bodyPr>
          <a:lstStyle/>
          <a:p>
            <a:pPr marL="342900" marR="0" lvl="0" indent="-139700" algn="just" rtl="0">
              <a:spcBef>
                <a:spcPts val="0"/>
              </a:spcBef>
              <a:spcAft>
                <a:spcPts val="0"/>
              </a:spcAft>
              <a:buClr>
                <a:schemeClr val="dk1"/>
              </a:buClr>
              <a:buSzPts val="3200"/>
              <a:buFont typeface="Arial" panose="020B0604020202020204"/>
              <a:buNone/>
            </a:pPr>
            <a:endParaRPr sz="3200" b="1" i="0" u="none" strike="noStrike" cap="none" dirty="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31" name="Google Shape;31;p5"/>
          <p:cNvSpPr txBox="1"/>
          <p:nvPr/>
        </p:nvSpPr>
        <p:spPr>
          <a:xfrm>
            <a:off x="1828800" y="1066800"/>
            <a:ext cx="8610600"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pic>
        <p:nvPicPr>
          <p:cNvPr id="3" name="Picture 2"/>
          <p:cNvPicPr>
            <a:picLocks noChangeAspect="1"/>
          </p:cNvPicPr>
          <p:nvPr/>
        </p:nvPicPr>
        <p:blipFill>
          <a:blip r:embed="rId1"/>
          <a:stretch>
            <a:fillRect/>
          </a:stretch>
        </p:blipFill>
        <p:spPr>
          <a:xfrm>
            <a:off x="233961" y="791851"/>
            <a:ext cx="11397008" cy="5312507"/>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4557</Words>
  <Application>WPS Presentation</Application>
  <PresentationFormat>Widescreen</PresentationFormat>
  <Paragraphs>119</Paragraphs>
  <Slides>18</Slides>
  <Notes>21</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18</vt:i4>
      </vt:variant>
    </vt:vector>
  </HeadingPairs>
  <TitlesOfParts>
    <vt:vector size="28" baseType="lpstr">
      <vt:lpstr>Arial</vt:lpstr>
      <vt:lpstr>SimSun</vt:lpstr>
      <vt:lpstr>Wingdings</vt:lpstr>
      <vt:lpstr>Arial</vt:lpstr>
      <vt:lpstr>Calibri</vt:lpstr>
      <vt:lpstr>Times New Roman</vt:lpstr>
      <vt:lpstr>Microsoft YaHei</vt:lpstr>
      <vt:lpstr>Arial Unicode MS</vt:lpstr>
      <vt:lpstr>Times New Roman</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Shubha Malige</dc:creator>
  <cp:lastModifiedBy>Alex Vol</cp:lastModifiedBy>
  <cp:revision>48</cp:revision>
  <dcterms:created xsi:type="dcterms:W3CDTF">2026-03-25T10:10:53Z</dcterms:created>
  <dcterms:modified xsi:type="dcterms:W3CDTF">2026-03-25T13:10:27Z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A20AEEC9A19C4895B9F5B20335DB8C24_12</vt:lpwstr>
  </property>
  <property fmtid="{D5CDD505-2E9C-101B-9397-08002B2CF9AE}" pid="3" name="KSOProductBuildVer">
    <vt:lpwstr>2057-12.2.0.23197</vt:lpwstr>
  </property>
</Properties>
</file>