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6858000" cx="9144000"/>
  <p:notesSz cx="6670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2" roundtripDataSignature="AMtx7mgqk1EZjfC4TLKoxk58xg0S7OsB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00D5D1-1F96-48AD-89D4-2A3AADEC1BFE}">
  <a:tblStyle styleId="{1A00D5D1-1F96-48AD-89D4-2A3AADEC1BF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2" Type="http://customschemas.google.com/relationships/presentationmetadata" Target="meta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89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79837" y="0"/>
            <a:ext cx="289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2925"/>
            <a:ext cx="289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79837" y="9432925"/>
            <a:ext cx="289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5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16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17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18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9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19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20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2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2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2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2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5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25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6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p26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7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27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8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p28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9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29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0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2" name="Google Shape;792;p30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2" name="Google Shape;802;p3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3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p3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p3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5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p35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6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p36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7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p37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8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2" name="Google Shape;1022;p38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9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39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0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8" name="Google Shape;1038;p40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1" name="Google Shape;1061;p4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0" name="Google Shape;1070;p4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p4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0" name="Google Shape;1130;p4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5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45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46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p46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47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0" name="Google Shape;1180;p47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48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7" name="Google Shape;1227;p48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9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7" name="Google Shape;1367;p49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50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4" name="Google Shape;1374;p50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1" name="Google Shape;1381;p5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5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9" name="Google Shape;1389;p5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5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7" name="Google Shape;1397;p5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5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5" name="Google Shape;1405;p5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5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2" name="Google Shape;1412;p55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56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0" name="Google Shape;1420;p56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57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9" name="Google Shape;1429;p57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8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0" name="Google Shape;1440;p58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59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8" name="Google Shape;1448;p59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60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4" name="Google Shape;1494;p60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61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5" name="Google Shape;1515;p61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62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1" name="Google Shape;1561;p62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63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7" name="Google Shape;1617;p63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64:notes"/>
          <p:cNvSpPr txBox="1"/>
          <p:nvPr>
            <p:ph idx="1" type="body"/>
          </p:nvPr>
        </p:nvSpPr>
        <p:spPr>
          <a:xfrm>
            <a:off x="889000" y="4716462"/>
            <a:ext cx="48927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2" name="Google Shape;1662;p64:notes"/>
          <p:cNvSpPr/>
          <p:nvPr>
            <p:ph idx="2" type="sldImg"/>
          </p:nvPr>
        </p:nvSpPr>
        <p:spPr>
          <a:xfrm>
            <a:off x="852487" y="744537"/>
            <a:ext cx="49656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7"/>
          <p:cNvSpPr txBox="1"/>
          <p:nvPr>
            <p:ph idx="1" type="body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0"/>
          <p:cNvSpPr txBox="1"/>
          <p:nvPr>
            <p:ph type="title"/>
          </p:nvPr>
        </p:nvSpPr>
        <p:spPr>
          <a:xfrm rot="5400000">
            <a:off x="4729950" y="2174088"/>
            <a:ext cx="58563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0"/>
          <p:cNvSpPr txBox="1"/>
          <p:nvPr>
            <p:ph idx="1" type="body"/>
          </p:nvPr>
        </p:nvSpPr>
        <p:spPr>
          <a:xfrm rot="5400000">
            <a:off x="538950" y="192888"/>
            <a:ext cx="58563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1"/>
          <p:cNvSpPr txBox="1"/>
          <p:nvPr>
            <p:ph idx="1" type="body"/>
          </p:nvPr>
        </p:nvSpPr>
        <p:spPr>
          <a:xfrm rot="5400000">
            <a:off x="2306700" y="-249300"/>
            <a:ext cx="4530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2"/>
          <p:cNvSpPr txBox="1"/>
          <p:nvPr>
            <p:ph type="title"/>
          </p:nvPr>
        </p:nvSpPr>
        <p:spPr>
          <a:xfrm>
            <a:off x="630238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2"/>
          <p:cNvSpPr/>
          <p:nvPr>
            <p:ph idx="2" type="pic"/>
          </p:nvPr>
        </p:nvSpPr>
        <p:spPr>
          <a:xfrm>
            <a:off x="3887788" y="987425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72"/>
          <p:cNvSpPr txBox="1"/>
          <p:nvPr>
            <p:ph idx="1" type="body"/>
          </p:nvPr>
        </p:nvSpPr>
        <p:spPr>
          <a:xfrm>
            <a:off x="630238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7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3"/>
          <p:cNvSpPr txBox="1"/>
          <p:nvPr>
            <p:ph type="title"/>
          </p:nvPr>
        </p:nvSpPr>
        <p:spPr>
          <a:xfrm>
            <a:off x="630238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3"/>
          <p:cNvSpPr txBox="1"/>
          <p:nvPr>
            <p:ph idx="1" type="body"/>
          </p:nvPr>
        </p:nvSpPr>
        <p:spPr>
          <a:xfrm>
            <a:off x="3887788" y="987425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73"/>
          <p:cNvSpPr txBox="1"/>
          <p:nvPr>
            <p:ph idx="2" type="body"/>
          </p:nvPr>
        </p:nvSpPr>
        <p:spPr>
          <a:xfrm>
            <a:off x="630238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7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4"/>
          <p:cNvSpPr txBox="1"/>
          <p:nvPr>
            <p:ph type="title"/>
          </p:nvPr>
        </p:nvSpPr>
        <p:spPr>
          <a:xfrm>
            <a:off x="630238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4"/>
          <p:cNvSpPr txBox="1"/>
          <p:nvPr>
            <p:ph idx="1" type="body"/>
          </p:nvPr>
        </p:nvSpPr>
        <p:spPr>
          <a:xfrm>
            <a:off x="630238" y="1681163"/>
            <a:ext cx="38688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74"/>
          <p:cNvSpPr txBox="1"/>
          <p:nvPr>
            <p:ph idx="2" type="body"/>
          </p:nvPr>
        </p:nvSpPr>
        <p:spPr>
          <a:xfrm>
            <a:off x="630238" y="2505075"/>
            <a:ext cx="38688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3" type="body"/>
          </p:nvPr>
        </p:nvSpPr>
        <p:spPr>
          <a:xfrm>
            <a:off x="4629150" y="1681163"/>
            <a:ext cx="3887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74"/>
          <p:cNvSpPr txBox="1"/>
          <p:nvPr>
            <p:ph idx="4" type="body"/>
          </p:nvPr>
        </p:nvSpPr>
        <p:spPr>
          <a:xfrm>
            <a:off x="4629150" y="2505075"/>
            <a:ext cx="38877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5"/>
          <p:cNvSpPr txBox="1"/>
          <p:nvPr>
            <p:ph idx="1" type="body"/>
          </p:nvPr>
        </p:nvSpPr>
        <p:spPr>
          <a:xfrm>
            <a:off x="457200" y="1600200"/>
            <a:ext cx="4038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5"/>
          <p:cNvSpPr txBox="1"/>
          <p:nvPr>
            <p:ph idx="2" type="body"/>
          </p:nvPr>
        </p:nvSpPr>
        <p:spPr>
          <a:xfrm>
            <a:off x="4648200" y="1600200"/>
            <a:ext cx="4038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6"/>
          <p:cNvSpPr txBox="1"/>
          <p:nvPr>
            <p:ph type="title"/>
          </p:nvPr>
        </p:nvSpPr>
        <p:spPr>
          <a:xfrm>
            <a:off x="623888" y="1709738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6"/>
          <p:cNvSpPr txBox="1"/>
          <p:nvPr>
            <p:ph idx="1" type="body"/>
          </p:nvPr>
        </p:nvSpPr>
        <p:spPr>
          <a:xfrm>
            <a:off x="623888" y="4589463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7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8"/>
          <p:cNvSpPr txBox="1"/>
          <p:nvPr>
            <p:ph type="ctrTitle"/>
          </p:nvPr>
        </p:nvSpPr>
        <p:spPr>
          <a:xfrm>
            <a:off x="685800" y="1219200"/>
            <a:ext cx="77724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8"/>
          <p:cNvSpPr txBox="1"/>
          <p:nvPr>
            <p:ph idx="1" type="subTitle"/>
          </p:nvPr>
        </p:nvSpPr>
        <p:spPr>
          <a:xfrm>
            <a:off x="2057400" y="3505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7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5"/>
          <p:cNvGrpSpPr/>
          <p:nvPr/>
        </p:nvGrpSpPr>
        <p:grpSpPr>
          <a:xfrm>
            <a:off x="1222374" y="304800"/>
            <a:ext cx="7464425" cy="954087"/>
            <a:chOff x="770" y="192"/>
            <a:chExt cx="4702" cy="601"/>
          </a:xfrm>
        </p:grpSpPr>
        <p:sp>
          <p:nvSpPr>
            <p:cNvPr id="11" name="Google Shape;11;p65"/>
            <p:cNvSpPr/>
            <p:nvPr/>
          </p:nvSpPr>
          <p:spPr>
            <a:xfrm flipH="1">
              <a:off x="3163" y="192"/>
              <a:ext cx="600" cy="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65"/>
            <p:cNvSpPr/>
            <p:nvPr/>
          </p:nvSpPr>
          <p:spPr>
            <a:xfrm flipH="1">
              <a:off x="4872" y="192"/>
              <a:ext cx="600" cy="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5"/>
            <p:cNvSpPr/>
            <p:nvPr/>
          </p:nvSpPr>
          <p:spPr>
            <a:xfrm flipH="1">
              <a:off x="770" y="193"/>
              <a:ext cx="600" cy="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5"/>
            <p:cNvSpPr/>
            <p:nvPr/>
          </p:nvSpPr>
          <p:spPr>
            <a:xfrm flipH="1">
              <a:off x="4079" y="192"/>
              <a:ext cx="600" cy="60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5"/>
            <p:cNvSpPr/>
            <p:nvPr/>
          </p:nvSpPr>
          <p:spPr>
            <a:xfrm flipH="1">
              <a:off x="1581" y="192"/>
              <a:ext cx="600" cy="60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65"/>
          <p:cNvSpPr txBox="1"/>
          <p:nvPr>
            <p:ph idx="1" type="body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6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6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6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" name="Google Shape;20;p6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77"/>
          <p:cNvGrpSpPr/>
          <p:nvPr/>
        </p:nvGrpSpPr>
        <p:grpSpPr>
          <a:xfrm>
            <a:off x="1754187" y="1600200"/>
            <a:ext cx="6742112" cy="3105150"/>
            <a:chOff x="1105" y="1008"/>
            <a:chExt cx="4247" cy="1956"/>
          </a:xfrm>
        </p:grpSpPr>
        <p:sp>
          <p:nvSpPr>
            <p:cNvPr id="91" name="Google Shape;91;p77"/>
            <p:cNvSpPr/>
            <p:nvPr/>
          </p:nvSpPr>
          <p:spPr>
            <a:xfrm flipH="1">
              <a:off x="4452" y="1008"/>
              <a:ext cx="900" cy="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7"/>
            <p:cNvSpPr/>
            <p:nvPr/>
          </p:nvSpPr>
          <p:spPr>
            <a:xfrm flipH="1">
              <a:off x="3324" y="1008"/>
              <a:ext cx="900" cy="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7"/>
            <p:cNvSpPr/>
            <p:nvPr/>
          </p:nvSpPr>
          <p:spPr>
            <a:xfrm flipH="1">
              <a:off x="2196" y="1008"/>
              <a:ext cx="900" cy="90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7"/>
            <p:cNvSpPr/>
            <p:nvPr/>
          </p:nvSpPr>
          <p:spPr>
            <a:xfrm flipH="1">
              <a:off x="2196" y="2064"/>
              <a:ext cx="900" cy="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7"/>
            <p:cNvSpPr/>
            <p:nvPr/>
          </p:nvSpPr>
          <p:spPr>
            <a:xfrm flipH="1">
              <a:off x="1105" y="2064"/>
              <a:ext cx="900" cy="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77"/>
            <p:cNvSpPr/>
            <p:nvPr/>
          </p:nvSpPr>
          <p:spPr>
            <a:xfrm flipH="1">
              <a:off x="4452" y="2064"/>
              <a:ext cx="900" cy="90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77"/>
          <p:cNvSpPr txBox="1"/>
          <p:nvPr>
            <p:ph idx="1" type="body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7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7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7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7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2117725" y="1719262"/>
            <a:ext cx="53403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imes New Roman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4038600" y="3505200"/>
            <a:ext cx="1593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1847850" y="4776787"/>
            <a:ext cx="68199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programs in this file are selected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Ellis Horowitz, Sartaj Sahni, and Susan Anderson-Freed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“Fundamentals of Data Structures in C”,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Computer Science Press, 1992.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>
            <p:ph type="title"/>
          </p:nvPr>
        </p:nvSpPr>
        <p:spPr>
          <a:xfrm>
            <a:off x="457200" y="533400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b="0" i="0" lang="en-US" sz="32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successive items locate a fixed distance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b="0" i="0" lang="en-US" sz="32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disadvantage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</a:pP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movements during insertion and deletion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</a:pP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waste space in storing n ordered lists of varying size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b="0" i="0" lang="en-US" sz="32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possible solution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</a:pP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 list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2619375" y="892175"/>
            <a:ext cx="365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SINGLY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3"/>
          <p:cNvGrpSpPr/>
          <p:nvPr/>
        </p:nvGrpSpPr>
        <p:grpSpPr>
          <a:xfrm>
            <a:off x="1060450" y="3654425"/>
            <a:ext cx="7693393" cy="900407"/>
            <a:chOff x="816" y="1728"/>
            <a:chExt cx="4838" cy="588"/>
          </a:xfrm>
        </p:grpSpPr>
        <p:grpSp>
          <p:nvGrpSpPr>
            <p:cNvPr id="133" name="Google Shape;133;p3"/>
            <p:cNvGrpSpPr/>
            <p:nvPr/>
          </p:nvGrpSpPr>
          <p:grpSpPr>
            <a:xfrm>
              <a:off x="3408" y="2016"/>
              <a:ext cx="600" cy="300"/>
              <a:chOff x="1104" y="2016"/>
              <a:chExt cx="600" cy="300"/>
            </a:xfrm>
          </p:grpSpPr>
          <p:sp>
            <p:nvSpPr>
              <p:cNvPr id="134" name="Google Shape;134;p3"/>
              <p:cNvSpPr txBox="1"/>
              <p:nvPr/>
            </p:nvSpPr>
            <p:spPr>
              <a:xfrm>
                <a:off x="1104" y="2016"/>
                <a:ext cx="6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5" name="Google Shape;135;p3"/>
              <p:cNvCxnSpPr/>
              <p:nvPr/>
            </p:nvCxnSpPr>
            <p:spPr>
              <a:xfrm>
                <a:off x="1536" y="201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36" name="Google Shape;136;p3"/>
            <p:cNvSpPr txBox="1"/>
            <p:nvPr/>
          </p:nvSpPr>
          <p:spPr>
            <a:xfrm>
              <a:off x="4519" y="2016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" name="Google Shape;137;p3"/>
            <p:cNvCxnSpPr/>
            <p:nvPr/>
          </p:nvCxnSpPr>
          <p:spPr>
            <a:xfrm>
              <a:off x="4992" y="201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3"/>
            <p:cNvCxnSpPr/>
            <p:nvPr/>
          </p:nvCxnSpPr>
          <p:spPr>
            <a:xfrm>
              <a:off x="2832" y="211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9" name="Google Shape;139;p3"/>
            <p:cNvCxnSpPr/>
            <p:nvPr/>
          </p:nvCxnSpPr>
          <p:spPr>
            <a:xfrm>
              <a:off x="4032" y="2112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40" name="Google Shape;140;p3"/>
            <p:cNvGrpSpPr/>
            <p:nvPr/>
          </p:nvGrpSpPr>
          <p:grpSpPr>
            <a:xfrm>
              <a:off x="816" y="1728"/>
              <a:ext cx="1992" cy="588"/>
              <a:chOff x="816" y="1728"/>
              <a:chExt cx="1992" cy="588"/>
            </a:xfrm>
          </p:grpSpPr>
          <p:grpSp>
            <p:nvGrpSpPr>
              <p:cNvPr id="141" name="Google Shape;141;p3"/>
              <p:cNvGrpSpPr/>
              <p:nvPr/>
            </p:nvGrpSpPr>
            <p:grpSpPr>
              <a:xfrm>
                <a:off x="1056" y="2016"/>
                <a:ext cx="600" cy="300"/>
                <a:chOff x="1104" y="2016"/>
                <a:chExt cx="600" cy="300"/>
              </a:xfrm>
            </p:grpSpPr>
            <p:sp>
              <p:nvSpPr>
                <p:cNvPr id="142" name="Google Shape;142;p3"/>
                <p:cNvSpPr txBox="1"/>
                <p:nvPr/>
              </p:nvSpPr>
              <p:spPr>
                <a:xfrm>
                  <a:off x="1104" y="2016"/>
                  <a:ext cx="6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3" name="Google Shape;143;p3"/>
                <p:cNvCxnSpPr/>
                <p:nvPr/>
              </p:nvCxnSpPr>
              <p:spPr>
                <a:xfrm>
                  <a:off x="1536" y="2016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4" name="Google Shape;144;p3"/>
              <p:cNvGrpSpPr/>
              <p:nvPr/>
            </p:nvGrpSpPr>
            <p:grpSpPr>
              <a:xfrm>
                <a:off x="2208" y="2016"/>
                <a:ext cx="600" cy="300"/>
                <a:chOff x="1104" y="2016"/>
                <a:chExt cx="600" cy="300"/>
              </a:xfrm>
            </p:grpSpPr>
            <p:sp>
              <p:nvSpPr>
                <p:cNvPr id="145" name="Google Shape;145;p3"/>
                <p:cNvSpPr txBox="1"/>
                <p:nvPr/>
              </p:nvSpPr>
              <p:spPr>
                <a:xfrm>
                  <a:off x="1104" y="2016"/>
                  <a:ext cx="6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6" name="Google Shape;146;p3"/>
                <p:cNvCxnSpPr/>
                <p:nvPr/>
              </p:nvCxnSpPr>
              <p:spPr>
                <a:xfrm>
                  <a:off x="1536" y="2016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47" name="Google Shape;147;p3"/>
              <p:cNvCxnSpPr/>
              <p:nvPr/>
            </p:nvCxnSpPr>
            <p:spPr>
              <a:xfrm>
                <a:off x="816" y="1728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3"/>
              <p:cNvCxnSpPr/>
              <p:nvPr/>
            </p:nvCxnSpPr>
            <p:spPr>
              <a:xfrm>
                <a:off x="816" y="2064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49" name="Google Shape;149;p3"/>
              <p:cNvCxnSpPr/>
              <p:nvPr/>
            </p:nvCxnSpPr>
            <p:spPr>
              <a:xfrm>
                <a:off x="1680" y="211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0" name="Google Shape;150;p3"/>
              <p:cNvSpPr txBox="1"/>
              <p:nvPr/>
            </p:nvSpPr>
            <p:spPr>
              <a:xfrm>
                <a:off x="1046" y="199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bat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"/>
              <p:cNvSpPr txBox="1"/>
              <p:nvPr/>
            </p:nvSpPr>
            <p:spPr>
              <a:xfrm>
                <a:off x="2198" y="199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cat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2" name="Google Shape;152;p3"/>
            <p:cNvSpPr txBox="1"/>
            <p:nvPr/>
          </p:nvSpPr>
          <p:spPr>
            <a:xfrm>
              <a:off x="3398" y="19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sat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4454" y="199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vat   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3"/>
          <p:cNvSpPr txBox="1"/>
          <p:nvPr/>
        </p:nvSpPr>
        <p:spPr>
          <a:xfrm>
            <a:off x="1590675" y="5337175"/>
            <a:ext cx="658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4.2: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 way to draw a linked list (p.147)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434975" y="1741487"/>
            <a:ext cx="87090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An ordered sequence of nodes with links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The nodes do not reside in sequential locations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The locations of the nodes may change on different runs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822325" y="3244850"/>
            <a:ext cx="522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>
            <p:ph type="title"/>
          </p:nvPr>
        </p:nvSpPr>
        <p:spPr>
          <a:xfrm>
            <a:off x="1012825" y="2540000"/>
            <a:ext cx="77724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list_node *list_pointer;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list_node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char data [4];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list_pointer 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}list_node;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Creation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list_pointer ptr =NULL;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br>
              <a:rPr b="0" i="0" lang="en-US" sz="19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#define IS_EMPTY(ptr) (!(ptr))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Allocation</a:t>
            </a:r>
            <a:br>
              <a:rPr b="0" i="0" lang="en-US" sz="19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ptr=(list_pointer) malloc (sizeof(list_node));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595437" y="923925"/>
            <a:ext cx="6102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4.1: create a linked list of 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001712" y="1741487"/>
            <a:ext cx="160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287462" y="3792537"/>
            <a:ext cx="1552500" cy="35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4270375" y="3775075"/>
            <a:ext cx="3616200" cy="33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  A    T     \0     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5"/>
          <p:cNvCxnSpPr/>
          <p:nvPr/>
        </p:nvCxnSpPr>
        <p:spPr>
          <a:xfrm>
            <a:off x="4833937" y="3775075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5"/>
          <p:cNvCxnSpPr/>
          <p:nvPr/>
        </p:nvCxnSpPr>
        <p:spPr>
          <a:xfrm>
            <a:off x="5310187" y="3792537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5"/>
          <p:cNvCxnSpPr/>
          <p:nvPr/>
        </p:nvCxnSpPr>
        <p:spPr>
          <a:xfrm>
            <a:off x="5838825" y="3775075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5"/>
          <p:cNvCxnSpPr/>
          <p:nvPr/>
        </p:nvCxnSpPr>
        <p:spPr>
          <a:xfrm>
            <a:off x="6369050" y="3792537"/>
            <a:ext cx="0" cy="35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5"/>
          <p:cNvCxnSpPr/>
          <p:nvPr/>
        </p:nvCxnSpPr>
        <p:spPr>
          <a:xfrm>
            <a:off x="2557462" y="3951287"/>
            <a:ext cx="160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9" name="Google Shape;179;p5"/>
          <p:cNvSpPr txBox="1"/>
          <p:nvPr/>
        </p:nvSpPr>
        <p:spPr>
          <a:xfrm>
            <a:off x="2078037" y="3698875"/>
            <a:ext cx="5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423987" y="2906712"/>
            <a:ext cx="1605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 rot="10800000">
            <a:off x="1341337" y="3121025"/>
            <a:ext cx="13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" name="Google Shape;182;p5"/>
          <p:cNvCxnSpPr/>
          <p:nvPr/>
        </p:nvCxnSpPr>
        <p:spPr>
          <a:xfrm>
            <a:off x="2574925" y="3105150"/>
            <a:ext cx="17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" name="Google Shape;183;p5"/>
          <p:cNvCxnSpPr/>
          <p:nvPr/>
        </p:nvCxnSpPr>
        <p:spPr>
          <a:xfrm>
            <a:off x="1304925" y="3051175"/>
            <a:ext cx="0" cy="5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5"/>
          <p:cNvCxnSpPr/>
          <p:nvPr/>
        </p:nvCxnSpPr>
        <p:spPr>
          <a:xfrm>
            <a:off x="2798762" y="2990850"/>
            <a:ext cx="0" cy="5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" name="Google Shape;185;p5"/>
          <p:cNvCxnSpPr/>
          <p:nvPr/>
        </p:nvCxnSpPr>
        <p:spPr>
          <a:xfrm>
            <a:off x="4268787" y="3016250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380162" y="3008312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5"/>
          <p:cNvCxnSpPr/>
          <p:nvPr/>
        </p:nvCxnSpPr>
        <p:spPr>
          <a:xfrm>
            <a:off x="7872412" y="3040062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5"/>
          <p:cNvSpPr txBox="1"/>
          <p:nvPr/>
        </p:nvSpPr>
        <p:spPr>
          <a:xfrm>
            <a:off x="4533900" y="2935287"/>
            <a:ext cx="156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   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5"/>
          <p:cNvCxnSpPr/>
          <p:nvPr/>
        </p:nvCxnSpPr>
        <p:spPr>
          <a:xfrm>
            <a:off x="5099050" y="3209925"/>
            <a:ext cx="3174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5"/>
          <p:cNvCxnSpPr/>
          <p:nvPr/>
        </p:nvCxnSpPr>
        <p:spPr>
          <a:xfrm rot="10800000">
            <a:off x="4268887" y="3209925"/>
            <a:ext cx="31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5"/>
          <p:cNvCxnSpPr/>
          <p:nvPr/>
        </p:nvCxnSpPr>
        <p:spPr>
          <a:xfrm>
            <a:off x="6051550" y="3192462"/>
            <a:ext cx="3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2" name="Google Shape;192;p5"/>
          <p:cNvSpPr txBox="1"/>
          <p:nvPr/>
        </p:nvSpPr>
        <p:spPr>
          <a:xfrm>
            <a:off x="6427787" y="2940050"/>
            <a:ext cx="13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 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5"/>
          <p:cNvCxnSpPr/>
          <p:nvPr/>
        </p:nvCxnSpPr>
        <p:spPr>
          <a:xfrm>
            <a:off x="7021512" y="3192462"/>
            <a:ext cx="1761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" name="Google Shape;194;p5"/>
          <p:cNvCxnSpPr/>
          <p:nvPr/>
        </p:nvCxnSpPr>
        <p:spPr>
          <a:xfrm rot="10800000">
            <a:off x="6421424" y="3209925"/>
            <a:ext cx="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" name="Google Shape;195;p5"/>
          <p:cNvCxnSpPr/>
          <p:nvPr/>
        </p:nvCxnSpPr>
        <p:spPr>
          <a:xfrm>
            <a:off x="7656512" y="3209925"/>
            <a:ext cx="17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" name="Google Shape;196;p5"/>
          <p:cNvSpPr txBox="1"/>
          <p:nvPr/>
        </p:nvSpPr>
        <p:spPr>
          <a:xfrm>
            <a:off x="1797050" y="4087812"/>
            <a:ext cx="67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966787" y="4916487"/>
            <a:ext cx="65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4.5: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Referencing the fields of a node(p.152)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182687" y="1254125"/>
            <a:ext cx="32799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-&gt; name  (*e).name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6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strcpy(ptr -&gt; data, “bat”);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 -&gt; link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>
            <p:ph type="title"/>
          </p:nvPr>
        </p:nvSpPr>
        <p:spPr>
          <a:xfrm>
            <a:off x="1512887" y="3517900"/>
            <a:ext cx="7631100" cy="22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list_node *list_pointer;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list_node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int data;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list_pointer 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};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list_pointer ptr =NULL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4.2: </a:t>
            </a:r>
            <a:r>
              <a:rPr b="0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(p.150)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931987" y="1096962"/>
            <a:ext cx="5332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create a two-node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6"/>
          <p:cNvGrpSpPr/>
          <p:nvPr/>
        </p:nvGrpSpPr>
        <p:grpSpPr>
          <a:xfrm>
            <a:off x="2552700" y="1671637"/>
            <a:ext cx="4375150" cy="1458913"/>
            <a:chOff x="1786" y="1930"/>
            <a:chExt cx="2756" cy="91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2200" y="2549"/>
              <a:ext cx="600" cy="287"/>
              <a:chOff x="1104" y="2016"/>
              <a:chExt cx="600" cy="300"/>
            </a:xfrm>
          </p:grpSpPr>
          <p:sp>
            <p:nvSpPr>
              <p:cNvPr id="209" name="Google Shape;209;p6"/>
              <p:cNvSpPr txBox="1"/>
              <p:nvPr/>
            </p:nvSpPr>
            <p:spPr>
              <a:xfrm>
                <a:off x="1104" y="2016"/>
                <a:ext cx="6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0" name="Google Shape;210;p6"/>
              <p:cNvCxnSpPr/>
              <p:nvPr/>
            </p:nvCxnSpPr>
            <p:spPr>
              <a:xfrm>
                <a:off x="1536" y="201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11" name="Google Shape;211;p6"/>
            <p:cNvSpPr txBox="1"/>
            <p:nvPr/>
          </p:nvSpPr>
          <p:spPr>
            <a:xfrm>
              <a:off x="3352" y="2549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" name="Google Shape;212;p6"/>
            <p:cNvCxnSpPr/>
            <p:nvPr/>
          </p:nvCxnSpPr>
          <p:spPr>
            <a:xfrm>
              <a:off x="3697" y="2549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6"/>
            <p:cNvCxnSpPr/>
            <p:nvPr/>
          </p:nvCxnSpPr>
          <p:spPr>
            <a:xfrm>
              <a:off x="1960" y="227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6"/>
            <p:cNvCxnSpPr/>
            <p:nvPr/>
          </p:nvCxnSpPr>
          <p:spPr>
            <a:xfrm>
              <a:off x="1960" y="259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5" name="Google Shape;215;p6"/>
            <p:cNvCxnSpPr/>
            <p:nvPr/>
          </p:nvCxnSpPr>
          <p:spPr>
            <a:xfrm>
              <a:off x="2824" y="2641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6" name="Google Shape;216;p6"/>
            <p:cNvSpPr txBox="1"/>
            <p:nvPr/>
          </p:nvSpPr>
          <p:spPr>
            <a:xfrm>
              <a:off x="2190" y="25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10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3342" y="252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    NULL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1786" y="193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ptr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>
            <p:ph type="title"/>
          </p:nvPr>
        </p:nvSpPr>
        <p:spPr>
          <a:xfrm>
            <a:off x="866775" y="2033587"/>
            <a:ext cx="79851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list_pointer create2( 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create a linked list with two nodes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list_pointer first, second;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first = (list_pointer) malloc(sizeof(list_node));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second = ( list_pointer) malloc(sizeof(list_node));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second -&gt; link = NULL;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second -&gt; data = 20;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first -&gt; data = 10;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first -&gt;link = second;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first;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                                     </a:t>
            </a:r>
            <a:r>
              <a:rPr b="1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*Program 4.2:</a:t>
            </a:r>
            <a:r>
              <a:rPr b="0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tow-node list (p.152)</a:t>
            </a: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4348162" y="4087812"/>
            <a:ext cx="4449762" cy="1458913"/>
            <a:chOff x="1739" y="1930"/>
            <a:chExt cx="2803" cy="919"/>
          </a:xfrm>
        </p:grpSpPr>
        <p:grpSp>
          <p:nvGrpSpPr>
            <p:cNvPr id="227" name="Google Shape;227;p7"/>
            <p:cNvGrpSpPr/>
            <p:nvPr/>
          </p:nvGrpSpPr>
          <p:grpSpPr>
            <a:xfrm>
              <a:off x="2200" y="2549"/>
              <a:ext cx="600" cy="287"/>
              <a:chOff x="1104" y="2016"/>
              <a:chExt cx="600" cy="300"/>
            </a:xfrm>
          </p:grpSpPr>
          <p:sp>
            <p:nvSpPr>
              <p:cNvPr id="228" name="Google Shape;228;p7"/>
              <p:cNvSpPr txBox="1"/>
              <p:nvPr/>
            </p:nvSpPr>
            <p:spPr>
              <a:xfrm>
                <a:off x="1104" y="2016"/>
                <a:ext cx="6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7"/>
              <p:cNvCxnSpPr/>
              <p:nvPr/>
            </p:nvCxnSpPr>
            <p:spPr>
              <a:xfrm>
                <a:off x="1536" y="201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30" name="Google Shape;230;p7"/>
            <p:cNvSpPr txBox="1"/>
            <p:nvPr/>
          </p:nvSpPr>
          <p:spPr>
            <a:xfrm>
              <a:off x="3352" y="2549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" name="Google Shape;231;p7"/>
            <p:cNvCxnSpPr/>
            <p:nvPr/>
          </p:nvCxnSpPr>
          <p:spPr>
            <a:xfrm>
              <a:off x="3697" y="2549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7"/>
            <p:cNvCxnSpPr/>
            <p:nvPr/>
          </p:nvCxnSpPr>
          <p:spPr>
            <a:xfrm>
              <a:off x="1960" y="227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7"/>
            <p:cNvCxnSpPr/>
            <p:nvPr/>
          </p:nvCxnSpPr>
          <p:spPr>
            <a:xfrm>
              <a:off x="1960" y="259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4" name="Google Shape;234;p7"/>
            <p:cNvCxnSpPr/>
            <p:nvPr/>
          </p:nvCxnSpPr>
          <p:spPr>
            <a:xfrm>
              <a:off x="2824" y="2641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35" name="Google Shape;235;p7"/>
            <p:cNvSpPr txBox="1"/>
            <p:nvPr/>
          </p:nvSpPr>
          <p:spPr>
            <a:xfrm>
              <a:off x="2190" y="25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10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3342" y="252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    NULL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1739" y="193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Insert GAT after FAT</a:t>
            </a:r>
            <a:endParaRPr/>
          </a:p>
        </p:txBody>
      </p:sp>
      <p:sp>
        <p:nvSpPr>
          <p:cNvPr id="245" name="Google Shape;245;p8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(a) Insert GAT into data [5]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</a:t>
            </a:r>
            <a:endParaRPr/>
          </a:p>
        </p:txBody>
      </p:sp>
      <p:graphicFrame>
        <p:nvGraphicFramePr>
          <p:cNvPr id="246" name="Google Shape;246;p8"/>
          <p:cNvGraphicFramePr/>
          <p:nvPr/>
        </p:nvGraphicFramePr>
        <p:xfrm>
          <a:off x="2346325" y="1328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{1A00D5D1-1F96-48AD-89D4-2A3AADEC1BFE}</a:tableStyleId>
              </a:tblPr>
              <a:tblGrid>
                <a:gridCol w="795325"/>
                <a:gridCol w="823900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" name="Google Shape;247;p8"/>
          <p:cNvGraphicFramePr/>
          <p:nvPr/>
        </p:nvGraphicFramePr>
        <p:xfrm>
          <a:off x="5386387" y="12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{1A00D5D1-1F96-48AD-89D4-2A3AADEC1BFE}</a:tableStyleId>
              </a:tblPr>
              <a:tblGrid>
                <a:gridCol w="835025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4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936625" y="1819275"/>
            <a:ext cx="1066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9"/>
          <p:cNvCxnSpPr/>
          <p:nvPr/>
        </p:nvCxnSpPr>
        <p:spPr>
          <a:xfrm>
            <a:off x="1608137" y="1820862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9"/>
          <p:cNvSpPr txBox="1"/>
          <p:nvPr/>
        </p:nvSpPr>
        <p:spPr>
          <a:xfrm>
            <a:off x="2603500" y="1819275"/>
            <a:ext cx="1066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9"/>
          <p:cNvCxnSpPr/>
          <p:nvPr/>
        </p:nvCxnSpPr>
        <p:spPr>
          <a:xfrm>
            <a:off x="3333750" y="1819275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p9"/>
          <p:cNvSpPr txBox="1"/>
          <p:nvPr/>
        </p:nvSpPr>
        <p:spPr>
          <a:xfrm>
            <a:off x="4419600" y="1833562"/>
            <a:ext cx="1066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9"/>
          <p:cNvCxnSpPr/>
          <p:nvPr/>
        </p:nvCxnSpPr>
        <p:spPr>
          <a:xfrm>
            <a:off x="5076825" y="1849437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0" name="Google Shape;260;p9"/>
          <p:cNvCxnSpPr/>
          <p:nvPr/>
        </p:nvCxnSpPr>
        <p:spPr>
          <a:xfrm>
            <a:off x="600075" y="139065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1" name="Google Shape;261;p9"/>
          <p:cNvCxnSpPr/>
          <p:nvPr/>
        </p:nvCxnSpPr>
        <p:spPr>
          <a:xfrm>
            <a:off x="615950" y="1939925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2" name="Google Shape;262;p9"/>
          <p:cNvCxnSpPr/>
          <p:nvPr/>
        </p:nvCxnSpPr>
        <p:spPr>
          <a:xfrm>
            <a:off x="1824037" y="2016125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3" name="Google Shape;263;p9"/>
          <p:cNvCxnSpPr/>
          <p:nvPr/>
        </p:nvCxnSpPr>
        <p:spPr>
          <a:xfrm>
            <a:off x="3551237" y="2016125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4" name="Google Shape;264;p9"/>
          <p:cNvCxnSpPr/>
          <p:nvPr/>
        </p:nvCxnSpPr>
        <p:spPr>
          <a:xfrm>
            <a:off x="5337175" y="2001837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5" name="Google Shape;265;p9"/>
          <p:cNvSpPr txBox="1"/>
          <p:nvPr/>
        </p:nvSpPr>
        <p:spPr>
          <a:xfrm>
            <a:off x="890587" y="1784350"/>
            <a:ext cx="10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2601912" y="1770062"/>
            <a:ext cx="10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4389437" y="1784350"/>
            <a:ext cx="106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4699000" y="3524250"/>
            <a:ext cx="3530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1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node GAT into list (p.148)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9"/>
          <p:cNvGrpSpPr/>
          <p:nvPr/>
        </p:nvGrpSpPr>
        <p:grpSpPr>
          <a:xfrm>
            <a:off x="5991225" y="1774825"/>
            <a:ext cx="1062088" cy="511175"/>
            <a:chOff x="2304" y="2496"/>
            <a:chExt cx="610" cy="322"/>
          </a:xfrm>
        </p:grpSpPr>
        <p:sp>
          <p:nvSpPr>
            <p:cNvPr id="270" name="Google Shape;270;p9"/>
            <p:cNvSpPr txBox="1"/>
            <p:nvPr/>
          </p:nvSpPr>
          <p:spPr>
            <a:xfrm>
              <a:off x="2314" y="2518"/>
              <a:ext cx="6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9"/>
            <p:cNvCxnSpPr/>
            <p:nvPr/>
          </p:nvCxnSpPr>
          <p:spPr>
            <a:xfrm>
              <a:off x="2746" y="251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2" name="Google Shape;272;p9"/>
            <p:cNvSpPr txBox="1"/>
            <p:nvPr/>
          </p:nvSpPr>
          <p:spPr>
            <a:xfrm>
              <a:off x="2304" y="249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FAT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3" name="Google Shape;273;p9"/>
          <p:cNvCxnSpPr/>
          <p:nvPr/>
        </p:nvCxnSpPr>
        <p:spPr>
          <a:xfrm>
            <a:off x="6819900" y="2071687"/>
            <a:ext cx="0" cy="80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" name="Google Shape;274;p9"/>
          <p:cNvCxnSpPr/>
          <p:nvPr/>
        </p:nvCxnSpPr>
        <p:spPr>
          <a:xfrm>
            <a:off x="6891337" y="1978025"/>
            <a:ext cx="65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9"/>
          <p:cNvCxnSpPr/>
          <p:nvPr/>
        </p:nvCxnSpPr>
        <p:spPr>
          <a:xfrm flipH="1" rot="10800000">
            <a:off x="7951787" y="2887549"/>
            <a:ext cx="3351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9"/>
          <p:cNvSpPr txBox="1"/>
          <p:nvPr/>
        </p:nvSpPr>
        <p:spPr>
          <a:xfrm>
            <a:off x="2778125" y="490537"/>
            <a:ext cx="41529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GAT after FAT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277812" y="971550"/>
            <a:ext cx="662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242887" y="4195762"/>
            <a:ext cx="88662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a node a that is currently unused.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the data field of a to GAT.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the link field of a to point to the node after FAT, which contains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hat.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Set the link field of the node containing FAT to a</a:t>
            </a:r>
            <a:r>
              <a:rPr b="0" i="0" lang="en-US" sz="2200" u="none" cap="none" strike="noStrik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9"/>
          <p:cNvGrpSpPr/>
          <p:nvPr/>
        </p:nvGrpSpPr>
        <p:grpSpPr>
          <a:xfrm>
            <a:off x="7607300" y="1770062"/>
            <a:ext cx="1062088" cy="511175"/>
            <a:chOff x="2304" y="2496"/>
            <a:chExt cx="610" cy="322"/>
          </a:xfrm>
        </p:grpSpPr>
        <p:sp>
          <p:nvSpPr>
            <p:cNvPr id="280" name="Google Shape;280;p9"/>
            <p:cNvSpPr txBox="1"/>
            <p:nvPr/>
          </p:nvSpPr>
          <p:spPr>
            <a:xfrm>
              <a:off x="2314" y="2518"/>
              <a:ext cx="6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" name="Google Shape;281;p9"/>
            <p:cNvCxnSpPr/>
            <p:nvPr/>
          </p:nvCxnSpPr>
          <p:spPr>
            <a:xfrm>
              <a:off x="2746" y="251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2" name="Google Shape;282;p9"/>
            <p:cNvSpPr txBox="1"/>
            <p:nvPr/>
          </p:nvSpPr>
          <p:spPr>
            <a:xfrm>
              <a:off x="2304" y="249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HAT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3" name="Google Shape;283;p9"/>
          <p:cNvCxnSpPr/>
          <p:nvPr/>
        </p:nvCxnSpPr>
        <p:spPr>
          <a:xfrm>
            <a:off x="8488362" y="1987550"/>
            <a:ext cx="65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84" name="Google Shape;284;p9"/>
          <p:cNvGrpSpPr/>
          <p:nvPr/>
        </p:nvGrpSpPr>
        <p:grpSpPr>
          <a:xfrm>
            <a:off x="6996112" y="2679700"/>
            <a:ext cx="1062088" cy="511175"/>
            <a:chOff x="2304" y="2496"/>
            <a:chExt cx="610" cy="322"/>
          </a:xfrm>
        </p:grpSpPr>
        <p:sp>
          <p:nvSpPr>
            <p:cNvPr id="285" name="Google Shape;285;p9"/>
            <p:cNvSpPr txBox="1"/>
            <p:nvPr/>
          </p:nvSpPr>
          <p:spPr>
            <a:xfrm>
              <a:off x="2314" y="2518"/>
              <a:ext cx="6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6" name="Google Shape;286;p9"/>
            <p:cNvCxnSpPr/>
            <p:nvPr/>
          </p:nvCxnSpPr>
          <p:spPr>
            <a:xfrm>
              <a:off x="2746" y="251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7" name="Google Shape;287;p9"/>
            <p:cNvSpPr txBox="1"/>
            <p:nvPr/>
          </p:nvSpPr>
          <p:spPr>
            <a:xfrm>
              <a:off x="2304" y="249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GAT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8" name="Google Shape;288;p9"/>
          <p:cNvCxnSpPr/>
          <p:nvPr/>
        </p:nvCxnSpPr>
        <p:spPr>
          <a:xfrm>
            <a:off x="8256587" y="2260500"/>
            <a:ext cx="0" cy="6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9" name="Google Shape;289;p9"/>
          <p:cNvCxnSpPr/>
          <p:nvPr/>
        </p:nvCxnSpPr>
        <p:spPr>
          <a:xfrm flipH="1" rot="10800000">
            <a:off x="6832600" y="2881287"/>
            <a:ext cx="198300" cy="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0" name="Google Shape;290;p9"/>
          <p:cNvSpPr txBox="1"/>
          <p:nvPr/>
        </p:nvSpPr>
        <p:spPr>
          <a:xfrm>
            <a:off x="5822950" y="2817812"/>
            <a:ext cx="331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9"/>
          <p:cNvCxnSpPr/>
          <p:nvPr/>
        </p:nvCxnSpPr>
        <p:spPr>
          <a:xfrm flipH="1" rot="10800000">
            <a:off x="6103937" y="2994000"/>
            <a:ext cx="920700" cy="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2" name="Google Shape;292;p9"/>
          <p:cNvSpPr txBox="1"/>
          <p:nvPr/>
        </p:nvSpPr>
        <p:spPr>
          <a:xfrm>
            <a:off x="7194550" y="1784350"/>
            <a:ext cx="30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>
            <p:ph type="title"/>
          </p:nvPr>
        </p:nvSpPr>
        <p:spPr>
          <a:xfrm>
            <a:off x="806450" y="2297112"/>
            <a:ext cx="79662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insert(list_pointer *ptr, list_pointer node)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insert a new node with data = 50 into the list ptr after node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list_pointer temp;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temp = (list_pointer) malloc(sizeof(list_node));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(IS_FULL(temp))		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fprintf(stderr, “The memory is full\n”);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exit (1);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3306762" y="546100"/>
            <a:ext cx="2475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Insertion: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2068512" y="1363662"/>
            <a:ext cx="4976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a node after a specific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5822950" y="1976437"/>
            <a:ext cx="3146400" cy="509700"/>
          </a:xfrm>
          <a:prstGeom prst="rect">
            <a:avLst/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#define IS_FULL(p) (!(p))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 txBox="1"/>
          <p:nvPr>
            <p:ph type="title"/>
          </p:nvPr>
        </p:nvSpPr>
        <p:spPr>
          <a:xfrm>
            <a:off x="785812" y="1450975"/>
            <a:ext cx="7772400" cy="4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temp-&gt;data = 50;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(*ptr) {  // </a:t>
            </a:r>
            <a:r>
              <a:rPr b="0" i="0" lang="en-US" sz="19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nonempty list</a:t>
            </a:r>
            <a:br>
              <a:rPr b="0" i="0" lang="en-US" sz="19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temp-&gt;link =node -&gt;link;</a:t>
            </a: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node-&gt;link = temp;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else {    // </a:t>
            </a:r>
            <a:r>
              <a:rPr b="0" i="0" lang="en-US" sz="19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empty list</a:t>
            </a:r>
            <a:br>
              <a:rPr b="0" i="0" lang="en-US" sz="19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temp-&gt;link = NULL;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*ptr =temp;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*Program 4.3:</a:t>
            </a:r>
            <a:r>
              <a:rPr b="0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insert into front of list (p.144)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10" name="Google Shape;310;p11"/>
          <p:cNvGrpSpPr/>
          <p:nvPr/>
        </p:nvGrpSpPr>
        <p:grpSpPr>
          <a:xfrm>
            <a:off x="4365625" y="1579562"/>
            <a:ext cx="4375150" cy="2768600"/>
            <a:chOff x="2750" y="995"/>
            <a:chExt cx="2756" cy="1744"/>
          </a:xfrm>
        </p:grpSpPr>
        <p:sp>
          <p:nvSpPr>
            <p:cNvPr id="311" name="Google Shape;311;p11"/>
            <p:cNvSpPr txBox="1"/>
            <p:nvPr/>
          </p:nvSpPr>
          <p:spPr>
            <a:xfrm>
              <a:off x="3261" y="243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" name="Google Shape;312;p11"/>
            <p:cNvGrpSpPr/>
            <p:nvPr/>
          </p:nvGrpSpPr>
          <p:grpSpPr>
            <a:xfrm>
              <a:off x="2750" y="995"/>
              <a:ext cx="2756" cy="1425"/>
              <a:chOff x="2851" y="1791"/>
              <a:chExt cx="2756" cy="1425"/>
            </a:xfrm>
          </p:grpSpPr>
          <p:sp>
            <p:nvSpPr>
              <p:cNvPr id="313" name="Google Shape;313;p11"/>
              <p:cNvSpPr txBox="1"/>
              <p:nvPr/>
            </p:nvSpPr>
            <p:spPr>
              <a:xfrm>
                <a:off x="4673" y="2190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1"/>
              <p:cNvSpPr txBox="1"/>
              <p:nvPr/>
            </p:nvSpPr>
            <p:spPr>
              <a:xfrm>
                <a:off x="3941" y="2816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50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5" name="Google Shape;315;p11"/>
              <p:cNvCxnSpPr/>
              <p:nvPr/>
            </p:nvCxnSpPr>
            <p:spPr>
              <a:xfrm>
                <a:off x="4357" y="2827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5106" y="219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17" name="Google Shape;317;p11"/>
              <p:cNvGrpSpPr/>
              <p:nvPr/>
            </p:nvGrpSpPr>
            <p:grpSpPr>
              <a:xfrm>
                <a:off x="3380" y="2125"/>
                <a:ext cx="917" cy="367"/>
                <a:chOff x="1846" y="1747"/>
                <a:chExt cx="917" cy="367"/>
              </a:xfrm>
            </p:grpSpPr>
            <p:sp>
              <p:nvSpPr>
                <p:cNvPr id="318" name="Google Shape;318;p11"/>
                <p:cNvSpPr txBox="1"/>
                <p:nvPr/>
              </p:nvSpPr>
              <p:spPr>
                <a:xfrm>
                  <a:off x="1863" y="1814"/>
                  <a:ext cx="9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9" name="Google Shape;319;p11"/>
                <p:cNvCxnSpPr/>
                <p:nvPr/>
              </p:nvCxnSpPr>
              <p:spPr>
                <a:xfrm>
                  <a:off x="2270" y="1814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20" name="Google Shape;320;p11"/>
                <p:cNvSpPr txBox="1"/>
                <p:nvPr/>
              </p:nvSpPr>
              <p:spPr>
                <a:xfrm>
                  <a:off x="1846" y="1747"/>
                  <a:ext cx="9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</a:t>
                  </a:r>
                  <a:r>
                    <a:rPr b="0" i="0" lang="en-US" sz="20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10        •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21" name="Google Shape;321;p11"/>
              <p:cNvSpPr txBox="1"/>
              <p:nvPr/>
            </p:nvSpPr>
            <p:spPr>
              <a:xfrm>
                <a:off x="4707" y="2147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20 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NULL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2" name="Google Shape;322;p11"/>
              <p:cNvCxnSpPr/>
              <p:nvPr/>
            </p:nvCxnSpPr>
            <p:spPr>
              <a:xfrm>
                <a:off x="4048" y="2273"/>
                <a:ext cx="600" cy="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23" name="Google Shape;323;p11"/>
              <p:cNvCxnSpPr/>
              <p:nvPr/>
            </p:nvCxnSpPr>
            <p:spPr>
              <a:xfrm>
                <a:off x="4056" y="2395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24" name="Google Shape;324;p11"/>
              <p:cNvCxnSpPr/>
              <p:nvPr/>
            </p:nvCxnSpPr>
            <p:spPr>
              <a:xfrm>
                <a:off x="5090" y="2608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25" name="Google Shape;325;p11"/>
              <p:cNvCxnSpPr/>
              <p:nvPr/>
            </p:nvCxnSpPr>
            <p:spPr>
              <a:xfrm>
                <a:off x="4642" y="2916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1"/>
              <p:cNvCxnSpPr/>
              <p:nvPr/>
            </p:nvCxnSpPr>
            <p:spPr>
              <a:xfrm>
                <a:off x="3584" y="2916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27" name="Google Shape;327;p11"/>
              <p:cNvCxnSpPr/>
              <p:nvPr/>
            </p:nvCxnSpPr>
            <p:spPr>
              <a:xfrm>
                <a:off x="3584" y="291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1"/>
              <p:cNvCxnSpPr/>
              <p:nvPr/>
            </p:nvCxnSpPr>
            <p:spPr>
              <a:xfrm>
                <a:off x="3088" y="2330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29" name="Google Shape;329;p11"/>
              <p:cNvCxnSpPr/>
              <p:nvPr/>
            </p:nvCxnSpPr>
            <p:spPr>
              <a:xfrm>
                <a:off x="3087" y="2239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30" name="Google Shape;330;p11"/>
              <p:cNvCxnSpPr/>
              <p:nvPr/>
            </p:nvCxnSpPr>
            <p:spPr>
              <a:xfrm>
                <a:off x="3080" y="2330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1"/>
              <p:cNvCxnSpPr/>
              <p:nvPr/>
            </p:nvCxnSpPr>
            <p:spPr>
              <a:xfrm>
                <a:off x="3079" y="2011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32" name="Google Shape;332;p11"/>
              <p:cNvSpPr txBox="1"/>
              <p:nvPr/>
            </p:nvSpPr>
            <p:spPr>
              <a:xfrm>
                <a:off x="2892" y="1791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ptr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1"/>
              <p:cNvSpPr txBox="1"/>
              <p:nvPr/>
            </p:nvSpPr>
            <p:spPr>
              <a:xfrm>
                <a:off x="2851" y="2458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node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1"/>
              <p:cNvSpPr txBox="1"/>
              <p:nvPr/>
            </p:nvSpPr>
            <p:spPr>
              <a:xfrm>
                <a:off x="3812" y="2200"/>
                <a:ext cx="300" cy="300"/>
              </a:xfrm>
              <a:prstGeom prst="rect">
                <a:avLst/>
              </a:prstGeom>
              <a:solidFill>
                <a:schemeClr val="lt1">
                  <a:alpha val="49411"/>
                </a:schemeClr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1"/>
              <p:cNvSpPr txBox="1"/>
              <p:nvPr/>
            </p:nvSpPr>
            <p:spPr>
              <a:xfrm>
                <a:off x="4368" y="2822"/>
                <a:ext cx="300" cy="300"/>
              </a:xfrm>
              <a:prstGeom prst="rect">
                <a:avLst/>
              </a:prstGeom>
              <a:solidFill>
                <a:schemeClr val="lt1">
                  <a:alpha val="49411"/>
                </a:schemeClr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12"/>
          <p:cNvGrpSpPr/>
          <p:nvPr/>
        </p:nvGrpSpPr>
        <p:grpSpPr>
          <a:xfrm>
            <a:off x="966787" y="2836862"/>
            <a:ext cx="1455737" cy="582613"/>
            <a:chOff x="1846" y="1747"/>
            <a:chExt cx="917" cy="367"/>
          </a:xfrm>
        </p:grpSpPr>
        <p:sp>
          <p:nvSpPr>
            <p:cNvPr id="343" name="Google Shape;343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4" name="Google Shape;344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5" name="Google Shape;345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12"/>
          <p:cNvGrpSpPr/>
          <p:nvPr/>
        </p:nvGrpSpPr>
        <p:grpSpPr>
          <a:xfrm>
            <a:off x="4191000" y="2835275"/>
            <a:ext cx="1483388" cy="582613"/>
            <a:chOff x="1846" y="1747"/>
            <a:chExt cx="917" cy="367"/>
          </a:xfrm>
        </p:grpSpPr>
        <p:sp>
          <p:nvSpPr>
            <p:cNvPr id="347" name="Google Shape;347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9" name="Google Shape;349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    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12"/>
          <p:cNvGrpSpPr/>
          <p:nvPr/>
        </p:nvGrpSpPr>
        <p:grpSpPr>
          <a:xfrm>
            <a:off x="2574925" y="2832100"/>
            <a:ext cx="1469751" cy="592906"/>
            <a:chOff x="1846" y="1747"/>
            <a:chExt cx="917" cy="367"/>
          </a:xfrm>
        </p:grpSpPr>
        <p:sp>
          <p:nvSpPr>
            <p:cNvPr id="351" name="Google Shape;351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352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3" name="Google Shape;353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7416800" y="2806700"/>
            <a:ext cx="1455738" cy="582613"/>
            <a:chOff x="1846" y="1747"/>
            <a:chExt cx="917" cy="367"/>
          </a:xfrm>
        </p:grpSpPr>
        <p:sp>
          <p:nvSpPr>
            <p:cNvPr id="355" name="Google Shape;355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6" name="Google Shape;356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7" name="Google Shape;357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   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2"/>
          <p:cNvGrpSpPr/>
          <p:nvPr/>
        </p:nvGrpSpPr>
        <p:grpSpPr>
          <a:xfrm>
            <a:off x="5889625" y="2828925"/>
            <a:ext cx="1455737" cy="582613"/>
            <a:chOff x="1846" y="1747"/>
            <a:chExt cx="917" cy="367"/>
          </a:xfrm>
        </p:grpSpPr>
        <p:sp>
          <p:nvSpPr>
            <p:cNvPr id="359" name="Google Shape;359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0" name="Google Shape;360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1" name="Google Shape;361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2" name="Google Shape;362;p12"/>
          <p:cNvCxnSpPr/>
          <p:nvPr/>
        </p:nvCxnSpPr>
        <p:spPr>
          <a:xfrm>
            <a:off x="2027237" y="3086100"/>
            <a:ext cx="5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3" name="Google Shape;363;p12"/>
          <p:cNvCxnSpPr/>
          <p:nvPr/>
        </p:nvCxnSpPr>
        <p:spPr>
          <a:xfrm>
            <a:off x="3656012" y="3073400"/>
            <a:ext cx="5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4" name="Google Shape;364;p12"/>
          <p:cNvCxnSpPr/>
          <p:nvPr/>
        </p:nvCxnSpPr>
        <p:spPr>
          <a:xfrm>
            <a:off x="6948487" y="3073400"/>
            <a:ext cx="46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5" name="Google Shape;365;p12"/>
          <p:cNvSpPr txBox="1"/>
          <p:nvPr/>
        </p:nvSpPr>
        <p:spPr>
          <a:xfrm>
            <a:off x="896937" y="3573462"/>
            <a:ext cx="8247000" cy="22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(a) before deletion                                  (b)after deletion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6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node other than the first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6" name="Google Shape;366;p12"/>
          <p:cNvGrpSpPr/>
          <p:nvPr/>
        </p:nvGrpSpPr>
        <p:grpSpPr>
          <a:xfrm>
            <a:off x="850900" y="2136775"/>
            <a:ext cx="476250" cy="844550"/>
            <a:chOff x="536" y="1346"/>
            <a:chExt cx="300" cy="532"/>
          </a:xfrm>
        </p:grpSpPr>
        <p:cxnSp>
          <p:nvCxnSpPr>
            <p:cNvPr id="367" name="Google Shape;367;p12"/>
            <p:cNvCxnSpPr/>
            <p:nvPr/>
          </p:nvCxnSpPr>
          <p:spPr>
            <a:xfrm>
              <a:off x="692" y="157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8" name="Google Shape;368;p12"/>
            <p:cNvSpPr txBox="1"/>
            <p:nvPr/>
          </p:nvSpPr>
          <p:spPr>
            <a:xfrm>
              <a:off x="536" y="134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ptr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12"/>
          <p:cNvSpPr txBox="1"/>
          <p:nvPr/>
        </p:nvSpPr>
        <p:spPr>
          <a:xfrm>
            <a:off x="3495675" y="879475"/>
            <a:ext cx="2047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Deletion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860425" y="1671637"/>
            <a:ext cx="273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</a:t>
            </a: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12"/>
          <p:cNvGrpSpPr/>
          <p:nvPr/>
        </p:nvGrpSpPr>
        <p:grpSpPr>
          <a:xfrm>
            <a:off x="985837" y="5546725"/>
            <a:ext cx="1455737" cy="582613"/>
            <a:chOff x="1846" y="1747"/>
            <a:chExt cx="917" cy="367"/>
          </a:xfrm>
        </p:grpSpPr>
        <p:sp>
          <p:nvSpPr>
            <p:cNvPr id="372" name="Google Shape;372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" name="Google Shape;373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4" name="Google Shape;374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12"/>
          <p:cNvGrpSpPr/>
          <p:nvPr/>
        </p:nvGrpSpPr>
        <p:grpSpPr>
          <a:xfrm>
            <a:off x="4210050" y="5545137"/>
            <a:ext cx="1483388" cy="582613"/>
            <a:chOff x="1846" y="1747"/>
            <a:chExt cx="917" cy="367"/>
          </a:xfrm>
        </p:grpSpPr>
        <p:sp>
          <p:nvSpPr>
            <p:cNvPr id="376" name="Google Shape;376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7" name="Google Shape;377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8" name="Google Shape;378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    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12"/>
          <p:cNvGrpSpPr/>
          <p:nvPr/>
        </p:nvGrpSpPr>
        <p:grpSpPr>
          <a:xfrm>
            <a:off x="2593975" y="5541962"/>
            <a:ext cx="1469751" cy="592906"/>
            <a:chOff x="1846" y="1747"/>
            <a:chExt cx="917" cy="367"/>
          </a:xfrm>
        </p:grpSpPr>
        <p:sp>
          <p:nvSpPr>
            <p:cNvPr id="380" name="Google Shape;380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1" name="Google Shape;381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2" name="Google Shape;382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12"/>
          <p:cNvGrpSpPr/>
          <p:nvPr/>
        </p:nvGrpSpPr>
        <p:grpSpPr>
          <a:xfrm>
            <a:off x="7435850" y="5516562"/>
            <a:ext cx="1455738" cy="582613"/>
            <a:chOff x="1846" y="1747"/>
            <a:chExt cx="917" cy="367"/>
          </a:xfrm>
        </p:grpSpPr>
        <p:sp>
          <p:nvSpPr>
            <p:cNvPr id="384" name="Google Shape;384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5" name="Google Shape;385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6" name="Google Shape;386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   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12"/>
          <p:cNvGrpSpPr/>
          <p:nvPr/>
        </p:nvGrpSpPr>
        <p:grpSpPr>
          <a:xfrm>
            <a:off x="5908675" y="5538787"/>
            <a:ext cx="1455737" cy="582613"/>
            <a:chOff x="1846" y="1747"/>
            <a:chExt cx="917" cy="367"/>
          </a:xfrm>
        </p:grpSpPr>
        <p:sp>
          <p:nvSpPr>
            <p:cNvPr id="388" name="Google Shape;388;p12"/>
            <p:cNvSpPr txBox="1"/>
            <p:nvPr/>
          </p:nvSpPr>
          <p:spPr>
            <a:xfrm>
              <a:off x="1863" y="1814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9" name="Google Shape;389;p12"/>
            <p:cNvCxnSpPr/>
            <p:nvPr/>
          </p:nvCxnSpPr>
          <p:spPr>
            <a:xfrm>
              <a:off x="2270" y="181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0" name="Google Shape;390;p12"/>
            <p:cNvSpPr txBox="1"/>
            <p:nvPr/>
          </p:nvSpPr>
          <p:spPr>
            <a:xfrm>
              <a:off x="1846" y="17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1" name="Google Shape;391;p12"/>
          <p:cNvCxnSpPr/>
          <p:nvPr/>
        </p:nvCxnSpPr>
        <p:spPr>
          <a:xfrm>
            <a:off x="2046287" y="5795962"/>
            <a:ext cx="5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2" name="Google Shape;392;p12"/>
          <p:cNvCxnSpPr/>
          <p:nvPr/>
        </p:nvCxnSpPr>
        <p:spPr>
          <a:xfrm>
            <a:off x="3675062" y="5783262"/>
            <a:ext cx="5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12"/>
          <p:cNvCxnSpPr/>
          <p:nvPr/>
        </p:nvCxnSpPr>
        <p:spPr>
          <a:xfrm>
            <a:off x="6967537" y="5783262"/>
            <a:ext cx="46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4" name="Google Shape;394;p12"/>
          <p:cNvCxnSpPr/>
          <p:nvPr/>
        </p:nvCxnSpPr>
        <p:spPr>
          <a:xfrm>
            <a:off x="1117600" y="5214937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5" name="Google Shape;395;p12"/>
          <p:cNvCxnSpPr/>
          <p:nvPr/>
        </p:nvCxnSpPr>
        <p:spPr>
          <a:xfrm>
            <a:off x="1463675" y="5213350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12"/>
          <p:cNvCxnSpPr/>
          <p:nvPr/>
        </p:nvCxnSpPr>
        <p:spPr>
          <a:xfrm>
            <a:off x="6227762" y="5199062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7" name="Google Shape;397;p12"/>
          <p:cNvSpPr txBox="1"/>
          <p:nvPr/>
        </p:nvSpPr>
        <p:spPr>
          <a:xfrm>
            <a:off x="869950" y="4846637"/>
            <a:ext cx="5710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 trail              node                                               ptr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12"/>
          <p:cNvCxnSpPr/>
          <p:nvPr/>
        </p:nvCxnSpPr>
        <p:spPr>
          <a:xfrm>
            <a:off x="2843212" y="5210175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9" name="Google Shape;399;p12"/>
          <p:cNvSpPr txBox="1"/>
          <p:nvPr/>
        </p:nvSpPr>
        <p:spPr>
          <a:xfrm>
            <a:off x="6597650" y="5661025"/>
            <a:ext cx="635100" cy="298500"/>
          </a:xfrm>
          <a:prstGeom prst="rect">
            <a:avLst/>
          </a:prstGeom>
          <a:solidFill>
            <a:schemeClr val="lt1">
              <a:alpha val="49411"/>
            </a:scheme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7881937" y="4060825"/>
            <a:ext cx="1060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( P.145 )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12"/>
          <p:cNvGrpSpPr/>
          <p:nvPr/>
        </p:nvGrpSpPr>
        <p:grpSpPr>
          <a:xfrm>
            <a:off x="5970587" y="2192337"/>
            <a:ext cx="476250" cy="836612"/>
            <a:chOff x="3761" y="1381"/>
            <a:chExt cx="300" cy="527"/>
          </a:xfrm>
        </p:grpSpPr>
        <p:cxnSp>
          <p:nvCxnSpPr>
            <p:cNvPr id="402" name="Google Shape;402;p12"/>
            <p:cNvCxnSpPr/>
            <p:nvPr/>
          </p:nvCxnSpPr>
          <p:spPr>
            <a:xfrm>
              <a:off x="3936" y="160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03" name="Google Shape;403;p12"/>
            <p:cNvSpPr txBox="1"/>
            <p:nvPr/>
          </p:nvSpPr>
          <p:spPr>
            <a:xfrm>
              <a:off x="3761" y="138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ptr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12"/>
          <p:cNvSpPr txBox="1"/>
          <p:nvPr/>
        </p:nvSpPr>
        <p:spPr>
          <a:xfrm>
            <a:off x="2422525" y="2205037"/>
            <a:ext cx="1560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trail=NULL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12"/>
          <p:cNvGrpSpPr/>
          <p:nvPr/>
        </p:nvGrpSpPr>
        <p:grpSpPr>
          <a:xfrm>
            <a:off x="1250950" y="2190750"/>
            <a:ext cx="952500" cy="773112"/>
            <a:chOff x="788" y="1380"/>
            <a:chExt cx="600" cy="487"/>
          </a:xfrm>
        </p:grpSpPr>
        <p:sp>
          <p:nvSpPr>
            <p:cNvPr id="406" name="Google Shape;406;p12"/>
            <p:cNvSpPr txBox="1"/>
            <p:nvPr/>
          </p:nvSpPr>
          <p:spPr>
            <a:xfrm>
              <a:off x="788" y="138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" name="Google Shape;407;p12"/>
            <p:cNvCxnSpPr/>
            <p:nvPr/>
          </p:nvCxnSpPr>
          <p:spPr>
            <a:xfrm>
              <a:off x="1033" y="1567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 txBox="1"/>
          <p:nvPr>
            <p:ph type="title"/>
          </p:nvPr>
        </p:nvSpPr>
        <p:spPr>
          <a:xfrm>
            <a:off x="854075" y="1849437"/>
            <a:ext cx="78612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delete(list_pointer *ptr, list_pointer trail,                                                 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list_pointer node)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delete node from the list, trail is the preceding node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ptr is the head of the list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if (trail)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trail-&gt;link = node-&gt;link;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else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*ptr = (*ptr) -&gt;link;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free(node);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>
            <p:ph type="title"/>
          </p:nvPr>
        </p:nvSpPr>
        <p:spPr>
          <a:xfrm>
            <a:off x="1042987" y="2230437"/>
            <a:ext cx="7737600" cy="30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print_list(list_pointer ptr)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printf(“The list ocntains: “);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 ( ; ptr; ptr = ptr-&gt;link)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printf(“%4d”, ptr-&gt;data);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printf(“\n”);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*Program 4.5:</a:t>
            </a:r>
            <a:r>
              <a:rPr b="0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Printing a list (p.146)</a:t>
            </a:r>
            <a:endParaRPr/>
          </a:p>
        </p:txBody>
      </p:sp>
      <p:sp>
        <p:nvSpPr>
          <p:cNvPr id="422" name="Google Shape;422;p14"/>
          <p:cNvSpPr txBox="1"/>
          <p:nvPr/>
        </p:nvSpPr>
        <p:spPr>
          <a:xfrm>
            <a:off x="2376487" y="1125537"/>
            <a:ext cx="4407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out a list (traverse a list)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 txBox="1"/>
          <p:nvPr>
            <p:ph type="title"/>
          </p:nvPr>
        </p:nvSpPr>
        <p:spPr>
          <a:xfrm>
            <a:off x="457200" y="533400"/>
            <a:ext cx="82296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4.3 DYNAMICALLY LINKED STACKS AND QUEUES</a:t>
            </a:r>
            <a:endParaRPr/>
          </a:p>
        </p:txBody>
      </p:sp>
      <p:grpSp>
        <p:nvGrpSpPr>
          <p:cNvPr id="430" name="Google Shape;430;p15"/>
          <p:cNvGrpSpPr/>
          <p:nvPr/>
        </p:nvGrpSpPr>
        <p:grpSpPr>
          <a:xfrm>
            <a:off x="1225550" y="1854200"/>
            <a:ext cx="7464425" cy="3352800"/>
            <a:chOff x="772" y="1168"/>
            <a:chExt cx="4702" cy="2112"/>
          </a:xfrm>
        </p:grpSpPr>
        <p:grpSp>
          <p:nvGrpSpPr>
            <p:cNvPr id="431" name="Google Shape;431;p15"/>
            <p:cNvGrpSpPr/>
            <p:nvPr/>
          </p:nvGrpSpPr>
          <p:grpSpPr>
            <a:xfrm>
              <a:off x="772" y="1168"/>
              <a:ext cx="4654" cy="1016"/>
              <a:chOff x="1000" y="1550"/>
              <a:chExt cx="4654" cy="1016"/>
            </a:xfrm>
          </p:grpSpPr>
          <p:sp>
            <p:nvSpPr>
              <p:cNvPr id="432" name="Google Shape;432;p15"/>
              <p:cNvSpPr txBox="1"/>
              <p:nvPr/>
            </p:nvSpPr>
            <p:spPr>
              <a:xfrm>
                <a:off x="4519" y="2016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3" name="Google Shape;433;p15"/>
              <p:cNvCxnSpPr/>
              <p:nvPr/>
            </p:nvCxnSpPr>
            <p:spPr>
              <a:xfrm>
                <a:off x="4992" y="201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15"/>
              <p:cNvCxnSpPr/>
              <p:nvPr/>
            </p:nvCxnSpPr>
            <p:spPr>
              <a:xfrm>
                <a:off x="2832" y="211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435" name="Google Shape;435;p15"/>
              <p:cNvCxnSpPr/>
              <p:nvPr/>
            </p:nvCxnSpPr>
            <p:spPr>
              <a:xfrm>
                <a:off x="4032" y="21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grpSp>
            <p:nvGrpSpPr>
              <p:cNvPr id="436" name="Google Shape;436;p15"/>
              <p:cNvGrpSpPr/>
              <p:nvPr/>
            </p:nvGrpSpPr>
            <p:grpSpPr>
              <a:xfrm>
                <a:off x="1056" y="2016"/>
                <a:ext cx="600" cy="300"/>
                <a:chOff x="1104" y="2016"/>
                <a:chExt cx="600" cy="300"/>
              </a:xfrm>
            </p:grpSpPr>
            <p:sp>
              <p:nvSpPr>
                <p:cNvPr id="437" name="Google Shape;437;p15"/>
                <p:cNvSpPr txBox="1"/>
                <p:nvPr/>
              </p:nvSpPr>
              <p:spPr>
                <a:xfrm>
                  <a:off x="1104" y="2016"/>
                  <a:ext cx="6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8" name="Google Shape;438;p15"/>
                <p:cNvCxnSpPr/>
                <p:nvPr/>
              </p:nvCxnSpPr>
              <p:spPr>
                <a:xfrm>
                  <a:off x="1536" y="2016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2208" y="2016"/>
                <a:ext cx="600" cy="300"/>
                <a:chOff x="1104" y="2016"/>
                <a:chExt cx="600" cy="300"/>
              </a:xfrm>
            </p:grpSpPr>
            <p:sp>
              <p:nvSpPr>
                <p:cNvPr id="440" name="Google Shape;440;p15"/>
                <p:cNvSpPr txBox="1"/>
                <p:nvPr/>
              </p:nvSpPr>
              <p:spPr>
                <a:xfrm>
                  <a:off x="1104" y="2016"/>
                  <a:ext cx="6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1" name="Google Shape;441;p15"/>
                <p:cNvCxnSpPr/>
                <p:nvPr/>
              </p:nvCxnSpPr>
              <p:spPr>
                <a:xfrm>
                  <a:off x="1536" y="2016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42" name="Google Shape;442;p15"/>
              <p:cNvCxnSpPr/>
              <p:nvPr/>
            </p:nvCxnSpPr>
            <p:spPr>
              <a:xfrm>
                <a:off x="1680" y="211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443" name="Google Shape;443;p15"/>
              <p:cNvSpPr txBox="1"/>
              <p:nvPr/>
            </p:nvSpPr>
            <p:spPr>
              <a:xfrm>
                <a:off x="1046" y="199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5"/>
              <p:cNvSpPr txBox="1"/>
              <p:nvPr/>
            </p:nvSpPr>
            <p:spPr>
              <a:xfrm>
                <a:off x="2198" y="199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5"/>
              <p:cNvSpPr txBox="1"/>
              <p:nvPr/>
            </p:nvSpPr>
            <p:spPr>
              <a:xfrm>
                <a:off x="4454" y="2025"/>
                <a:ext cx="12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   NULL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5"/>
              <p:cNvSpPr txBox="1"/>
              <p:nvPr/>
            </p:nvSpPr>
            <p:spPr>
              <a:xfrm>
                <a:off x="3440" y="2005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 •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7" name="Google Shape;447;p15"/>
              <p:cNvCxnSpPr/>
              <p:nvPr/>
            </p:nvCxnSpPr>
            <p:spPr>
              <a:xfrm>
                <a:off x="1212" y="1741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448" name="Google Shape;448;p15"/>
              <p:cNvSpPr txBox="1"/>
              <p:nvPr/>
            </p:nvSpPr>
            <p:spPr>
              <a:xfrm>
                <a:off x="1016" y="155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top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5"/>
              <p:cNvSpPr txBox="1"/>
              <p:nvPr/>
            </p:nvSpPr>
            <p:spPr>
              <a:xfrm>
                <a:off x="2131" y="1753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element link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5"/>
              <p:cNvSpPr txBox="1"/>
              <p:nvPr/>
            </p:nvSpPr>
            <p:spPr>
              <a:xfrm>
                <a:off x="1000" y="2266"/>
                <a:ext cx="12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(a) Linked Stack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" name="Google Shape;451;p15"/>
            <p:cNvGrpSpPr/>
            <p:nvPr/>
          </p:nvGrpSpPr>
          <p:grpSpPr>
            <a:xfrm>
              <a:off x="820" y="2264"/>
              <a:ext cx="4654" cy="1016"/>
              <a:chOff x="1000" y="1550"/>
              <a:chExt cx="4654" cy="1016"/>
            </a:xfrm>
          </p:grpSpPr>
          <p:sp>
            <p:nvSpPr>
              <p:cNvPr id="452" name="Google Shape;452;p15"/>
              <p:cNvSpPr txBox="1"/>
              <p:nvPr/>
            </p:nvSpPr>
            <p:spPr>
              <a:xfrm>
                <a:off x="4519" y="2016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3" name="Google Shape;453;p15"/>
              <p:cNvCxnSpPr/>
              <p:nvPr/>
            </p:nvCxnSpPr>
            <p:spPr>
              <a:xfrm>
                <a:off x="4992" y="201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p15"/>
              <p:cNvCxnSpPr/>
              <p:nvPr/>
            </p:nvCxnSpPr>
            <p:spPr>
              <a:xfrm>
                <a:off x="2832" y="211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455" name="Google Shape;455;p15"/>
              <p:cNvCxnSpPr/>
              <p:nvPr/>
            </p:nvCxnSpPr>
            <p:spPr>
              <a:xfrm>
                <a:off x="4032" y="21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grpSp>
            <p:nvGrpSpPr>
              <p:cNvPr id="456" name="Google Shape;456;p15"/>
              <p:cNvGrpSpPr/>
              <p:nvPr/>
            </p:nvGrpSpPr>
            <p:grpSpPr>
              <a:xfrm>
                <a:off x="1056" y="2016"/>
                <a:ext cx="600" cy="300"/>
                <a:chOff x="1104" y="2016"/>
                <a:chExt cx="600" cy="300"/>
              </a:xfrm>
            </p:grpSpPr>
            <p:sp>
              <p:nvSpPr>
                <p:cNvPr id="457" name="Google Shape;457;p15"/>
                <p:cNvSpPr txBox="1"/>
                <p:nvPr/>
              </p:nvSpPr>
              <p:spPr>
                <a:xfrm>
                  <a:off x="1104" y="2016"/>
                  <a:ext cx="6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8" name="Google Shape;458;p15"/>
                <p:cNvCxnSpPr/>
                <p:nvPr/>
              </p:nvCxnSpPr>
              <p:spPr>
                <a:xfrm>
                  <a:off x="1536" y="2016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59" name="Google Shape;459;p15"/>
              <p:cNvGrpSpPr/>
              <p:nvPr/>
            </p:nvGrpSpPr>
            <p:grpSpPr>
              <a:xfrm>
                <a:off x="2208" y="2016"/>
                <a:ext cx="600" cy="300"/>
                <a:chOff x="1104" y="2016"/>
                <a:chExt cx="600" cy="300"/>
              </a:xfrm>
            </p:grpSpPr>
            <p:sp>
              <p:nvSpPr>
                <p:cNvPr id="460" name="Google Shape;460;p15"/>
                <p:cNvSpPr txBox="1"/>
                <p:nvPr/>
              </p:nvSpPr>
              <p:spPr>
                <a:xfrm>
                  <a:off x="1104" y="2016"/>
                  <a:ext cx="600" cy="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1" name="Google Shape;461;p15"/>
                <p:cNvCxnSpPr/>
                <p:nvPr/>
              </p:nvCxnSpPr>
              <p:spPr>
                <a:xfrm>
                  <a:off x="1536" y="2016"/>
                  <a:ext cx="0" cy="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62" name="Google Shape;462;p15"/>
              <p:cNvCxnSpPr/>
              <p:nvPr/>
            </p:nvCxnSpPr>
            <p:spPr>
              <a:xfrm>
                <a:off x="1680" y="211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463" name="Google Shape;463;p15"/>
              <p:cNvSpPr txBox="1"/>
              <p:nvPr/>
            </p:nvSpPr>
            <p:spPr>
              <a:xfrm>
                <a:off x="1046" y="199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5"/>
              <p:cNvSpPr txBox="1"/>
              <p:nvPr/>
            </p:nvSpPr>
            <p:spPr>
              <a:xfrm>
                <a:off x="2198" y="199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5"/>
              <p:cNvSpPr txBox="1"/>
              <p:nvPr/>
            </p:nvSpPr>
            <p:spPr>
              <a:xfrm>
                <a:off x="4454" y="2025"/>
                <a:ext cx="12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   NULL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5"/>
              <p:cNvSpPr txBox="1"/>
              <p:nvPr/>
            </p:nvSpPr>
            <p:spPr>
              <a:xfrm>
                <a:off x="3440" y="2005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 •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7" name="Google Shape;467;p15"/>
              <p:cNvCxnSpPr/>
              <p:nvPr/>
            </p:nvCxnSpPr>
            <p:spPr>
              <a:xfrm>
                <a:off x="1212" y="1741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468" name="Google Shape;468;p15"/>
              <p:cNvSpPr txBox="1"/>
              <p:nvPr/>
            </p:nvSpPr>
            <p:spPr>
              <a:xfrm>
                <a:off x="1016" y="1550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front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5"/>
              <p:cNvSpPr txBox="1"/>
              <p:nvPr/>
            </p:nvSpPr>
            <p:spPr>
              <a:xfrm>
                <a:off x="2131" y="1753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element link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5"/>
              <p:cNvSpPr txBox="1"/>
              <p:nvPr/>
            </p:nvSpPr>
            <p:spPr>
              <a:xfrm>
                <a:off x="1000" y="2266"/>
                <a:ext cx="12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(b) Linked queue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71" name="Google Shape;471;p15"/>
            <p:cNvCxnSpPr/>
            <p:nvPr/>
          </p:nvCxnSpPr>
          <p:spPr>
            <a:xfrm>
              <a:off x="4532" y="2497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72" name="Google Shape;472;p15"/>
            <p:cNvSpPr txBox="1"/>
            <p:nvPr/>
          </p:nvSpPr>
          <p:spPr>
            <a:xfrm>
              <a:off x="4385" y="229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15"/>
          <p:cNvSpPr txBox="1"/>
          <p:nvPr/>
        </p:nvSpPr>
        <p:spPr>
          <a:xfrm>
            <a:off x="966787" y="5340350"/>
            <a:ext cx="4935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4.11: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Stack and queue (p.157)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 txBox="1"/>
          <p:nvPr>
            <p:ph type="title"/>
          </p:nvPr>
        </p:nvSpPr>
        <p:spPr>
          <a:xfrm>
            <a:off x="849312" y="2103437"/>
            <a:ext cx="77724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#define MAX_STACKS 10 /* maximum number of stacks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int key;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/* other fields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} element;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stack *stack_pointer;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stack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element item;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stack_pointer 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};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stack_pointer top[MAX_STACKS];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481" name="Google Shape;481;p16"/>
          <p:cNvSpPr txBox="1"/>
          <p:nvPr/>
        </p:nvSpPr>
        <p:spPr>
          <a:xfrm>
            <a:off x="2935287" y="1077912"/>
            <a:ext cx="321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n stacks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7"/>
          <p:cNvSpPr txBox="1"/>
          <p:nvPr>
            <p:ph type="title"/>
          </p:nvPr>
        </p:nvSpPr>
        <p:spPr>
          <a:xfrm>
            <a:off x="990600" y="2111375"/>
            <a:ext cx="78963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#define MAX_QUEUES 10 /* maximum number of queues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queue *queue_pointer;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queue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element item;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queue_pointer 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};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queue_pointer front[MAX_QUEUE], rear[MAX_QUEUES];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489" name="Google Shape;489;p17"/>
          <p:cNvSpPr txBox="1"/>
          <p:nvPr/>
        </p:nvSpPr>
        <p:spPr>
          <a:xfrm>
            <a:off x="3171825" y="1025525"/>
            <a:ext cx="38481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n queues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 txBox="1"/>
          <p:nvPr>
            <p:ph type="title"/>
          </p:nvPr>
        </p:nvSpPr>
        <p:spPr>
          <a:xfrm>
            <a:off x="936625" y="1968500"/>
            <a:ext cx="7842300" cy="39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push( int I, element item)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/* add item to  the ith stack */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stackPointer temp;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MALLOC (temp, sizeof(*temp));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temp 🡪 data = item;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temp 🡪  link  = top[i];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top[i] = temp;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*</a:t>
            </a:r>
            <a:r>
              <a:rPr b="1" i="0" lang="en-US" sz="1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4.5:</a:t>
            </a:r>
            <a:r>
              <a:rPr b="0" i="0" lang="en-US" sz="1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a linked stack (p.158)</a:t>
            </a:r>
            <a:endParaRPr/>
          </a:p>
        </p:txBody>
      </p:sp>
      <p:sp>
        <p:nvSpPr>
          <p:cNvPr id="497" name="Google Shape;497;p18"/>
          <p:cNvSpPr txBox="1"/>
          <p:nvPr/>
        </p:nvSpPr>
        <p:spPr>
          <a:xfrm>
            <a:off x="2743200" y="1125537"/>
            <a:ext cx="3557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linked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9"/>
          <p:cNvSpPr txBox="1"/>
          <p:nvPr>
            <p:ph type="title"/>
          </p:nvPr>
        </p:nvSpPr>
        <p:spPr>
          <a:xfrm>
            <a:off x="936625" y="1504950"/>
            <a:ext cx="7772400" cy="45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 pop(int i)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{/* remove top element from the ith stack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stack_pointer temp = top[i];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element item;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(!temp))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stackEmpty();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item = temp 🡪data;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top[i] = temp 🡪link;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free(temp);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return item;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*Program 4.6</a:t>
            </a:r>
            <a:r>
              <a:rPr b="0" i="0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Delete from a linked stack (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p.158)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2663825" y="773112"/>
            <a:ext cx="3814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linked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 txBox="1"/>
          <p:nvPr>
            <p:ph type="title"/>
          </p:nvPr>
        </p:nvSpPr>
        <p:spPr>
          <a:xfrm>
            <a:off x="496887" y="960437"/>
            <a:ext cx="8170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enqueue</a:t>
            </a:r>
            <a:r>
              <a:rPr b="0" i="0" lang="en-US" sz="2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the linked queue</a:t>
            </a:r>
            <a:endParaRPr/>
          </a:p>
        </p:txBody>
      </p:sp>
      <p:sp>
        <p:nvSpPr>
          <p:cNvPr id="513" name="Google Shape;513;p20"/>
          <p:cNvSpPr txBox="1"/>
          <p:nvPr/>
        </p:nvSpPr>
        <p:spPr>
          <a:xfrm>
            <a:off x="931862" y="1714500"/>
            <a:ext cx="8212200" cy="4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addq(queue_pointer *front, queue_pointer *rear, element item)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/* add an element to the rear of the queue */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queue_pointer temp =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(queue_pointer) malloc(sizeof (queue));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(IS_FULL(temp)) {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fprintf(stderr, “ The memory is full\n”);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exit(1);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}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temp-&gt;item = item;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temp-&gt;link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(*front) (*rear) -&gt; link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 *front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*rear = temp;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onymous Elephant" id="514" name="Google Shape;5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100" y="131825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1"/>
          <p:cNvSpPr txBox="1"/>
          <p:nvPr>
            <p:ph type="title"/>
          </p:nvPr>
        </p:nvSpPr>
        <p:spPr>
          <a:xfrm>
            <a:off x="381000" y="808037"/>
            <a:ext cx="4114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dequeue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linked queue (similar to push)</a:t>
            </a:r>
            <a:endParaRPr/>
          </a:p>
        </p:txBody>
      </p:sp>
      <p:sp>
        <p:nvSpPr>
          <p:cNvPr id="522" name="Google Shape;522;p21"/>
          <p:cNvSpPr txBox="1"/>
          <p:nvPr/>
        </p:nvSpPr>
        <p:spPr>
          <a:xfrm>
            <a:off x="1336675" y="1704975"/>
            <a:ext cx="56040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deleteq(queue_pointer *front) {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delete an element from the queue */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queue_pointer temp = *front;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element item;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(IS_EMPTY(*front))  {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fprintf(stderr,  “The queue is empty\n”);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exit(1);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item = temp-&gt;item;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*front = temp-&gt;link;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free(temp);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return item;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1255712" y="379412"/>
            <a:ext cx="74898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 txBox="1"/>
          <p:nvPr/>
        </p:nvSpPr>
        <p:spPr>
          <a:xfrm>
            <a:off x="735012" y="2346325"/>
            <a:ext cx="8039100" cy="3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typedef struct poly_node *poly_pointer;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typedef struct poly_node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int coef;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int expon;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poly_pointer 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poly_pointer a, b,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162" y="1347787"/>
            <a:ext cx="7947025" cy="5508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2" name="Google Shape;532;p22"/>
          <p:cNvGrpSpPr/>
          <p:nvPr/>
        </p:nvGrpSpPr>
        <p:grpSpPr>
          <a:xfrm>
            <a:off x="1838325" y="5408612"/>
            <a:ext cx="5824184" cy="508227"/>
            <a:chOff x="880" y="3240"/>
            <a:chExt cx="2700" cy="332"/>
          </a:xfrm>
        </p:grpSpPr>
        <p:sp>
          <p:nvSpPr>
            <p:cNvPr id="533" name="Google Shape;533;p22"/>
            <p:cNvSpPr txBox="1"/>
            <p:nvPr/>
          </p:nvSpPr>
          <p:spPr>
            <a:xfrm>
              <a:off x="880" y="3244"/>
              <a:ext cx="27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" name="Google Shape;534;p22"/>
            <p:cNvCxnSpPr/>
            <p:nvPr/>
          </p:nvCxnSpPr>
          <p:spPr>
            <a:xfrm>
              <a:off x="1760" y="32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696" y="32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6" name="Google Shape;536;p22"/>
            <p:cNvSpPr txBox="1"/>
            <p:nvPr/>
          </p:nvSpPr>
          <p:spPr>
            <a:xfrm>
              <a:off x="1093" y="3272"/>
              <a:ext cx="24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coef                   expon                   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7" name="Google Shape;537;p22"/>
          <p:cNvSpPr txBox="1"/>
          <p:nvPr/>
        </p:nvSpPr>
        <p:spPr>
          <a:xfrm>
            <a:off x="1211262" y="2057400"/>
            <a:ext cx="216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545" name="Google Shape;545;p23"/>
          <p:cNvSpPr txBox="1"/>
          <p:nvPr>
            <p:ph idx="1" type="body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</a:pP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 3x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+ 2x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</a:pP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b= 8x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- 3x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+ 10x</a:t>
            </a:r>
            <a:r>
              <a:rPr b="0" baseline="3000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grpSp>
        <p:nvGrpSpPr>
          <p:cNvPr id="546" name="Google Shape;546;p23"/>
          <p:cNvGrpSpPr/>
          <p:nvPr/>
        </p:nvGrpSpPr>
        <p:grpSpPr>
          <a:xfrm>
            <a:off x="787400" y="2730500"/>
            <a:ext cx="7867650" cy="2463614"/>
            <a:chOff x="855" y="2199"/>
            <a:chExt cx="4956" cy="1561"/>
          </a:xfrm>
        </p:grpSpPr>
        <p:grpSp>
          <p:nvGrpSpPr>
            <p:cNvPr id="547" name="Google Shape;547;p23"/>
            <p:cNvGrpSpPr/>
            <p:nvPr/>
          </p:nvGrpSpPr>
          <p:grpSpPr>
            <a:xfrm>
              <a:off x="964" y="2631"/>
              <a:ext cx="1535" cy="313"/>
              <a:chOff x="964" y="2631"/>
              <a:chExt cx="1535" cy="313"/>
            </a:xfrm>
          </p:grpSpPr>
          <p:sp>
            <p:nvSpPr>
              <p:cNvPr id="548" name="Google Shape;548;p23"/>
              <p:cNvSpPr txBox="1"/>
              <p:nvPr/>
            </p:nvSpPr>
            <p:spPr>
              <a:xfrm>
                <a:off x="999" y="2631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4450" lIns="90475" spcFirstLastPara="1" rIns="90475" wrap="square" tIns="444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  	14 	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3"/>
              <p:cNvSpPr txBox="1"/>
              <p:nvPr/>
            </p:nvSpPr>
            <p:spPr>
              <a:xfrm>
                <a:off x="964" y="2633"/>
                <a:ext cx="1500" cy="3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" name="Google Shape;550;p23"/>
              <p:cNvCxnSpPr/>
              <p:nvPr/>
            </p:nvCxnSpPr>
            <p:spPr>
              <a:xfrm>
                <a:off x="1440" y="2644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23"/>
              <p:cNvCxnSpPr/>
              <p:nvPr/>
            </p:nvCxnSpPr>
            <p:spPr>
              <a:xfrm>
                <a:off x="1968" y="2644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52" name="Google Shape;552;p23"/>
            <p:cNvGrpSpPr/>
            <p:nvPr/>
          </p:nvGrpSpPr>
          <p:grpSpPr>
            <a:xfrm>
              <a:off x="2644" y="2631"/>
              <a:ext cx="1535" cy="313"/>
              <a:chOff x="2644" y="2631"/>
              <a:chExt cx="1535" cy="313"/>
            </a:xfrm>
          </p:grpSpPr>
          <p:sp>
            <p:nvSpPr>
              <p:cNvPr id="553" name="Google Shape;553;p23"/>
              <p:cNvSpPr txBox="1"/>
              <p:nvPr/>
            </p:nvSpPr>
            <p:spPr>
              <a:xfrm>
                <a:off x="2679" y="2631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4450" lIns="90475" spcFirstLastPara="1" rIns="90475" wrap="square" tIns="444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 	8	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3"/>
              <p:cNvSpPr txBox="1"/>
              <p:nvPr/>
            </p:nvSpPr>
            <p:spPr>
              <a:xfrm>
                <a:off x="2644" y="2633"/>
                <a:ext cx="1500" cy="3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5" name="Google Shape;555;p23"/>
              <p:cNvCxnSpPr/>
              <p:nvPr/>
            </p:nvCxnSpPr>
            <p:spPr>
              <a:xfrm>
                <a:off x="3120" y="2644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23"/>
              <p:cNvCxnSpPr/>
              <p:nvPr/>
            </p:nvCxnSpPr>
            <p:spPr>
              <a:xfrm>
                <a:off x="3648" y="2644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57" name="Google Shape;557;p23"/>
            <p:cNvGrpSpPr/>
            <p:nvPr/>
          </p:nvGrpSpPr>
          <p:grpSpPr>
            <a:xfrm>
              <a:off x="4276" y="2631"/>
              <a:ext cx="1535" cy="313"/>
              <a:chOff x="4276" y="2631"/>
              <a:chExt cx="1535" cy="313"/>
            </a:xfrm>
          </p:grpSpPr>
          <p:sp>
            <p:nvSpPr>
              <p:cNvPr id="558" name="Google Shape;558;p23"/>
              <p:cNvSpPr txBox="1"/>
              <p:nvPr/>
            </p:nvSpPr>
            <p:spPr>
              <a:xfrm>
                <a:off x="4311" y="2631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4450" lIns="90475" spcFirstLastPara="1" rIns="90475" wrap="square" tIns="444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	0       null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3"/>
              <p:cNvSpPr txBox="1"/>
              <p:nvPr/>
            </p:nvSpPr>
            <p:spPr>
              <a:xfrm>
                <a:off x="4276" y="2633"/>
                <a:ext cx="1500" cy="3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0" name="Google Shape;560;p23"/>
              <p:cNvCxnSpPr/>
              <p:nvPr/>
            </p:nvCxnSpPr>
            <p:spPr>
              <a:xfrm>
                <a:off x="4752" y="2644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1" name="Google Shape;561;p23"/>
              <p:cNvCxnSpPr/>
              <p:nvPr/>
            </p:nvCxnSpPr>
            <p:spPr>
              <a:xfrm>
                <a:off x="5280" y="2644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62" name="Google Shape;562;p23"/>
            <p:cNvSpPr txBox="1"/>
            <p:nvPr/>
          </p:nvSpPr>
          <p:spPr>
            <a:xfrm>
              <a:off x="855" y="219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1056" y="2352"/>
              <a:ext cx="193" cy="289"/>
            </a:xfrm>
            <a:custGeom>
              <a:rect b="b" l="l" r="r" t="t"/>
              <a:pathLst>
                <a:path extrusionOk="0" h="289" w="193">
                  <a:moveTo>
                    <a:pt x="0" y="0"/>
                  </a:moveTo>
                  <a:lnTo>
                    <a:pt x="98" y="2"/>
                  </a:lnTo>
                  <a:lnTo>
                    <a:pt x="190" y="2"/>
                  </a:lnTo>
                  <a:lnTo>
                    <a:pt x="192" y="288"/>
                  </a:lnTo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4" name="Google Shape;564;p23"/>
            <p:cNvCxnSpPr/>
            <p:nvPr/>
          </p:nvCxnSpPr>
          <p:spPr>
            <a:xfrm>
              <a:off x="2212" y="278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3844" y="2784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566" name="Google Shape;566;p23"/>
            <p:cNvGrpSpPr/>
            <p:nvPr/>
          </p:nvGrpSpPr>
          <p:grpSpPr>
            <a:xfrm>
              <a:off x="964" y="3447"/>
              <a:ext cx="1535" cy="313"/>
              <a:chOff x="964" y="3447"/>
              <a:chExt cx="1535" cy="313"/>
            </a:xfrm>
          </p:grpSpPr>
          <p:sp>
            <p:nvSpPr>
              <p:cNvPr id="567" name="Google Shape;567;p23"/>
              <p:cNvSpPr txBox="1"/>
              <p:nvPr/>
            </p:nvSpPr>
            <p:spPr>
              <a:xfrm>
                <a:off x="999" y="3447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4450" lIns="90475" spcFirstLastPara="1" rIns="90475" wrap="square" tIns="444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 	14 	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23"/>
              <p:cNvSpPr txBox="1"/>
              <p:nvPr/>
            </p:nvSpPr>
            <p:spPr>
              <a:xfrm>
                <a:off x="964" y="3449"/>
                <a:ext cx="1500" cy="3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9" name="Google Shape;569;p23"/>
              <p:cNvCxnSpPr/>
              <p:nvPr/>
            </p:nvCxnSpPr>
            <p:spPr>
              <a:xfrm>
                <a:off x="1440" y="3460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23"/>
              <p:cNvCxnSpPr/>
              <p:nvPr/>
            </p:nvCxnSpPr>
            <p:spPr>
              <a:xfrm>
                <a:off x="1968" y="3460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71" name="Google Shape;571;p23"/>
            <p:cNvGrpSpPr/>
            <p:nvPr/>
          </p:nvGrpSpPr>
          <p:grpSpPr>
            <a:xfrm>
              <a:off x="2644" y="3447"/>
              <a:ext cx="1535" cy="313"/>
              <a:chOff x="2644" y="3447"/>
              <a:chExt cx="1535" cy="313"/>
            </a:xfrm>
          </p:grpSpPr>
          <p:sp>
            <p:nvSpPr>
              <p:cNvPr id="572" name="Google Shape;572;p23"/>
              <p:cNvSpPr txBox="1"/>
              <p:nvPr/>
            </p:nvSpPr>
            <p:spPr>
              <a:xfrm>
                <a:off x="2679" y="3447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4450" lIns="90475" spcFirstLastPara="1" rIns="90475" wrap="square" tIns="444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-3 	10	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23"/>
              <p:cNvSpPr txBox="1"/>
              <p:nvPr/>
            </p:nvSpPr>
            <p:spPr>
              <a:xfrm>
                <a:off x="2644" y="3449"/>
                <a:ext cx="1500" cy="3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4" name="Google Shape;574;p23"/>
              <p:cNvCxnSpPr/>
              <p:nvPr/>
            </p:nvCxnSpPr>
            <p:spPr>
              <a:xfrm>
                <a:off x="3120" y="3460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23"/>
              <p:cNvCxnSpPr/>
              <p:nvPr/>
            </p:nvCxnSpPr>
            <p:spPr>
              <a:xfrm>
                <a:off x="3648" y="3460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76" name="Google Shape;576;p23"/>
            <p:cNvGrpSpPr/>
            <p:nvPr/>
          </p:nvGrpSpPr>
          <p:grpSpPr>
            <a:xfrm>
              <a:off x="4276" y="3447"/>
              <a:ext cx="1535" cy="313"/>
              <a:chOff x="4276" y="3447"/>
              <a:chExt cx="1535" cy="313"/>
            </a:xfrm>
          </p:grpSpPr>
          <p:sp>
            <p:nvSpPr>
              <p:cNvPr id="577" name="Google Shape;577;p23"/>
              <p:cNvSpPr txBox="1"/>
              <p:nvPr/>
            </p:nvSpPr>
            <p:spPr>
              <a:xfrm>
                <a:off x="4311" y="3447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4450" lIns="90475" spcFirstLastPara="1" rIns="90475" wrap="square" tIns="4445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	6      null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23"/>
              <p:cNvSpPr txBox="1"/>
              <p:nvPr/>
            </p:nvSpPr>
            <p:spPr>
              <a:xfrm>
                <a:off x="4276" y="3449"/>
                <a:ext cx="1500" cy="3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9" name="Google Shape;579;p23"/>
              <p:cNvCxnSpPr/>
              <p:nvPr/>
            </p:nvCxnSpPr>
            <p:spPr>
              <a:xfrm>
                <a:off x="4752" y="3460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23"/>
              <p:cNvCxnSpPr/>
              <p:nvPr/>
            </p:nvCxnSpPr>
            <p:spPr>
              <a:xfrm>
                <a:off x="5280" y="3460"/>
                <a:ext cx="0" cy="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81" name="Google Shape;581;p23"/>
            <p:cNvSpPr txBox="1"/>
            <p:nvPr/>
          </p:nvSpPr>
          <p:spPr>
            <a:xfrm>
              <a:off x="855" y="301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1056" y="3168"/>
              <a:ext cx="193" cy="289"/>
            </a:xfrm>
            <a:custGeom>
              <a:rect b="b" l="l" r="r" t="t"/>
              <a:pathLst>
                <a:path extrusionOk="0" h="289" w="193">
                  <a:moveTo>
                    <a:pt x="0" y="0"/>
                  </a:moveTo>
                  <a:lnTo>
                    <a:pt x="98" y="2"/>
                  </a:lnTo>
                  <a:lnTo>
                    <a:pt x="190" y="2"/>
                  </a:lnTo>
                  <a:lnTo>
                    <a:pt x="192" y="288"/>
                  </a:lnTo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3" name="Google Shape;583;p23"/>
            <p:cNvCxnSpPr/>
            <p:nvPr/>
          </p:nvCxnSpPr>
          <p:spPr>
            <a:xfrm>
              <a:off x="2212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84" name="Google Shape;584;p23"/>
            <p:cNvCxnSpPr/>
            <p:nvPr/>
          </p:nvCxnSpPr>
          <p:spPr>
            <a:xfrm>
              <a:off x="3844" y="3600"/>
              <a:ext cx="3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4"/>
          <p:cNvSpPr txBox="1"/>
          <p:nvPr/>
        </p:nvSpPr>
        <p:spPr>
          <a:xfrm>
            <a:off x="723900" y="371475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Polynomials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4"/>
          <p:cNvSpPr txBox="1"/>
          <p:nvPr/>
        </p:nvSpPr>
        <p:spPr>
          <a:xfrm>
            <a:off x="1119187" y="1527175"/>
            <a:ext cx="14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4"/>
          <p:cNvSpPr txBox="1"/>
          <p:nvPr/>
        </p:nvSpPr>
        <p:spPr>
          <a:xfrm>
            <a:off x="1039812" y="1590675"/>
            <a:ext cx="16431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24"/>
          <p:cNvCxnSpPr/>
          <p:nvPr/>
        </p:nvCxnSpPr>
        <p:spPr>
          <a:xfrm>
            <a:off x="1558925" y="1584325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24"/>
          <p:cNvCxnSpPr/>
          <p:nvPr/>
        </p:nvCxnSpPr>
        <p:spPr>
          <a:xfrm>
            <a:off x="2130425" y="1582737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6" name="Google Shape;596;p24"/>
          <p:cNvSpPr txBox="1"/>
          <p:nvPr/>
        </p:nvSpPr>
        <p:spPr>
          <a:xfrm>
            <a:off x="3252787" y="1587500"/>
            <a:ext cx="16446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24"/>
          <p:cNvCxnSpPr/>
          <p:nvPr/>
        </p:nvCxnSpPr>
        <p:spPr>
          <a:xfrm>
            <a:off x="3771900" y="1581150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" name="Google Shape;598;p24"/>
          <p:cNvCxnSpPr/>
          <p:nvPr/>
        </p:nvCxnSpPr>
        <p:spPr>
          <a:xfrm>
            <a:off x="4344987" y="1579562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9" name="Google Shape;599;p24"/>
          <p:cNvSpPr txBox="1"/>
          <p:nvPr/>
        </p:nvSpPr>
        <p:spPr>
          <a:xfrm>
            <a:off x="5432425" y="1587500"/>
            <a:ext cx="20859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24"/>
          <p:cNvCxnSpPr/>
          <p:nvPr/>
        </p:nvCxnSpPr>
        <p:spPr>
          <a:xfrm>
            <a:off x="5949950" y="1581150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24"/>
          <p:cNvCxnSpPr/>
          <p:nvPr/>
        </p:nvCxnSpPr>
        <p:spPr>
          <a:xfrm>
            <a:off x="6523037" y="158115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2" name="Google Shape;602;p24"/>
          <p:cNvCxnSpPr/>
          <p:nvPr/>
        </p:nvCxnSpPr>
        <p:spPr>
          <a:xfrm>
            <a:off x="2555875" y="1776412"/>
            <a:ext cx="75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03" name="Google Shape;603;p24"/>
          <p:cNvCxnSpPr/>
          <p:nvPr/>
        </p:nvCxnSpPr>
        <p:spPr>
          <a:xfrm>
            <a:off x="4708525" y="1785937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04" name="Google Shape;604;p24"/>
          <p:cNvSpPr txBox="1"/>
          <p:nvPr/>
        </p:nvSpPr>
        <p:spPr>
          <a:xfrm>
            <a:off x="3346450" y="1525587"/>
            <a:ext cx="13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4"/>
          <p:cNvSpPr txBox="1"/>
          <p:nvPr/>
        </p:nvSpPr>
        <p:spPr>
          <a:xfrm>
            <a:off x="5553075" y="1525587"/>
            <a:ext cx="12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24"/>
          <p:cNvCxnSpPr/>
          <p:nvPr/>
        </p:nvCxnSpPr>
        <p:spPr>
          <a:xfrm flipH="1" rot="10800000">
            <a:off x="1804987" y="1944649"/>
            <a:ext cx="1500" cy="3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07" name="Google Shape;607;p24"/>
          <p:cNvSpPr txBox="1"/>
          <p:nvPr/>
        </p:nvSpPr>
        <p:spPr>
          <a:xfrm>
            <a:off x="1824037" y="1927225"/>
            <a:ext cx="33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/>
          <p:cNvSpPr txBox="1"/>
          <p:nvPr/>
        </p:nvSpPr>
        <p:spPr>
          <a:xfrm>
            <a:off x="1130300" y="2319337"/>
            <a:ext cx="13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p24"/>
          <p:cNvGrpSpPr/>
          <p:nvPr/>
        </p:nvGrpSpPr>
        <p:grpSpPr>
          <a:xfrm>
            <a:off x="1063625" y="2378075"/>
            <a:ext cx="1428750" cy="484188"/>
            <a:chOff x="564" y="1487"/>
            <a:chExt cx="900" cy="305"/>
          </a:xfrm>
        </p:grpSpPr>
        <p:sp>
          <p:nvSpPr>
            <p:cNvPr id="610" name="Google Shape;610;p24"/>
            <p:cNvSpPr txBox="1"/>
            <p:nvPr/>
          </p:nvSpPr>
          <p:spPr>
            <a:xfrm>
              <a:off x="564" y="1492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1" name="Google Shape;611;p24"/>
            <p:cNvCxnSpPr/>
            <p:nvPr/>
          </p:nvCxnSpPr>
          <p:spPr>
            <a:xfrm>
              <a:off x="890" y="148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24"/>
            <p:cNvCxnSpPr/>
            <p:nvPr/>
          </p:nvCxnSpPr>
          <p:spPr>
            <a:xfrm>
              <a:off x="1251" y="148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13" name="Google Shape;613;p24"/>
          <p:cNvGrpSpPr/>
          <p:nvPr/>
        </p:nvGrpSpPr>
        <p:grpSpPr>
          <a:xfrm>
            <a:off x="3292475" y="2373312"/>
            <a:ext cx="1428750" cy="484187"/>
            <a:chOff x="1968" y="1484"/>
            <a:chExt cx="900" cy="305"/>
          </a:xfrm>
        </p:grpSpPr>
        <p:sp>
          <p:nvSpPr>
            <p:cNvPr id="614" name="Google Shape;614;p24"/>
            <p:cNvSpPr txBox="1"/>
            <p:nvPr/>
          </p:nvSpPr>
          <p:spPr>
            <a:xfrm>
              <a:off x="1968" y="1489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24"/>
            <p:cNvCxnSpPr/>
            <p:nvPr/>
          </p:nvCxnSpPr>
          <p:spPr>
            <a:xfrm>
              <a:off x="2294" y="1485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" name="Google Shape;616;p24"/>
            <p:cNvCxnSpPr/>
            <p:nvPr/>
          </p:nvCxnSpPr>
          <p:spPr>
            <a:xfrm>
              <a:off x="2655" y="14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17" name="Google Shape;617;p24"/>
          <p:cNvCxnSpPr/>
          <p:nvPr/>
        </p:nvCxnSpPr>
        <p:spPr>
          <a:xfrm>
            <a:off x="2554287" y="2535237"/>
            <a:ext cx="75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18" name="Google Shape;618;p24"/>
          <p:cNvCxnSpPr/>
          <p:nvPr/>
        </p:nvCxnSpPr>
        <p:spPr>
          <a:xfrm>
            <a:off x="4721225" y="2554287"/>
            <a:ext cx="75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19" name="Google Shape;619;p24"/>
          <p:cNvSpPr txBox="1"/>
          <p:nvPr/>
        </p:nvSpPr>
        <p:spPr>
          <a:xfrm>
            <a:off x="3321050" y="2297112"/>
            <a:ext cx="118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24"/>
          <p:cNvCxnSpPr/>
          <p:nvPr/>
        </p:nvCxnSpPr>
        <p:spPr>
          <a:xfrm rot="10800000">
            <a:off x="1846149" y="2730587"/>
            <a:ext cx="14400" cy="30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21" name="Google Shape;621;p24"/>
          <p:cNvSpPr txBox="1"/>
          <p:nvPr/>
        </p:nvSpPr>
        <p:spPr>
          <a:xfrm>
            <a:off x="1887537" y="2722562"/>
            <a:ext cx="3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24"/>
          <p:cNvCxnSpPr/>
          <p:nvPr/>
        </p:nvCxnSpPr>
        <p:spPr>
          <a:xfrm rot="10800000">
            <a:off x="1884449" y="3516287"/>
            <a:ext cx="1500" cy="320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23" name="Google Shape;623;p24"/>
          <p:cNvSpPr txBox="1"/>
          <p:nvPr/>
        </p:nvSpPr>
        <p:spPr>
          <a:xfrm>
            <a:off x="1887537" y="351313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4016375" y="3138487"/>
            <a:ext cx="383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a-&gt;expon == b-&gt;expon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4"/>
          <p:cNvSpPr txBox="1"/>
          <p:nvPr/>
        </p:nvSpPr>
        <p:spPr>
          <a:xfrm>
            <a:off x="1101725" y="4048125"/>
            <a:ext cx="143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4"/>
          <p:cNvSpPr txBox="1"/>
          <p:nvPr/>
        </p:nvSpPr>
        <p:spPr>
          <a:xfrm>
            <a:off x="1047750" y="4138612"/>
            <a:ext cx="16527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24"/>
          <p:cNvCxnSpPr/>
          <p:nvPr/>
        </p:nvCxnSpPr>
        <p:spPr>
          <a:xfrm>
            <a:off x="1568450" y="4132262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24"/>
          <p:cNvCxnSpPr/>
          <p:nvPr/>
        </p:nvCxnSpPr>
        <p:spPr>
          <a:xfrm>
            <a:off x="2143125" y="4130675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9" name="Google Shape;629;p24"/>
          <p:cNvSpPr txBox="1"/>
          <p:nvPr/>
        </p:nvSpPr>
        <p:spPr>
          <a:xfrm>
            <a:off x="3271837" y="4135437"/>
            <a:ext cx="16509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24"/>
          <p:cNvCxnSpPr/>
          <p:nvPr/>
        </p:nvCxnSpPr>
        <p:spPr>
          <a:xfrm>
            <a:off x="3792537" y="4129087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24"/>
          <p:cNvCxnSpPr/>
          <p:nvPr/>
        </p:nvCxnSpPr>
        <p:spPr>
          <a:xfrm>
            <a:off x="4367212" y="41275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24"/>
          <p:cNvCxnSpPr/>
          <p:nvPr/>
        </p:nvCxnSpPr>
        <p:spPr>
          <a:xfrm>
            <a:off x="2538412" y="4311650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33" name="Google Shape;633;p24"/>
          <p:cNvCxnSpPr/>
          <p:nvPr/>
        </p:nvCxnSpPr>
        <p:spPr>
          <a:xfrm>
            <a:off x="4691062" y="4321175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34" name="Google Shape;634;p24"/>
          <p:cNvSpPr txBox="1"/>
          <p:nvPr/>
        </p:nvSpPr>
        <p:spPr>
          <a:xfrm>
            <a:off x="3343275" y="4048125"/>
            <a:ext cx="13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24"/>
          <p:cNvCxnSpPr/>
          <p:nvPr/>
        </p:nvCxnSpPr>
        <p:spPr>
          <a:xfrm flipH="1" rot="10800000">
            <a:off x="4006850" y="4492587"/>
            <a:ext cx="1500" cy="3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36" name="Google Shape;636;p24"/>
          <p:cNvSpPr txBox="1"/>
          <p:nvPr/>
        </p:nvSpPr>
        <p:spPr>
          <a:xfrm>
            <a:off x="4037012" y="4475162"/>
            <a:ext cx="33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4"/>
          <p:cNvSpPr txBox="1"/>
          <p:nvPr/>
        </p:nvSpPr>
        <p:spPr>
          <a:xfrm>
            <a:off x="1139825" y="4841875"/>
            <a:ext cx="13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p24"/>
          <p:cNvGrpSpPr/>
          <p:nvPr/>
        </p:nvGrpSpPr>
        <p:grpSpPr>
          <a:xfrm>
            <a:off x="1046162" y="4913312"/>
            <a:ext cx="1428750" cy="484187"/>
            <a:chOff x="553" y="3084"/>
            <a:chExt cx="900" cy="305"/>
          </a:xfrm>
        </p:grpSpPr>
        <p:sp>
          <p:nvSpPr>
            <p:cNvPr id="639" name="Google Shape;639;p24"/>
            <p:cNvSpPr txBox="1"/>
            <p:nvPr/>
          </p:nvSpPr>
          <p:spPr>
            <a:xfrm>
              <a:off x="553" y="3089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0" name="Google Shape;640;p24"/>
            <p:cNvCxnSpPr/>
            <p:nvPr/>
          </p:nvCxnSpPr>
          <p:spPr>
            <a:xfrm>
              <a:off x="880" y="3085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1" name="Google Shape;641;p24"/>
            <p:cNvCxnSpPr/>
            <p:nvPr/>
          </p:nvCxnSpPr>
          <p:spPr>
            <a:xfrm>
              <a:off x="1240" y="30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42" name="Google Shape;642;p24"/>
          <p:cNvGrpSpPr/>
          <p:nvPr/>
        </p:nvGrpSpPr>
        <p:grpSpPr>
          <a:xfrm>
            <a:off x="3275012" y="4908550"/>
            <a:ext cx="1428750" cy="484188"/>
            <a:chOff x="1957" y="3081"/>
            <a:chExt cx="900" cy="305"/>
          </a:xfrm>
        </p:grpSpPr>
        <p:sp>
          <p:nvSpPr>
            <p:cNvPr id="643" name="Google Shape;643;p24"/>
            <p:cNvSpPr txBox="1"/>
            <p:nvPr/>
          </p:nvSpPr>
          <p:spPr>
            <a:xfrm>
              <a:off x="1957" y="3086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4" name="Google Shape;644;p24"/>
            <p:cNvCxnSpPr/>
            <p:nvPr/>
          </p:nvCxnSpPr>
          <p:spPr>
            <a:xfrm>
              <a:off x="2284" y="308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5" name="Google Shape;645;p24"/>
            <p:cNvCxnSpPr/>
            <p:nvPr/>
          </p:nvCxnSpPr>
          <p:spPr>
            <a:xfrm>
              <a:off x="2644" y="3081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46" name="Google Shape;646;p24"/>
          <p:cNvCxnSpPr/>
          <p:nvPr/>
        </p:nvCxnSpPr>
        <p:spPr>
          <a:xfrm>
            <a:off x="2536825" y="5070475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47" name="Google Shape;647;p24"/>
          <p:cNvCxnSpPr/>
          <p:nvPr/>
        </p:nvCxnSpPr>
        <p:spPr>
          <a:xfrm>
            <a:off x="4703762" y="5089525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48" name="Google Shape;648;p24"/>
          <p:cNvSpPr txBox="1"/>
          <p:nvPr/>
        </p:nvSpPr>
        <p:spPr>
          <a:xfrm>
            <a:off x="3303587" y="4830762"/>
            <a:ext cx="118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24"/>
          <p:cNvCxnSpPr/>
          <p:nvPr/>
        </p:nvCxnSpPr>
        <p:spPr>
          <a:xfrm rot="10800000">
            <a:off x="4033724" y="5242012"/>
            <a:ext cx="14400" cy="30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50" name="Google Shape;650;p24"/>
          <p:cNvSpPr txBox="1"/>
          <p:nvPr/>
        </p:nvSpPr>
        <p:spPr>
          <a:xfrm>
            <a:off x="4035425" y="5270500"/>
            <a:ext cx="3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4"/>
          <p:cNvSpPr txBox="1"/>
          <p:nvPr/>
        </p:nvSpPr>
        <p:spPr>
          <a:xfrm>
            <a:off x="1071562" y="5559425"/>
            <a:ext cx="14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2" name="Google Shape;652;p24"/>
          <p:cNvGrpSpPr/>
          <p:nvPr/>
        </p:nvGrpSpPr>
        <p:grpSpPr>
          <a:xfrm>
            <a:off x="1044575" y="5635625"/>
            <a:ext cx="1428750" cy="484187"/>
            <a:chOff x="552" y="3539"/>
            <a:chExt cx="900" cy="305"/>
          </a:xfrm>
        </p:grpSpPr>
        <p:sp>
          <p:nvSpPr>
            <p:cNvPr id="653" name="Google Shape;653;p24"/>
            <p:cNvSpPr txBox="1"/>
            <p:nvPr/>
          </p:nvSpPr>
          <p:spPr>
            <a:xfrm>
              <a:off x="552" y="3544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4" name="Google Shape;654;p24"/>
            <p:cNvCxnSpPr/>
            <p:nvPr/>
          </p:nvCxnSpPr>
          <p:spPr>
            <a:xfrm>
              <a:off x="879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5" name="Google Shape;655;p24"/>
            <p:cNvCxnSpPr/>
            <p:nvPr/>
          </p:nvCxnSpPr>
          <p:spPr>
            <a:xfrm>
              <a:off x="1239" y="3539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56" name="Google Shape;656;p24"/>
          <p:cNvCxnSpPr/>
          <p:nvPr/>
        </p:nvCxnSpPr>
        <p:spPr>
          <a:xfrm>
            <a:off x="2547937" y="5799137"/>
            <a:ext cx="716100" cy="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57" name="Google Shape;657;p24"/>
          <p:cNvSpPr txBox="1"/>
          <p:nvPr/>
        </p:nvSpPr>
        <p:spPr>
          <a:xfrm>
            <a:off x="4090987" y="59880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4"/>
          <p:cNvSpPr txBox="1"/>
          <p:nvPr/>
        </p:nvSpPr>
        <p:spPr>
          <a:xfrm>
            <a:off x="5491162" y="5578475"/>
            <a:ext cx="36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a-&gt;expon &lt; b-&gt;expon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24"/>
          <p:cNvCxnSpPr/>
          <p:nvPr/>
        </p:nvCxnSpPr>
        <p:spPr>
          <a:xfrm rot="10800000">
            <a:off x="4097424" y="5989612"/>
            <a:ext cx="1500" cy="320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60" name="Google Shape;660;p24"/>
          <p:cNvSpPr txBox="1"/>
          <p:nvPr/>
        </p:nvSpPr>
        <p:spPr>
          <a:xfrm>
            <a:off x="6618287" y="1547812"/>
            <a:ext cx="768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1" name="Google Shape;661;p24"/>
          <p:cNvGrpSpPr/>
          <p:nvPr/>
        </p:nvGrpSpPr>
        <p:grpSpPr>
          <a:xfrm>
            <a:off x="5473700" y="2305050"/>
            <a:ext cx="2203450" cy="539750"/>
            <a:chOff x="3448" y="1452"/>
            <a:chExt cx="1388" cy="340"/>
          </a:xfrm>
        </p:grpSpPr>
        <p:sp>
          <p:nvSpPr>
            <p:cNvPr id="662" name="Google Shape;662;p24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10    6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4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4" name="Google Shape;664;p24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5" name="Google Shape;665;p24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6" name="Google Shape;666;p24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7" name="Google Shape;667;p24"/>
          <p:cNvGrpSpPr/>
          <p:nvPr/>
        </p:nvGrpSpPr>
        <p:grpSpPr>
          <a:xfrm>
            <a:off x="1050925" y="3111500"/>
            <a:ext cx="2203450" cy="539750"/>
            <a:chOff x="3448" y="1452"/>
            <a:chExt cx="1388" cy="340"/>
          </a:xfrm>
        </p:grpSpPr>
        <p:sp>
          <p:nvSpPr>
            <p:cNvPr id="668" name="Google Shape;668;p24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11    14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4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0" name="Google Shape;670;p24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1" name="Google Shape;671;p24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2" name="Google Shape;672;p24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24"/>
          <p:cNvGrpSpPr/>
          <p:nvPr/>
        </p:nvGrpSpPr>
        <p:grpSpPr>
          <a:xfrm>
            <a:off x="5448300" y="4067175"/>
            <a:ext cx="2203450" cy="539750"/>
            <a:chOff x="3448" y="1452"/>
            <a:chExt cx="1388" cy="340"/>
          </a:xfrm>
        </p:grpSpPr>
        <p:sp>
          <p:nvSpPr>
            <p:cNvPr id="674" name="Google Shape;674;p24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4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6" name="Google Shape;676;p24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p24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8" name="Google Shape;678;p24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24"/>
          <p:cNvGrpSpPr/>
          <p:nvPr/>
        </p:nvGrpSpPr>
        <p:grpSpPr>
          <a:xfrm>
            <a:off x="5475287" y="4833937"/>
            <a:ext cx="2203450" cy="539750"/>
            <a:chOff x="3448" y="1452"/>
            <a:chExt cx="1388" cy="340"/>
          </a:xfrm>
        </p:grpSpPr>
        <p:sp>
          <p:nvSpPr>
            <p:cNvPr id="680" name="Google Shape;680;p24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10    6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4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2" name="Google Shape;682;p24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3" name="Google Shape;683;p24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4" name="Google Shape;684;p24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5" name="Google Shape;685;p24"/>
          <p:cNvGrpSpPr/>
          <p:nvPr/>
        </p:nvGrpSpPr>
        <p:grpSpPr>
          <a:xfrm>
            <a:off x="3270250" y="5586412"/>
            <a:ext cx="2203450" cy="539750"/>
            <a:chOff x="3448" y="1452"/>
            <a:chExt cx="1388" cy="340"/>
          </a:xfrm>
        </p:grpSpPr>
        <p:sp>
          <p:nvSpPr>
            <p:cNvPr id="686" name="Google Shape;686;p24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-3    10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4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8" name="Google Shape;688;p24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9" name="Google Shape;689;p24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0" name="Google Shape;690;p24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5"/>
          <p:cNvSpPr txBox="1"/>
          <p:nvPr>
            <p:ph type="title"/>
          </p:nvPr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Polynomials</a:t>
            </a: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Continued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698" name="Google Shape;698;p25"/>
          <p:cNvSpPr txBox="1"/>
          <p:nvPr/>
        </p:nvSpPr>
        <p:spPr>
          <a:xfrm>
            <a:off x="1673225" y="2297112"/>
            <a:ext cx="14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5"/>
          <p:cNvSpPr txBox="1"/>
          <p:nvPr/>
        </p:nvSpPr>
        <p:spPr>
          <a:xfrm>
            <a:off x="1620837" y="2360612"/>
            <a:ext cx="16431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0" name="Google Shape;700;p25"/>
          <p:cNvCxnSpPr/>
          <p:nvPr/>
        </p:nvCxnSpPr>
        <p:spPr>
          <a:xfrm>
            <a:off x="2138362" y="2354262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1" name="Google Shape;701;p25"/>
          <p:cNvCxnSpPr/>
          <p:nvPr/>
        </p:nvCxnSpPr>
        <p:spPr>
          <a:xfrm>
            <a:off x="2711450" y="2352675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2" name="Google Shape;702;p25"/>
          <p:cNvSpPr txBox="1"/>
          <p:nvPr/>
        </p:nvSpPr>
        <p:spPr>
          <a:xfrm>
            <a:off x="3833812" y="2357437"/>
            <a:ext cx="16446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p25"/>
          <p:cNvCxnSpPr/>
          <p:nvPr/>
        </p:nvCxnSpPr>
        <p:spPr>
          <a:xfrm>
            <a:off x="4352925" y="2351087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4" name="Google Shape;704;p25"/>
          <p:cNvCxnSpPr/>
          <p:nvPr/>
        </p:nvCxnSpPr>
        <p:spPr>
          <a:xfrm>
            <a:off x="4924425" y="23495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5" name="Google Shape;705;p25"/>
          <p:cNvCxnSpPr/>
          <p:nvPr/>
        </p:nvCxnSpPr>
        <p:spPr>
          <a:xfrm>
            <a:off x="3111500" y="2519362"/>
            <a:ext cx="75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06" name="Google Shape;706;p25"/>
          <p:cNvCxnSpPr/>
          <p:nvPr/>
        </p:nvCxnSpPr>
        <p:spPr>
          <a:xfrm>
            <a:off x="5264150" y="2528887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07" name="Google Shape;707;p25"/>
          <p:cNvSpPr txBox="1"/>
          <p:nvPr/>
        </p:nvSpPr>
        <p:spPr>
          <a:xfrm>
            <a:off x="3943350" y="2270125"/>
            <a:ext cx="13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25"/>
          <p:cNvCxnSpPr/>
          <p:nvPr/>
        </p:nvCxnSpPr>
        <p:spPr>
          <a:xfrm flipH="1" rot="10800000">
            <a:off x="4579937" y="2700299"/>
            <a:ext cx="1500" cy="3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09" name="Google Shape;709;p25"/>
          <p:cNvSpPr txBox="1"/>
          <p:nvPr/>
        </p:nvSpPr>
        <p:spPr>
          <a:xfrm>
            <a:off x="4610100" y="2682875"/>
            <a:ext cx="33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5"/>
          <p:cNvSpPr txBox="1"/>
          <p:nvPr/>
        </p:nvSpPr>
        <p:spPr>
          <a:xfrm>
            <a:off x="1698625" y="3076575"/>
            <a:ext cx="134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1" name="Google Shape;711;p25"/>
          <p:cNvGrpSpPr/>
          <p:nvPr/>
        </p:nvGrpSpPr>
        <p:grpSpPr>
          <a:xfrm>
            <a:off x="1619250" y="3121025"/>
            <a:ext cx="1428750" cy="484187"/>
            <a:chOff x="602" y="1966"/>
            <a:chExt cx="900" cy="305"/>
          </a:xfrm>
        </p:grpSpPr>
        <p:sp>
          <p:nvSpPr>
            <p:cNvPr id="712" name="Google Shape;712;p25"/>
            <p:cNvSpPr txBox="1"/>
            <p:nvPr/>
          </p:nvSpPr>
          <p:spPr>
            <a:xfrm>
              <a:off x="602" y="1971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3" name="Google Shape;713;p25"/>
            <p:cNvCxnSpPr/>
            <p:nvPr/>
          </p:nvCxnSpPr>
          <p:spPr>
            <a:xfrm>
              <a:off x="928" y="196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25"/>
            <p:cNvCxnSpPr/>
            <p:nvPr/>
          </p:nvCxnSpPr>
          <p:spPr>
            <a:xfrm>
              <a:off x="1289" y="196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5" name="Google Shape;715;p25"/>
          <p:cNvGrpSpPr/>
          <p:nvPr/>
        </p:nvGrpSpPr>
        <p:grpSpPr>
          <a:xfrm>
            <a:off x="3848100" y="3116262"/>
            <a:ext cx="1428750" cy="484188"/>
            <a:chOff x="2006" y="1963"/>
            <a:chExt cx="900" cy="305"/>
          </a:xfrm>
        </p:grpSpPr>
        <p:sp>
          <p:nvSpPr>
            <p:cNvPr id="716" name="Google Shape;716;p25"/>
            <p:cNvSpPr txBox="1"/>
            <p:nvPr/>
          </p:nvSpPr>
          <p:spPr>
            <a:xfrm>
              <a:off x="2006" y="1968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7" name="Google Shape;717;p25"/>
            <p:cNvCxnSpPr/>
            <p:nvPr/>
          </p:nvCxnSpPr>
          <p:spPr>
            <a:xfrm>
              <a:off x="2332" y="196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8" name="Google Shape;718;p25"/>
            <p:cNvCxnSpPr/>
            <p:nvPr/>
          </p:nvCxnSpPr>
          <p:spPr>
            <a:xfrm>
              <a:off x="2693" y="1963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19" name="Google Shape;719;p25"/>
          <p:cNvCxnSpPr/>
          <p:nvPr/>
        </p:nvCxnSpPr>
        <p:spPr>
          <a:xfrm>
            <a:off x="3108325" y="3278187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20" name="Google Shape;720;p25"/>
          <p:cNvCxnSpPr/>
          <p:nvPr/>
        </p:nvCxnSpPr>
        <p:spPr>
          <a:xfrm>
            <a:off x="5275262" y="3297237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21" name="Google Shape;721;p25"/>
          <p:cNvSpPr txBox="1"/>
          <p:nvPr/>
        </p:nvSpPr>
        <p:spPr>
          <a:xfrm>
            <a:off x="3903662" y="3038475"/>
            <a:ext cx="118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2" name="Google Shape;722;p25"/>
          <p:cNvCxnSpPr/>
          <p:nvPr/>
        </p:nvCxnSpPr>
        <p:spPr>
          <a:xfrm rot="10800000">
            <a:off x="6838837" y="3462424"/>
            <a:ext cx="14400" cy="30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23" name="Google Shape;723;p25"/>
          <p:cNvSpPr txBox="1"/>
          <p:nvPr/>
        </p:nvSpPr>
        <p:spPr>
          <a:xfrm>
            <a:off x="6867525" y="3443287"/>
            <a:ext cx="3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5"/>
          <p:cNvSpPr txBox="1"/>
          <p:nvPr/>
        </p:nvSpPr>
        <p:spPr>
          <a:xfrm>
            <a:off x="1657350" y="3794125"/>
            <a:ext cx="14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5" name="Google Shape;725;p25"/>
          <p:cNvGrpSpPr/>
          <p:nvPr/>
        </p:nvGrpSpPr>
        <p:grpSpPr>
          <a:xfrm>
            <a:off x="1617662" y="3843337"/>
            <a:ext cx="1428750" cy="484188"/>
            <a:chOff x="601" y="2421"/>
            <a:chExt cx="900" cy="305"/>
          </a:xfrm>
        </p:grpSpPr>
        <p:sp>
          <p:nvSpPr>
            <p:cNvPr id="726" name="Google Shape;726;p25"/>
            <p:cNvSpPr txBox="1"/>
            <p:nvPr/>
          </p:nvSpPr>
          <p:spPr>
            <a:xfrm>
              <a:off x="601" y="2426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7" name="Google Shape;727;p25"/>
            <p:cNvCxnSpPr/>
            <p:nvPr/>
          </p:nvCxnSpPr>
          <p:spPr>
            <a:xfrm>
              <a:off x="927" y="242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25"/>
            <p:cNvCxnSpPr/>
            <p:nvPr/>
          </p:nvCxnSpPr>
          <p:spPr>
            <a:xfrm>
              <a:off x="1288" y="2421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29" name="Google Shape;729;p25"/>
          <p:cNvCxnSpPr/>
          <p:nvPr/>
        </p:nvCxnSpPr>
        <p:spPr>
          <a:xfrm>
            <a:off x="3121025" y="4006850"/>
            <a:ext cx="716100" cy="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30" name="Google Shape;730;p25"/>
          <p:cNvSpPr txBox="1"/>
          <p:nvPr/>
        </p:nvSpPr>
        <p:spPr>
          <a:xfrm>
            <a:off x="1643062" y="4500562"/>
            <a:ext cx="36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a-&gt;expon &gt; b-&gt;expon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3900487" y="3792537"/>
            <a:ext cx="144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2" name="Google Shape;732;p25"/>
          <p:cNvGrpSpPr/>
          <p:nvPr/>
        </p:nvGrpSpPr>
        <p:grpSpPr>
          <a:xfrm>
            <a:off x="3860800" y="3841750"/>
            <a:ext cx="1428750" cy="484187"/>
            <a:chOff x="2014" y="2420"/>
            <a:chExt cx="900" cy="305"/>
          </a:xfrm>
        </p:grpSpPr>
        <p:sp>
          <p:nvSpPr>
            <p:cNvPr id="733" name="Google Shape;733;p25"/>
            <p:cNvSpPr txBox="1"/>
            <p:nvPr/>
          </p:nvSpPr>
          <p:spPr>
            <a:xfrm>
              <a:off x="2014" y="2425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4" name="Google Shape;734;p25"/>
            <p:cNvCxnSpPr/>
            <p:nvPr/>
          </p:nvCxnSpPr>
          <p:spPr>
            <a:xfrm>
              <a:off x="2340" y="2421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25"/>
            <p:cNvCxnSpPr/>
            <p:nvPr/>
          </p:nvCxnSpPr>
          <p:spPr>
            <a:xfrm>
              <a:off x="2701" y="242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36" name="Google Shape;736;p25"/>
          <p:cNvCxnSpPr/>
          <p:nvPr/>
        </p:nvCxnSpPr>
        <p:spPr>
          <a:xfrm>
            <a:off x="5345112" y="4024312"/>
            <a:ext cx="658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37" name="Google Shape;737;p25"/>
          <p:cNvSpPr txBox="1"/>
          <p:nvPr/>
        </p:nvSpPr>
        <p:spPr>
          <a:xfrm>
            <a:off x="6829425" y="42052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8" name="Google Shape;738;p25"/>
          <p:cNvCxnSpPr/>
          <p:nvPr/>
        </p:nvCxnSpPr>
        <p:spPr>
          <a:xfrm>
            <a:off x="6835775" y="4206825"/>
            <a:ext cx="0" cy="37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739" name="Google Shape;739;p25"/>
          <p:cNvGrpSpPr/>
          <p:nvPr/>
        </p:nvGrpSpPr>
        <p:grpSpPr>
          <a:xfrm>
            <a:off x="6038850" y="2305050"/>
            <a:ext cx="2203450" cy="539750"/>
            <a:chOff x="3448" y="1452"/>
            <a:chExt cx="1388" cy="340"/>
          </a:xfrm>
        </p:grpSpPr>
        <p:sp>
          <p:nvSpPr>
            <p:cNvPr id="740" name="Google Shape;740;p25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5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2" name="Google Shape;742;p25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p25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4" name="Google Shape;744;p25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5" name="Google Shape;745;p25"/>
          <p:cNvGrpSpPr/>
          <p:nvPr/>
        </p:nvGrpSpPr>
        <p:grpSpPr>
          <a:xfrm>
            <a:off x="6051550" y="3057525"/>
            <a:ext cx="2203450" cy="539750"/>
            <a:chOff x="3448" y="1452"/>
            <a:chExt cx="1388" cy="340"/>
          </a:xfrm>
        </p:grpSpPr>
        <p:sp>
          <p:nvSpPr>
            <p:cNvPr id="746" name="Google Shape;746;p25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10    6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5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" name="Google Shape;748;p25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9" name="Google Shape;749;p25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0" name="Google Shape;750;p25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1" name="Google Shape;751;p25"/>
          <p:cNvGrpSpPr/>
          <p:nvPr/>
        </p:nvGrpSpPr>
        <p:grpSpPr>
          <a:xfrm>
            <a:off x="6011862" y="3798887"/>
            <a:ext cx="2203450" cy="539750"/>
            <a:chOff x="3448" y="1452"/>
            <a:chExt cx="1388" cy="340"/>
          </a:xfrm>
        </p:grpSpPr>
        <p:sp>
          <p:nvSpPr>
            <p:cNvPr id="752" name="Google Shape;752;p25"/>
            <p:cNvSpPr txBox="1"/>
            <p:nvPr/>
          </p:nvSpPr>
          <p:spPr>
            <a:xfrm>
              <a:off x="3459" y="145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2     8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5"/>
            <p:cNvSpPr txBox="1"/>
            <p:nvPr/>
          </p:nvSpPr>
          <p:spPr>
            <a:xfrm>
              <a:off x="3448" y="1492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4" name="Google Shape;754;p25"/>
            <p:cNvCxnSpPr/>
            <p:nvPr/>
          </p:nvCxnSpPr>
          <p:spPr>
            <a:xfrm>
              <a:off x="3778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5" name="Google Shape;755;p25"/>
            <p:cNvCxnSpPr/>
            <p:nvPr/>
          </p:nvCxnSpPr>
          <p:spPr>
            <a:xfrm>
              <a:off x="4117" y="149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6" name="Google Shape;756;p25"/>
            <p:cNvSpPr txBox="1"/>
            <p:nvPr/>
          </p:nvSpPr>
          <p:spPr>
            <a:xfrm>
              <a:off x="4236" y="149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6"/>
          <p:cNvSpPr txBox="1"/>
          <p:nvPr>
            <p:ph type="title"/>
          </p:nvPr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for Adding Polynomials</a:t>
            </a:r>
            <a:endParaRPr/>
          </a:p>
        </p:txBody>
      </p:sp>
      <p:sp>
        <p:nvSpPr>
          <p:cNvPr id="764" name="Google Shape;764;p26"/>
          <p:cNvSpPr txBox="1"/>
          <p:nvPr/>
        </p:nvSpPr>
        <p:spPr>
          <a:xfrm>
            <a:off x="1000125" y="1981200"/>
            <a:ext cx="8143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poly_pointer padd(poly_pointer a, poly_pointer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poly_pointer front, rear,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sum;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rear =(poly_pointer)malloc(sizeof(poly_node));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(IS_FULL(rear))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fprintf(stderr, “The memory is full\n”);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front = rear;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(a &amp;&amp; b)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switch (COMPARE(a-&gt;expon, b-&gt;expon))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7"/>
          <p:cNvSpPr txBox="1"/>
          <p:nvPr/>
        </p:nvSpPr>
        <p:spPr>
          <a:xfrm>
            <a:off x="671512" y="566737"/>
            <a:ext cx="8472600" cy="59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case -1: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/* a-&gt;expon &lt; b-&gt;expon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attach(b-&gt;coef, b-&gt;expon, &amp;rear);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b= b-&gt;link;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case 0: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/* a-&gt;expon == b-&gt;expon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sum = a-&gt;coef + b-&gt;coef;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(sum) attach(sum,a-&gt;expon,&amp;rear);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 = a-&gt;link;    b = b-&gt;link;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case 1: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/* a-&gt;expon &gt; b-&gt;expon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attach(a-&gt;coef, a-&gt;expon, &amp;rear);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 = a-&gt;link;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(; a; a = a-&gt;link)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attach(a-&gt;coef, a-&gt;expon, &amp;rear);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(; b; b=b-&gt;link)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attach(b-&gt;coef, b-&gt;expon, &amp;rear);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rear-&gt;link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temp = front;  front = front-&gt;link;  free(temp);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front;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7"/>
          <p:cNvSpPr txBox="1"/>
          <p:nvPr/>
        </p:nvSpPr>
        <p:spPr>
          <a:xfrm>
            <a:off x="4165600" y="5372100"/>
            <a:ext cx="2689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extra initial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7"/>
          <p:cNvSpPr txBox="1"/>
          <p:nvPr/>
        </p:nvSpPr>
        <p:spPr>
          <a:xfrm>
            <a:off x="4075112" y="5273675"/>
            <a:ext cx="2892300" cy="58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8"/>
          <p:cNvSpPr txBox="1"/>
          <p:nvPr>
            <p:ph type="title"/>
          </p:nvPr>
        </p:nvSpPr>
        <p:spPr>
          <a:xfrm>
            <a:off x="457200" y="533400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/>
          </a:p>
        </p:txBody>
      </p:sp>
      <p:sp>
        <p:nvSpPr>
          <p:cNvPr id="781" name="Google Shape;781;p28"/>
          <p:cNvSpPr txBox="1"/>
          <p:nvPr/>
        </p:nvSpPr>
        <p:spPr>
          <a:xfrm>
            <a:off x="1054100" y="1793875"/>
            <a:ext cx="72993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	coefficient additions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additions ≤ min(m,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m (n) denotes the number of terms in A (B).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	exponent comparisons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extreme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e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… &gt; e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m+n-1 comparisons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	creation of new nodes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extreme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+ n new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summary	</a:t>
            </a: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O(m+n)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9"/>
          <p:cNvSpPr txBox="1"/>
          <p:nvPr>
            <p:ph type="title"/>
          </p:nvPr>
        </p:nvSpPr>
        <p:spPr>
          <a:xfrm>
            <a:off x="296862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 a Term</a:t>
            </a:r>
            <a:endParaRPr/>
          </a:p>
        </p:txBody>
      </p:sp>
      <p:sp>
        <p:nvSpPr>
          <p:cNvPr id="789" name="Google Shape;789;p29"/>
          <p:cNvSpPr txBox="1"/>
          <p:nvPr/>
        </p:nvSpPr>
        <p:spPr>
          <a:xfrm>
            <a:off x="955675" y="1782762"/>
            <a:ext cx="8423400" cy="4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attach(float coefficient, int exponent,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poly_pointer *ptr)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create a new node attaching to the node pointed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by ptr. ptr is updated to point to this new node. */</a:t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poly_pointer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temp = (poly_pointer) malloc(sizeof(poly_node));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(IS_FULL(temp))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fprintf(stderr, “The memory is full\n”);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temp-&gt;coef = coefficient;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temp-&gt;expon = exponent;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(*ptr)-&gt;link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*ptr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0"/>
          <p:cNvSpPr txBox="1"/>
          <p:nvPr>
            <p:ph type="title"/>
          </p:nvPr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Suite for Polynomials</a:t>
            </a:r>
            <a:endParaRPr/>
          </a:p>
        </p:txBody>
      </p:sp>
      <p:sp>
        <p:nvSpPr>
          <p:cNvPr id="797" name="Google Shape;797;p30"/>
          <p:cNvSpPr txBox="1"/>
          <p:nvPr/>
        </p:nvSpPr>
        <p:spPr>
          <a:xfrm>
            <a:off x="1065212" y="1979612"/>
            <a:ext cx="8078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poly_pointer a, b, d, 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read_poly();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read_poly();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read_poly();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 = pmult(a, b);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 = padd(</a:t>
            </a:r>
            <a:r>
              <a:rPr b="0" i="0" lang="en-US" sz="24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print_poly(e);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0"/>
          <p:cNvSpPr txBox="1"/>
          <p:nvPr/>
        </p:nvSpPr>
        <p:spPr>
          <a:xfrm>
            <a:off x="5734050" y="2136775"/>
            <a:ext cx="2901900" cy="2295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read_poly()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print_poly()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padd()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psub()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pmult()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0"/>
          <p:cNvSpPr txBox="1"/>
          <p:nvPr/>
        </p:nvSpPr>
        <p:spPr>
          <a:xfrm>
            <a:off x="1090612" y="1565275"/>
            <a:ext cx="313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e(x) = a(x) * b(x) + d(x)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1"/>
          <p:cNvSpPr txBox="1"/>
          <p:nvPr>
            <p:ph type="title"/>
          </p:nvPr>
        </p:nvSpPr>
        <p:spPr>
          <a:xfrm>
            <a:off x="388937" y="5207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Erase Polynomials</a:t>
            </a:r>
            <a:endParaRPr/>
          </a:p>
        </p:txBody>
      </p:sp>
      <p:sp>
        <p:nvSpPr>
          <p:cNvPr id="807" name="Google Shape;807;p31"/>
          <p:cNvSpPr txBox="1"/>
          <p:nvPr/>
        </p:nvSpPr>
        <p:spPr>
          <a:xfrm>
            <a:off x="515937" y="1893887"/>
            <a:ext cx="8459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earse(poly_pointer *ptr)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erase the polynomial pointed to by ptr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poly_pointer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(*ptr)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temp = *ptr;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*ptr = (*ptr)-&gt;link;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free(temp);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1"/>
          <p:cNvSpPr txBox="1"/>
          <p:nvPr/>
        </p:nvSpPr>
        <p:spPr>
          <a:xfrm>
            <a:off x="3949700" y="5405437"/>
            <a:ext cx="76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2"/>
          <p:cNvSpPr txBox="1"/>
          <p:nvPr>
            <p:ph type="title"/>
          </p:nvPr>
        </p:nvSpPr>
        <p:spPr>
          <a:xfrm>
            <a:off x="723900" y="4191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Circularly Linked Lists</a:t>
            </a:r>
            <a:endParaRPr/>
          </a:p>
        </p:txBody>
      </p:sp>
      <p:sp>
        <p:nvSpPr>
          <p:cNvPr id="816" name="Google Shape;816;p32"/>
          <p:cNvSpPr txBox="1"/>
          <p:nvPr/>
        </p:nvSpPr>
        <p:spPr>
          <a:xfrm>
            <a:off x="1649412" y="2501900"/>
            <a:ext cx="143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1608137" y="2513012"/>
            <a:ext cx="5821363" cy="487363"/>
            <a:chOff x="996" y="1261"/>
            <a:chExt cx="3667" cy="307"/>
          </a:xfrm>
        </p:grpSpPr>
        <p:sp>
          <p:nvSpPr>
            <p:cNvPr id="818" name="Google Shape;818;p32"/>
            <p:cNvSpPr txBox="1"/>
            <p:nvPr/>
          </p:nvSpPr>
          <p:spPr>
            <a:xfrm>
              <a:off x="996" y="1268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9" name="Google Shape;819;p32"/>
            <p:cNvCxnSpPr/>
            <p:nvPr/>
          </p:nvCxnSpPr>
          <p:spPr>
            <a:xfrm>
              <a:off x="1323" y="126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0" name="Google Shape;820;p32"/>
            <p:cNvCxnSpPr/>
            <p:nvPr/>
          </p:nvCxnSpPr>
          <p:spPr>
            <a:xfrm>
              <a:off x="1683" y="1263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1" name="Google Shape;821;p32"/>
            <p:cNvSpPr txBox="1"/>
            <p:nvPr/>
          </p:nvSpPr>
          <p:spPr>
            <a:xfrm>
              <a:off x="2391" y="1266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2" name="Google Shape;822;p32"/>
            <p:cNvCxnSpPr/>
            <p:nvPr/>
          </p:nvCxnSpPr>
          <p:spPr>
            <a:xfrm>
              <a:off x="2717" y="126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3" name="Google Shape;823;p32"/>
            <p:cNvCxnSpPr/>
            <p:nvPr/>
          </p:nvCxnSpPr>
          <p:spPr>
            <a:xfrm>
              <a:off x="3078" y="1261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4" name="Google Shape;824;p32"/>
            <p:cNvSpPr txBox="1"/>
            <p:nvPr/>
          </p:nvSpPr>
          <p:spPr>
            <a:xfrm>
              <a:off x="3763" y="1266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5" name="Google Shape;825;p32"/>
            <p:cNvCxnSpPr/>
            <p:nvPr/>
          </p:nvCxnSpPr>
          <p:spPr>
            <a:xfrm>
              <a:off x="4090" y="126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6" name="Google Shape;826;p32"/>
            <p:cNvCxnSpPr/>
            <p:nvPr/>
          </p:nvCxnSpPr>
          <p:spPr>
            <a:xfrm>
              <a:off x="4450" y="126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27" name="Google Shape;827;p32"/>
          <p:cNvCxnSpPr/>
          <p:nvPr/>
        </p:nvCxnSpPr>
        <p:spPr>
          <a:xfrm>
            <a:off x="3098800" y="2697162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28" name="Google Shape;828;p32"/>
          <p:cNvCxnSpPr/>
          <p:nvPr/>
        </p:nvCxnSpPr>
        <p:spPr>
          <a:xfrm>
            <a:off x="5251450" y="2706687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29" name="Google Shape;829;p32"/>
          <p:cNvCxnSpPr/>
          <p:nvPr/>
        </p:nvCxnSpPr>
        <p:spPr>
          <a:xfrm>
            <a:off x="7523162" y="2686050"/>
            <a:ext cx="696900" cy="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0" name="Google Shape;830;p32"/>
          <p:cNvCxnSpPr/>
          <p:nvPr/>
        </p:nvCxnSpPr>
        <p:spPr>
          <a:xfrm>
            <a:off x="1319212" y="2805112"/>
            <a:ext cx="281100" cy="330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31" name="Google Shape;831;p32"/>
          <p:cNvSpPr txBox="1"/>
          <p:nvPr/>
        </p:nvSpPr>
        <p:spPr>
          <a:xfrm>
            <a:off x="3903662" y="2487612"/>
            <a:ext cx="13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2"/>
          <p:cNvSpPr txBox="1"/>
          <p:nvPr/>
        </p:nvSpPr>
        <p:spPr>
          <a:xfrm>
            <a:off x="6122987" y="2500312"/>
            <a:ext cx="12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32"/>
          <p:cNvCxnSpPr/>
          <p:nvPr/>
        </p:nvCxnSpPr>
        <p:spPr>
          <a:xfrm>
            <a:off x="1109662" y="2674937"/>
            <a:ext cx="4905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34" name="Google Shape;834;p32"/>
          <p:cNvCxnSpPr/>
          <p:nvPr/>
        </p:nvCxnSpPr>
        <p:spPr>
          <a:xfrm>
            <a:off x="1303337" y="3022600"/>
            <a:ext cx="6915300" cy="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5" name="Google Shape;835;p32"/>
          <p:cNvCxnSpPr/>
          <p:nvPr/>
        </p:nvCxnSpPr>
        <p:spPr>
          <a:xfrm>
            <a:off x="8218487" y="2676525"/>
            <a:ext cx="0" cy="34620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6" name="Google Shape;836;p32"/>
          <p:cNvCxnSpPr/>
          <p:nvPr/>
        </p:nvCxnSpPr>
        <p:spPr>
          <a:xfrm>
            <a:off x="1290637" y="2808287"/>
            <a:ext cx="0" cy="20160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7" name="Google Shape;837;p32"/>
          <p:cNvSpPr txBox="1"/>
          <p:nvPr/>
        </p:nvSpPr>
        <p:spPr>
          <a:xfrm>
            <a:off x="919162" y="2322512"/>
            <a:ext cx="465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32"/>
          <p:cNvGrpSpPr/>
          <p:nvPr/>
        </p:nvGrpSpPr>
        <p:grpSpPr>
          <a:xfrm>
            <a:off x="1579562" y="3856037"/>
            <a:ext cx="5821363" cy="487362"/>
            <a:chOff x="978" y="2107"/>
            <a:chExt cx="3667" cy="307"/>
          </a:xfrm>
        </p:grpSpPr>
        <p:sp>
          <p:nvSpPr>
            <p:cNvPr id="839" name="Google Shape;839;p32"/>
            <p:cNvSpPr txBox="1"/>
            <p:nvPr/>
          </p:nvSpPr>
          <p:spPr>
            <a:xfrm>
              <a:off x="978" y="2114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0" name="Google Shape;840;p32"/>
            <p:cNvCxnSpPr/>
            <p:nvPr/>
          </p:nvCxnSpPr>
          <p:spPr>
            <a:xfrm>
              <a:off x="1304" y="211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1" name="Google Shape;841;p32"/>
            <p:cNvCxnSpPr/>
            <p:nvPr/>
          </p:nvCxnSpPr>
          <p:spPr>
            <a:xfrm>
              <a:off x="1665" y="2109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2" name="Google Shape;842;p32"/>
            <p:cNvSpPr txBox="1"/>
            <p:nvPr/>
          </p:nvSpPr>
          <p:spPr>
            <a:xfrm>
              <a:off x="2372" y="2112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3" name="Google Shape;843;p32"/>
            <p:cNvCxnSpPr/>
            <p:nvPr/>
          </p:nvCxnSpPr>
          <p:spPr>
            <a:xfrm>
              <a:off x="2699" y="210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4" name="Google Shape;844;p32"/>
            <p:cNvCxnSpPr/>
            <p:nvPr/>
          </p:nvCxnSpPr>
          <p:spPr>
            <a:xfrm>
              <a:off x="3059" y="210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5" name="Google Shape;845;p32"/>
            <p:cNvSpPr txBox="1"/>
            <p:nvPr/>
          </p:nvSpPr>
          <p:spPr>
            <a:xfrm>
              <a:off x="3745" y="2112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6" name="Google Shape;846;p32"/>
            <p:cNvCxnSpPr/>
            <p:nvPr/>
          </p:nvCxnSpPr>
          <p:spPr>
            <a:xfrm>
              <a:off x="4071" y="210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7" name="Google Shape;847;p32"/>
            <p:cNvCxnSpPr/>
            <p:nvPr/>
          </p:nvCxnSpPr>
          <p:spPr>
            <a:xfrm>
              <a:off x="4432" y="210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48" name="Google Shape;848;p32"/>
          <p:cNvCxnSpPr/>
          <p:nvPr/>
        </p:nvCxnSpPr>
        <p:spPr>
          <a:xfrm flipH="1" rot="10800000">
            <a:off x="3068637" y="4035387"/>
            <a:ext cx="685800" cy="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49" name="Google Shape;849;p32"/>
          <p:cNvCxnSpPr/>
          <p:nvPr/>
        </p:nvCxnSpPr>
        <p:spPr>
          <a:xfrm>
            <a:off x="5222875" y="4049712"/>
            <a:ext cx="760500" cy="0"/>
          </a:xfrm>
          <a:prstGeom prst="straightConnector1">
            <a:avLst/>
          </a:prstGeom>
          <a:noFill/>
          <a:ln cap="flat" cmpd="sng" w="12700">
            <a:solidFill>
              <a:srgbClr val="6600FF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50" name="Google Shape;850;p32"/>
          <p:cNvCxnSpPr/>
          <p:nvPr/>
        </p:nvCxnSpPr>
        <p:spPr>
          <a:xfrm>
            <a:off x="7494587" y="4029075"/>
            <a:ext cx="696900" cy="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p32"/>
          <p:cNvCxnSpPr/>
          <p:nvPr/>
        </p:nvCxnSpPr>
        <p:spPr>
          <a:xfrm>
            <a:off x="1289050" y="4148137"/>
            <a:ext cx="282600" cy="330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52" name="Google Shape;852;p32"/>
          <p:cNvCxnSpPr/>
          <p:nvPr/>
        </p:nvCxnSpPr>
        <p:spPr>
          <a:xfrm>
            <a:off x="1081087" y="4017962"/>
            <a:ext cx="4905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53" name="Google Shape;853;p32"/>
          <p:cNvCxnSpPr/>
          <p:nvPr/>
        </p:nvCxnSpPr>
        <p:spPr>
          <a:xfrm>
            <a:off x="1290637" y="4330700"/>
            <a:ext cx="6916800" cy="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4" name="Google Shape;854;p32"/>
          <p:cNvCxnSpPr/>
          <p:nvPr/>
        </p:nvCxnSpPr>
        <p:spPr>
          <a:xfrm>
            <a:off x="8189912" y="4019550"/>
            <a:ext cx="0" cy="34620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5" name="Google Shape;855;p32"/>
          <p:cNvCxnSpPr/>
          <p:nvPr/>
        </p:nvCxnSpPr>
        <p:spPr>
          <a:xfrm>
            <a:off x="1262062" y="4151312"/>
            <a:ext cx="0" cy="201600"/>
          </a:xfrm>
          <a:prstGeom prst="straightConnector1">
            <a:avLst/>
          </a:prstGeom>
          <a:noFill/>
          <a:ln cap="flat" cmpd="sng" w="12700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6" name="Google Shape;856;p32"/>
          <p:cNvSpPr txBox="1"/>
          <p:nvPr/>
        </p:nvSpPr>
        <p:spPr>
          <a:xfrm>
            <a:off x="890587" y="3665537"/>
            <a:ext cx="465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2"/>
          <p:cNvSpPr txBox="1"/>
          <p:nvPr/>
        </p:nvSpPr>
        <p:spPr>
          <a:xfrm>
            <a:off x="1630362" y="5475287"/>
            <a:ext cx="16446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8" name="Google Shape;858;p32"/>
          <p:cNvCxnSpPr/>
          <p:nvPr/>
        </p:nvCxnSpPr>
        <p:spPr>
          <a:xfrm>
            <a:off x="2149475" y="5468937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9" name="Google Shape;859;p32"/>
          <p:cNvCxnSpPr/>
          <p:nvPr/>
        </p:nvCxnSpPr>
        <p:spPr>
          <a:xfrm>
            <a:off x="2722562" y="546735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0" name="Google Shape;860;p32"/>
          <p:cNvSpPr txBox="1"/>
          <p:nvPr/>
        </p:nvSpPr>
        <p:spPr>
          <a:xfrm>
            <a:off x="3675062" y="5472112"/>
            <a:ext cx="16446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1" name="Google Shape;861;p32"/>
          <p:cNvCxnSpPr/>
          <p:nvPr/>
        </p:nvCxnSpPr>
        <p:spPr>
          <a:xfrm>
            <a:off x="4194175" y="5465762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2" name="Google Shape;862;p32"/>
          <p:cNvCxnSpPr/>
          <p:nvPr/>
        </p:nvCxnSpPr>
        <p:spPr>
          <a:xfrm>
            <a:off x="4767262" y="5464175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3" name="Google Shape;863;p32"/>
          <p:cNvSpPr txBox="1"/>
          <p:nvPr/>
        </p:nvSpPr>
        <p:spPr>
          <a:xfrm>
            <a:off x="6488112" y="5472112"/>
            <a:ext cx="19527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32"/>
          <p:cNvCxnSpPr/>
          <p:nvPr/>
        </p:nvCxnSpPr>
        <p:spPr>
          <a:xfrm>
            <a:off x="7005637" y="5465762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32"/>
          <p:cNvCxnSpPr/>
          <p:nvPr/>
        </p:nvCxnSpPr>
        <p:spPr>
          <a:xfrm>
            <a:off x="7578725" y="5465762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32"/>
          <p:cNvCxnSpPr/>
          <p:nvPr/>
        </p:nvCxnSpPr>
        <p:spPr>
          <a:xfrm flipH="1" rot="10800000">
            <a:off x="3121025" y="5643524"/>
            <a:ext cx="543000" cy="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67" name="Google Shape;867;p32"/>
          <p:cNvCxnSpPr/>
          <p:nvPr/>
        </p:nvCxnSpPr>
        <p:spPr>
          <a:xfrm flipH="1" rot="10800000">
            <a:off x="5105400" y="5654550"/>
            <a:ext cx="5064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68" name="Google Shape;868;p32"/>
          <p:cNvCxnSpPr/>
          <p:nvPr/>
        </p:nvCxnSpPr>
        <p:spPr>
          <a:xfrm>
            <a:off x="1133475" y="5626100"/>
            <a:ext cx="4890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69" name="Google Shape;869;p32"/>
          <p:cNvSpPr txBox="1"/>
          <p:nvPr/>
        </p:nvSpPr>
        <p:spPr>
          <a:xfrm>
            <a:off x="941387" y="5273675"/>
            <a:ext cx="676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0" name="Google Shape;870;p32"/>
          <p:cNvCxnSpPr/>
          <p:nvPr/>
        </p:nvCxnSpPr>
        <p:spPr>
          <a:xfrm flipH="1" rot="10800000">
            <a:off x="6089650" y="5651375"/>
            <a:ext cx="3699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71" name="Google Shape;871;p32"/>
          <p:cNvSpPr txBox="1"/>
          <p:nvPr/>
        </p:nvSpPr>
        <p:spPr>
          <a:xfrm>
            <a:off x="5616575" y="5387975"/>
            <a:ext cx="41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2" name="Google Shape;872;p32"/>
          <p:cNvCxnSpPr/>
          <p:nvPr/>
        </p:nvCxnSpPr>
        <p:spPr>
          <a:xfrm flipH="1">
            <a:off x="2925774" y="4086225"/>
            <a:ext cx="11100" cy="1354200"/>
          </a:xfrm>
          <a:prstGeom prst="straightConnector1">
            <a:avLst/>
          </a:prstGeom>
          <a:noFill/>
          <a:ln cap="flat" cmpd="sng" w="12700">
            <a:solidFill>
              <a:srgbClr val="6600FF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73" name="Google Shape;873;p32"/>
          <p:cNvCxnSpPr/>
          <p:nvPr/>
        </p:nvCxnSpPr>
        <p:spPr>
          <a:xfrm>
            <a:off x="4605337" y="4191012"/>
            <a:ext cx="0" cy="58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74" name="Google Shape;874;p32"/>
          <p:cNvCxnSpPr/>
          <p:nvPr/>
        </p:nvCxnSpPr>
        <p:spPr>
          <a:xfrm>
            <a:off x="4592637" y="3403600"/>
            <a:ext cx="0" cy="441300"/>
          </a:xfrm>
          <a:prstGeom prst="straightConnector1">
            <a:avLst/>
          </a:prstGeom>
          <a:noFill/>
          <a:ln cap="flat" cmpd="sng" w="12700">
            <a:solidFill>
              <a:srgbClr val="6600FF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75" name="Google Shape;875;p32"/>
          <p:cNvSpPr txBox="1"/>
          <p:nvPr/>
        </p:nvSpPr>
        <p:spPr>
          <a:xfrm>
            <a:off x="4608512" y="3335337"/>
            <a:ext cx="676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2"/>
          <p:cNvSpPr txBox="1"/>
          <p:nvPr/>
        </p:nvSpPr>
        <p:spPr>
          <a:xfrm>
            <a:off x="4648200" y="4408487"/>
            <a:ext cx="690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2"/>
          <p:cNvSpPr txBox="1"/>
          <p:nvPr/>
        </p:nvSpPr>
        <p:spPr>
          <a:xfrm>
            <a:off x="3082925" y="1624012"/>
            <a:ext cx="271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list vs. chain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2"/>
          <p:cNvSpPr txBox="1"/>
          <p:nvPr/>
        </p:nvSpPr>
        <p:spPr>
          <a:xfrm>
            <a:off x="7599362" y="5434012"/>
            <a:ext cx="768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3"/>
          <p:cNvSpPr txBox="1"/>
          <p:nvPr>
            <p:ph type="title"/>
          </p:nvPr>
        </p:nvSpPr>
        <p:spPr>
          <a:xfrm>
            <a:off x="72390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 an Available List</a:t>
            </a:r>
            <a:endParaRPr/>
          </a:p>
        </p:txBody>
      </p:sp>
      <p:sp>
        <p:nvSpPr>
          <p:cNvPr id="886" name="Google Shape;886;p33"/>
          <p:cNvSpPr txBox="1"/>
          <p:nvPr/>
        </p:nvSpPr>
        <p:spPr>
          <a:xfrm>
            <a:off x="509587" y="1725612"/>
            <a:ext cx="8351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poly_pointer get_node(void)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poly_pointer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(avail)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node = avail;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avail = avail-&gt;link: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node = (poly_pointer)malloc(sizeof(poly_node));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(IS_FULL(node))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printf(stderr, “The memory is full\n”);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4"/>
          <p:cNvSpPr txBox="1"/>
          <p:nvPr>
            <p:ph type="title"/>
          </p:nvPr>
        </p:nvSpPr>
        <p:spPr>
          <a:xfrm>
            <a:off x="520700" y="5334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 an Available List</a:t>
            </a: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Continued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894" name="Google Shape;894;p34"/>
          <p:cNvSpPr txBox="1"/>
          <p:nvPr/>
        </p:nvSpPr>
        <p:spPr>
          <a:xfrm>
            <a:off x="1052512" y="2103437"/>
            <a:ext cx="7713600" cy="4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ret_node(poly_pointer ptr)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ptr-&gt;link = avail;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avail = ptr;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cerase(poly_pointer *ptr)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poly_pointer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(*ptr)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temp = (*ptr)-&gt;link;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(*ptr)-&gt;link = avail;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avail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*ptr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4"/>
          <p:cNvSpPr txBox="1"/>
          <p:nvPr/>
        </p:nvSpPr>
        <p:spPr>
          <a:xfrm>
            <a:off x="1593850" y="5780087"/>
            <a:ext cx="669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of # of nodes in a list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O(1) constant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5"/>
          <p:cNvSpPr txBox="1"/>
          <p:nvPr/>
        </p:nvSpPr>
        <p:spPr>
          <a:xfrm>
            <a:off x="912812" y="982662"/>
            <a:ext cx="782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4.4.4 Representing Polynomials As Circularly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3" name="Google Shape;903;p35"/>
          <p:cNvGrpSpPr/>
          <p:nvPr/>
        </p:nvGrpSpPr>
        <p:grpSpPr>
          <a:xfrm>
            <a:off x="1430337" y="2725737"/>
            <a:ext cx="6853237" cy="530225"/>
            <a:chOff x="901" y="1983"/>
            <a:chExt cx="4317" cy="334"/>
          </a:xfrm>
        </p:grpSpPr>
        <p:grpSp>
          <p:nvGrpSpPr>
            <p:cNvPr id="904" name="Google Shape;904;p35"/>
            <p:cNvGrpSpPr/>
            <p:nvPr/>
          </p:nvGrpSpPr>
          <p:grpSpPr>
            <a:xfrm>
              <a:off x="901" y="1991"/>
              <a:ext cx="1130" cy="314"/>
              <a:chOff x="1302" y="1980"/>
              <a:chExt cx="1130" cy="314"/>
            </a:xfrm>
          </p:grpSpPr>
          <p:sp>
            <p:nvSpPr>
              <p:cNvPr id="905" name="Google Shape;905;p35"/>
              <p:cNvSpPr txBox="1"/>
              <p:nvPr/>
            </p:nvSpPr>
            <p:spPr>
              <a:xfrm>
                <a:off x="1302" y="1994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6" name="Google Shape;906;p35"/>
              <p:cNvCxnSpPr/>
              <p:nvPr/>
            </p:nvCxnSpPr>
            <p:spPr>
              <a:xfrm>
                <a:off x="1814" y="1994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07" name="Google Shape;907;p35"/>
              <p:cNvSpPr txBox="1"/>
              <p:nvPr/>
            </p:nvSpPr>
            <p:spPr>
              <a:xfrm>
                <a:off x="2042" y="198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8" name="Google Shape;908;p35"/>
              <p:cNvCxnSpPr/>
              <p:nvPr/>
            </p:nvCxnSpPr>
            <p:spPr>
              <a:xfrm>
                <a:off x="2132" y="2107"/>
                <a:ext cx="300" cy="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09" name="Google Shape;909;p35"/>
            <p:cNvGrpSpPr/>
            <p:nvPr/>
          </p:nvGrpSpPr>
          <p:grpSpPr>
            <a:xfrm>
              <a:off x="2086" y="1991"/>
              <a:ext cx="1130" cy="314"/>
              <a:chOff x="2520" y="1979"/>
              <a:chExt cx="1130" cy="314"/>
            </a:xfrm>
          </p:grpSpPr>
          <p:sp>
            <p:nvSpPr>
              <p:cNvPr id="910" name="Google Shape;910;p35"/>
              <p:cNvSpPr txBox="1"/>
              <p:nvPr/>
            </p:nvSpPr>
            <p:spPr>
              <a:xfrm>
                <a:off x="2520" y="1993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1" name="Google Shape;911;p35"/>
              <p:cNvCxnSpPr/>
              <p:nvPr/>
            </p:nvCxnSpPr>
            <p:spPr>
              <a:xfrm>
                <a:off x="3032" y="1993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12" name="Google Shape;912;p35"/>
              <p:cNvSpPr txBox="1"/>
              <p:nvPr/>
            </p:nvSpPr>
            <p:spPr>
              <a:xfrm>
                <a:off x="3260" y="1979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3" name="Google Shape;913;p35"/>
              <p:cNvCxnSpPr/>
              <p:nvPr/>
            </p:nvCxnSpPr>
            <p:spPr>
              <a:xfrm>
                <a:off x="3350" y="2106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14" name="Google Shape;914;p35"/>
            <p:cNvGrpSpPr/>
            <p:nvPr/>
          </p:nvGrpSpPr>
          <p:grpSpPr>
            <a:xfrm>
              <a:off x="4318" y="1983"/>
              <a:ext cx="900" cy="327"/>
              <a:chOff x="3773" y="1972"/>
              <a:chExt cx="900" cy="327"/>
            </a:xfrm>
          </p:grpSpPr>
          <p:sp>
            <p:nvSpPr>
              <p:cNvPr id="915" name="Google Shape;915;p35"/>
              <p:cNvSpPr txBox="1"/>
              <p:nvPr/>
            </p:nvSpPr>
            <p:spPr>
              <a:xfrm>
                <a:off x="3773" y="1999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6" name="Google Shape;916;p35"/>
              <p:cNvCxnSpPr/>
              <p:nvPr/>
            </p:nvCxnSpPr>
            <p:spPr>
              <a:xfrm>
                <a:off x="4285" y="1999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17" name="Google Shape;917;p35"/>
              <p:cNvSpPr txBox="1"/>
              <p:nvPr/>
            </p:nvSpPr>
            <p:spPr>
              <a:xfrm>
                <a:off x="4354" y="197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18" name="Google Shape;918;p35"/>
            <p:cNvCxnSpPr/>
            <p:nvPr/>
          </p:nvCxnSpPr>
          <p:spPr>
            <a:xfrm>
              <a:off x="4034" y="2111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19" name="Google Shape;919;p35"/>
            <p:cNvSpPr txBox="1"/>
            <p:nvPr/>
          </p:nvSpPr>
          <p:spPr>
            <a:xfrm>
              <a:off x="3410" y="20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  •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20" name="Google Shape;920;p35"/>
          <p:cNvCxnSpPr/>
          <p:nvPr/>
        </p:nvCxnSpPr>
        <p:spPr>
          <a:xfrm>
            <a:off x="8115300" y="2928937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1" name="Google Shape;921;p35"/>
          <p:cNvCxnSpPr/>
          <p:nvPr/>
        </p:nvCxnSpPr>
        <p:spPr>
          <a:xfrm>
            <a:off x="8591550" y="2346337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2" name="Google Shape;922;p35"/>
          <p:cNvCxnSpPr/>
          <p:nvPr/>
        </p:nvCxnSpPr>
        <p:spPr>
          <a:xfrm rot="10800000">
            <a:off x="1165287" y="2363787"/>
            <a:ext cx="74088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3" name="Google Shape;923;p35"/>
          <p:cNvCxnSpPr/>
          <p:nvPr/>
        </p:nvCxnSpPr>
        <p:spPr>
          <a:xfrm>
            <a:off x="1163637" y="2363787"/>
            <a:ext cx="0" cy="5493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4" name="Google Shape;924;p35"/>
          <p:cNvCxnSpPr/>
          <p:nvPr/>
        </p:nvCxnSpPr>
        <p:spPr>
          <a:xfrm>
            <a:off x="1182687" y="2894012"/>
            <a:ext cx="2112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1158875" y="3028950"/>
            <a:ext cx="2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6" name="Google Shape;926;p35"/>
          <p:cNvCxnSpPr/>
          <p:nvPr/>
        </p:nvCxnSpPr>
        <p:spPr>
          <a:xfrm>
            <a:off x="1163637" y="3035300"/>
            <a:ext cx="0" cy="24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7" name="Google Shape;927;p35"/>
          <p:cNvCxnSpPr/>
          <p:nvPr/>
        </p:nvCxnSpPr>
        <p:spPr>
          <a:xfrm>
            <a:off x="3775075" y="3157462"/>
            <a:ext cx="0" cy="35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8" name="Google Shape;928;p35"/>
          <p:cNvCxnSpPr/>
          <p:nvPr/>
        </p:nvCxnSpPr>
        <p:spPr>
          <a:xfrm>
            <a:off x="3757612" y="2205037"/>
            <a:ext cx="0" cy="493800"/>
          </a:xfrm>
          <a:prstGeom prst="straightConnector1">
            <a:avLst/>
          </a:prstGeom>
          <a:noFill/>
          <a:ln cap="rnd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9" name="Google Shape;929;p35"/>
          <p:cNvSpPr txBox="1"/>
          <p:nvPr/>
        </p:nvSpPr>
        <p:spPr>
          <a:xfrm>
            <a:off x="3417887" y="1778000"/>
            <a:ext cx="75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5"/>
          <p:cNvSpPr txBox="1"/>
          <p:nvPr/>
        </p:nvSpPr>
        <p:spPr>
          <a:xfrm>
            <a:off x="3559175" y="3432175"/>
            <a:ext cx="690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5"/>
          <p:cNvSpPr txBox="1"/>
          <p:nvPr/>
        </p:nvSpPr>
        <p:spPr>
          <a:xfrm>
            <a:off x="984250" y="3221037"/>
            <a:ext cx="465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2" name="Google Shape;932;p35"/>
          <p:cNvGrpSpPr/>
          <p:nvPr/>
        </p:nvGrpSpPr>
        <p:grpSpPr>
          <a:xfrm>
            <a:off x="1423987" y="4389437"/>
            <a:ext cx="7058025" cy="523875"/>
            <a:chOff x="886" y="3031"/>
            <a:chExt cx="4446" cy="330"/>
          </a:xfrm>
        </p:grpSpPr>
        <p:grpSp>
          <p:nvGrpSpPr>
            <p:cNvPr id="933" name="Google Shape;933;p35"/>
            <p:cNvGrpSpPr/>
            <p:nvPr/>
          </p:nvGrpSpPr>
          <p:grpSpPr>
            <a:xfrm>
              <a:off x="886" y="3031"/>
              <a:ext cx="1130" cy="314"/>
              <a:chOff x="1302" y="1980"/>
              <a:chExt cx="1130" cy="314"/>
            </a:xfrm>
          </p:grpSpPr>
          <p:sp>
            <p:nvSpPr>
              <p:cNvPr id="934" name="Google Shape;934;p35"/>
              <p:cNvSpPr txBox="1"/>
              <p:nvPr/>
            </p:nvSpPr>
            <p:spPr>
              <a:xfrm>
                <a:off x="1302" y="1994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5" name="Google Shape;935;p35"/>
              <p:cNvCxnSpPr/>
              <p:nvPr/>
            </p:nvCxnSpPr>
            <p:spPr>
              <a:xfrm>
                <a:off x="1814" y="1994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36" name="Google Shape;936;p35"/>
              <p:cNvSpPr txBox="1"/>
              <p:nvPr/>
            </p:nvSpPr>
            <p:spPr>
              <a:xfrm>
                <a:off x="2042" y="198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7" name="Google Shape;937;p35"/>
              <p:cNvCxnSpPr/>
              <p:nvPr/>
            </p:nvCxnSpPr>
            <p:spPr>
              <a:xfrm>
                <a:off x="2132" y="2107"/>
                <a:ext cx="300" cy="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38" name="Google Shape;938;p35"/>
            <p:cNvGrpSpPr/>
            <p:nvPr/>
          </p:nvGrpSpPr>
          <p:grpSpPr>
            <a:xfrm>
              <a:off x="2071" y="3031"/>
              <a:ext cx="1130" cy="314"/>
              <a:chOff x="2520" y="1979"/>
              <a:chExt cx="1130" cy="314"/>
            </a:xfrm>
          </p:grpSpPr>
          <p:sp>
            <p:nvSpPr>
              <p:cNvPr id="939" name="Google Shape;939;p35"/>
              <p:cNvSpPr txBox="1"/>
              <p:nvPr/>
            </p:nvSpPr>
            <p:spPr>
              <a:xfrm>
                <a:off x="2520" y="1993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40" name="Google Shape;940;p35"/>
              <p:cNvCxnSpPr/>
              <p:nvPr/>
            </p:nvCxnSpPr>
            <p:spPr>
              <a:xfrm>
                <a:off x="3032" y="1993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41" name="Google Shape;941;p35"/>
              <p:cNvSpPr txBox="1"/>
              <p:nvPr/>
            </p:nvSpPr>
            <p:spPr>
              <a:xfrm>
                <a:off x="3260" y="1979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42" name="Google Shape;942;p35"/>
              <p:cNvCxnSpPr/>
              <p:nvPr/>
            </p:nvCxnSpPr>
            <p:spPr>
              <a:xfrm>
                <a:off x="3350" y="2106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43" name="Google Shape;943;p35"/>
            <p:cNvGrpSpPr/>
            <p:nvPr/>
          </p:nvGrpSpPr>
          <p:grpSpPr>
            <a:xfrm>
              <a:off x="4281" y="3034"/>
              <a:ext cx="900" cy="327"/>
              <a:chOff x="3773" y="1972"/>
              <a:chExt cx="900" cy="327"/>
            </a:xfrm>
          </p:grpSpPr>
          <p:sp>
            <p:nvSpPr>
              <p:cNvPr id="944" name="Google Shape;944;p35"/>
              <p:cNvSpPr txBox="1"/>
              <p:nvPr/>
            </p:nvSpPr>
            <p:spPr>
              <a:xfrm>
                <a:off x="3773" y="1999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45" name="Google Shape;945;p35"/>
              <p:cNvCxnSpPr/>
              <p:nvPr/>
            </p:nvCxnSpPr>
            <p:spPr>
              <a:xfrm>
                <a:off x="4285" y="1999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46" name="Google Shape;946;p35"/>
              <p:cNvSpPr txBox="1"/>
              <p:nvPr/>
            </p:nvSpPr>
            <p:spPr>
              <a:xfrm>
                <a:off x="4354" y="197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47" name="Google Shape;947;p35"/>
            <p:cNvCxnSpPr/>
            <p:nvPr/>
          </p:nvCxnSpPr>
          <p:spPr>
            <a:xfrm>
              <a:off x="4019" y="3151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48" name="Google Shape;948;p35"/>
            <p:cNvSpPr txBox="1"/>
            <p:nvPr/>
          </p:nvSpPr>
          <p:spPr>
            <a:xfrm>
              <a:off x="3395" y="305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  •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5"/>
            <p:cNvSpPr txBox="1"/>
            <p:nvPr/>
          </p:nvSpPr>
          <p:spPr>
            <a:xfrm>
              <a:off x="4732" y="30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50" name="Google Shape;950;p35"/>
          <p:cNvCxnSpPr/>
          <p:nvPr/>
        </p:nvCxnSpPr>
        <p:spPr>
          <a:xfrm>
            <a:off x="2733675" y="2998787"/>
            <a:ext cx="0" cy="12351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1" name="Google Shape;951;p35"/>
          <p:cNvCxnSpPr/>
          <p:nvPr/>
        </p:nvCxnSpPr>
        <p:spPr>
          <a:xfrm rot="10800000">
            <a:off x="1111275" y="4233862"/>
            <a:ext cx="16224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2" name="Google Shape;952;p35"/>
          <p:cNvCxnSpPr/>
          <p:nvPr/>
        </p:nvCxnSpPr>
        <p:spPr>
          <a:xfrm>
            <a:off x="1128712" y="4233862"/>
            <a:ext cx="0" cy="3174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3" name="Google Shape;953;p35"/>
          <p:cNvCxnSpPr/>
          <p:nvPr/>
        </p:nvCxnSpPr>
        <p:spPr>
          <a:xfrm>
            <a:off x="1128712" y="4551362"/>
            <a:ext cx="2478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4" name="Google Shape;954;p35"/>
          <p:cNvCxnSpPr/>
          <p:nvPr/>
        </p:nvCxnSpPr>
        <p:spPr>
          <a:xfrm>
            <a:off x="1139825" y="4651375"/>
            <a:ext cx="2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5" name="Google Shape;955;p35"/>
          <p:cNvCxnSpPr/>
          <p:nvPr/>
        </p:nvCxnSpPr>
        <p:spPr>
          <a:xfrm>
            <a:off x="1128712" y="4657725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6" name="Google Shape;956;p35"/>
          <p:cNvSpPr txBox="1"/>
          <p:nvPr/>
        </p:nvSpPr>
        <p:spPr>
          <a:xfrm>
            <a:off x="985837" y="4929187"/>
            <a:ext cx="676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5"/>
          <p:cNvSpPr txBox="1"/>
          <p:nvPr/>
        </p:nvSpPr>
        <p:spPr>
          <a:xfrm>
            <a:off x="1001712" y="5529262"/>
            <a:ext cx="651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4.14: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Returning a circular list to the avail list  (p.159)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p35"/>
          <p:cNvCxnSpPr/>
          <p:nvPr/>
        </p:nvCxnSpPr>
        <p:spPr>
          <a:xfrm>
            <a:off x="4621212" y="2944812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9" name="Google Shape;959;p35"/>
          <p:cNvCxnSpPr/>
          <p:nvPr/>
        </p:nvCxnSpPr>
        <p:spPr>
          <a:xfrm>
            <a:off x="6403975" y="2927350"/>
            <a:ext cx="3699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0" name="Google Shape;960;p35"/>
          <p:cNvCxnSpPr/>
          <p:nvPr/>
        </p:nvCxnSpPr>
        <p:spPr>
          <a:xfrm>
            <a:off x="6438900" y="4586287"/>
            <a:ext cx="3174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1" name="Google Shape;961;p35"/>
          <p:cNvCxnSpPr/>
          <p:nvPr/>
        </p:nvCxnSpPr>
        <p:spPr>
          <a:xfrm>
            <a:off x="4603750" y="4586287"/>
            <a:ext cx="5652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2" name="Google Shape;962;p35"/>
          <p:cNvCxnSpPr/>
          <p:nvPr/>
        </p:nvCxnSpPr>
        <p:spPr>
          <a:xfrm>
            <a:off x="2770187" y="4586287"/>
            <a:ext cx="4398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6"/>
          <p:cNvSpPr txBox="1"/>
          <p:nvPr/>
        </p:nvSpPr>
        <p:spPr>
          <a:xfrm>
            <a:off x="1296987" y="4414837"/>
            <a:ext cx="1643100" cy="322200"/>
          </a:xfrm>
          <a:prstGeom prst="rect">
            <a:avLst/>
          </a:prstGeom>
          <a:solidFill>
            <a:srgbClr val="FFCC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6"/>
          <p:cNvSpPr txBox="1"/>
          <p:nvPr/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6"/>
          <p:cNvSpPr txBox="1"/>
          <p:nvPr/>
        </p:nvSpPr>
        <p:spPr>
          <a:xfrm>
            <a:off x="3348037" y="4338637"/>
            <a:ext cx="143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6"/>
          <p:cNvSpPr txBox="1"/>
          <p:nvPr/>
        </p:nvSpPr>
        <p:spPr>
          <a:xfrm>
            <a:off x="3294062" y="4400550"/>
            <a:ext cx="16446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36"/>
          <p:cNvCxnSpPr/>
          <p:nvPr/>
        </p:nvCxnSpPr>
        <p:spPr>
          <a:xfrm>
            <a:off x="3813175" y="4394200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4" name="Google Shape;974;p36"/>
          <p:cNvCxnSpPr/>
          <p:nvPr/>
        </p:nvCxnSpPr>
        <p:spPr>
          <a:xfrm>
            <a:off x="4386262" y="4392612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5" name="Google Shape;975;p36"/>
          <p:cNvSpPr txBox="1"/>
          <p:nvPr/>
        </p:nvSpPr>
        <p:spPr>
          <a:xfrm>
            <a:off x="5210175" y="4410075"/>
            <a:ext cx="16446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" name="Google Shape;976;p36"/>
          <p:cNvCxnSpPr/>
          <p:nvPr/>
        </p:nvCxnSpPr>
        <p:spPr>
          <a:xfrm>
            <a:off x="5729287" y="4403725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7" name="Google Shape;977;p36"/>
          <p:cNvCxnSpPr/>
          <p:nvPr/>
        </p:nvCxnSpPr>
        <p:spPr>
          <a:xfrm>
            <a:off x="6300787" y="4402137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8" name="Google Shape;978;p36"/>
          <p:cNvSpPr txBox="1"/>
          <p:nvPr/>
        </p:nvSpPr>
        <p:spPr>
          <a:xfrm>
            <a:off x="7223125" y="4397375"/>
            <a:ext cx="1643100" cy="322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" name="Google Shape;979;p36"/>
          <p:cNvCxnSpPr/>
          <p:nvPr/>
        </p:nvCxnSpPr>
        <p:spPr>
          <a:xfrm>
            <a:off x="7740650" y="4391025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0" name="Google Shape;980;p36"/>
          <p:cNvCxnSpPr/>
          <p:nvPr/>
        </p:nvCxnSpPr>
        <p:spPr>
          <a:xfrm>
            <a:off x="8313737" y="4391025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1" name="Google Shape;981;p36"/>
          <p:cNvCxnSpPr/>
          <p:nvPr/>
        </p:nvCxnSpPr>
        <p:spPr>
          <a:xfrm flipH="1" rot="10800000">
            <a:off x="4783137" y="4586249"/>
            <a:ext cx="463500" cy="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82" name="Google Shape;982;p36"/>
          <p:cNvCxnSpPr/>
          <p:nvPr/>
        </p:nvCxnSpPr>
        <p:spPr>
          <a:xfrm>
            <a:off x="6627812" y="4578350"/>
            <a:ext cx="606300" cy="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83" name="Google Shape;983;p36"/>
          <p:cNvCxnSpPr/>
          <p:nvPr/>
        </p:nvCxnSpPr>
        <p:spPr>
          <a:xfrm>
            <a:off x="8745537" y="4562475"/>
            <a:ext cx="3858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4" name="Google Shape;984;p36"/>
          <p:cNvCxnSpPr/>
          <p:nvPr/>
        </p:nvCxnSpPr>
        <p:spPr>
          <a:xfrm flipH="1" rot="10800000">
            <a:off x="954087" y="4667337"/>
            <a:ext cx="4032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85" name="Google Shape;985;p36"/>
          <p:cNvSpPr txBox="1"/>
          <p:nvPr/>
        </p:nvSpPr>
        <p:spPr>
          <a:xfrm>
            <a:off x="5292725" y="4335462"/>
            <a:ext cx="13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6"/>
          <p:cNvSpPr txBox="1"/>
          <p:nvPr/>
        </p:nvSpPr>
        <p:spPr>
          <a:xfrm>
            <a:off x="7359650" y="4324350"/>
            <a:ext cx="12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7" name="Google Shape;987;p36"/>
          <p:cNvCxnSpPr/>
          <p:nvPr/>
        </p:nvCxnSpPr>
        <p:spPr>
          <a:xfrm>
            <a:off x="2797175" y="4551362"/>
            <a:ext cx="4890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88" name="Google Shape;988;p36"/>
          <p:cNvCxnSpPr/>
          <p:nvPr/>
        </p:nvCxnSpPr>
        <p:spPr>
          <a:xfrm>
            <a:off x="965200" y="4881562"/>
            <a:ext cx="8178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9" name="Google Shape;989;p36"/>
          <p:cNvCxnSpPr/>
          <p:nvPr/>
        </p:nvCxnSpPr>
        <p:spPr>
          <a:xfrm>
            <a:off x="9142412" y="4564062"/>
            <a:ext cx="150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0" name="Google Shape;990;p36"/>
          <p:cNvCxnSpPr/>
          <p:nvPr/>
        </p:nvCxnSpPr>
        <p:spPr>
          <a:xfrm>
            <a:off x="950912" y="4684712"/>
            <a:ext cx="0" cy="201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1" name="Google Shape;991;p36"/>
          <p:cNvSpPr txBox="1"/>
          <p:nvPr/>
        </p:nvSpPr>
        <p:spPr>
          <a:xfrm>
            <a:off x="800100" y="4200525"/>
            <a:ext cx="297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6"/>
          <p:cNvSpPr txBox="1"/>
          <p:nvPr/>
        </p:nvSpPr>
        <p:spPr>
          <a:xfrm>
            <a:off x="4033837" y="2997200"/>
            <a:ext cx="1644600" cy="322200"/>
          </a:xfrm>
          <a:prstGeom prst="rect">
            <a:avLst/>
          </a:prstGeom>
          <a:solidFill>
            <a:srgbClr val="FFCC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p36"/>
          <p:cNvCxnSpPr/>
          <p:nvPr/>
        </p:nvCxnSpPr>
        <p:spPr>
          <a:xfrm>
            <a:off x="4552950" y="2990850"/>
            <a:ext cx="0" cy="33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4" name="Google Shape;994;p36"/>
          <p:cNvCxnSpPr/>
          <p:nvPr/>
        </p:nvCxnSpPr>
        <p:spPr>
          <a:xfrm flipH="1">
            <a:off x="5119649" y="2990850"/>
            <a:ext cx="4800" cy="33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5" name="Google Shape;995;p36"/>
          <p:cNvSpPr txBox="1"/>
          <p:nvPr/>
        </p:nvSpPr>
        <p:spPr>
          <a:xfrm>
            <a:off x="4197350" y="2895600"/>
            <a:ext cx="12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6" name="Google Shape;996;p36"/>
          <p:cNvCxnSpPr/>
          <p:nvPr/>
        </p:nvCxnSpPr>
        <p:spPr>
          <a:xfrm flipH="1" rot="10800000">
            <a:off x="3544887" y="3178050"/>
            <a:ext cx="4875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97" name="Google Shape;997;p36"/>
          <p:cNvCxnSpPr/>
          <p:nvPr/>
        </p:nvCxnSpPr>
        <p:spPr>
          <a:xfrm>
            <a:off x="5429250" y="3181350"/>
            <a:ext cx="50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8" name="Google Shape;998;p36"/>
          <p:cNvCxnSpPr/>
          <p:nvPr/>
        </p:nvCxnSpPr>
        <p:spPr>
          <a:xfrm>
            <a:off x="5943600" y="2824049"/>
            <a:ext cx="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9" name="Google Shape;999;p36"/>
          <p:cNvCxnSpPr/>
          <p:nvPr/>
        </p:nvCxnSpPr>
        <p:spPr>
          <a:xfrm rot="10800000">
            <a:off x="3544787" y="2824162"/>
            <a:ext cx="2387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0" name="Google Shape;1000;p36"/>
          <p:cNvCxnSpPr/>
          <p:nvPr/>
        </p:nvCxnSpPr>
        <p:spPr>
          <a:xfrm>
            <a:off x="3544887" y="2824162"/>
            <a:ext cx="0" cy="19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1" name="Google Shape;1001;p36"/>
          <p:cNvCxnSpPr/>
          <p:nvPr/>
        </p:nvCxnSpPr>
        <p:spPr>
          <a:xfrm>
            <a:off x="3544887" y="3025775"/>
            <a:ext cx="463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02" name="Google Shape;1002;p36"/>
          <p:cNvSpPr txBox="1"/>
          <p:nvPr/>
        </p:nvSpPr>
        <p:spPr>
          <a:xfrm>
            <a:off x="3278187" y="3005137"/>
            <a:ext cx="297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6"/>
          <p:cNvSpPr txBox="1"/>
          <p:nvPr/>
        </p:nvSpPr>
        <p:spPr>
          <a:xfrm>
            <a:off x="3573462" y="3511550"/>
            <a:ext cx="222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polynomial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4" name="Google Shape;1004;p36"/>
          <p:cNvCxnSpPr/>
          <p:nvPr/>
        </p:nvCxnSpPr>
        <p:spPr>
          <a:xfrm>
            <a:off x="1830387" y="4411662"/>
            <a:ext cx="0" cy="320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5" name="Google Shape;1005;p36"/>
          <p:cNvCxnSpPr/>
          <p:nvPr/>
        </p:nvCxnSpPr>
        <p:spPr>
          <a:xfrm flipH="1">
            <a:off x="2395499" y="4410075"/>
            <a:ext cx="4800" cy="33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6" name="Google Shape;1006;p36"/>
          <p:cNvSpPr txBox="1"/>
          <p:nvPr/>
        </p:nvSpPr>
        <p:spPr>
          <a:xfrm>
            <a:off x="1431925" y="4335462"/>
            <a:ext cx="12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7" name="Google Shape;1007;p36"/>
          <p:cNvCxnSpPr/>
          <p:nvPr/>
        </p:nvCxnSpPr>
        <p:spPr>
          <a:xfrm flipH="1" rot="10800000">
            <a:off x="806450" y="4524250"/>
            <a:ext cx="489000" cy="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id="1008" name="Google Shape;10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3537" y="5273675"/>
            <a:ext cx="3711575" cy="57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36"/>
          <p:cNvSpPr txBox="1"/>
          <p:nvPr/>
        </p:nvSpPr>
        <p:spPr>
          <a:xfrm>
            <a:off x="1054100" y="1811337"/>
            <a:ext cx="47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</a:t>
            </a: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list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6"/>
          <p:cNvSpPr txBox="1"/>
          <p:nvPr/>
        </p:nvSpPr>
        <p:spPr>
          <a:xfrm>
            <a:off x="1054100" y="2306637"/>
            <a:ext cx="113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6"/>
          <p:cNvSpPr txBox="1"/>
          <p:nvPr/>
        </p:nvSpPr>
        <p:spPr>
          <a:xfrm>
            <a:off x="1125537" y="3805237"/>
            <a:ext cx="136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others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7"/>
          <p:cNvSpPr txBox="1"/>
          <p:nvPr/>
        </p:nvSpPr>
        <p:spPr>
          <a:xfrm>
            <a:off x="463550" y="1079500"/>
            <a:ext cx="84201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Padd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7"/>
          <p:cNvSpPr txBox="1"/>
          <p:nvPr/>
        </p:nvSpPr>
        <p:spPr>
          <a:xfrm>
            <a:off x="766762" y="1851025"/>
            <a:ext cx="9099600" cy="4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poly_pointer cpadd(poly_pointer a, poly_pointer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poly_pointer starta, d, lastd;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sum, done = FALSE;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starta = 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 = a-&gt;link;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b = b-&gt;link;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 = get_node();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d-&gt;expon = -1;    lastd =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switch (COMPARE(a-&gt;expon, b-&gt;expon))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case -1: attach(b-&gt;coef, b-&gt;expon, &amp;lastd);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b = b-&gt;link;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8"/>
          <p:cNvSpPr txBox="1"/>
          <p:nvPr/>
        </p:nvSpPr>
        <p:spPr>
          <a:xfrm>
            <a:off x="373062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Padd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8"/>
          <p:cNvSpPr txBox="1"/>
          <p:nvPr/>
        </p:nvSpPr>
        <p:spPr>
          <a:xfrm>
            <a:off x="598487" y="1879600"/>
            <a:ext cx="9252000" cy="44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case 0: if (starta == a) done = TRUE;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sum = a-&gt;coef + b-&gt;coef;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(sum) attach(sum,a-&gt;expon,&amp;lastd);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 = a-&gt;link;   b = b-&gt;link;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case 1: attach(a-&gt;coef,a-&gt;expon,&amp;lastd);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 = a-&gt;link;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 while (!done);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lastd-&gt;link =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9"/>
          <p:cNvSpPr txBox="1"/>
          <p:nvPr/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List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9"/>
          <p:cNvSpPr txBox="1"/>
          <p:nvPr/>
        </p:nvSpPr>
        <p:spPr>
          <a:xfrm>
            <a:off x="1258887" y="1909762"/>
            <a:ext cx="788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list_node *list_pointer;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list_node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list_pointer 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Invert single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Concatenate two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4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40"/>
          <p:cNvSpPr txBox="1"/>
          <p:nvPr/>
        </p:nvSpPr>
        <p:spPr>
          <a:xfrm>
            <a:off x="495300" y="622300"/>
            <a:ext cx="8420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Invert Single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40"/>
          <p:cNvSpPr txBox="1"/>
          <p:nvPr/>
        </p:nvSpPr>
        <p:spPr>
          <a:xfrm>
            <a:off x="1106487" y="1981200"/>
            <a:ext cx="7696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list_pointer invert(list_pointer lead)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list_pointer middle, trail;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middle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(lead)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trail = middle;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middle = lead;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lead = lead-&gt;link;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middle-&gt;link = trail;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middle;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0"/>
          <p:cNvSpPr txBox="1"/>
          <p:nvPr/>
        </p:nvSpPr>
        <p:spPr>
          <a:xfrm>
            <a:off x="4511675" y="4864100"/>
            <a:ext cx="11700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0: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1: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≥2: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40"/>
          <p:cNvSpPr txBox="1"/>
          <p:nvPr/>
        </p:nvSpPr>
        <p:spPr>
          <a:xfrm>
            <a:off x="5873750" y="5310187"/>
            <a:ext cx="1147800" cy="30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6" name="Google Shape;1046;p40"/>
          <p:cNvCxnSpPr/>
          <p:nvPr/>
        </p:nvCxnSpPr>
        <p:spPr>
          <a:xfrm>
            <a:off x="6473825" y="5308600"/>
            <a:ext cx="0" cy="33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7" name="Google Shape;1047;p40"/>
          <p:cNvCxnSpPr/>
          <p:nvPr/>
        </p:nvCxnSpPr>
        <p:spPr>
          <a:xfrm flipH="1" rot="10800000">
            <a:off x="6473825" y="5308700"/>
            <a:ext cx="530100" cy="31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8" name="Google Shape;1048;p40"/>
          <p:cNvSpPr txBox="1"/>
          <p:nvPr/>
        </p:nvSpPr>
        <p:spPr>
          <a:xfrm>
            <a:off x="5980112" y="5749925"/>
            <a:ext cx="1111200" cy="31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9" name="Google Shape;1049;p40"/>
          <p:cNvCxnSpPr/>
          <p:nvPr/>
        </p:nvCxnSpPr>
        <p:spPr>
          <a:xfrm flipH="1">
            <a:off x="6543762" y="5749925"/>
            <a:ext cx="150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0" name="Google Shape;1050;p40"/>
          <p:cNvSpPr txBox="1"/>
          <p:nvPr/>
        </p:nvSpPr>
        <p:spPr>
          <a:xfrm>
            <a:off x="7385050" y="5724525"/>
            <a:ext cx="1111200" cy="31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" name="Google Shape;1051;p40"/>
          <p:cNvCxnSpPr/>
          <p:nvPr/>
        </p:nvCxnSpPr>
        <p:spPr>
          <a:xfrm flipH="1">
            <a:off x="7912187" y="5724525"/>
            <a:ext cx="150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2" name="Google Shape;1052;p40"/>
          <p:cNvCxnSpPr/>
          <p:nvPr/>
        </p:nvCxnSpPr>
        <p:spPr>
          <a:xfrm>
            <a:off x="6845300" y="5891212"/>
            <a:ext cx="563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3" name="Google Shape;1053;p40"/>
          <p:cNvCxnSpPr/>
          <p:nvPr/>
        </p:nvCxnSpPr>
        <p:spPr>
          <a:xfrm>
            <a:off x="5503862" y="5503862"/>
            <a:ext cx="38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4" name="Google Shape;1054;p40"/>
          <p:cNvCxnSpPr/>
          <p:nvPr/>
        </p:nvCxnSpPr>
        <p:spPr>
          <a:xfrm>
            <a:off x="5573712" y="5856287"/>
            <a:ext cx="40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5" name="Google Shape;1055;p40"/>
          <p:cNvCxnSpPr/>
          <p:nvPr/>
        </p:nvCxnSpPr>
        <p:spPr>
          <a:xfrm>
            <a:off x="8361362" y="5873750"/>
            <a:ext cx="38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6" name="Google Shape;1056;p40"/>
          <p:cNvSpPr txBox="1"/>
          <p:nvPr/>
        </p:nvSpPr>
        <p:spPr>
          <a:xfrm>
            <a:off x="8445500" y="5268912"/>
            <a:ext cx="41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40"/>
          <p:cNvSpPr txBox="1"/>
          <p:nvPr/>
        </p:nvSpPr>
        <p:spPr>
          <a:xfrm>
            <a:off x="4516437" y="4921250"/>
            <a:ext cx="4321200" cy="1200300"/>
          </a:xfrm>
          <a:prstGeom prst="rect">
            <a:avLst/>
          </a:prstGeom>
          <a:noFill/>
          <a:ln cap="flat" cmpd="sng" w="9525">
            <a:solidFill>
              <a:srgbClr val="66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40"/>
          <p:cNvSpPr txBox="1"/>
          <p:nvPr/>
        </p:nvSpPr>
        <p:spPr>
          <a:xfrm>
            <a:off x="1798637" y="1212850"/>
            <a:ext cx="5727600" cy="546000"/>
          </a:xfrm>
          <a:prstGeom prst="rect">
            <a:avLst/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two extra pointers: middle and trail.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4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41"/>
          <p:cNvSpPr txBox="1"/>
          <p:nvPr/>
        </p:nvSpPr>
        <p:spPr>
          <a:xfrm>
            <a:off x="3873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Concatenate Two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41"/>
          <p:cNvSpPr txBox="1"/>
          <p:nvPr/>
        </p:nvSpPr>
        <p:spPr>
          <a:xfrm>
            <a:off x="1133475" y="1879600"/>
            <a:ext cx="8010600" cy="4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list_pointer concatenate(list_pointer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ptr1, list_pointer ptr2)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list_pointer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(IS_EMPTY(ptr1)) return ptr2;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(!IS_EMPTY(ptr2))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for (temp=ptr1;temp-&gt;link;temp=temp-&gt;link);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temp-&gt;link = ptr2;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ptr1;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7" name="Google Shape;1067;p41"/>
          <p:cNvSpPr txBox="1"/>
          <p:nvPr/>
        </p:nvSpPr>
        <p:spPr>
          <a:xfrm>
            <a:off x="2043112" y="5586412"/>
            <a:ext cx="574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O(m) where m is # of elements in the first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42"/>
          <p:cNvSpPr txBox="1"/>
          <p:nvPr/>
        </p:nvSpPr>
        <p:spPr>
          <a:xfrm>
            <a:off x="877887" y="754062"/>
            <a:ext cx="589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4.5.2 Operations For Circularly 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5" name="Google Shape;1075;p42"/>
          <p:cNvGrpSpPr/>
          <p:nvPr/>
        </p:nvGrpSpPr>
        <p:grpSpPr>
          <a:xfrm>
            <a:off x="1252537" y="2874962"/>
            <a:ext cx="6386512" cy="935037"/>
            <a:chOff x="789" y="1811"/>
            <a:chExt cx="4023" cy="589"/>
          </a:xfrm>
        </p:grpSpPr>
        <p:grpSp>
          <p:nvGrpSpPr>
            <p:cNvPr id="1076" name="Google Shape;1076;p42"/>
            <p:cNvGrpSpPr/>
            <p:nvPr/>
          </p:nvGrpSpPr>
          <p:grpSpPr>
            <a:xfrm>
              <a:off x="1079" y="2100"/>
              <a:ext cx="1044" cy="300"/>
              <a:chOff x="778" y="2100"/>
              <a:chExt cx="1044" cy="300"/>
            </a:xfrm>
          </p:grpSpPr>
          <p:sp>
            <p:nvSpPr>
              <p:cNvPr id="1077" name="Google Shape;1077;p42"/>
              <p:cNvSpPr txBox="1"/>
              <p:nvPr/>
            </p:nvSpPr>
            <p:spPr>
              <a:xfrm>
                <a:off x="778" y="2100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78" name="Google Shape;1078;p42"/>
              <p:cNvCxnSpPr/>
              <p:nvPr/>
            </p:nvCxnSpPr>
            <p:spPr>
              <a:xfrm>
                <a:off x="1256" y="2100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79" name="Google Shape;1079;p42"/>
              <p:cNvSpPr txBox="1"/>
              <p:nvPr/>
            </p:nvSpPr>
            <p:spPr>
              <a:xfrm>
                <a:off x="864" y="2100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0" name="Google Shape;1080;p42"/>
              <p:cNvCxnSpPr/>
              <p:nvPr/>
            </p:nvCxnSpPr>
            <p:spPr>
              <a:xfrm>
                <a:off x="1522" y="223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81" name="Google Shape;1081;p42"/>
            <p:cNvGrpSpPr/>
            <p:nvPr/>
          </p:nvGrpSpPr>
          <p:grpSpPr>
            <a:xfrm>
              <a:off x="2374" y="2096"/>
              <a:ext cx="1044" cy="300"/>
              <a:chOff x="2186" y="2096"/>
              <a:chExt cx="1044" cy="300"/>
            </a:xfrm>
          </p:grpSpPr>
          <p:sp>
            <p:nvSpPr>
              <p:cNvPr id="1082" name="Google Shape;1082;p42"/>
              <p:cNvSpPr txBox="1"/>
              <p:nvPr/>
            </p:nvSpPr>
            <p:spPr>
              <a:xfrm>
                <a:off x="2186" y="2096"/>
                <a:ext cx="900" cy="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3" name="Google Shape;1083;p42"/>
              <p:cNvCxnSpPr/>
              <p:nvPr/>
            </p:nvCxnSpPr>
            <p:spPr>
              <a:xfrm>
                <a:off x="2664" y="2096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84" name="Google Shape;1084;p42"/>
              <p:cNvSpPr txBox="1"/>
              <p:nvPr/>
            </p:nvSpPr>
            <p:spPr>
              <a:xfrm>
                <a:off x="2272" y="209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•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5" name="Google Shape;1085;p42"/>
              <p:cNvCxnSpPr/>
              <p:nvPr/>
            </p:nvCxnSpPr>
            <p:spPr>
              <a:xfrm>
                <a:off x="2930" y="2229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86" name="Google Shape;1086;p42"/>
            <p:cNvSpPr txBox="1"/>
            <p:nvPr/>
          </p:nvSpPr>
          <p:spPr>
            <a:xfrm>
              <a:off x="3658" y="2092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7" name="Google Shape;1087;p42"/>
            <p:cNvCxnSpPr/>
            <p:nvPr/>
          </p:nvCxnSpPr>
          <p:spPr>
            <a:xfrm>
              <a:off x="4136" y="209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8" name="Google Shape;1088;p42"/>
            <p:cNvSpPr txBox="1"/>
            <p:nvPr/>
          </p:nvSpPr>
          <p:spPr>
            <a:xfrm>
              <a:off x="3744" y="209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9" name="Google Shape;1089;p42"/>
            <p:cNvCxnSpPr/>
            <p:nvPr/>
          </p:nvCxnSpPr>
          <p:spPr>
            <a:xfrm>
              <a:off x="4389" y="2211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42"/>
            <p:cNvCxnSpPr/>
            <p:nvPr/>
          </p:nvCxnSpPr>
          <p:spPr>
            <a:xfrm>
              <a:off x="4812" y="191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42"/>
            <p:cNvCxnSpPr/>
            <p:nvPr/>
          </p:nvCxnSpPr>
          <p:spPr>
            <a:xfrm rot="10800000">
              <a:off x="912" y="1811"/>
              <a:ext cx="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42"/>
            <p:cNvCxnSpPr/>
            <p:nvPr/>
          </p:nvCxnSpPr>
          <p:spPr>
            <a:xfrm>
              <a:off x="789" y="182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3" name="Google Shape;1093;p42"/>
            <p:cNvCxnSpPr/>
            <p:nvPr/>
          </p:nvCxnSpPr>
          <p:spPr>
            <a:xfrm>
              <a:off x="802" y="218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94" name="Google Shape;1094;p42"/>
            <p:cNvCxnSpPr/>
            <p:nvPr/>
          </p:nvCxnSpPr>
          <p:spPr>
            <a:xfrm>
              <a:off x="790" y="2277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095" name="Google Shape;1095;p42"/>
          <p:cNvSpPr txBox="1"/>
          <p:nvPr/>
        </p:nvSpPr>
        <p:spPr>
          <a:xfrm>
            <a:off x="895350" y="3398837"/>
            <a:ext cx="3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2"/>
          <p:cNvSpPr txBox="1"/>
          <p:nvPr/>
        </p:nvSpPr>
        <p:spPr>
          <a:xfrm>
            <a:off x="1036637" y="4595812"/>
            <a:ext cx="4599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4.16: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circular list (p.165)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42"/>
          <p:cNvSpPr txBox="1"/>
          <p:nvPr/>
        </p:nvSpPr>
        <p:spPr>
          <a:xfrm>
            <a:off x="1125537" y="1776412"/>
            <a:ext cx="76929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when we insert a node to the front of a circular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42"/>
          <p:cNvSpPr txBox="1"/>
          <p:nvPr/>
        </p:nvSpPr>
        <p:spPr>
          <a:xfrm>
            <a:off x="1108075" y="4051300"/>
            <a:ext cx="459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move down the whole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4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4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5" name="Google Shape;1105;p43"/>
          <p:cNvGrpSpPr/>
          <p:nvPr/>
        </p:nvGrpSpPr>
        <p:grpSpPr>
          <a:xfrm>
            <a:off x="1712912" y="3333750"/>
            <a:ext cx="1657349" cy="476250"/>
            <a:chOff x="778" y="2100"/>
            <a:chExt cx="1044" cy="300"/>
          </a:xfrm>
        </p:grpSpPr>
        <p:sp>
          <p:nvSpPr>
            <p:cNvPr id="1106" name="Google Shape;1106;p43"/>
            <p:cNvSpPr txBox="1"/>
            <p:nvPr/>
          </p:nvSpPr>
          <p:spPr>
            <a:xfrm>
              <a:off x="778" y="2100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7" name="Google Shape;1107;p43"/>
            <p:cNvCxnSpPr/>
            <p:nvPr/>
          </p:nvCxnSpPr>
          <p:spPr>
            <a:xfrm>
              <a:off x="1256" y="2100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08" name="Google Shape;1108;p43"/>
            <p:cNvSpPr txBox="1"/>
            <p:nvPr/>
          </p:nvSpPr>
          <p:spPr>
            <a:xfrm>
              <a:off x="864" y="210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9" name="Google Shape;1109;p43"/>
            <p:cNvCxnSpPr/>
            <p:nvPr/>
          </p:nvCxnSpPr>
          <p:spPr>
            <a:xfrm>
              <a:off x="1522" y="223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0" name="Google Shape;1110;p43"/>
          <p:cNvGrpSpPr/>
          <p:nvPr/>
        </p:nvGrpSpPr>
        <p:grpSpPr>
          <a:xfrm>
            <a:off x="3768725" y="3327400"/>
            <a:ext cx="1657349" cy="476250"/>
            <a:chOff x="2186" y="2096"/>
            <a:chExt cx="1044" cy="300"/>
          </a:xfrm>
        </p:grpSpPr>
        <p:sp>
          <p:nvSpPr>
            <p:cNvPr id="1111" name="Google Shape;1111;p43"/>
            <p:cNvSpPr txBox="1"/>
            <p:nvPr/>
          </p:nvSpPr>
          <p:spPr>
            <a:xfrm>
              <a:off x="2186" y="2096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2" name="Google Shape;1112;p43"/>
            <p:cNvCxnSpPr/>
            <p:nvPr/>
          </p:nvCxnSpPr>
          <p:spPr>
            <a:xfrm>
              <a:off x="2664" y="209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13" name="Google Shape;1113;p43"/>
            <p:cNvSpPr txBox="1"/>
            <p:nvPr/>
          </p:nvSpPr>
          <p:spPr>
            <a:xfrm>
              <a:off x="2272" y="20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4" name="Google Shape;1114;p43"/>
            <p:cNvCxnSpPr/>
            <p:nvPr/>
          </p:nvCxnSpPr>
          <p:spPr>
            <a:xfrm>
              <a:off x="2930" y="2229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15" name="Google Shape;1115;p43"/>
          <p:cNvSpPr txBox="1"/>
          <p:nvPr/>
        </p:nvSpPr>
        <p:spPr>
          <a:xfrm>
            <a:off x="5807075" y="3321050"/>
            <a:ext cx="1535100" cy="38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6" name="Google Shape;1116;p43"/>
          <p:cNvCxnSpPr/>
          <p:nvPr/>
        </p:nvCxnSpPr>
        <p:spPr>
          <a:xfrm>
            <a:off x="6565900" y="3321050"/>
            <a:ext cx="0" cy="38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7" name="Google Shape;1117;p43"/>
          <p:cNvSpPr txBox="1"/>
          <p:nvPr/>
        </p:nvSpPr>
        <p:spPr>
          <a:xfrm>
            <a:off x="5943600" y="3321050"/>
            <a:ext cx="120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8" name="Google Shape;1118;p43"/>
          <p:cNvCxnSpPr/>
          <p:nvPr/>
        </p:nvCxnSpPr>
        <p:spPr>
          <a:xfrm>
            <a:off x="6967537" y="3509962"/>
            <a:ext cx="6714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9" name="Google Shape;1119;p43"/>
          <p:cNvCxnSpPr/>
          <p:nvPr/>
        </p:nvCxnSpPr>
        <p:spPr>
          <a:xfrm>
            <a:off x="7639050" y="2840062"/>
            <a:ext cx="0" cy="6699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0" name="Google Shape;1120;p43"/>
          <p:cNvCxnSpPr/>
          <p:nvPr/>
        </p:nvCxnSpPr>
        <p:spPr>
          <a:xfrm rot="10800000">
            <a:off x="1233449" y="2874962"/>
            <a:ext cx="64056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43"/>
          <p:cNvCxnSpPr/>
          <p:nvPr/>
        </p:nvCxnSpPr>
        <p:spPr>
          <a:xfrm>
            <a:off x="1252537" y="2892425"/>
            <a:ext cx="0" cy="6000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2" name="Google Shape;1122;p43"/>
          <p:cNvCxnSpPr/>
          <p:nvPr/>
        </p:nvCxnSpPr>
        <p:spPr>
          <a:xfrm>
            <a:off x="1273175" y="3473450"/>
            <a:ext cx="3525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3" name="Google Shape;1123;p43"/>
          <p:cNvCxnSpPr/>
          <p:nvPr/>
        </p:nvCxnSpPr>
        <p:spPr>
          <a:xfrm rot="10800000">
            <a:off x="7337387" y="3649662"/>
            <a:ext cx="6525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4" name="Google Shape;1124;p43"/>
          <p:cNvSpPr txBox="1"/>
          <p:nvPr/>
        </p:nvSpPr>
        <p:spPr>
          <a:xfrm>
            <a:off x="8023225" y="3398837"/>
            <a:ext cx="31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3"/>
          <p:cNvSpPr txBox="1"/>
          <p:nvPr/>
        </p:nvSpPr>
        <p:spPr>
          <a:xfrm>
            <a:off x="1108075" y="4683125"/>
            <a:ext cx="6612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4.17: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Pointing to the last node of a circular list (p.165)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43"/>
          <p:cNvSpPr txBox="1"/>
          <p:nvPr/>
        </p:nvSpPr>
        <p:spPr>
          <a:xfrm>
            <a:off x="1177925" y="1793875"/>
            <a:ext cx="262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possible solution: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3"/>
          <p:cNvSpPr txBox="1"/>
          <p:nvPr/>
        </p:nvSpPr>
        <p:spPr>
          <a:xfrm>
            <a:off x="1177925" y="3929062"/>
            <a:ext cx="474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a pointer points to the last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44"/>
          <p:cNvSpPr txBox="1"/>
          <p:nvPr/>
        </p:nvSpPr>
        <p:spPr>
          <a:xfrm>
            <a:off x="488950" y="434975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for Circular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44"/>
          <p:cNvSpPr txBox="1"/>
          <p:nvPr/>
        </p:nvSpPr>
        <p:spPr>
          <a:xfrm>
            <a:off x="887412" y="1679575"/>
            <a:ext cx="78438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insert_front (list_pointer *ptr, list_pointer node)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(IS_EMPTY(*ptr))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*ptr=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node-&gt;link =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node-&gt;link = (*ptr)-&gt;link;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(*ptr)-&gt;link = node;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6" name="Google Shape;1136;p44"/>
          <p:cNvGrpSpPr/>
          <p:nvPr/>
        </p:nvGrpSpPr>
        <p:grpSpPr>
          <a:xfrm>
            <a:off x="1943100" y="5715000"/>
            <a:ext cx="1657349" cy="476250"/>
            <a:chOff x="778" y="2100"/>
            <a:chExt cx="1044" cy="300"/>
          </a:xfrm>
        </p:grpSpPr>
        <p:sp>
          <p:nvSpPr>
            <p:cNvPr id="1137" name="Google Shape;1137;p44"/>
            <p:cNvSpPr txBox="1"/>
            <p:nvPr/>
          </p:nvSpPr>
          <p:spPr>
            <a:xfrm>
              <a:off x="778" y="2100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8" name="Google Shape;1138;p44"/>
            <p:cNvCxnSpPr/>
            <p:nvPr/>
          </p:nvCxnSpPr>
          <p:spPr>
            <a:xfrm>
              <a:off x="1256" y="2100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39" name="Google Shape;1139;p44"/>
            <p:cNvSpPr txBox="1"/>
            <p:nvPr/>
          </p:nvSpPr>
          <p:spPr>
            <a:xfrm>
              <a:off x="864" y="210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0" name="Google Shape;1140;p44"/>
            <p:cNvCxnSpPr/>
            <p:nvPr/>
          </p:nvCxnSpPr>
          <p:spPr>
            <a:xfrm>
              <a:off x="1522" y="223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41" name="Google Shape;1141;p44"/>
          <p:cNvGrpSpPr/>
          <p:nvPr/>
        </p:nvGrpSpPr>
        <p:grpSpPr>
          <a:xfrm>
            <a:off x="3998912" y="5708650"/>
            <a:ext cx="1657349" cy="476250"/>
            <a:chOff x="2186" y="2096"/>
            <a:chExt cx="1044" cy="300"/>
          </a:xfrm>
        </p:grpSpPr>
        <p:sp>
          <p:nvSpPr>
            <p:cNvPr id="1142" name="Google Shape;1142;p44"/>
            <p:cNvSpPr txBox="1"/>
            <p:nvPr/>
          </p:nvSpPr>
          <p:spPr>
            <a:xfrm>
              <a:off x="2186" y="2096"/>
              <a:ext cx="9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3" name="Google Shape;1143;p44"/>
            <p:cNvCxnSpPr/>
            <p:nvPr/>
          </p:nvCxnSpPr>
          <p:spPr>
            <a:xfrm>
              <a:off x="2664" y="209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44" name="Google Shape;1144;p44"/>
            <p:cNvSpPr txBox="1"/>
            <p:nvPr/>
          </p:nvSpPr>
          <p:spPr>
            <a:xfrm>
              <a:off x="2272" y="20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5" name="Google Shape;1145;p44"/>
            <p:cNvCxnSpPr/>
            <p:nvPr/>
          </p:nvCxnSpPr>
          <p:spPr>
            <a:xfrm>
              <a:off x="2930" y="2229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46" name="Google Shape;1146;p44"/>
          <p:cNvSpPr txBox="1"/>
          <p:nvPr/>
        </p:nvSpPr>
        <p:spPr>
          <a:xfrm>
            <a:off x="6037262" y="5702300"/>
            <a:ext cx="1535100" cy="38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7" name="Google Shape;1147;p44"/>
          <p:cNvCxnSpPr/>
          <p:nvPr/>
        </p:nvCxnSpPr>
        <p:spPr>
          <a:xfrm>
            <a:off x="6796087" y="5702300"/>
            <a:ext cx="0" cy="38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8" name="Google Shape;1148;p44"/>
          <p:cNvSpPr txBox="1"/>
          <p:nvPr/>
        </p:nvSpPr>
        <p:spPr>
          <a:xfrm>
            <a:off x="6173787" y="5702300"/>
            <a:ext cx="120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9" name="Google Shape;1149;p44"/>
          <p:cNvCxnSpPr/>
          <p:nvPr/>
        </p:nvCxnSpPr>
        <p:spPr>
          <a:xfrm>
            <a:off x="7197725" y="5891212"/>
            <a:ext cx="67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0" name="Google Shape;1150;p44"/>
          <p:cNvCxnSpPr/>
          <p:nvPr/>
        </p:nvCxnSpPr>
        <p:spPr>
          <a:xfrm>
            <a:off x="7869237" y="5221312"/>
            <a:ext cx="0" cy="6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1" name="Google Shape;1151;p44"/>
          <p:cNvCxnSpPr/>
          <p:nvPr/>
        </p:nvCxnSpPr>
        <p:spPr>
          <a:xfrm rot="10800000">
            <a:off x="1463637" y="5256212"/>
            <a:ext cx="640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2" name="Google Shape;1152;p44"/>
          <p:cNvCxnSpPr/>
          <p:nvPr/>
        </p:nvCxnSpPr>
        <p:spPr>
          <a:xfrm>
            <a:off x="1482725" y="5273675"/>
            <a:ext cx="0" cy="6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3" name="Google Shape;1153;p44"/>
          <p:cNvCxnSpPr/>
          <p:nvPr/>
        </p:nvCxnSpPr>
        <p:spPr>
          <a:xfrm>
            <a:off x="1503362" y="5854700"/>
            <a:ext cx="3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4" name="Google Shape;1154;p44"/>
          <p:cNvCxnSpPr/>
          <p:nvPr/>
        </p:nvCxnSpPr>
        <p:spPr>
          <a:xfrm rot="10800000">
            <a:off x="7567574" y="6030912"/>
            <a:ext cx="6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55" name="Google Shape;1155;p44"/>
          <p:cNvSpPr txBox="1"/>
          <p:nvPr/>
        </p:nvSpPr>
        <p:spPr>
          <a:xfrm>
            <a:off x="1165225" y="6367462"/>
            <a:ext cx="1639800" cy="228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6" name="Google Shape;1156;p44"/>
          <p:cNvCxnSpPr/>
          <p:nvPr/>
        </p:nvCxnSpPr>
        <p:spPr>
          <a:xfrm>
            <a:off x="2011362" y="6350000"/>
            <a:ext cx="0" cy="26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7" name="Google Shape;1157;p44"/>
          <p:cNvCxnSpPr/>
          <p:nvPr/>
        </p:nvCxnSpPr>
        <p:spPr>
          <a:xfrm flipH="1" rot="10800000">
            <a:off x="3405187" y="6119712"/>
            <a:ext cx="1500" cy="4065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8" name="Google Shape;1158;p44"/>
          <p:cNvCxnSpPr/>
          <p:nvPr/>
        </p:nvCxnSpPr>
        <p:spPr>
          <a:xfrm>
            <a:off x="2647950" y="6508750"/>
            <a:ext cx="793800" cy="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9" name="Google Shape;1159;p44"/>
          <p:cNvCxnSpPr/>
          <p:nvPr/>
        </p:nvCxnSpPr>
        <p:spPr>
          <a:xfrm>
            <a:off x="1481137" y="5802312"/>
            <a:ext cx="0" cy="6525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0" name="Google Shape;1160;p44"/>
          <p:cNvSpPr txBox="1"/>
          <p:nvPr/>
        </p:nvSpPr>
        <p:spPr>
          <a:xfrm>
            <a:off x="8234362" y="5745162"/>
            <a:ext cx="52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5"/>
          <p:cNvSpPr txBox="1"/>
          <p:nvPr/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5"/>
          <p:cNvSpPr txBox="1"/>
          <p:nvPr/>
        </p:nvSpPr>
        <p:spPr>
          <a:xfrm>
            <a:off x="1158875" y="1981200"/>
            <a:ext cx="762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length(list_pointer ptr)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list_pointer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count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(ptr)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temp = ptr;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do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count++;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temp = temp-&gt;link;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 while (temp!=ptr);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count;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4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5" name="Google Shape;117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8812" y="1755775"/>
            <a:ext cx="3192462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46"/>
          <p:cNvSpPr txBox="1"/>
          <p:nvPr/>
        </p:nvSpPr>
        <p:spPr>
          <a:xfrm>
            <a:off x="903287" y="809625"/>
            <a:ext cx="27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4.7 Sparse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6"/>
          <p:cNvSpPr txBox="1"/>
          <p:nvPr/>
        </p:nvSpPr>
        <p:spPr>
          <a:xfrm>
            <a:off x="949325" y="3857625"/>
            <a:ext cx="7894500" cy="2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inadequates of sequential schemes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# of nonzero terms will vary after some matrix computation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matrix just represents intermediate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6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column (row): a circular linked list with a head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7"/>
          <p:cNvSpPr txBox="1"/>
          <p:nvPr/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Revisit Sparse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47"/>
          <p:cNvGrpSpPr/>
          <p:nvPr/>
        </p:nvGrpSpPr>
        <p:grpSpPr>
          <a:xfrm>
            <a:off x="3113087" y="2111375"/>
            <a:ext cx="3816350" cy="1131887"/>
            <a:chOff x="1988" y="1230"/>
            <a:chExt cx="2404" cy="713"/>
          </a:xfrm>
        </p:grpSpPr>
        <p:sp>
          <p:nvSpPr>
            <p:cNvPr id="1186" name="Google Shape;1186;p47"/>
            <p:cNvSpPr txBox="1"/>
            <p:nvPr/>
          </p:nvSpPr>
          <p:spPr>
            <a:xfrm>
              <a:off x="1992" y="1230"/>
              <a:ext cx="2400" cy="6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7" name="Google Shape;1187;p47"/>
            <p:cNvCxnSpPr/>
            <p:nvPr/>
          </p:nvCxnSpPr>
          <p:spPr>
            <a:xfrm>
              <a:off x="1988" y="1594"/>
              <a:ext cx="24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8" name="Google Shape;1188;p47"/>
            <p:cNvCxnSpPr/>
            <p:nvPr/>
          </p:nvCxnSpPr>
          <p:spPr>
            <a:xfrm>
              <a:off x="2703" y="123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9" name="Google Shape;1189;p47"/>
            <p:cNvCxnSpPr/>
            <p:nvPr/>
          </p:nvCxnSpPr>
          <p:spPr>
            <a:xfrm>
              <a:off x="3491" y="123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90" name="Google Shape;1190;p47"/>
            <p:cNvSpPr txBox="1"/>
            <p:nvPr/>
          </p:nvSpPr>
          <p:spPr>
            <a:xfrm>
              <a:off x="1999" y="126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down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47"/>
            <p:cNvSpPr txBox="1"/>
            <p:nvPr/>
          </p:nvSpPr>
          <p:spPr>
            <a:xfrm>
              <a:off x="2797" y="126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47"/>
            <p:cNvSpPr txBox="1"/>
            <p:nvPr/>
          </p:nvSpPr>
          <p:spPr>
            <a:xfrm>
              <a:off x="3569" y="127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right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7"/>
            <p:cNvSpPr txBox="1"/>
            <p:nvPr/>
          </p:nvSpPr>
          <p:spPr>
            <a:xfrm>
              <a:off x="2862" y="164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next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4" name="Google Shape;1194;p47"/>
          <p:cNvSpPr txBox="1"/>
          <p:nvPr/>
        </p:nvSpPr>
        <p:spPr>
          <a:xfrm>
            <a:off x="1198562" y="2443162"/>
            <a:ext cx="142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5" name="Google Shape;1195;p47"/>
          <p:cNvGrpSpPr/>
          <p:nvPr/>
        </p:nvGrpSpPr>
        <p:grpSpPr>
          <a:xfrm>
            <a:off x="3100387" y="3560762"/>
            <a:ext cx="4292600" cy="1128713"/>
            <a:chOff x="1980" y="2143"/>
            <a:chExt cx="2704" cy="711"/>
          </a:xfrm>
        </p:grpSpPr>
        <p:sp>
          <p:nvSpPr>
            <p:cNvPr id="1196" name="Google Shape;1196;p47"/>
            <p:cNvSpPr txBox="1"/>
            <p:nvPr/>
          </p:nvSpPr>
          <p:spPr>
            <a:xfrm>
              <a:off x="1984" y="2150"/>
              <a:ext cx="2700" cy="6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7" name="Google Shape;1197;p47"/>
            <p:cNvCxnSpPr/>
            <p:nvPr/>
          </p:nvCxnSpPr>
          <p:spPr>
            <a:xfrm>
              <a:off x="1980" y="2514"/>
              <a:ext cx="27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47"/>
            <p:cNvCxnSpPr/>
            <p:nvPr/>
          </p:nvCxnSpPr>
          <p:spPr>
            <a:xfrm>
              <a:off x="2547" y="215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47"/>
            <p:cNvCxnSpPr/>
            <p:nvPr/>
          </p:nvCxnSpPr>
          <p:spPr>
            <a:xfrm>
              <a:off x="3103" y="215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00" name="Google Shape;1200;p47"/>
            <p:cNvSpPr txBox="1"/>
            <p:nvPr/>
          </p:nvSpPr>
          <p:spPr>
            <a:xfrm>
              <a:off x="1991" y="218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down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47"/>
            <p:cNvSpPr txBox="1"/>
            <p:nvPr/>
          </p:nvSpPr>
          <p:spPr>
            <a:xfrm>
              <a:off x="2557" y="218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47"/>
            <p:cNvSpPr txBox="1"/>
            <p:nvPr/>
          </p:nvSpPr>
          <p:spPr>
            <a:xfrm>
              <a:off x="4071" y="21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right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47"/>
            <p:cNvSpPr txBox="1"/>
            <p:nvPr/>
          </p:nvSpPr>
          <p:spPr>
            <a:xfrm>
              <a:off x="3003" y="255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47"/>
            <p:cNvSpPr txBox="1"/>
            <p:nvPr/>
          </p:nvSpPr>
          <p:spPr>
            <a:xfrm>
              <a:off x="3122" y="218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5" name="Google Shape;1205;p47"/>
            <p:cNvCxnSpPr/>
            <p:nvPr/>
          </p:nvCxnSpPr>
          <p:spPr>
            <a:xfrm>
              <a:off x="3565" y="2143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06" name="Google Shape;1206;p47"/>
            <p:cNvSpPr txBox="1"/>
            <p:nvPr/>
          </p:nvSpPr>
          <p:spPr>
            <a:xfrm>
              <a:off x="3559" y="218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7" name="Google Shape;1207;p47"/>
            <p:cNvCxnSpPr/>
            <p:nvPr/>
          </p:nvCxnSpPr>
          <p:spPr>
            <a:xfrm>
              <a:off x="4030" y="215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08" name="Google Shape;1208;p47"/>
          <p:cNvSpPr txBox="1"/>
          <p:nvPr/>
        </p:nvSpPr>
        <p:spPr>
          <a:xfrm>
            <a:off x="3108325" y="4989512"/>
            <a:ext cx="4170300" cy="1112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p47"/>
          <p:cNvCxnSpPr/>
          <p:nvPr/>
        </p:nvCxnSpPr>
        <p:spPr>
          <a:xfrm flipH="1" rot="10800000">
            <a:off x="3101975" y="5559562"/>
            <a:ext cx="4184700" cy="7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0" name="Google Shape;1210;p47"/>
          <p:cNvCxnSpPr/>
          <p:nvPr/>
        </p:nvCxnSpPr>
        <p:spPr>
          <a:xfrm>
            <a:off x="4002087" y="4995862"/>
            <a:ext cx="0" cy="55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1" name="Google Shape;1211;p47"/>
          <p:cNvCxnSpPr/>
          <p:nvPr/>
        </p:nvCxnSpPr>
        <p:spPr>
          <a:xfrm>
            <a:off x="4884737" y="4995862"/>
            <a:ext cx="0" cy="55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2" name="Google Shape;1212;p47"/>
          <p:cNvSpPr txBox="1"/>
          <p:nvPr/>
        </p:nvSpPr>
        <p:spPr>
          <a:xfrm>
            <a:off x="4017962" y="5049837"/>
            <a:ext cx="80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7"/>
          <p:cNvSpPr txBox="1"/>
          <p:nvPr/>
        </p:nvSpPr>
        <p:spPr>
          <a:xfrm>
            <a:off x="4725987" y="5630862"/>
            <a:ext cx="4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7"/>
          <p:cNvSpPr txBox="1"/>
          <p:nvPr/>
        </p:nvSpPr>
        <p:spPr>
          <a:xfrm>
            <a:off x="5076825" y="5099050"/>
            <a:ext cx="26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47"/>
          <p:cNvCxnSpPr/>
          <p:nvPr/>
        </p:nvCxnSpPr>
        <p:spPr>
          <a:xfrm>
            <a:off x="5618162" y="4978400"/>
            <a:ext cx="0" cy="585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6" name="Google Shape;1216;p47"/>
          <p:cNvSpPr txBox="1"/>
          <p:nvPr/>
        </p:nvSpPr>
        <p:spPr>
          <a:xfrm>
            <a:off x="5830887" y="5072062"/>
            <a:ext cx="26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7" name="Google Shape;1217;p47"/>
          <p:cNvCxnSpPr/>
          <p:nvPr/>
        </p:nvCxnSpPr>
        <p:spPr>
          <a:xfrm>
            <a:off x="6356350" y="4992687"/>
            <a:ext cx="0" cy="57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8" name="Google Shape;1218;p47"/>
          <p:cNvSpPr txBox="1"/>
          <p:nvPr/>
        </p:nvSpPr>
        <p:spPr>
          <a:xfrm>
            <a:off x="1184275" y="3843337"/>
            <a:ext cx="147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9" name="Google Shape;1219;p47"/>
          <p:cNvCxnSpPr/>
          <p:nvPr/>
        </p:nvCxnSpPr>
        <p:spPr>
          <a:xfrm rot="10800000">
            <a:off x="2743337" y="5302250"/>
            <a:ext cx="693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0" name="Google Shape;1220;p47"/>
          <p:cNvCxnSpPr/>
          <p:nvPr/>
        </p:nvCxnSpPr>
        <p:spPr>
          <a:xfrm flipH="1">
            <a:off x="2759162" y="5300662"/>
            <a:ext cx="1500" cy="53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21" name="Google Shape;1221;p47"/>
          <p:cNvCxnSpPr/>
          <p:nvPr/>
        </p:nvCxnSpPr>
        <p:spPr>
          <a:xfrm>
            <a:off x="6811962" y="5287962"/>
            <a:ext cx="1001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222" name="Google Shape;1222;p47"/>
          <p:cNvSpPr txBox="1"/>
          <p:nvPr/>
        </p:nvSpPr>
        <p:spPr>
          <a:xfrm>
            <a:off x="1773237" y="5218112"/>
            <a:ext cx="4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7"/>
          <p:cNvSpPr txBox="1"/>
          <p:nvPr/>
        </p:nvSpPr>
        <p:spPr>
          <a:xfrm>
            <a:off x="1249362" y="1635125"/>
            <a:ext cx="61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head nodes = max{# of rows, # of columns}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7"/>
          <p:cNvSpPr txBox="1"/>
          <p:nvPr/>
        </p:nvSpPr>
        <p:spPr>
          <a:xfrm rot="5400000">
            <a:off x="2797150" y="1912937"/>
            <a:ext cx="921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4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8"/>
          <p:cNvSpPr txBox="1"/>
          <p:nvPr/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Representation for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8"/>
          <p:cNvSpPr txBox="1"/>
          <p:nvPr/>
        </p:nvSpPr>
        <p:spPr>
          <a:xfrm>
            <a:off x="763587" y="2184400"/>
            <a:ext cx="1224000" cy="544500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3" name="Google Shape;1233;p48"/>
          <p:cNvCxnSpPr/>
          <p:nvPr/>
        </p:nvCxnSpPr>
        <p:spPr>
          <a:xfrm flipH="1" rot="10800000">
            <a:off x="757237" y="2530562"/>
            <a:ext cx="12366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4" name="Google Shape;1234;p48"/>
          <p:cNvCxnSpPr/>
          <p:nvPr/>
        </p:nvCxnSpPr>
        <p:spPr>
          <a:xfrm>
            <a:off x="1390650" y="2178050"/>
            <a:ext cx="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5" name="Google Shape;1235;p48"/>
          <p:cNvCxnSpPr/>
          <p:nvPr/>
        </p:nvCxnSpPr>
        <p:spPr>
          <a:xfrm>
            <a:off x="1081087" y="2178050"/>
            <a:ext cx="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6" name="Google Shape;1236;p48"/>
          <p:cNvCxnSpPr/>
          <p:nvPr/>
        </p:nvCxnSpPr>
        <p:spPr>
          <a:xfrm>
            <a:off x="1700212" y="2178050"/>
            <a:ext cx="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7" name="Google Shape;1237;p48"/>
          <p:cNvSpPr txBox="1"/>
          <p:nvPr/>
        </p:nvSpPr>
        <p:spPr>
          <a:xfrm>
            <a:off x="1054100" y="21605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8"/>
          <p:cNvSpPr txBox="1"/>
          <p:nvPr/>
        </p:nvSpPr>
        <p:spPr>
          <a:xfrm>
            <a:off x="1377950" y="21621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9" name="Google Shape;1239;p48"/>
          <p:cNvGrpSpPr/>
          <p:nvPr/>
        </p:nvGrpSpPr>
        <p:grpSpPr>
          <a:xfrm>
            <a:off x="757237" y="3035300"/>
            <a:ext cx="1449387" cy="482600"/>
            <a:chOff x="493" y="1912"/>
            <a:chExt cx="913" cy="304"/>
          </a:xfrm>
        </p:grpSpPr>
        <p:sp>
          <p:nvSpPr>
            <p:cNvPr id="1240" name="Google Shape;1240;p48"/>
            <p:cNvSpPr txBox="1"/>
            <p:nvPr/>
          </p:nvSpPr>
          <p:spPr>
            <a:xfrm>
              <a:off x="506" y="1916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1" name="Google Shape;1241;p48"/>
            <p:cNvCxnSpPr/>
            <p:nvPr/>
          </p:nvCxnSpPr>
          <p:spPr>
            <a:xfrm>
              <a:off x="493" y="2134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2" name="Google Shape;1242;p48"/>
            <p:cNvCxnSpPr/>
            <p:nvPr/>
          </p:nvCxnSpPr>
          <p:spPr>
            <a:xfrm>
              <a:off x="882" y="191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43" name="Google Shape;1243;p48"/>
          <p:cNvGrpSpPr/>
          <p:nvPr/>
        </p:nvGrpSpPr>
        <p:grpSpPr>
          <a:xfrm>
            <a:off x="760412" y="3921125"/>
            <a:ext cx="1449387" cy="482600"/>
            <a:chOff x="495" y="2470"/>
            <a:chExt cx="913" cy="304"/>
          </a:xfrm>
        </p:grpSpPr>
        <p:sp>
          <p:nvSpPr>
            <p:cNvPr id="1244" name="Google Shape;1244;p48"/>
            <p:cNvSpPr txBox="1"/>
            <p:nvPr/>
          </p:nvSpPr>
          <p:spPr>
            <a:xfrm>
              <a:off x="508" y="2474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5" name="Google Shape;1245;p48"/>
            <p:cNvCxnSpPr/>
            <p:nvPr/>
          </p:nvCxnSpPr>
          <p:spPr>
            <a:xfrm>
              <a:off x="495" y="2692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6" name="Google Shape;1246;p48"/>
            <p:cNvCxnSpPr/>
            <p:nvPr/>
          </p:nvCxnSpPr>
          <p:spPr>
            <a:xfrm>
              <a:off x="884" y="247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47" name="Google Shape;1247;p48"/>
          <p:cNvGrpSpPr/>
          <p:nvPr/>
        </p:nvGrpSpPr>
        <p:grpSpPr>
          <a:xfrm>
            <a:off x="760412" y="4764087"/>
            <a:ext cx="1449387" cy="482600"/>
            <a:chOff x="495" y="3001"/>
            <a:chExt cx="913" cy="304"/>
          </a:xfrm>
        </p:grpSpPr>
        <p:sp>
          <p:nvSpPr>
            <p:cNvPr id="1248" name="Google Shape;1248;p48"/>
            <p:cNvSpPr txBox="1"/>
            <p:nvPr/>
          </p:nvSpPr>
          <p:spPr>
            <a:xfrm>
              <a:off x="508" y="3005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9" name="Google Shape;1249;p48"/>
            <p:cNvCxnSpPr/>
            <p:nvPr/>
          </p:nvCxnSpPr>
          <p:spPr>
            <a:xfrm>
              <a:off x="495" y="3223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0" name="Google Shape;1250;p48"/>
            <p:cNvCxnSpPr/>
            <p:nvPr/>
          </p:nvCxnSpPr>
          <p:spPr>
            <a:xfrm>
              <a:off x="884" y="3001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51" name="Google Shape;1251;p48"/>
          <p:cNvGrpSpPr/>
          <p:nvPr/>
        </p:nvGrpSpPr>
        <p:grpSpPr>
          <a:xfrm>
            <a:off x="744537" y="5621337"/>
            <a:ext cx="1449387" cy="482600"/>
            <a:chOff x="485" y="3541"/>
            <a:chExt cx="913" cy="304"/>
          </a:xfrm>
        </p:grpSpPr>
        <p:sp>
          <p:nvSpPr>
            <p:cNvPr id="1252" name="Google Shape;1252;p48"/>
            <p:cNvSpPr txBox="1"/>
            <p:nvPr/>
          </p:nvSpPr>
          <p:spPr>
            <a:xfrm>
              <a:off x="498" y="3545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3" name="Google Shape;1253;p48"/>
            <p:cNvCxnSpPr/>
            <p:nvPr/>
          </p:nvCxnSpPr>
          <p:spPr>
            <a:xfrm>
              <a:off x="485" y="3763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4" name="Google Shape;1254;p48"/>
            <p:cNvCxnSpPr/>
            <p:nvPr/>
          </p:nvCxnSpPr>
          <p:spPr>
            <a:xfrm>
              <a:off x="874" y="3541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55" name="Google Shape;1255;p48"/>
          <p:cNvGrpSpPr/>
          <p:nvPr/>
        </p:nvGrpSpPr>
        <p:grpSpPr>
          <a:xfrm>
            <a:off x="2455862" y="2181225"/>
            <a:ext cx="1449387" cy="482600"/>
            <a:chOff x="1563" y="1374"/>
            <a:chExt cx="913" cy="304"/>
          </a:xfrm>
        </p:grpSpPr>
        <p:sp>
          <p:nvSpPr>
            <p:cNvPr id="1256" name="Google Shape;1256;p48"/>
            <p:cNvSpPr txBox="1"/>
            <p:nvPr/>
          </p:nvSpPr>
          <p:spPr>
            <a:xfrm>
              <a:off x="1576" y="1378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7" name="Google Shape;1257;p48"/>
            <p:cNvCxnSpPr/>
            <p:nvPr/>
          </p:nvCxnSpPr>
          <p:spPr>
            <a:xfrm>
              <a:off x="1563" y="1596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8" name="Google Shape;1258;p48"/>
            <p:cNvCxnSpPr/>
            <p:nvPr/>
          </p:nvCxnSpPr>
          <p:spPr>
            <a:xfrm>
              <a:off x="1952" y="137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59" name="Google Shape;1259;p48"/>
          <p:cNvGrpSpPr/>
          <p:nvPr/>
        </p:nvGrpSpPr>
        <p:grpSpPr>
          <a:xfrm>
            <a:off x="4165600" y="2166937"/>
            <a:ext cx="1449387" cy="482600"/>
            <a:chOff x="2640" y="1365"/>
            <a:chExt cx="913" cy="304"/>
          </a:xfrm>
        </p:grpSpPr>
        <p:sp>
          <p:nvSpPr>
            <p:cNvPr id="1260" name="Google Shape;1260;p48"/>
            <p:cNvSpPr txBox="1"/>
            <p:nvPr/>
          </p:nvSpPr>
          <p:spPr>
            <a:xfrm>
              <a:off x="2653" y="1369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1" name="Google Shape;1261;p48"/>
            <p:cNvCxnSpPr/>
            <p:nvPr/>
          </p:nvCxnSpPr>
          <p:spPr>
            <a:xfrm>
              <a:off x="2640" y="1587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2" name="Google Shape;1262;p48"/>
            <p:cNvCxnSpPr/>
            <p:nvPr/>
          </p:nvCxnSpPr>
          <p:spPr>
            <a:xfrm>
              <a:off x="3029" y="1365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63" name="Google Shape;1263;p48"/>
          <p:cNvGrpSpPr/>
          <p:nvPr/>
        </p:nvGrpSpPr>
        <p:grpSpPr>
          <a:xfrm>
            <a:off x="5859462" y="2152650"/>
            <a:ext cx="1449387" cy="482600"/>
            <a:chOff x="3707" y="1356"/>
            <a:chExt cx="913" cy="304"/>
          </a:xfrm>
        </p:grpSpPr>
        <p:sp>
          <p:nvSpPr>
            <p:cNvPr id="1264" name="Google Shape;1264;p48"/>
            <p:cNvSpPr txBox="1"/>
            <p:nvPr/>
          </p:nvSpPr>
          <p:spPr>
            <a:xfrm>
              <a:off x="3720" y="1360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5" name="Google Shape;1265;p48"/>
            <p:cNvCxnSpPr/>
            <p:nvPr/>
          </p:nvCxnSpPr>
          <p:spPr>
            <a:xfrm>
              <a:off x="3707" y="1578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6" name="Google Shape;1266;p48"/>
            <p:cNvCxnSpPr/>
            <p:nvPr/>
          </p:nvCxnSpPr>
          <p:spPr>
            <a:xfrm>
              <a:off x="4096" y="135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67" name="Google Shape;1267;p48"/>
          <p:cNvGrpSpPr/>
          <p:nvPr/>
        </p:nvGrpSpPr>
        <p:grpSpPr>
          <a:xfrm>
            <a:off x="7569200" y="2154237"/>
            <a:ext cx="1449387" cy="482600"/>
            <a:chOff x="4784" y="1357"/>
            <a:chExt cx="913" cy="304"/>
          </a:xfrm>
        </p:grpSpPr>
        <p:sp>
          <p:nvSpPr>
            <p:cNvPr id="1268" name="Google Shape;1268;p48"/>
            <p:cNvSpPr txBox="1"/>
            <p:nvPr/>
          </p:nvSpPr>
          <p:spPr>
            <a:xfrm>
              <a:off x="4797" y="1361"/>
              <a:ext cx="9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9" name="Google Shape;1269;p48"/>
            <p:cNvCxnSpPr/>
            <p:nvPr/>
          </p:nvCxnSpPr>
          <p:spPr>
            <a:xfrm>
              <a:off x="4784" y="1579"/>
              <a:ext cx="9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0" name="Google Shape;1270;p48"/>
            <p:cNvCxnSpPr/>
            <p:nvPr/>
          </p:nvCxnSpPr>
          <p:spPr>
            <a:xfrm>
              <a:off x="5173" y="135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71" name="Google Shape;1271;p48"/>
          <p:cNvCxnSpPr/>
          <p:nvPr/>
        </p:nvCxnSpPr>
        <p:spPr>
          <a:xfrm>
            <a:off x="3276600" y="2627312"/>
            <a:ext cx="868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72" name="Google Shape;1272;p48"/>
          <p:cNvCxnSpPr/>
          <p:nvPr/>
        </p:nvCxnSpPr>
        <p:spPr>
          <a:xfrm>
            <a:off x="5003800" y="2616200"/>
            <a:ext cx="868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73" name="Google Shape;1273;p48"/>
          <p:cNvCxnSpPr/>
          <p:nvPr/>
        </p:nvCxnSpPr>
        <p:spPr>
          <a:xfrm>
            <a:off x="6713537" y="2601912"/>
            <a:ext cx="868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74" name="Google Shape;1274;p48"/>
          <p:cNvCxnSpPr/>
          <p:nvPr/>
        </p:nvCxnSpPr>
        <p:spPr>
          <a:xfrm>
            <a:off x="1831975" y="1931987"/>
            <a:ext cx="717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5" name="Google Shape;1275;p48"/>
          <p:cNvCxnSpPr/>
          <p:nvPr/>
        </p:nvCxnSpPr>
        <p:spPr>
          <a:xfrm>
            <a:off x="9026525" y="1931987"/>
            <a:ext cx="0" cy="63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6" name="Google Shape;1276;p48"/>
          <p:cNvCxnSpPr/>
          <p:nvPr/>
        </p:nvCxnSpPr>
        <p:spPr>
          <a:xfrm>
            <a:off x="8597900" y="2598737"/>
            <a:ext cx="42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7" name="Google Shape;1277;p48"/>
          <p:cNvCxnSpPr/>
          <p:nvPr/>
        </p:nvCxnSpPr>
        <p:spPr>
          <a:xfrm>
            <a:off x="1831975" y="1931987"/>
            <a:ext cx="0" cy="246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78" name="Google Shape;1278;p48"/>
          <p:cNvCxnSpPr/>
          <p:nvPr/>
        </p:nvCxnSpPr>
        <p:spPr>
          <a:xfrm>
            <a:off x="1360487" y="3482975"/>
            <a:ext cx="0" cy="42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79" name="Google Shape;1279;p48"/>
          <p:cNvCxnSpPr/>
          <p:nvPr/>
        </p:nvCxnSpPr>
        <p:spPr>
          <a:xfrm>
            <a:off x="1379537" y="4368800"/>
            <a:ext cx="0" cy="42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80" name="Google Shape;1280;p48"/>
          <p:cNvCxnSpPr/>
          <p:nvPr/>
        </p:nvCxnSpPr>
        <p:spPr>
          <a:xfrm>
            <a:off x="1379537" y="5213350"/>
            <a:ext cx="0" cy="42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281" name="Google Shape;1281;p48"/>
          <p:cNvCxnSpPr/>
          <p:nvPr/>
        </p:nvCxnSpPr>
        <p:spPr>
          <a:xfrm>
            <a:off x="431800" y="2368550"/>
            <a:ext cx="0" cy="3726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2" name="Google Shape;1282;p48"/>
          <p:cNvCxnSpPr/>
          <p:nvPr/>
        </p:nvCxnSpPr>
        <p:spPr>
          <a:xfrm rot="10800000">
            <a:off x="430187" y="6092825"/>
            <a:ext cx="663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3" name="Google Shape;1283;p48"/>
          <p:cNvCxnSpPr/>
          <p:nvPr/>
        </p:nvCxnSpPr>
        <p:spPr>
          <a:xfrm>
            <a:off x="415925" y="2381250"/>
            <a:ext cx="341400" cy="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284" name="Google Shape;1284;p48"/>
          <p:cNvSpPr txBox="1"/>
          <p:nvPr/>
        </p:nvSpPr>
        <p:spPr>
          <a:xfrm>
            <a:off x="2446337" y="3927475"/>
            <a:ext cx="1224000" cy="544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5" name="Google Shape;1285;p48"/>
          <p:cNvCxnSpPr/>
          <p:nvPr/>
        </p:nvCxnSpPr>
        <p:spPr>
          <a:xfrm flipH="1" rot="10800000">
            <a:off x="2439987" y="4219662"/>
            <a:ext cx="12366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6" name="Google Shape;1286;p48"/>
          <p:cNvCxnSpPr/>
          <p:nvPr/>
        </p:nvCxnSpPr>
        <p:spPr>
          <a:xfrm flipH="1">
            <a:off x="3070100" y="3921125"/>
            <a:ext cx="3300" cy="27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7" name="Google Shape;1287;p48"/>
          <p:cNvCxnSpPr/>
          <p:nvPr/>
        </p:nvCxnSpPr>
        <p:spPr>
          <a:xfrm>
            <a:off x="2763837" y="3921125"/>
            <a:ext cx="9600" cy="290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8" name="Google Shape;1288;p48"/>
          <p:cNvCxnSpPr/>
          <p:nvPr/>
        </p:nvCxnSpPr>
        <p:spPr>
          <a:xfrm flipH="1">
            <a:off x="3379662" y="3921125"/>
            <a:ext cx="3300" cy="27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9" name="Google Shape;1289;p48"/>
          <p:cNvSpPr txBox="1"/>
          <p:nvPr/>
        </p:nvSpPr>
        <p:spPr>
          <a:xfrm>
            <a:off x="2738437" y="38496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8"/>
          <p:cNvSpPr txBox="1"/>
          <p:nvPr/>
        </p:nvSpPr>
        <p:spPr>
          <a:xfrm>
            <a:off x="3074987" y="38512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8"/>
          <p:cNvSpPr txBox="1"/>
          <p:nvPr/>
        </p:nvSpPr>
        <p:spPr>
          <a:xfrm>
            <a:off x="2822575" y="4122737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8"/>
          <p:cNvSpPr txBox="1"/>
          <p:nvPr/>
        </p:nvSpPr>
        <p:spPr>
          <a:xfrm>
            <a:off x="4146550" y="4733925"/>
            <a:ext cx="1224000" cy="544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3" name="Google Shape;1293;p48"/>
          <p:cNvCxnSpPr/>
          <p:nvPr/>
        </p:nvCxnSpPr>
        <p:spPr>
          <a:xfrm flipH="1" rot="10800000">
            <a:off x="4140200" y="5013412"/>
            <a:ext cx="12399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4" name="Google Shape;1294;p48"/>
          <p:cNvCxnSpPr/>
          <p:nvPr/>
        </p:nvCxnSpPr>
        <p:spPr>
          <a:xfrm>
            <a:off x="4772025" y="4727575"/>
            <a:ext cx="7800" cy="28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5" name="Google Shape;1295;p48"/>
          <p:cNvCxnSpPr/>
          <p:nvPr/>
        </p:nvCxnSpPr>
        <p:spPr>
          <a:xfrm flipH="1">
            <a:off x="4459162" y="4727575"/>
            <a:ext cx="3300" cy="28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6" name="Google Shape;1296;p48"/>
          <p:cNvCxnSpPr/>
          <p:nvPr/>
        </p:nvCxnSpPr>
        <p:spPr>
          <a:xfrm>
            <a:off x="5083175" y="4727575"/>
            <a:ext cx="0" cy="285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7" name="Google Shape;1297;p48"/>
          <p:cNvSpPr txBox="1"/>
          <p:nvPr/>
        </p:nvSpPr>
        <p:spPr>
          <a:xfrm>
            <a:off x="4437062" y="46386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8"/>
          <p:cNvSpPr txBox="1"/>
          <p:nvPr/>
        </p:nvSpPr>
        <p:spPr>
          <a:xfrm>
            <a:off x="4773612" y="46259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8"/>
          <p:cNvSpPr txBox="1"/>
          <p:nvPr/>
        </p:nvSpPr>
        <p:spPr>
          <a:xfrm>
            <a:off x="4508500" y="4927600"/>
            <a:ext cx="43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8"/>
          <p:cNvSpPr txBox="1"/>
          <p:nvPr/>
        </p:nvSpPr>
        <p:spPr>
          <a:xfrm>
            <a:off x="5883275" y="3005137"/>
            <a:ext cx="1224000" cy="544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1" name="Google Shape;1301;p48"/>
          <p:cNvCxnSpPr/>
          <p:nvPr/>
        </p:nvCxnSpPr>
        <p:spPr>
          <a:xfrm flipH="1" rot="10800000">
            <a:off x="5876925" y="3297324"/>
            <a:ext cx="12366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2" name="Google Shape;1302;p48"/>
          <p:cNvCxnSpPr/>
          <p:nvPr/>
        </p:nvCxnSpPr>
        <p:spPr>
          <a:xfrm>
            <a:off x="6510337" y="2998787"/>
            <a:ext cx="4800" cy="274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3" name="Google Shape;1303;p48"/>
          <p:cNvCxnSpPr/>
          <p:nvPr/>
        </p:nvCxnSpPr>
        <p:spPr>
          <a:xfrm>
            <a:off x="6200775" y="2998787"/>
            <a:ext cx="4800" cy="2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4" name="Google Shape;1304;p48"/>
          <p:cNvCxnSpPr/>
          <p:nvPr/>
        </p:nvCxnSpPr>
        <p:spPr>
          <a:xfrm>
            <a:off x="6819900" y="2998787"/>
            <a:ext cx="4800" cy="34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5" name="Google Shape;1305;p48"/>
          <p:cNvSpPr txBox="1"/>
          <p:nvPr/>
        </p:nvSpPr>
        <p:spPr>
          <a:xfrm>
            <a:off x="6173787" y="29273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48"/>
          <p:cNvSpPr txBox="1"/>
          <p:nvPr/>
        </p:nvSpPr>
        <p:spPr>
          <a:xfrm>
            <a:off x="6511925" y="294163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8"/>
          <p:cNvSpPr txBox="1"/>
          <p:nvPr/>
        </p:nvSpPr>
        <p:spPr>
          <a:xfrm>
            <a:off x="6245225" y="3184525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8"/>
          <p:cNvSpPr txBox="1"/>
          <p:nvPr/>
        </p:nvSpPr>
        <p:spPr>
          <a:xfrm>
            <a:off x="7593012" y="5616575"/>
            <a:ext cx="1224000" cy="544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9" name="Google Shape;1309;p48"/>
          <p:cNvCxnSpPr/>
          <p:nvPr/>
        </p:nvCxnSpPr>
        <p:spPr>
          <a:xfrm flipH="1" rot="10800000">
            <a:off x="7586662" y="5908762"/>
            <a:ext cx="12366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0" name="Google Shape;1310;p48"/>
          <p:cNvCxnSpPr/>
          <p:nvPr/>
        </p:nvCxnSpPr>
        <p:spPr>
          <a:xfrm>
            <a:off x="8220075" y="5610225"/>
            <a:ext cx="6300" cy="28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1" name="Google Shape;1311;p48"/>
          <p:cNvCxnSpPr/>
          <p:nvPr/>
        </p:nvCxnSpPr>
        <p:spPr>
          <a:xfrm flipH="1">
            <a:off x="7905712" y="5610225"/>
            <a:ext cx="4800" cy="28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2" name="Google Shape;1312;p48"/>
          <p:cNvCxnSpPr/>
          <p:nvPr/>
        </p:nvCxnSpPr>
        <p:spPr>
          <a:xfrm flipH="1">
            <a:off x="8524837" y="5610225"/>
            <a:ext cx="4800" cy="27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3" name="Google Shape;1313;p48"/>
          <p:cNvSpPr txBox="1"/>
          <p:nvPr/>
        </p:nvSpPr>
        <p:spPr>
          <a:xfrm>
            <a:off x="7883525" y="553243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8"/>
          <p:cNvSpPr txBox="1"/>
          <p:nvPr/>
        </p:nvSpPr>
        <p:spPr>
          <a:xfrm>
            <a:off x="8205787" y="552132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8"/>
          <p:cNvSpPr txBox="1"/>
          <p:nvPr/>
        </p:nvSpPr>
        <p:spPr>
          <a:xfrm>
            <a:off x="7954962" y="5810250"/>
            <a:ext cx="5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6" name="Google Shape;1316;p48"/>
          <p:cNvCxnSpPr/>
          <p:nvPr/>
        </p:nvCxnSpPr>
        <p:spPr>
          <a:xfrm>
            <a:off x="1379537" y="2614612"/>
            <a:ext cx="0" cy="42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17" name="Google Shape;1317;p48"/>
          <p:cNvCxnSpPr/>
          <p:nvPr/>
        </p:nvCxnSpPr>
        <p:spPr>
          <a:xfrm>
            <a:off x="1860550" y="2354262"/>
            <a:ext cx="606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18" name="Google Shape;1318;p48"/>
          <p:cNvCxnSpPr/>
          <p:nvPr/>
        </p:nvCxnSpPr>
        <p:spPr>
          <a:xfrm>
            <a:off x="1757362" y="3224212"/>
            <a:ext cx="4114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19" name="Google Shape;1319;p48"/>
          <p:cNvCxnSpPr/>
          <p:nvPr/>
        </p:nvCxnSpPr>
        <p:spPr>
          <a:xfrm>
            <a:off x="1757362" y="4108450"/>
            <a:ext cx="679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0" name="Google Shape;1320;p48"/>
          <p:cNvCxnSpPr/>
          <p:nvPr/>
        </p:nvCxnSpPr>
        <p:spPr>
          <a:xfrm>
            <a:off x="1773237" y="4953000"/>
            <a:ext cx="2373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1" name="Google Shape;1321;p48"/>
          <p:cNvCxnSpPr/>
          <p:nvPr/>
        </p:nvCxnSpPr>
        <p:spPr>
          <a:xfrm>
            <a:off x="1744662" y="5810250"/>
            <a:ext cx="5837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2" name="Google Shape;1322;p48"/>
          <p:cNvCxnSpPr/>
          <p:nvPr/>
        </p:nvCxnSpPr>
        <p:spPr>
          <a:xfrm>
            <a:off x="2732087" y="2381250"/>
            <a:ext cx="0" cy="155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3" name="Google Shape;1323;p48"/>
          <p:cNvCxnSpPr/>
          <p:nvPr/>
        </p:nvCxnSpPr>
        <p:spPr>
          <a:xfrm>
            <a:off x="4470400" y="2395537"/>
            <a:ext cx="0" cy="15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4" name="Google Shape;1324;p48"/>
          <p:cNvCxnSpPr/>
          <p:nvPr/>
        </p:nvCxnSpPr>
        <p:spPr>
          <a:xfrm>
            <a:off x="6137275" y="2381250"/>
            <a:ext cx="0" cy="5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5" name="Google Shape;1325;p48"/>
          <p:cNvCxnSpPr/>
          <p:nvPr/>
        </p:nvCxnSpPr>
        <p:spPr>
          <a:xfrm>
            <a:off x="7875587" y="2368550"/>
            <a:ext cx="0" cy="3251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26" name="Google Shape;1326;p48"/>
          <p:cNvCxnSpPr/>
          <p:nvPr/>
        </p:nvCxnSpPr>
        <p:spPr>
          <a:xfrm>
            <a:off x="6975475" y="3170237"/>
            <a:ext cx="29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7" name="Google Shape;1327;p48"/>
          <p:cNvCxnSpPr/>
          <p:nvPr/>
        </p:nvCxnSpPr>
        <p:spPr>
          <a:xfrm>
            <a:off x="7285037" y="2871787"/>
            <a:ext cx="0" cy="2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8" name="Google Shape;1328;p48"/>
          <p:cNvCxnSpPr/>
          <p:nvPr/>
        </p:nvCxnSpPr>
        <p:spPr>
          <a:xfrm>
            <a:off x="1744662" y="2857500"/>
            <a:ext cx="552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9" name="Google Shape;1329;p48"/>
          <p:cNvCxnSpPr/>
          <p:nvPr/>
        </p:nvCxnSpPr>
        <p:spPr>
          <a:xfrm flipH="1">
            <a:off x="1728762" y="2857500"/>
            <a:ext cx="15900" cy="204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30" name="Google Shape;1330;p48"/>
          <p:cNvCxnSpPr/>
          <p:nvPr/>
        </p:nvCxnSpPr>
        <p:spPr>
          <a:xfrm>
            <a:off x="3511550" y="4081462"/>
            <a:ext cx="649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31" name="Google Shape;1331;p48"/>
          <p:cNvCxnSpPr/>
          <p:nvPr/>
        </p:nvCxnSpPr>
        <p:spPr>
          <a:xfrm flipH="1" rot="10800000">
            <a:off x="5572125" y="3714750"/>
            <a:ext cx="33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2" name="Google Shape;1332;p48"/>
          <p:cNvCxnSpPr/>
          <p:nvPr/>
        </p:nvCxnSpPr>
        <p:spPr>
          <a:xfrm>
            <a:off x="1654175" y="3714750"/>
            <a:ext cx="3921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3" name="Google Shape;1333;p48"/>
          <p:cNvCxnSpPr/>
          <p:nvPr/>
        </p:nvCxnSpPr>
        <p:spPr>
          <a:xfrm>
            <a:off x="1654175" y="3714750"/>
            <a:ext cx="0" cy="20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34" name="Google Shape;1334;p48"/>
          <p:cNvCxnSpPr/>
          <p:nvPr/>
        </p:nvCxnSpPr>
        <p:spPr>
          <a:xfrm>
            <a:off x="5253037" y="4897437"/>
            <a:ext cx="27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5" name="Google Shape;1335;p48"/>
          <p:cNvCxnSpPr/>
          <p:nvPr/>
        </p:nvCxnSpPr>
        <p:spPr>
          <a:xfrm>
            <a:off x="5562600" y="4557837"/>
            <a:ext cx="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6" name="Google Shape;1336;p48"/>
          <p:cNvCxnSpPr/>
          <p:nvPr/>
        </p:nvCxnSpPr>
        <p:spPr>
          <a:xfrm>
            <a:off x="1789112" y="4557712"/>
            <a:ext cx="377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7" name="Google Shape;1337;p48"/>
          <p:cNvCxnSpPr/>
          <p:nvPr/>
        </p:nvCxnSpPr>
        <p:spPr>
          <a:xfrm>
            <a:off x="1789112" y="4557712"/>
            <a:ext cx="0" cy="258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38" name="Google Shape;1338;p48"/>
          <p:cNvCxnSpPr/>
          <p:nvPr/>
        </p:nvCxnSpPr>
        <p:spPr>
          <a:xfrm>
            <a:off x="8701087" y="5768975"/>
            <a:ext cx="293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9" name="Google Shape;1339;p48"/>
          <p:cNvCxnSpPr/>
          <p:nvPr/>
        </p:nvCxnSpPr>
        <p:spPr>
          <a:xfrm>
            <a:off x="1757362" y="5387975"/>
            <a:ext cx="7237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0" name="Google Shape;1340;p48"/>
          <p:cNvCxnSpPr/>
          <p:nvPr/>
        </p:nvCxnSpPr>
        <p:spPr>
          <a:xfrm>
            <a:off x="1773237" y="5387975"/>
            <a:ext cx="0" cy="231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41" name="Google Shape;1341;p48"/>
          <p:cNvCxnSpPr/>
          <p:nvPr/>
        </p:nvCxnSpPr>
        <p:spPr>
          <a:xfrm flipH="1">
            <a:off x="8991475" y="5373687"/>
            <a:ext cx="3300" cy="38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2" name="Google Shape;1342;p48"/>
          <p:cNvCxnSpPr/>
          <p:nvPr/>
        </p:nvCxnSpPr>
        <p:spPr>
          <a:xfrm>
            <a:off x="7713662" y="2694099"/>
            <a:ext cx="0" cy="303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43" name="Google Shape;1343;p48"/>
          <p:cNvCxnSpPr/>
          <p:nvPr/>
        </p:nvCxnSpPr>
        <p:spPr>
          <a:xfrm>
            <a:off x="5959475" y="2694037"/>
            <a:ext cx="0" cy="463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44" name="Google Shape;1344;p48"/>
          <p:cNvCxnSpPr/>
          <p:nvPr/>
        </p:nvCxnSpPr>
        <p:spPr>
          <a:xfrm>
            <a:off x="3851275" y="2327387"/>
            <a:ext cx="0" cy="246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5" name="Google Shape;1345;p48"/>
          <p:cNvSpPr txBox="1"/>
          <p:nvPr/>
        </p:nvSpPr>
        <p:spPr>
          <a:xfrm>
            <a:off x="4162425" y="3917950"/>
            <a:ext cx="1224000" cy="544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6" name="Google Shape;1346;p48"/>
          <p:cNvCxnSpPr/>
          <p:nvPr/>
        </p:nvCxnSpPr>
        <p:spPr>
          <a:xfrm>
            <a:off x="4156075" y="4211637"/>
            <a:ext cx="1242900" cy="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7" name="Google Shape;1347;p48"/>
          <p:cNvCxnSpPr/>
          <p:nvPr/>
        </p:nvCxnSpPr>
        <p:spPr>
          <a:xfrm flipH="1">
            <a:off x="4784600" y="3911600"/>
            <a:ext cx="3300" cy="315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8" name="Google Shape;1348;p48"/>
          <p:cNvCxnSpPr/>
          <p:nvPr/>
        </p:nvCxnSpPr>
        <p:spPr>
          <a:xfrm>
            <a:off x="4478337" y="3911600"/>
            <a:ext cx="7800" cy="30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9" name="Google Shape;1349;p48"/>
          <p:cNvCxnSpPr/>
          <p:nvPr/>
        </p:nvCxnSpPr>
        <p:spPr>
          <a:xfrm flipH="1">
            <a:off x="5095962" y="3911600"/>
            <a:ext cx="1500" cy="30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0" name="Google Shape;1350;p48"/>
          <p:cNvSpPr txBox="1"/>
          <p:nvPr/>
        </p:nvSpPr>
        <p:spPr>
          <a:xfrm>
            <a:off x="4433887" y="38242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8"/>
          <p:cNvSpPr txBox="1"/>
          <p:nvPr/>
        </p:nvSpPr>
        <p:spPr>
          <a:xfrm>
            <a:off x="4776787" y="38417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8"/>
          <p:cNvSpPr txBox="1"/>
          <p:nvPr/>
        </p:nvSpPr>
        <p:spPr>
          <a:xfrm>
            <a:off x="4625975" y="412591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3" name="Google Shape;1353;p48"/>
          <p:cNvCxnSpPr/>
          <p:nvPr/>
        </p:nvCxnSpPr>
        <p:spPr>
          <a:xfrm>
            <a:off x="5270500" y="4070350"/>
            <a:ext cx="293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48"/>
          <p:cNvCxnSpPr/>
          <p:nvPr/>
        </p:nvCxnSpPr>
        <p:spPr>
          <a:xfrm>
            <a:off x="3851275" y="4802187"/>
            <a:ext cx="428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48"/>
          <p:cNvCxnSpPr/>
          <p:nvPr/>
        </p:nvCxnSpPr>
        <p:spPr>
          <a:xfrm>
            <a:off x="3867150" y="2327275"/>
            <a:ext cx="324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56" name="Google Shape;1356;p48"/>
          <p:cNvCxnSpPr/>
          <p:nvPr/>
        </p:nvCxnSpPr>
        <p:spPr>
          <a:xfrm>
            <a:off x="4308475" y="4108450"/>
            <a:ext cx="0" cy="61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357" name="Google Shape;1357;p48"/>
          <p:cNvCxnSpPr/>
          <p:nvPr/>
        </p:nvCxnSpPr>
        <p:spPr>
          <a:xfrm>
            <a:off x="2554287" y="2720975"/>
            <a:ext cx="0" cy="1333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358" name="Google Shape;1358;p48"/>
          <p:cNvSpPr txBox="1"/>
          <p:nvPr/>
        </p:nvSpPr>
        <p:spPr>
          <a:xfrm>
            <a:off x="2246312" y="5924550"/>
            <a:ext cx="246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9" name="Google Shape;1359;p48"/>
          <p:cNvCxnSpPr/>
          <p:nvPr/>
        </p:nvCxnSpPr>
        <p:spPr>
          <a:xfrm>
            <a:off x="1049337" y="1909762"/>
            <a:ext cx="0" cy="1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0" name="Google Shape;1360;p48"/>
          <p:cNvSpPr txBox="1"/>
          <p:nvPr/>
        </p:nvSpPr>
        <p:spPr>
          <a:xfrm>
            <a:off x="915987" y="1614487"/>
            <a:ext cx="311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8"/>
          <p:cNvSpPr txBox="1"/>
          <p:nvPr/>
        </p:nvSpPr>
        <p:spPr>
          <a:xfrm>
            <a:off x="2503487" y="1882775"/>
            <a:ext cx="476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8"/>
          <p:cNvSpPr txBox="1"/>
          <p:nvPr/>
        </p:nvSpPr>
        <p:spPr>
          <a:xfrm>
            <a:off x="4264025" y="1881187"/>
            <a:ext cx="476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48"/>
          <p:cNvSpPr txBox="1"/>
          <p:nvPr/>
        </p:nvSpPr>
        <p:spPr>
          <a:xfrm>
            <a:off x="5945187" y="1855787"/>
            <a:ext cx="476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48"/>
          <p:cNvSpPr txBox="1"/>
          <p:nvPr/>
        </p:nvSpPr>
        <p:spPr>
          <a:xfrm>
            <a:off x="7627937" y="1855787"/>
            <a:ext cx="476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4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49"/>
          <p:cNvSpPr txBox="1"/>
          <p:nvPr>
            <p:ph type="title"/>
          </p:nvPr>
        </p:nvSpPr>
        <p:spPr>
          <a:xfrm>
            <a:off x="912812" y="1855787"/>
            <a:ext cx="77850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#define MAX_SIZE 50 /* size of largest matrix */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enum {head, entry} tagfield;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matrix_node *matrix_pointer;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entry_node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int row;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int col;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int value;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};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typedef struct matrix_node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matrix_pointer down;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matrix_pointer right;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tagfield tag;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5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5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50"/>
          <p:cNvSpPr txBox="1"/>
          <p:nvPr>
            <p:ph type="title"/>
          </p:nvPr>
        </p:nvSpPr>
        <p:spPr>
          <a:xfrm>
            <a:off x="939800" y="2079625"/>
            <a:ext cx="77580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 {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matrix_pointer next;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entry_node entry;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} u;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};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matrix_pointer hdnode[MAX_SIZE]; </a:t>
            </a: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5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5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5" name="Google Shape;13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112" y="1631950"/>
            <a:ext cx="3351212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51"/>
          <p:cNvSpPr txBox="1"/>
          <p:nvPr/>
        </p:nvSpPr>
        <p:spPr>
          <a:xfrm>
            <a:off x="1044575" y="4981575"/>
            <a:ext cx="748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4.22: Sample input for sparse matrix (p.174)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5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52"/>
          <p:cNvSpPr txBox="1"/>
          <p:nvPr/>
        </p:nvSpPr>
        <p:spPr>
          <a:xfrm>
            <a:off x="338137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in a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52"/>
          <p:cNvSpPr txBox="1"/>
          <p:nvPr/>
        </p:nvSpPr>
        <p:spPr>
          <a:xfrm>
            <a:off x="828675" y="1797050"/>
            <a:ext cx="8315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matrix_pointer mread(void)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read in a matrix and set up its linked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list. An global array hdnode is used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num_rows, num_cols, num_terms;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num_heads,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row, col, value, current_row;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matrix_pointer temp, last,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printf(“Enter the number of rows, columns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and number of nonzero terms: “);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5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5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53"/>
          <p:cNvSpPr txBox="1"/>
          <p:nvPr/>
        </p:nvSpPr>
        <p:spPr>
          <a:xfrm>
            <a:off x="730250" y="1038225"/>
            <a:ext cx="8075700" cy="53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scanf(“%d%d%d”, &amp;num_rows, &amp;num_cols,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&amp;num_terms);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num_heads =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(num_cols&gt;num_rows)? num_cols : num_rows;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/* set up head node for the list of head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nodes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node = new_node();    node-&gt;tag = entry;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node-&gt;u.entry.row = num_rows;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node-&gt;u.entry.col = num_cols;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(!num_heads) node-&gt;right =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{ /* initialize the head nodes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i&lt;num_heads;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term= new_node();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hdnode[i] = temp;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hdnode[i]-&gt;tag = head;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hdnode[i]-&gt;right = temp;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hdnode[i]-&gt;u.next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53"/>
          <p:cNvSpPr txBox="1"/>
          <p:nvPr/>
        </p:nvSpPr>
        <p:spPr>
          <a:xfrm>
            <a:off x="6629400" y="4951412"/>
            <a:ext cx="18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O(max(n,m))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5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5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54"/>
          <p:cNvSpPr txBox="1"/>
          <p:nvPr/>
        </p:nvSpPr>
        <p:spPr>
          <a:xfrm>
            <a:off x="419100" y="914400"/>
            <a:ext cx="91233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current_row= 0;    last= hdnode[0];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i&lt;num_terms;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printf(“Enter row, column and value:”);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scanf(“%d%d%d”, &amp;row, &amp;col, &amp;value);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(row&gt;current_row)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last-&gt;right= hdnode[current_row];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current_row= row;  last=hdnode[row];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temp = new_node();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temp-&gt;tag=entry; temp-&gt;u.entry.row=row;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temp-&gt;u.entry.col = col;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temp-&gt;u.entry.value = 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last-&gt;right = temp;/*link to row list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last=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/* link to column list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hdnode[col]-&gt;u.next-&gt;down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hdnode[col]=&gt;u.next = temp;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5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55"/>
          <p:cNvSpPr txBox="1"/>
          <p:nvPr/>
        </p:nvSpPr>
        <p:spPr>
          <a:xfrm>
            <a:off x="649287" y="954087"/>
            <a:ext cx="8136000" cy="5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/*close last row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last-&gt;right = hdnode[current_row];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/* close all column lists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i&lt;num_cols; i++)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hdnode[i]-&gt;u.next-&gt;down = hdnode[i];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link all head nodes together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i&lt;num_heads-1; i++)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hdnode[i]-&gt;u.next = hdnode[i+1];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hdnode[num_heads-1]-&gt;u.next=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node-&gt;right = hdnode[0];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node;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55"/>
          <p:cNvSpPr txBox="1"/>
          <p:nvPr/>
        </p:nvSpPr>
        <p:spPr>
          <a:xfrm>
            <a:off x="2482850" y="5005387"/>
            <a:ext cx="44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O(max{#_rows, #_cols}+#_terms)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5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56"/>
          <p:cNvSpPr txBox="1"/>
          <p:nvPr/>
        </p:nvSpPr>
        <p:spPr>
          <a:xfrm>
            <a:off x="312737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out a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56"/>
          <p:cNvSpPr txBox="1"/>
          <p:nvPr/>
        </p:nvSpPr>
        <p:spPr>
          <a:xfrm>
            <a:off x="890587" y="2181225"/>
            <a:ext cx="8653500" cy="4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mwrite(matrix_pointer node)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/* print out the matrix in</a:t>
            </a:r>
            <a:r>
              <a:rPr b="0" i="0" lang="en-US" sz="2000" u="none" cap="none" strike="noStrike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 row major form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matrix_pointer temp, head = node-&gt;right;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printf(“\n num_rows = %d, num_cols= %d\n”,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node-&gt;u.entry.row,node-&gt;u.entry.col);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printf(“The matrix by row, column,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value:\n\n”);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(i=0; i&lt;node-&gt;u.entry.row;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(temp=head-&gt;right;temp!=head;temp=temp-&gt;right)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printf(“%5d%5d%5d\n”, temp-&gt;u.entry.row,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temp-&gt;u.entry.col, temp-&gt;u.entry.value);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head= head-&gt;u.next; /* next row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56"/>
          <p:cNvSpPr txBox="1"/>
          <p:nvPr/>
        </p:nvSpPr>
        <p:spPr>
          <a:xfrm>
            <a:off x="4846637" y="3805237"/>
            <a:ext cx="26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O(#_rows+#_terms)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5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5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57"/>
          <p:cNvSpPr txBox="1"/>
          <p:nvPr/>
        </p:nvSpPr>
        <p:spPr>
          <a:xfrm>
            <a:off x="312737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Erase a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57"/>
          <p:cNvSpPr txBox="1"/>
          <p:nvPr/>
        </p:nvSpPr>
        <p:spPr>
          <a:xfrm>
            <a:off x="820737" y="1609725"/>
            <a:ext cx="7997700" cy="46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merase(matrix_pointer *node)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i, num_heads;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matrix_pointer x, y, head = (*node)-&gt;right;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(i=0; i&lt;(*node)-&gt;u.entry.row;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y=head-&gt;right;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(y!=head)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x = y;  y = y-&gt;right;  free(x);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x= head;  head= head-&gt;u.next; free(x);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y = head;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(y!=*node)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x = y;  y = y-&gt;u.next;  free(x);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free(*node);  *node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57"/>
          <p:cNvSpPr txBox="1"/>
          <p:nvPr/>
        </p:nvSpPr>
        <p:spPr>
          <a:xfrm>
            <a:off x="4894262" y="555625"/>
            <a:ext cx="4060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the entry and head nodes by row.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57"/>
          <p:cNvSpPr txBox="1"/>
          <p:nvPr/>
        </p:nvSpPr>
        <p:spPr>
          <a:xfrm>
            <a:off x="4772025" y="476250"/>
            <a:ext cx="4197300" cy="49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57"/>
          <p:cNvSpPr txBox="1"/>
          <p:nvPr/>
        </p:nvSpPr>
        <p:spPr>
          <a:xfrm>
            <a:off x="1119187" y="5203825"/>
            <a:ext cx="362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O(#_rows+#_cols+#_terms)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5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58"/>
          <p:cNvSpPr txBox="1"/>
          <p:nvPr/>
        </p:nvSpPr>
        <p:spPr>
          <a:xfrm>
            <a:off x="2967037" y="1042987"/>
            <a:ext cx="3389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Doubly 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58"/>
          <p:cNvSpPr txBox="1"/>
          <p:nvPr/>
        </p:nvSpPr>
        <p:spPr>
          <a:xfrm>
            <a:off x="1336675" y="1793875"/>
            <a:ext cx="7536000" cy="4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in forward and backward direction.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Singly linked list (in one direction 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get the preceding node during deletion or insertion?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2 pointers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in doubly 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link field (llink)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field (item)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link field (rlink)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5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59"/>
          <p:cNvSpPr txBox="1"/>
          <p:nvPr/>
        </p:nvSpPr>
        <p:spPr>
          <a:xfrm>
            <a:off x="717550" y="6096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Doubly Linked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59"/>
          <p:cNvSpPr txBox="1"/>
          <p:nvPr/>
        </p:nvSpPr>
        <p:spPr>
          <a:xfrm>
            <a:off x="723900" y="2016125"/>
            <a:ext cx="84201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node *node_pointer;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node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node_pointer llink;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element item;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node_pointer rlink;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4" name="Google Shape;1454;p59"/>
          <p:cNvGrpSpPr/>
          <p:nvPr/>
        </p:nvGrpSpPr>
        <p:grpSpPr>
          <a:xfrm>
            <a:off x="1389062" y="5654675"/>
            <a:ext cx="1905000" cy="488949"/>
            <a:chOff x="887" y="3540"/>
            <a:chExt cx="1200" cy="308"/>
          </a:xfrm>
        </p:grpSpPr>
        <p:sp>
          <p:nvSpPr>
            <p:cNvPr id="1455" name="Google Shape;1455;p59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6" name="Google Shape;1456;p59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7" name="Google Shape;1457;p59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58" name="Google Shape;1458;p59"/>
          <p:cNvGrpSpPr/>
          <p:nvPr/>
        </p:nvGrpSpPr>
        <p:grpSpPr>
          <a:xfrm>
            <a:off x="3827462" y="5657850"/>
            <a:ext cx="1905000" cy="488950"/>
            <a:chOff x="2423" y="3542"/>
            <a:chExt cx="1200" cy="308"/>
          </a:xfrm>
        </p:grpSpPr>
        <p:sp>
          <p:nvSpPr>
            <p:cNvPr id="1459" name="Google Shape;1459;p59"/>
            <p:cNvSpPr txBox="1"/>
            <p:nvPr/>
          </p:nvSpPr>
          <p:spPr>
            <a:xfrm>
              <a:off x="2423" y="3546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0" name="Google Shape;1460;p59"/>
            <p:cNvCxnSpPr/>
            <p:nvPr/>
          </p:nvCxnSpPr>
          <p:spPr>
            <a:xfrm>
              <a:off x="2781" y="355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1" name="Google Shape;1461;p59"/>
            <p:cNvCxnSpPr/>
            <p:nvPr/>
          </p:nvCxnSpPr>
          <p:spPr>
            <a:xfrm>
              <a:off x="3291" y="354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62" name="Google Shape;1462;p59"/>
          <p:cNvGrpSpPr/>
          <p:nvPr/>
        </p:nvGrpSpPr>
        <p:grpSpPr>
          <a:xfrm>
            <a:off x="6329362" y="5657850"/>
            <a:ext cx="1905000" cy="488950"/>
            <a:chOff x="3999" y="3542"/>
            <a:chExt cx="1200" cy="308"/>
          </a:xfrm>
        </p:grpSpPr>
        <p:sp>
          <p:nvSpPr>
            <p:cNvPr id="1463" name="Google Shape;1463;p59"/>
            <p:cNvSpPr txBox="1"/>
            <p:nvPr/>
          </p:nvSpPr>
          <p:spPr>
            <a:xfrm>
              <a:off x="3999" y="3546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4" name="Google Shape;1464;p59"/>
            <p:cNvCxnSpPr/>
            <p:nvPr/>
          </p:nvCxnSpPr>
          <p:spPr>
            <a:xfrm>
              <a:off x="4357" y="355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5" name="Google Shape;1465;p59"/>
            <p:cNvCxnSpPr/>
            <p:nvPr/>
          </p:nvCxnSpPr>
          <p:spPr>
            <a:xfrm>
              <a:off x="4867" y="354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466" name="Google Shape;1466;p59"/>
          <p:cNvCxnSpPr/>
          <p:nvPr/>
        </p:nvCxnSpPr>
        <p:spPr>
          <a:xfrm>
            <a:off x="3121025" y="5967412"/>
            <a:ext cx="706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67" name="Google Shape;1467;p59"/>
          <p:cNvCxnSpPr/>
          <p:nvPr/>
        </p:nvCxnSpPr>
        <p:spPr>
          <a:xfrm rot="10800000">
            <a:off x="3357637" y="5803900"/>
            <a:ext cx="676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68" name="Google Shape;1468;p59"/>
          <p:cNvCxnSpPr/>
          <p:nvPr/>
        </p:nvCxnSpPr>
        <p:spPr>
          <a:xfrm>
            <a:off x="5553075" y="5967412"/>
            <a:ext cx="766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69" name="Google Shape;1469;p59"/>
          <p:cNvCxnSpPr/>
          <p:nvPr/>
        </p:nvCxnSpPr>
        <p:spPr>
          <a:xfrm rot="10800000">
            <a:off x="5775337" y="5789612"/>
            <a:ext cx="73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1470" name="Google Shape;1470;p59"/>
          <p:cNvGrpSpPr/>
          <p:nvPr/>
        </p:nvGrpSpPr>
        <p:grpSpPr>
          <a:xfrm>
            <a:off x="4044950" y="4745037"/>
            <a:ext cx="1905000" cy="488949"/>
            <a:chOff x="2560" y="2967"/>
            <a:chExt cx="1200" cy="308"/>
          </a:xfrm>
        </p:grpSpPr>
        <p:sp>
          <p:nvSpPr>
            <p:cNvPr id="1471" name="Google Shape;1471;p59"/>
            <p:cNvSpPr txBox="1"/>
            <p:nvPr/>
          </p:nvSpPr>
          <p:spPr>
            <a:xfrm>
              <a:off x="2560" y="2971"/>
              <a:ext cx="1200" cy="300"/>
            </a:xfrm>
            <a:prstGeom prst="rect">
              <a:avLst/>
            </a:prstGeom>
            <a:solidFill>
              <a:schemeClr val="folHlink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2" name="Google Shape;1472;p59"/>
            <p:cNvCxnSpPr/>
            <p:nvPr/>
          </p:nvCxnSpPr>
          <p:spPr>
            <a:xfrm>
              <a:off x="2917" y="2975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3" name="Google Shape;1473;p59"/>
            <p:cNvCxnSpPr/>
            <p:nvPr/>
          </p:nvCxnSpPr>
          <p:spPr>
            <a:xfrm>
              <a:off x="3428" y="296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474" name="Google Shape;1474;p59"/>
          <p:cNvCxnSpPr/>
          <p:nvPr/>
        </p:nvCxnSpPr>
        <p:spPr>
          <a:xfrm>
            <a:off x="8072437" y="5967412"/>
            <a:ext cx="54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5" name="Google Shape;1475;p59"/>
          <p:cNvCxnSpPr/>
          <p:nvPr/>
        </p:nvCxnSpPr>
        <p:spPr>
          <a:xfrm>
            <a:off x="8632825" y="4960812"/>
            <a:ext cx="0" cy="99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6" name="Google Shape;1476;p59"/>
          <p:cNvCxnSpPr/>
          <p:nvPr/>
        </p:nvCxnSpPr>
        <p:spPr>
          <a:xfrm>
            <a:off x="5994400" y="4946650"/>
            <a:ext cx="2638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</p:cxnSp>
      <p:cxnSp>
        <p:nvCxnSpPr>
          <p:cNvPr id="1477" name="Google Shape;1477;p59"/>
          <p:cNvCxnSpPr/>
          <p:nvPr/>
        </p:nvCxnSpPr>
        <p:spPr>
          <a:xfrm rot="10800000">
            <a:off x="1087562" y="5789612"/>
            <a:ext cx="53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8" name="Google Shape;1478;p59"/>
          <p:cNvCxnSpPr/>
          <p:nvPr/>
        </p:nvCxnSpPr>
        <p:spPr>
          <a:xfrm>
            <a:off x="1101725" y="5015012"/>
            <a:ext cx="0" cy="774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9" name="Google Shape;1479;p59"/>
          <p:cNvCxnSpPr/>
          <p:nvPr/>
        </p:nvCxnSpPr>
        <p:spPr>
          <a:xfrm>
            <a:off x="1087437" y="5000625"/>
            <a:ext cx="2946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80" name="Google Shape;1480;p59"/>
          <p:cNvSpPr txBox="1"/>
          <p:nvPr/>
        </p:nvSpPr>
        <p:spPr>
          <a:xfrm>
            <a:off x="6765925" y="4570412"/>
            <a:ext cx="122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1" name="Google Shape;1481;p59"/>
          <p:cNvCxnSpPr/>
          <p:nvPr/>
        </p:nvCxnSpPr>
        <p:spPr>
          <a:xfrm>
            <a:off x="5715000" y="5027612"/>
            <a:ext cx="0" cy="34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2" name="Google Shape;1482;p59"/>
          <p:cNvCxnSpPr/>
          <p:nvPr/>
        </p:nvCxnSpPr>
        <p:spPr>
          <a:xfrm>
            <a:off x="3044825" y="5395912"/>
            <a:ext cx="265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3" name="Google Shape;1483;p59"/>
          <p:cNvCxnSpPr/>
          <p:nvPr/>
        </p:nvCxnSpPr>
        <p:spPr>
          <a:xfrm>
            <a:off x="3048000" y="5395912"/>
            <a:ext cx="0" cy="285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84" name="Google Shape;1484;p59"/>
          <p:cNvCxnSpPr/>
          <p:nvPr/>
        </p:nvCxnSpPr>
        <p:spPr>
          <a:xfrm>
            <a:off x="4314825" y="5014912"/>
            <a:ext cx="0" cy="285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5" name="Google Shape;1485;p59"/>
          <p:cNvCxnSpPr/>
          <p:nvPr/>
        </p:nvCxnSpPr>
        <p:spPr>
          <a:xfrm>
            <a:off x="4314825" y="5313362"/>
            <a:ext cx="2682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6" name="Google Shape;1486;p59"/>
          <p:cNvCxnSpPr/>
          <p:nvPr/>
        </p:nvCxnSpPr>
        <p:spPr>
          <a:xfrm>
            <a:off x="7011987" y="5313362"/>
            <a:ext cx="0" cy="34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87" name="Google Shape;1487;p59"/>
          <p:cNvSpPr txBox="1"/>
          <p:nvPr/>
        </p:nvSpPr>
        <p:spPr>
          <a:xfrm>
            <a:off x="6046787" y="2605087"/>
            <a:ext cx="24480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ptr-&gt;rlink-&gt;llink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ptr-&gt;llink-&gt;rlink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59"/>
          <p:cNvSpPr txBox="1"/>
          <p:nvPr/>
        </p:nvSpPr>
        <p:spPr>
          <a:xfrm>
            <a:off x="5927725" y="2540000"/>
            <a:ext cx="2646300" cy="132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9" name="Google Shape;1489;p59"/>
          <p:cNvCxnSpPr/>
          <p:nvPr/>
        </p:nvCxnSpPr>
        <p:spPr>
          <a:xfrm rot="10800000">
            <a:off x="6007112" y="4841875"/>
            <a:ext cx="73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90" name="Google Shape;1490;p59"/>
          <p:cNvSpPr txBox="1"/>
          <p:nvPr/>
        </p:nvSpPr>
        <p:spPr>
          <a:xfrm>
            <a:off x="3905250" y="4233862"/>
            <a:ext cx="2160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     data     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59"/>
          <p:cNvSpPr txBox="1"/>
          <p:nvPr/>
        </p:nvSpPr>
        <p:spPr>
          <a:xfrm>
            <a:off x="4022725" y="4233862"/>
            <a:ext cx="1997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6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6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8" name="Google Shape;1498;p60"/>
          <p:cNvGrpSpPr/>
          <p:nvPr/>
        </p:nvGrpSpPr>
        <p:grpSpPr>
          <a:xfrm>
            <a:off x="2605087" y="2921000"/>
            <a:ext cx="4079875" cy="712787"/>
            <a:chOff x="1641" y="1840"/>
            <a:chExt cx="2570" cy="449"/>
          </a:xfrm>
        </p:grpSpPr>
        <p:sp>
          <p:nvSpPr>
            <p:cNvPr id="1499" name="Google Shape;1499;p60"/>
            <p:cNvSpPr txBox="1"/>
            <p:nvPr/>
          </p:nvSpPr>
          <p:spPr>
            <a:xfrm>
              <a:off x="2045" y="1978"/>
              <a:ext cx="1800" cy="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0" name="Google Shape;1500;p60"/>
            <p:cNvCxnSpPr/>
            <p:nvPr/>
          </p:nvCxnSpPr>
          <p:spPr>
            <a:xfrm>
              <a:off x="2489" y="197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1" name="Google Shape;1501;p60"/>
            <p:cNvCxnSpPr/>
            <p:nvPr/>
          </p:nvCxnSpPr>
          <p:spPr>
            <a:xfrm>
              <a:off x="3167" y="1989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502" name="Google Shape;1502;p60"/>
            <p:cNvGrpSpPr/>
            <p:nvPr/>
          </p:nvGrpSpPr>
          <p:grpSpPr>
            <a:xfrm>
              <a:off x="3611" y="1844"/>
              <a:ext cx="600" cy="300"/>
              <a:chOff x="3600" y="1822"/>
              <a:chExt cx="600" cy="300"/>
            </a:xfrm>
          </p:grpSpPr>
          <p:cxnSp>
            <p:nvCxnSpPr>
              <p:cNvPr id="1503" name="Google Shape;1503;p60"/>
              <p:cNvCxnSpPr/>
              <p:nvPr/>
            </p:nvCxnSpPr>
            <p:spPr>
              <a:xfrm>
                <a:off x="3600" y="212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4" name="Google Shape;1504;p60"/>
              <p:cNvCxnSpPr/>
              <p:nvPr/>
            </p:nvCxnSpPr>
            <p:spPr>
              <a:xfrm>
                <a:off x="4078" y="182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5" name="Google Shape;1505;p60"/>
              <p:cNvCxnSpPr/>
              <p:nvPr/>
            </p:nvCxnSpPr>
            <p:spPr>
              <a:xfrm rot="10800000">
                <a:off x="3778" y="195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06" name="Google Shape;1506;p60"/>
            <p:cNvGrpSpPr/>
            <p:nvPr/>
          </p:nvGrpSpPr>
          <p:grpSpPr>
            <a:xfrm flipH="1">
              <a:off x="1641" y="1840"/>
              <a:ext cx="600" cy="300"/>
              <a:chOff x="3600" y="1822"/>
              <a:chExt cx="600" cy="300"/>
            </a:xfrm>
          </p:grpSpPr>
          <p:cxnSp>
            <p:nvCxnSpPr>
              <p:cNvPr id="1507" name="Google Shape;1507;p60"/>
              <p:cNvCxnSpPr/>
              <p:nvPr/>
            </p:nvCxnSpPr>
            <p:spPr>
              <a:xfrm>
                <a:off x="3600" y="212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8" name="Google Shape;1508;p60"/>
              <p:cNvCxnSpPr/>
              <p:nvPr/>
            </p:nvCxnSpPr>
            <p:spPr>
              <a:xfrm>
                <a:off x="4078" y="182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9" name="Google Shape;1509;p60"/>
              <p:cNvCxnSpPr/>
              <p:nvPr/>
            </p:nvCxnSpPr>
            <p:spPr>
              <a:xfrm rot="10800000">
                <a:off x="3778" y="195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cxnSp>
        <p:nvCxnSpPr>
          <p:cNvPr id="1510" name="Google Shape;1510;p60"/>
          <p:cNvCxnSpPr/>
          <p:nvPr/>
        </p:nvCxnSpPr>
        <p:spPr>
          <a:xfrm>
            <a:off x="2452687" y="3562350"/>
            <a:ext cx="7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1" name="Google Shape;1511;p60"/>
          <p:cNvSpPr txBox="1"/>
          <p:nvPr/>
        </p:nvSpPr>
        <p:spPr>
          <a:xfrm>
            <a:off x="1522412" y="3259137"/>
            <a:ext cx="97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60"/>
          <p:cNvSpPr txBox="1"/>
          <p:nvPr/>
        </p:nvSpPr>
        <p:spPr>
          <a:xfrm>
            <a:off x="1160462" y="4506912"/>
            <a:ext cx="7586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4.22: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doubly linked circular list with header node (p.188)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6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6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61"/>
          <p:cNvSpPr txBox="1"/>
          <p:nvPr>
            <p:ph idx="1" type="body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</a:t>
            </a:r>
            <a:endParaRPr/>
          </a:p>
        </p:txBody>
      </p:sp>
      <p:grpSp>
        <p:nvGrpSpPr>
          <p:cNvPr id="1520" name="Google Shape;1520;p61"/>
          <p:cNvGrpSpPr/>
          <p:nvPr/>
        </p:nvGrpSpPr>
        <p:grpSpPr>
          <a:xfrm>
            <a:off x="4887178" y="2058998"/>
            <a:ext cx="2657356" cy="739547"/>
            <a:chOff x="1641" y="1840"/>
            <a:chExt cx="2570" cy="449"/>
          </a:xfrm>
        </p:grpSpPr>
        <p:sp>
          <p:nvSpPr>
            <p:cNvPr id="1521" name="Google Shape;1521;p61"/>
            <p:cNvSpPr txBox="1"/>
            <p:nvPr/>
          </p:nvSpPr>
          <p:spPr>
            <a:xfrm>
              <a:off x="2045" y="1978"/>
              <a:ext cx="1800" cy="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2" name="Google Shape;1522;p61"/>
            <p:cNvCxnSpPr/>
            <p:nvPr/>
          </p:nvCxnSpPr>
          <p:spPr>
            <a:xfrm>
              <a:off x="2489" y="197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3" name="Google Shape;1523;p61"/>
            <p:cNvCxnSpPr/>
            <p:nvPr/>
          </p:nvCxnSpPr>
          <p:spPr>
            <a:xfrm>
              <a:off x="3167" y="1989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524" name="Google Shape;1524;p61"/>
            <p:cNvGrpSpPr/>
            <p:nvPr/>
          </p:nvGrpSpPr>
          <p:grpSpPr>
            <a:xfrm>
              <a:off x="3611" y="1844"/>
              <a:ext cx="600" cy="300"/>
              <a:chOff x="3600" y="1822"/>
              <a:chExt cx="600" cy="300"/>
            </a:xfrm>
          </p:grpSpPr>
          <p:cxnSp>
            <p:nvCxnSpPr>
              <p:cNvPr id="1525" name="Google Shape;1525;p61"/>
              <p:cNvCxnSpPr/>
              <p:nvPr/>
            </p:nvCxnSpPr>
            <p:spPr>
              <a:xfrm>
                <a:off x="3600" y="212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6" name="Google Shape;1526;p61"/>
              <p:cNvCxnSpPr/>
              <p:nvPr/>
            </p:nvCxnSpPr>
            <p:spPr>
              <a:xfrm>
                <a:off x="4078" y="182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7" name="Google Shape;1527;p61"/>
              <p:cNvCxnSpPr/>
              <p:nvPr/>
            </p:nvCxnSpPr>
            <p:spPr>
              <a:xfrm rot="10800000">
                <a:off x="3778" y="195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28" name="Google Shape;1528;p61"/>
            <p:cNvGrpSpPr/>
            <p:nvPr/>
          </p:nvGrpSpPr>
          <p:grpSpPr>
            <a:xfrm flipH="1">
              <a:off x="1641" y="1840"/>
              <a:ext cx="600" cy="300"/>
              <a:chOff x="3600" y="1822"/>
              <a:chExt cx="600" cy="300"/>
            </a:xfrm>
          </p:grpSpPr>
          <p:cxnSp>
            <p:nvCxnSpPr>
              <p:cNvPr id="1529" name="Google Shape;1529;p61"/>
              <p:cNvCxnSpPr/>
              <p:nvPr/>
            </p:nvCxnSpPr>
            <p:spPr>
              <a:xfrm>
                <a:off x="3600" y="212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0" name="Google Shape;1530;p61"/>
              <p:cNvCxnSpPr/>
              <p:nvPr/>
            </p:nvCxnSpPr>
            <p:spPr>
              <a:xfrm>
                <a:off x="4078" y="182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1" name="Google Shape;1531;p61"/>
              <p:cNvCxnSpPr/>
              <p:nvPr/>
            </p:nvCxnSpPr>
            <p:spPr>
              <a:xfrm rot="10800000">
                <a:off x="3778" y="195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sp>
        <p:nvSpPr>
          <p:cNvPr id="1532" name="Google Shape;1532;p61"/>
          <p:cNvSpPr txBox="1"/>
          <p:nvPr/>
        </p:nvSpPr>
        <p:spPr>
          <a:xfrm>
            <a:off x="1836737" y="2295525"/>
            <a:ext cx="1814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61"/>
          <p:cNvSpPr txBox="1"/>
          <p:nvPr/>
        </p:nvSpPr>
        <p:spPr>
          <a:xfrm>
            <a:off x="1881187" y="4287837"/>
            <a:ext cx="1814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61"/>
          <p:cNvSpPr txBox="1"/>
          <p:nvPr/>
        </p:nvSpPr>
        <p:spPr>
          <a:xfrm>
            <a:off x="5257800" y="4332287"/>
            <a:ext cx="1814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5" name="Google Shape;1535;p61"/>
          <p:cNvCxnSpPr/>
          <p:nvPr/>
        </p:nvCxnSpPr>
        <p:spPr>
          <a:xfrm>
            <a:off x="2428875" y="226695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6" name="Google Shape;1536;p61"/>
          <p:cNvCxnSpPr/>
          <p:nvPr/>
        </p:nvCxnSpPr>
        <p:spPr>
          <a:xfrm>
            <a:off x="3073400" y="2306637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7" name="Google Shape;1537;p61"/>
          <p:cNvCxnSpPr/>
          <p:nvPr/>
        </p:nvCxnSpPr>
        <p:spPr>
          <a:xfrm>
            <a:off x="3078162" y="4303712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8" name="Google Shape;1538;p61"/>
          <p:cNvCxnSpPr/>
          <p:nvPr/>
        </p:nvCxnSpPr>
        <p:spPr>
          <a:xfrm>
            <a:off x="2424112" y="4295775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9" name="Google Shape;1539;p61"/>
          <p:cNvCxnSpPr/>
          <p:nvPr/>
        </p:nvCxnSpPr>
        <p:spPr>
          <a:xfrm>
            <a:off x="6483350" y="43180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0" name="Google Shape;1540;p61"/>
          <p:cNvCxnSpPr/>
          <p:nvPr/>
        </p:nvCxnSpPr>
        <p:spPr>
          <a:xfrm>
            <a:off x="5891212" y="4341812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1" name="Google Shape;1541;p61"/>
          <p:cNvCxnSpPr/>
          <p:nvPr/>
        </p:nvCxnSpPr>
        <p:spPr>
          <a:xfrm>
            <a:off x="2249487" y="2522537"/>
            <a:ext cx="14400" cy="172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2" name="Google Shape;1542;p61"/>
          <p:cNvCxnSpPr/>
          <p:nvPr/>
        </p:nvCxnSpPr>
        <p:spPr>
          <a:xfrm>
            <a:off x="3497262" y="2562225"/>
            <a:ext cx="0" cy="16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3" name="Google Shape;1543;p61"/>
          <p:cNvCxnSpPr/>
          <p:nvPr/>
        </p:nvCxnSpPr>
        <p:spPr>
          <a:xfrm rot="10800000">
            <a:off x="2079487" y="2706799"/>
            <a:ext cx="30300" cy="18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4" name="Google Shape;1544;p61"/>
          <p:cNvCxnSpPr/>
          <p:nvPr/>
        </p:nvCxnSpPr>
        <p:spPr>
          <a:xfrm flipH="1" rot="10800000">
            <a:off x="3282950" y="2774825"/>
            <a:ext cx="15900" cy="16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5" name="Google Shape;1545;p61"/>
          <p:cNvCxnSpPr/>
          <p:nvPr/>
        </p:nvCxnSpPr>
        <p:spPr>
          <a:xfrm rot="10800000">
            <a:off x="5570399" y="2730612"/>
            <a:ext cx="30300" cy="18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6" name="Google Shape;1546;p61"/>
          <p:cNvCxnSpPr/>
          <p:nvPr/>
        </p:nvCxnSpPr>
        <p:spPr>
          <a:xfrm rot="10800000">
            <a:off x="6719749" y="2759187"/>
            <a:ext cx="30300" cy="18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7" name="Google Shape;1547;p61"/>
          <p:cNvCxnSpPr/>
          <p:nvPr/>
        </p:nvCxnSpPr>
        <p:spPr>
          <a:xfrm>
            <a:off x="1125537" y="2516187"/>
            <a:ext cx="7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8" name="Google Shape;1548;p61"/>
          <p:cNvCxnSpPr/>
          <p:nvPr/>
        </p:nvCxnSpPr>
        <p:spPr>
          <a:xfrm>
            <a:off x="1184275" y="4521200"/>
            <a:ext cx="7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9" name="Google Shape;1549;p61"/>
          <p:cNvCxnSpPr/>
          <p:nvPr/>
        </p:nvCxnSpPr>
        <p:spPr>
          <a:xfrm>
            <a:off x="4591050" y="2647950"/>
            <a:ext cx="7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0" name="Google Shape;1550;p61"/>
          <p:cNvCxnSpPr/>
          <p:nvPr/>
        </p:nvCxnSpPr>
        <p:spPr>
          <a:xfrm>
            <a:off x="4532312" y="4549775"/>
            <a:ext cx="7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1" name="Google Shape;1551;p61"/>
          <p:cNvSpPr txBox="1"/>
          <p:nvPr/>
        </p:nvSpPr>
        <p:spPr>
          <a:xfrm>
            <a:off x="577850" y="2343150"/>
            <a:ext cx="552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61"/>
          <p:cNvSpPr txBox="1"/>
          <p:nvPr/>
        </p:nvSpPr>
        <p:spPr>
          <a:xfrm>
            <a:off x="809625" y="4333875"/>
            <a:ext cx="298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61"/>
          <p:cNvSpPr txBox="1"/>
          <p:nvPr/>
        </p:nvSpPr>
        <p:spPr>
          <a:xfrm>
            <a:off x="4060825" y="2489200"/>
            <a:ext cx="552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61"/>
          <p:cNvSpPr txBox="1"/>
          <p:nvPr/>
        </p:nvSpPr>
        <p:spPr>
          <a:xfrm>
            <a:off x="4244975" y="4333875"/>
            <a:ext cx="298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61"/>
          <p:cNvSpPr txBox="1"/>
          <p:nvPr/>
        </p:nvSpPr>
        <p:spPr>
          <a:xfrm>
            <a:off x="2282825" y="1825625"/>
            <a:ext cx="831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61"/>
          <p:cNvSpPr txBox="1"/>
          <p:nvPr/>
        </p:nvSpPr>
        <p:spPr>
          <a:xfrm>
            <a:off x="5815012" y="1854200"/>
            <a:ext cx="641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61"/>
          <p:cNvSpPr txBox="1"/>
          <p:nvPr/>
        </p:nvSpPr>
        <p:spPr>
          <a:xfrm>
            <a:off x="3003550" y="5324475"/>
            <a:ext cx="184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61"/>
          <p:cNvSpPr txBox="1"/>
          <p:nvPr/>
        </p:nvSpPr>
        <p:spPr>
          <a:xfrm>
            <a:off x="1601787" y="5541962"/>
            <a:ext cx="5556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4.23: Deletion from a doubly linked circular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6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6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5" name="Google Shape;1565;p62"/>
          <p:cNvGrpSpPr/>
          <p:nvPr/>
        </p:nvGrpSpPr>
        <p:grpSpPr>
          <a:xfrm>
            <a:off x="1278790" y="2065348"/>
            <a:ext cx="2657356" cy="739547"/>
            <a:chOff x="1641" y="1840"/>
            <a:chExt cx="2570" cy="449"/>
          </a:xfrm>
        </p:grpSpPr>
        <p:sp>
          <p:nvSpPr>
            <p:cNvPr id="1566" name="Google Shape;1566;p62"/>
            <p:cNvSpPr txBox="1"/>
            <p:nvPr/>
          </p:nvSpPr>
          <p:spPr>
            <a:xfrm>
              <a:off x="2045" y="1978"/>
              <a:ext cx="1800" cy="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7" name="Google Shape;1567;p62"/>
            <p:cNvCxnSpPr/>
            <p:nvPr/>
          </p:nvCxnSpPr>
          <p:spPr>
            <a:xfrm>
              <a:off x="2489" y="197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8" name="Google Shape;1568;p62"/>
            <p:cNvCxnSpPr/>
            <p:nvPr/>
          </p:nvCxnSpPr>
          <p:spPr>
            <a:xfrm>
              <a:off x="3167" y="1989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569" name="Google Shape;1569;p62"/>
            <p:cNvGrpSpPr/>
            <p:nvPr/>
          </p:nvGrpSpPr>
          <p:grpSpPr>
            <a:xfrm>
              <a:off x="3611" y="1844"/>
              <a:ext cx="600" cy="300"/>
              <a:chOff x="3600" y="1822"/>
              <a:chExt cx="600" cy="300"/>
            </a:xfrm>
          </p:grpSpPr>
          <p:cxnSp>
            <p:nvCxnSpPr>
              <p:cNvPr id="1570" name="Google Shape;1570;p62"/>
              <p:cNvCxnSpPr/>
              <p:nvPr/>
            </p:nvCxnSpPr>
            <p:spPr>
              <a:xfrm>
                <a:off x="3600" y="212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1" name="Google Shape;1571;p62"/>
              <p:cNvCxnSpPr/>
              <p:nvPr/>
            </p:nvCxnSpPr>
            <p:spPr>
              <a:xfrm>
                <a:off x="4078" y="182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2" name="Google Shape;1572;p62"/>
              <p:cNvCxnSpPr/>
              <p:nvPr/>
            </p:nvCxnSpPr>
            <p:spPr>
              <a:xfrm rot="10800000">
                <a:off x="3778" y="195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73" name="Google Shape;1573;p62"/>
            <p:cNvGrpSpPr/>
            <p:nvPr/>
          </p:nvGrpSpPr>
          <p:grpSpPr>
            <a:xfrm flipH="1">
              <a:off x="1641" y="1840"/>
              <a:ext cx="600" cy="300"/>
              <a:chOff x="3600" y="1822"/>
              <a:chExt cx="600" cy="300"/>
            </a:xfrm>
          </p:grpSpPr>
          <p:cxnSp>
            <p:nvCxnSpPr>
              <p:cNvPr id="1574" name="Google Shape;1574;p62"/>
              <p:cNvCxnSpPr/>
              <p:nvPr/>
            </p:nvCxnSpPr>
            <p:spPr>
              <a:xfrm>
                <a:off x="3600" y="2122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5" name="Google Shape;1575;p62"/>
              <p:cNvCxnSpPr/>
              <p:nvPr/>
            </p:nvCxnSpPr>
            <p:spPr>
              <a:xfrm>
                <a:off x="4078" y="182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6" name="Google Shape;1576;p62"/>
              <p:cNvCxnSpPr/>
              <p:nvPr/>
            </p:nvCxnSpPr>
            <p:spPr>
              <a:xfrm rot="10800000">
                <a:off x="3778" y="195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sp>
        <p:nvSpPr>
          <p:cNvPr id="1577" name="Google Shape;1577;p62"/>
          <p:cNvSpPr txBox="1"/>
          <p:nvPr/>
        </p:nvSpPr>
        <p:spPr>
          <a:xfrm>
            <a:off x="5413375" y="3592512"/>
            <a:ext cx="1814400" cy="45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             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8" name="Google Shape;1578;p62"/>
          <p:cNvCxnSpPr/>
          <p:nvPr/>
        </p:nvCxnSpPr>
        <p:spPr>
          <a:xfrm>
            <a:off x="5872162" y="3592512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9" name="Google Shape;1579;p62"/>
          <p:cNvCxnSpPr/>
          <p:nvPr/>
        </p:nvCxnSpPr>
        <p:spPr>
          <a:xfrm>
            <a:off x="6572250" y="3611562"/>
            <a:ext cx="0" cy="45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0" name="Google Shape;1580;p62"/>
          <p:cNvSpPr txBox="1"/>
          <p:nvPr/>
        </p:nvSpPr>
        <p:spPr>
          <a:xfrm>
            <a:off x="1719262" y="3638550"/>
            <a:ext cx="1814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1" name="Google Shape;1581;p62"/>
          <p:cNvCxnSpPr/>
          <p:nvPr/>
        </p:nvCxnSpPr>
        <p:spPr>
          <a:xfrm>
            <a:off x="2178050" y="363855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2" name="Google Shape;1582;p62"/>
          <p:cNvCxnSpPr/>
          <p:nvPr/>
        </p:nvCxnSpPr>
        <p:spPr>
          <a:xfrm>
            <a:off x="2878137" y="3657600"/>
            <a:ext cx="0" cy="45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3" name="Google Shape;1583;p62"/>
          <p:cNvSpPr txBox="1"/>
          <p:nvPr/>
        </p:nvSpPr>
        <p:spPr>
          <a:xfrm>
            <a:off x="5399087" y="2290762"/>
            <a:ext cx="1814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4" name="Google Shape;1584;p62"/>
          <p:cNvCxnSpPr/>
          <p:nvPr/>
        </p:nvCxnSpPr>
        <p:spPr>
          <a:xfrm>
            <a:off x="5857875" y="2290762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5" name="Google Shape;1585;p62"/>
          <p:cNvCxnSpPr/>
          <p:nvPr/>
        </p:nvCxnSpPr>
        <p:spPr>
          <a:xfrm>
            <a:off x="6557962" y="2309812"/>
            <a:ext cx="0" cy="45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6" name="Google Shape;1586;p62"/>
          <p:cNvCxnSpPr/>
          <p:nvPr/>
        </p:nvCxnSpPr>
        <p:spPr>
          <a:xfrm>
            <a:off x="1746250" y="1974850"/>
            <a:ext cx="0" cy="26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7" name="Google Shape;1587;p62"/>
          <p:cNvCxnSpPr/>
          <p:nvPr/>
        </p:nvCxnSpPr>
        <p:spPr>
          <a:xfrm>
            <a:off x="1746250" y="1957387"/>
            <a:ext cx="2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8" name="Google Shape;1588;p62"/>
          <p:cNvSpPr txBox="1"/>
          <p:nvPr/>
        </p:nvSpPr>
        <p:spPr>
          <a:xfrm>
            <a:off x="1884362" y="1755775"/>
            <a:ext cx="678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9" name="Google Shape;1589;p62"/>
          <p:cNvCxnSpPr/>
          <p:nvPr/>
        </p:nvCxnSpPr>
        <p:spPr>
          <a:xfrm>
            <a:off x="1976437" y="4197500"/>
            <a:ext cx="0" cy="24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0" name="Google Shape;1590;p62"/>
          <p:cNvCxnSpPr/>
          <p:nvPr/>
        </p:nvCxnSpPr>
        <p:spPr>
          <a:xfrm>
            <a:off x="1976437" y="4462462"/>
            <a:ext cx="5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1" name="Google Shape;1591;p62"/>
          <p:cNvSpPr txBox="1"/>
          <p:nvPr/>
        </p:nvSpPr>
        <p:spPr>
          <a:xfrm>
            <a:off x="2413000" y="4278312"/>
            <a:ext cx="1101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2" name="Google Shape;1592;p62"/>
          <p:cNvCxnSpPr/>
          <p:nvPr/>
        </p:nvCxnSpPr>
        <p:spPr>
          <a:xfrm>
            <a:off x="2311400" y="3862387"/>
            <a:ext cx="458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3" name="Google Shape;1593;p62"/>
          <p:cNvCxnSpPr/>
          <p:nvPr/>
        </p:nvCxnSpPr>
        <p:spPr>
          <a:xfrm>
            <a:off x="3087687" y="3862387"/>
            <a:ext cx="26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4" name="Google Shape;1594;p62"/>
          <p:cNvCxnSpPr/>
          <p:nvPr/>
        </p:nvCxnSpPr>
        <p:spPr>
          <a:xfrm>
            <a:off x="1835150" y="3862387"/>
            <a:ext cx="24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5" name="Google Shape;1595;p62"/>
          <p:cNvCxnSpPr/>
          <p:nvPr/>
        </p:nvCxnSpPr>
        <p:spPr>
          <a:xfrm>
            <a:off x="6051550" y="2540000"/>
            <a:ext cx="33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6" name="Google Shape;1596;p62"/>
          <p:cNvCxnSpPr/>
          <p:nvPr/>
        </p:nvCxnSpPr>
        <p:spPr>
          <a:xfrm>
            <a:off x="5434012" y="1993900"/>
            <a:ext cx="0" cy="26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7" name="Google Shape;1597;p62"/>
          <p:cNvCxnSpPr/>
          <p:nvPr/>
        </p:nvCxnSpPr>
        <p:spPr>
          <a:xfrm>
            <a:off x="5434012" y="1974850"/>
            <a:ext cx="5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8" name="Google Shape;1598;p62"/>
          <p:cNvSpPr txBox="1"/>
          <p:nvPr/>
        </p:nvSpPr>
        <p:spPr>
          <a:xfrm>
            <a:off x="5870575" y="1790700"/>
            <a:ext cx="678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9" name="Google Shape;1599;p62"/>
          <p:cNvCxnSpPr/>
          <p:nvPr/>
        </p:nvCxnSpPr>
        <p:spPr>
          <a:xfrm>
            <a:off x="5610225" y="2944812"/>
            <a:ext cx="14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0" name="Google Shape;1600;p62"/>
          <p:cNvCxnSpPr/>
          <p:nvPr/>
        </p:nvCxnSpPr>
        <p:spPr>
          <a:xfrm>
            <a:off x="7038975" y="2944812"/>
            <a:ext cx="0" cy="6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1" name="Google Shape;1601;p62"/>
          <p:cNvCxnSpPr/>
          <p:nvPr/>
        </p:nvCxnSpPr>
        <p:spPr>
          <a:xfrm>
            <a:off x="6897687" y="2557462"/>
            <a:ext cx="0" cy="54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2" name="Google Shape;1602;p62"/>
          <p:cNvCxnSpPr/>
          <p:nvPr/>
        </p:nvCxnSpPr>
        <p:spPr>
          <a:xfrm rot="10800000">
            <a:off x="5486425" y="3086100"/>
            <a:ext cx="139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03" name="Google Shape;1603;p62"/>
          <p:cNvGrpSpPr/>
          <p:nvPr/>
        </p:nvGrpSpPr>
        <p:grpSpPr>
          <a:xfrm flipH="1">
            <a:off x="7004050" y="2398712"/>
            <a:ext cx="952499" cy="1428750"/>
            <a:chOff x="2901" y="2666"/>
            <a:chExt cx="600" cy="900"/>
          </a:xfrm>
        </p:grpSpPr>
        <p:cxnSp>
          <p:nvCxnSpPr>
            <p:cNvPr id="1604" name="Google Shape;1604;p62"/>
            <p:cNvCxnSpPr/>
            <p:nvPr/>
          </p:nvCxnSpPr>
          <p:spPr>
            <a:xfrm rot="10800000">
              <a:off x="2901" y="3566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5" name="Google Shape;1605;p62"/>
            <p:cNvCxnSpPr/>
            <p:nvPr/>
          </p:nvCxnSpPr>
          <p:spPr>
            <a:xfrm>
              <a:off x="3012" y="2666"/>
              <a:ext cx="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6" name="Google Shape;1606;p62"/>
            <p:cNvCxnSpPr/>
            <p:nvPr/>
          </p:nvCxnSpPr>
          <p:spPr>
            <a:xfrm>
              <a:off x="3012" y="2744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607" name="Google Shape;1607;p62"/>
          <p:cNvGrpSpPr/>
          <p:nvPr/>
        </p:nvGrpSpPr>
        <p:grpSpPr>
          <a:xfrm>
            <a:off x="4651375" y="2374900"/>
            <a:ext cx="952499" cy="1428750"/>
            <a:chOff x="2934" y="1500"/>
            <a:chExt cx="600" cy="900"/>
          </a:xfrm>
        </p:grpSpPr>
        <p:cxnSp>
          <p:nvCxnSpPr>
            <p:cNvPr id="1608" name="Google Shape;1608;p62"/>
            <p:cNvCxnSpPr/>
            <p:nvPr/>
          </p:nvCxnSpPr>
          <p:spPr>
            <a:xfrm>
              <a:off x="3534" y="1611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9" name="Google Shape;1609;p62"/>
            <p:cNvCxnSpPr/>
            <p:nvPr/>
          </p:nvCxnSpPr>
          <p:spPr>
            <a:xfrm>
              <a:off x="3467" y="1955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610" name="Google Shape;1610;p62"/>
            <p:cNvCxnSpPr/>
            <p:nvPr/>
          </p:nvCxnSpPr>
          <p:spPr>
            <a:xfrm rot="10800000">
              <a:off x="2934" y="2400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1" name="Google Shape;1611;p62"/>
            <p:cNvCxnSpPr/>
            <p:nvPr/>
          </p:nvCxnSpPr>
          <p:spPr>
            <a:xfrm>
              <a:off x="3045" y="1500"/>
              <a:ext cx="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2" name="Google Shape;1612;p62"/>
            <p:cNvCxnSpPr/>
            <p:nvPr/>
          </p:nvCxnSpPr>
          <p:spPr>
            <a:xfrm>
              <a:off x="3045" y="157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613" name="Google Shape;1613;p62"/>
          <p:cNvCxnSpPr/>
          <p:nvPr/>
        </p:nvCxnSpPr>
        <p:spPr>
          <a:xfrm>
            <a:off x="2311400" y="2540000"/>
            <a:ext cx="38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4" name="Google Shape;1614;p62"/>
          <p:cNvSpPr txBox="1"/>
          <p:nvPr/>
        </p:nvSpPr>
        <p:spPr>
          <a:xfrm>
            <a:off x="931862" y="5018087"/>
            <a:ext cx="5278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Insertion into an empty doubly linked circular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6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6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63"/>
          <p:cNvSpPr txBox="1"/>
          <p:nvPr>
            <p:ph type="title"/>
          </p:nvPr>
        </p:nvSpPr>
        <p:spPr>
          <a:xfrm>
            <a:off x="454025" y="414337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/>
          </a:p>
        </p:txBody>
      </p:sp>
      <p:sp>
        <p:nvSpPr>
          <p:cNvPr id="1622" name="Google Shape;1622;p63"/>
          <p:cNvSpPr txBox="1"/>
          <p:nvPr>
            <p:ph idx="1" type="body"/>
          </p:nvPr>
        </p:nvSpPr>
        <p:spPr>
          <a:xfrm>
            <a:off x="268287" y="1460500"/>
            <a:ext cx="8229600" cy="22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dinsert(node_pointer node, node_pointer newnode)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(1) newnode-&gt;llink = node;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(2) newnode-&gt;rlink = node-&gt;rlink;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(3) node-&gt;rlink-&gt;llink = newnode;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(4) node-&gt;rlink = newnode;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3" name="Google Shape;1623;p63"/>
          <p:cNvGrpSpPr/>
          <p:nvPr/>
        </p:nvGrpSpPr>
        <p:grpSpPr>
          <a:xfrm>
            <a:off x="1285875" y="4346575"/>
            <a:ext cx="1905000" cy="488949"/>
            <a:chOff x="887" y="3540"/>
            <a:chExt cx="1200" cy="308"/>
          </a:xfrm>
        </p:grpSpPr>
        <p:sp>
          <p:nvSpPr>
            <p:cNvPr id="1624" name="Google Shape;1624;p63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5" name="Google Shape;1625;p63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6" name="Google Shape;1626;p63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27" name="Google Shape;1627;p63"/>
          <p:cNvGrpSpPr/>
          <p:nvPr/>
        </p:nvGrpSpPr>
        <p:grpSpPr>
          <a:xfrm>
            <a:off x="6270625" y="4303712"/>
            <a:ext cx="1905000" cy="488949"/>
            <a:chOff x="887" y="3540"/>
            <a:chExt cx="1200" cy="308"/>
          </a:xfrm>
        </p:grpSpPr>
        <p:sp>
          <p:nvSpPr>
            <p:cNvPr id="1628" name="Google Shape;1628;p63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9" name="Google Shape;1629;p63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0" name="Google Shape;1630;p63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1" name="Google Shape;1631;p63"/>
          <p:cNvGrpSpPr/>
          <p:nvPr/>
        </p:nvGrpSpPr>
        <p:grpSpPr>
          <a:xfrm>
            <a:off x="3859212" y="5227637"/>
            <a:ext cx="1905000" cy="488949"/>
            <a:chOff x="887" y="3540"/>
            <a:chExt cx="1200" cy="308"/>
          </a:xfrm>
        </p:grpSpPr>
        <p:sp>
          <p:nvSpPr>
            <p:cNvPr id="1632" name="Google Shape;1632;p63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3" name="Google Shape;1633;p63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4" name="Google Shape;1634;p63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35" name="Google Shape;1635;p63"/>
          <p:cNvSpPr txBox="1"/>
          <p:nvPr/>
        </p:nvSpPr>
        <p:spPr>
          <a:xfrm>
            <a:off x="4232275" y="4867275"/>
            <a:ext cx="1224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newnode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63"/>
          <p:cNvSpPr txBox="1"/>
          <p:nvPr/>
        </p:nvSpPr>
        <p:spPr>
          <a:xfrm>
            <a:off x="1385887" y="4368800"/>
            <a:ext cx="1816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      item  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63"/>
          <p:cNvSpPr txBox="1"/>
          <p:nvPr/>
        </p:nvSpPr>
        <p:spPr>
          <a:xfrm>
            <a:off x="3941762" y="5257800"/>
            <a:ext cx="18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      item  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63"/>
          <p:cNvSpPr txBox="1"/>
          <p:nvPr/>
        </p:nvSpPr>
        <p:spPr>
          <a:xfrm>
            <a:off x="6361112" y="4316412"/>
            <a:ext cx="18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      item  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63"/>
          <p:cNvSpPr txBox="1"/>
          <p:nvPr/>
        </p:nvSpPr>
        <p:spPr>
          <a:xfrm>
            <a:off x="1936750" y="4681537"/>
            <a:ext cx="874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63"/>
          <p:cNvSpPr txBox="1"/>
          <p:nvPr/>
        </p:nvSpPr>
        <p:spPr>
          <a:xfrm>
            <a:off x="6924675" y="4638675"/>
            <a:ext cx="820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node2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1" name="Google Shape;1641;p63"/>
          <p:cNvGrpSpPr/>
          <p:nvPr/>
        </p:nvGrpSpPr>
        <p:grpSpPr>
          <a:xfrm>
            <a:off x="2349500" y="4854575"/>
            <a:ext cx="1428750" cy="565150"/>
            <a:chOff x="1480" y="3058"/>
            <a:chExt cx="900" cy="356"/>
          </a:xfrm>
        </p:grpSpPr>
        <p:cxnSp>
          <p:nvCxnSpPr>
            <p:cNvPr id="1642" name="Google Shape;1642;p63"/>
            <p:cNvCxnSpPr/>
            <p:nvPr/>
          </p:nvCxnSpPr>
          <p:spPr>
            <a:xfrm rot="10800000">
              <a:off x="1480" y="3114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43" name="Google Shape;1643;p63"/>
            <p:cNvSpPr txBox="1"/>
            <p:nvPr/>
          </p:nvSpPr>
          <p:spPr>
            <a:xfrm>
              <a:off x="1930" y="305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(1)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4" name="Google Shape;1644;p63"/>
          <p:cNvGrpSpPr/>
          <p:nvPr/>
        </p:nvGrpSpPr>
        <p:grpSpPr>
          <a:xfrm>
            <a:off x="5889625" y="4908550"/>
            <a:ext cx="952500" cy="550862"/>
            <a:chOff x="3710" y="3092"/>
            <a:chExt cx="600" cy="347"/>
          </a:xfrm>
        </p:grpSpPr>
        <p:cxnSp>
          <p:nvCxnSpPr>
            <p:cNvPr id="1645" name="Google Shape;1645;p63"/>
            <p:cNvCxnSpPr/>
            <p:nvPr/>
          </p:nvCxnSpPr>
          <p:spPr>
            <a:xfrm flipH="1" rot="10800000">
              <a:off x="3710" y="3139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46" name="Google Shape;1646;p63"/>
            <p:cNvSpPr txBox="1"/>
            <p:nvPr/>
          </p:nvSpPr>
          <p:spPr>
            <a:xfrm>
              <a:off x="3829" y="30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(2)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7" name="Google Shape;1647;p63"/>
          <p:cNvSpPr txBox="1"/>
          <p:nvPr/>
        </p:nvSpPr>
        <p:spPr>
          <a:xfrm>
            <a:off x="5041900" y="2055812"/>
            <a:ext cx="41022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將newnode插入在node和node2之間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dinsert (node的位址,newnode的位址)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8" name="Google Shape;1648;p63"/>
          <p:cNvGrpSpPr/>
          <p:nvPr/>
        </p:nvGrpSpPr>
        <p:grpSpPr>
          <a:xfrm>
            <a:off x="5287963" y="4586287"/>
            <a:ext cx="952500" cy="611188"/>
            <a:chOff x="3331" y="2889"/>
            <a:chExt cx="600" cy="385"/>
          </a:xfrm>
        </p:grpSpPr>
        <p:cxnSp>
          <p:nvCxnSpPr>
            <p:cNvPr id="1649" name="Google Shape;1649;p63"/>
            <p:cNvCxnSpPr/>
            <p:nvPr/>
          </p:nvCxnSpPr>
          <p:spPr>
            <a:xfrm flipH="1">
              <a:off x="3331" y="2889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50" name="Google Shape;1650;p63"/>
            <p:cNvSpPr txBox="1"/>
            <p:nvPr/>
          </p:nvSpPr>
          <p:spPr>
            <a:xfrm>
              <a:off x="3551" y="297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(3)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1" name="Google Shape;1651;p63"/>
          <p:cNvGrpSpPr/>
          <p:nvPr/>
        </p:nvGrpSpPr>
        <p:grpSpPr>
          <a:xfrm>
            <a:off x="3241675" y="4611687"/>
            <a:ext cx="952500" cy="636588"/>
            <a:chOff x="2042" y="2905"/>
            <a:chExt cx="600" cy="401"/>
          </a:xfrm>
        </p:grpSpPr>
        <p:cxnSp>
          <p:nvCxnSpPr>
            <p:cNvPr id="1652" name="Google Shape;1652;p63"/>
            <p:cNvCxnSpPr/>
            <p:nvPr/>
          </p:nvCxnSpPr>
          <p:spPr>
            <a:xfrm>
              <a:off x="2042" y="290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53" name="Google Shape;1653;p63"/>
            <p:cNvSpPr txBox="1"/>
            <p:nvPr/>
          </p:nvSpPr>
          <p:spPr>
            <a:xfrm>
              <a:off x="2261" y="300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(4)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54" name="Google Shape;1654;p63"/>
          <p:cNvCxnSpPr/>
          <p:nvPr/>
        </p:nvCxnSpPr>
        <p:spPr>
          <a:xfrm>
            <a:off x="8296275" y="4410075"/>
            <a:ext cx="3777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5" name="Google Shape;1655;p63"/>
          <p:cNvCxnSpPr/>
          <p:nvPr/>
        </p:nvCxnSpPr>
        <p:spPr>
          <a:xfrm rot="10800000">
            <a:off x="8296150" y="4584700"/>
            <a:ext cx="27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6" name="Google Shape;1656;p63"/>
          <p:cNvCxnSpPr/>
          <p:nvPr/>
        </p:nvCxnSpPr>
        <p:spPr>
          <a:xfrm rot="10800000">
            <a:off x="685887" y="4464050"/>
            <a:ext cx="49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7" name="Google Shape;1657;p63"/>
          <p:cNvCxnSpPr/>
          <p:nvPr/>
        </p:nvCxnSpPr>
        <p:spPr>
          <a:xfrm flipH="1" rot="10800000">
            <a:off x="712787" y="4638662"/>
            <a:ext cx="457200" cy="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8" name="Google Shape;1658;p63"/>
          <p:cNvCxnSpPr/>
          <p:nvPr/>
        </p:nvCxnSpPr>
        <p:spPr>
          <a:xfrm flipH="1" rot="10800000">
            <a:off x="3362325" y="4424462"/>
            <a:ext cx="2809800" cy="1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9" name="Google Shape;1659;p63"/>
          <p:cNvCxnSpPr/>
          <p:nvPr/>
        </p:nvCxnSpPr>
        <p:spPr>
          <a:xfrm flipH="1">
            <a:off x="3306637" y="4543425"/>
            <a:ext cx="28227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6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6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64"/>
          <p:cNvSpPr txBox="1"/>
          <p:nvPr>
            <p:ph type="title"/>
          </p:nvPr>
        </p:nvSpPr>
        <p:spPr>
          <a:xfrm>
            <a:off x="544512" y="230187"/>
            <a:ext cx="82296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/>
          </a:p>
        </p:txBody>
      </p:sp>
      <p:grpSp>
        <p:nvGrpSpPr>
          <p:cNvPr id="1667" name="Google Shape;1667;p64"/>
          <p:cNvGrpSpPr/>
          <p:nvPr/>
        </p:nvGrpSpPr>
        <p:grpSpPr>
          <a:xfrm>
            <a:off x="1501775" y="4562475"/>
            <a:ext cx="1905000" cy="488949"/>
            <a:chOff x="887" y="3540"/>
            <a:chExt cx="1200" cy="308"/>
          </a:xfrm>
        </p:grpSpPr>
        <p:sp>
          <p:nvSpPr>
            <p:cNvPr id="1668" name="Google Shape;1668;p64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9" name="Google Shape;1669;p64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0" name="Google Shape;1670;p64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71" name="Google Shape;1671;p64"/>
          <p:cNvGrpSpPr/>
          <p:nvPr/>
        </p:nvGrpSpPr>
        <p:grpSpPr>
          <a:xfrm>
            <a:off x="6486525" y="4519612"/>
            <a:ext cx="1905000" cy="488949"/>
            <a:chOff x="887" y="3540"/>
            <a:chExt cx="1200" cy="308"/>
          </a:xfrm>
        </p:grpSpPr>
        <p:sp>
          <p:nvSpPr>
            <p:cNvPr id="1672" name="Google Shape;1672;p64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3" name="Google Shape;1673;p64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4" name="Google Shape;1674;p64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75" name="Google Shape;1675;p64"/>
          <p:cNvGrpSpPr/>
          <p:nvPr/>
        </p:nvGrpSpPr>
        <p:grpSpPr>
          <a:xfrm>
            <a:off x="4075112" y="5443537"/>
            <a:ext cx="1905000" cy="488949"/>
            <a:chOff x="887" y="3540"/>
            <a:chExt cx="1200" cy="308"/>
          </a:xfrm>
        </p:grpSpPr>
        <p:sp>
          <p:nvSpPr>
            <p:cNvPr id="1676" name="Google Shape;1676;p64"/>
            <p:cNvSpPr txBox="1"/>
            <p:nvPr/>
          </p:nvSpPr>
          <p:spPr>
            <a:xfrm>
              <a:off x="887" y="3544"/>
              <a:ext cx="12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7" name="Google Shape;1677;p64"/>
            <p:cNvCxnSpPr/>
            <p:nvPr/>
          </p:nvCxnSpPr>
          <p:spPr>
            <a:xfrm>
              <a:off x="1245" y="35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8" name="Google Shape;1678;p64"/>
            <p:cNvCxnSpPr/>
            <p:nvPr/>
          </p:nvCxnSpPr>
          <p:spPr>
            <a:xfrm>
              <a:off x="1755" y="354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9" name="Google Shape;1679;p64"/>
          <p:cNvSpPr txBox="1"/>
          <p:nvPr/>
        </p:nvSpPr>
        <p:spPr>
          <a:xfrm>
            <a:off x="4581525" y="5083175"/>
            <a:ext cx="1017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64"/>
          <p:cNvSpPr txBox="1"/>
          <p:nvPr/>
        </p:nvSpPr>
        <p:spPr>
          <a:xfrm>
            <a:off x="1601787" y="4584700"/>
            <a:ext cx="1816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      item  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64"/>
          <p:cNvSpPr txBox="1"/>
          <p:nvPr/>
        </p:nvSpPr>
        <p:spPr>
          <a:xfrm>
            <a:off x="4157662" y="5473700"/>
            <a:ext cx="18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      item  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64"/>
          <p:cNvSpPr txBox="1"/>
          <p:nvPr/>
        </p:nvSpPr>
        <p:spPr>
          <a:xfrm>
            <a:off x="6577012" y="4532312"/>
            <a:ext cx="187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      item  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64"/>
          <p:cNvSpPr txBox="1"/>
          <p:nvPr/>
        </p:nvSpPr>
        <p:spPr>
          <a:xfrm>
            <a:off x="2152650" y="4927600"/>
            <a:ext cx="874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64"/>
          <p:cNvSpPr txBox="1"/>
          <p:nvPr/>
        </p:nvSpPr>
        <p:spPr>
          <a:xfrm>
            <a:off x="7112000" y="4883150"/>
            <a:ext cx="820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node2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5" name="Google Shape;1685;p64"/>
          <p:cNvCxnSpPr/>
          <p:nvPr/>
        </p:nvCxnSpPr>
        <p:spPr>
          <a:xfrm flipH="1">
            <a:off x="5502362" y="4802187"/>
            <a:ext cx="954000" cy="45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6" name="Google Shape;1686;p64"/>
          <p:cNvCxnSpPr/>
          <p:nvPr/>
        </p:nvCxnSpPr>
        <p:spPr>
          <a:xfrm>
            <a:off x="3635375" y="4902200"/>
            <a:ext cx="1049400" cy="43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7" name="Google Shape;1687;p64"/>
          <p:cNvCxnSpPr/>
          <p:nvPr/>
        </p:nvCxnSpPr>
        <p:spPr>
          <a:xfrm>
            <a:off x="8512175" y="4625975"/>
            <a:ext cx="3777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8" name="Google Shape;1688;p64"/>
          <p:cNvCxnSpPr/>
          <p:nvPr/>
        </p:nvCxnSpPr>
        <p:spPr>
          <a:xfrm rot="10800000">
            <a:off x="8512050" y="4800600"/>
            <a:ext cx="27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9" name="Google Shape;1689;p64"/>
          <p:cNvCxnSpPr/>
          <p:nvPr/>
        </p:nvCxnSpPr>
        <p:spPr>
          <a:xfrm rot="10800000">
            <a:off x="901787" y="4679950"/>
            <a:ext cx="49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0" name="Google Shape;1690;p64"/>
          <p:cNvCxnSpPr/>
          <p:nvPr/>
        </p:nvCxnSpPr>
        <p:spPr>
          <a:xfrm flipH="1" rot="10800000">
            <a:off x="928687" y="4854562"/>
            <a:ext cx="457200" cy="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91" name="Google Shape;1691;p64"/>
          <p:cNvGrpSpPr/>
          <p:nvPr/>
        </p:nvGrpSpPr>
        <p:grpSpPr>
          <a:xfrm>
            <a:off x="3578225" y="4287837"/>
            <a:ext cx="2857500" cy="476249"/>
            <a:chOff x="2254" y="2701"/>
            <a:chExt cx="1800" cy="300"/>
          </a:xfrm>
        </p:grpSpPr>
        <p:sp>
          <p:nvSpPr>
            <p:cNvPr id="1692" name="Google Shape;1692;p64"/>
            <p:cNvSpPr txBox="1"/>
            <p:nvPr/>
          </p:nvSpPr>
          <p:spPr>
            <a:xfrm>
              <a:off x="2958" y="270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(1)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3" name="Google Shape;1693;p64"/>
            <p:cNvCxnSpPr/>
            <p:nvPr/>
          </p:nvCxnSpPr>
          <p:spPr>
            <a:xfrm>
              <a:off x="2254" y="2931"/>
              <a:ext cx="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694" name="Google Shape;1694;p64"/>
          <p:cNvGrpSpPr/>
          <p:nvPr/>
        </p:nvGrpSpPr>
        <p:grpSpPr>
          <a:xfrm>
            <a:off x="3487737" y="4757737"/>
            <a:ext cx="2857500" cy="476250"/>
            <a:chOff x="2197" y="2997"/>
            <a:chExt cx="1800" cy="300"/>
          </a:xfrm>
        </p:grpSpPr>
        <p:sp>
          <p:nvSpPr>
            <p:cNvPr id="1695" name="Google Shape;1695;p64"/>
            <p:cNvSpPr txBox="1"/>
            <p:nvPr/>
          </p:nvSpPr>
          <p:spPr>
            <a:xfrm>
              <a:off x="2943" y="299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(2)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6" name="Google Shape;1696;p64"/>
            <p:cNvCxnSpPr/>
            <p:nvPr/>
          </p:nvCxnSpPr>
          <p:spPr>
            <a:xfrm rot="10800000">
              <a:off x="2197" y="2998"/>
              <a:ext cx="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697" name="Google Shape;1697;p64"/>
          <p:cNvSpPr txBox="1"/>
          <p:nvPr>
            <p:ph idx="1" type="body"/>
          </p:nvPr>
        </p:nvSpPr>
        <p:spPr>
          <a:xfrm>
            <a:off x="500062" y="835025"/>
            <a:ext cx="8229600" cy="3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ddelete(node_pointer node, node_pointer deleted)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(node==deleted)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printf(“Deletion of head node not permitted.\n”);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(1) deleted-&gt;llink-&gt;rlink= deleted-&gt;rlink;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(2) deleted-&gt;rlink-&gt;llink= deleted-&gt;llink;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free(deleted);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