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5" roundtripDataSignature="AMtx7mjRCcl/b5MaxDOAhRzTYVK0eSIA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br>
              <a:rPr lang="en-US"/>
            </a:br>
            <a:br>
              <a:rPr lang="en-US"/>
            </a:br>
            <a:r>
              <a:rPr lang="en-US"/>
              <a:t>Communicative English </a:t>
            </a:r>
            <a:br>
              <a:rPr lang="en-US"/>
            </a:b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Ms. Kiran Magavi, PhD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Visiting faculty , Department of Humanities and Social Sciences  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7 Cs of Communication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6"/>
            <a:ext cx="10515600" cy="893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Introduction 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484242"/>
            <a:ext cx="10515600" cy="5008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seven C's of communication are a list of principles for written and spoken communications to ensure that they are effective.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seven C's are: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Courtesy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Consideration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Clarity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Correctness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Conciseness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Concreteness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Completeness.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6"/>
            <a:ext cx="10515600" cy="748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Courtesy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298714"/>
            <a:ext cx="10515600" cy="5194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Courtesy is the most important quality of the messenger. “Everyone gains where courtesy reigns” is an old but wise saying.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Courtesy means politeness.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is an attitude that shows respect for others.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helps in building goodwill.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is not enough to use polite expressions like” thank you”, ”kindly”, “we appreciate”, “please” etc. It must have a courteous tone too.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achieve courtesy, keep in mind the following points: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Be sincere. – Use expressions that show respect. – Be thoughtful and appreciative of the receiver’s point of view. – Avoid humor. – Avoid discriminatory language i.e., race, color, gender, creed etc.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Consideration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Consideration is to put you in the place of the receiver.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means preparing every message with the message receiver in mind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This mode of consideration is called “you attitude”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 you are truly considerate, you try to show sincere regard for his interests and benefits.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be considerate, the following points should be kept in mind: – See your material from your reader’s point of view. – Focus on “you” instead of” we”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Consider the needs and problems of the receiver.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Clarity 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Clarity is the soul of a message.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means the accurate transfer of ideas from the sender’s side to the receiver.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Every message should be conveyed in a clear manner.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Clarity comes through clear thinking. A good message shows the idea directly and clearly.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A writer should not start the message unless he knows how (use of language) and what (central idea) he wants to say.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message written in the simple and ordinary language is always natural and appreciable.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838200" y="365126"/>
            <a:ext cx="10515600" cy="1092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Correctness 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838200" y="1457740"/>
            <a:ext cx="10515600" cy="5035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Language experts say that writing is an art and difficult.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There is no shortcut to being a good writer.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is learned through consistent practice and constant struggle.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message being communicated must be correct.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Correctness refers to correct grammar, punctuation, and spelling.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achieve correctness-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Check the accuracy of facts and figures.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Check mistakes in punctuation, grammar, and capitalization.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Check misspelled words.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838200" y="365126"/>
            <a:ext cx="10515600" cy="7878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Conciseness </a:t>
            </a: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838200" y="1351722"/>
            <a:ext cx="10515600" cy="5141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beauty of diction/language lies in its conciseness.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Conciseness means brief and complete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Be as brief as possible.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But it must not be so brief as to be discourteous.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Conciseness is a pre-requisite to effective messages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concise message saves time and expense for both sender and receiver.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To achieve conciseness, observe the following suggestions: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 Remove the wordy expressions.  Include only relevant material.  Avoid unnecessary repetition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838200" y="365126"/>
            <a:ext cx="10515600" cy="1079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Concreteness</a:t>
            </a:r>
            <a:endParaRPr/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838200" y="1338470"/>
            <a:ext cx="10515600" cy="5022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Communicating concretely means being specific, meaningful and clear.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Vague and general messages result in no response.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It helps the receiver to understand the exact idea.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Concrete use of available facts and figures adds to the authenticity of the message.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To achieve concreteness, consider the following ways: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Use clear and image building words.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Use specific facts and figures.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Use active voice than passive voice.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838200" y="365126"/>
            <a:ext cx="10515600" cy="94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Completeness</a:t>
            </a:r>
            <a:endParaRPr/>
          </a:p>
        </p:txBody>
      </p:sp>
      <p:sp>
        <p:nvSpPr>
          <p:cNvPr id="133" name="Google Shape;133;p9"/>
          <p:cNvSpPr txBox="1"/>
          <p:nvPr>
            <p:ph idx="1" type="body"/>
          </p:nvPr>
        </p:nvSpPr>
        <p:spPr>
          <a:xfrm>
            <a:off x="838200" y="1311966"/>
            <a:ext cx="10515600" cy="5035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message should be complete to bring the desired result.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A complete message contains all the facts required by the receiver.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The receiver’s reaction to an incomplete message is often unfavorable.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An incomplete message shows negligence and carelessness of the writer.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For completeness follow these guidelines: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Remember the five W’s (what, when, where, why, who) and how.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Provide all the necessary information. – Answer all the questions asked.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Include additional information, if desired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i="1" lang="en-US"/>
              <a:t>It can be said that awareness of seven C’s discussed are the key to effective communication and make you a good communicator</a:t>
            </a:r>
            <a:endParaRPr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2021-01-11T07:57:34Z</dcterms:created>
  <dc:creator>Rishi Magavi</dc:creator>
</cp:coreProperties>
</file>