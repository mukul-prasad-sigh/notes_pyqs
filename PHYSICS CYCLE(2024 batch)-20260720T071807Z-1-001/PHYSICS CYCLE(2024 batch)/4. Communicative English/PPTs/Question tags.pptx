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6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04CCE-2CE7-4C27-80BB-55130499347E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F5B1-3477-4C98-B4A5-CA60DD0DD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019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04CCE-2CE7-4C27-80BB-55130499347E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F5B1-3477-4C98-B4A5-CA60DD0DD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88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04CCE-2CE7-4C27-80BB-55130499347E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F5B1-3477-4C98-B4A5-CA60DD0DD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764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04CCE-2CE7-4C27-80BB-55130499347E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F5B1-3477-4C98-B4A5-CA60DD0DD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8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04CCE-2CE7-4C27-80BB-55130499347E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F5B1-3477-4C98-B4A5-CA60DD0DD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508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04CCE-2CE7-4C27-80BB-55130499347E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F5B1-3477-4C98-B4A5-CA60DD0DD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196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04CCE-2CE7-4C27-80BB-55130499347E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F5B1-3477-4C98-B4A5-CA60DD0DD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56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04CCE-2CE7-4C27-80BB-55130499347E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F5B1-3477-4C98-B4A5-CA60DD0DD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56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04CCE-2CE7-4C27-80BB-55130499347E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F5B1-3477-4C98-B4A5-CA60DD0DD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48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04CCE-2CE7-4C27-80BB-55130499347E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F5B1-3477-4C98-B4A5-CA60DD0DD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47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04CCE-2CE7-4C27-80BB-55130499347E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5F5B1-3477-4C98-B4A5-CA60DD0DD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05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04CCE-2CE7-4C27-80BB-55130499347E}" type="datetimeFigureOut">
              <a:rPr lang="en-US" smtClean="0"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5F5B1-3477-4C98-B4A5-CA60DD0DD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5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Communicative English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Spoken skills –  Question tags </a:t>
            </a:r>
          </a:p>
        </p:txBody>
      </p:sp>
    </p:spTree>
    <p:extLst>
      <p:ext uri="{BB962C8B-B14F-4D97-AF65-F5344CB8AC3E}">
        <p14:creationId xmlns:p14="http://schemas.microsoft.com/office/powerpoint/2010/main" val="2699552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question tags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 tags are short questions at the end of statements.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are mainly used in speech when we want to: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confirm that something is true or not, or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encourage a reply from the person we are speaking to.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975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are the formed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9139"/>
          </a:xfrm>
        </p:spPr>
        <p:txBody>
          <a:bodyPr>
            <a:normAutofit lnSpcReduction="1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 tags are formed with the auxiliary or modal verb from the statement and the appropriate subject.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 positive statement is followed by a negative question tag.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Jack is from Spain, isn't he?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Mary can speak English, can't she?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 negative statement is followed by a positive question tag.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 aren't funny, are they?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 shouldn't say things like that, should he?</a:t>
            </a:r>
            <a:b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731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8545"/>
            <a:ext cx="10515600" cy="1025237"/>
          </a:xfrm>
        </p:spPr>
        <p:txBody>
          <a:bodyPr/>
          <a:lstStyle/>
          <a:p>
            <a:r>
              <a:rPr lang="en-US" dirty="0"/>
              <a:t>Rules to be followed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500254"/>
          </a:xfrm>
        </p:spPr>
        <p:txBody>
          <a:bodyPr>
            <a:normAutofit fontScale="92500" lnSpcReduction="1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the verb in the main sentence is in the </a:t>
            </a:r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present simple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we form the question tag with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do/does</a:t>
            </a:r>
            <a:r>
              <a:rPr lang="en-US" b="1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 </a:t>
            </a:r>
            <a:r>
              <a:rPr lang="en-US" b="1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play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the guitar, don't you?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Alison</a:t>
            </a:r>
            <a:r>
              <a:rPr lang="en-US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likes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tennis, doesn't she?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the verb is in the </a:t>
            </a:r>
            <a:r>
              <a:rPr lang="en-US" b="1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past simple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we use </a:t>
            </a:r>
            <a:r>
              <a:rPr lang="en-US" b="1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did.</a:t>
            </a:r>
            <a:endParaRPr lang="en-US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 </a:t>
            </a:r>
            <a:r>
              <a:rPr lang="en-US" b="1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went 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the cinema, didn't they?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She </a:t>
            </a:r>
            <a:r>
              <a:rPr lang="en-US" b="1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studied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in New Zealand, didn't she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the statement contains a word with a </a:t>
            </a:r>
            <a:r>
              <a:rPr lang="en-US" b="1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negative meaning</a:t>
            </a: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the question tag needs to be </a:t>
            </a:r>
            <a:r>
              <a:rPr lang="en-US" b="1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positive</a:t>
            </a:r>
            <a:endParaRPr lang="en-US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 </a:t>
            </a:r>
            <a:r>
              <a:rPr lang="en-US" b="1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hardly ever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speaks, does he?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 </a:t>
            </a:r>
            <a:r>
              <a:rPr lang="en-US" b="1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rarely eat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restaurants, do they?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929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estion Tags in English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544" y="221818"/>
            <a:ext cx="9088583" cy="628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072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ositive Question Tags in English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473" y="360218"/>
            <a:ext cx="7107382" cy="6165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106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Negative Question Tags in English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364" y="222250"/>
            <a:ext cx="8520545" cy="646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582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249381"/>
            <a:ext cx="10910455" cy="612371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sz="3500" b="1" dirty="0"/>
              <a:t>Exceptions</a:t>
            </a:r>
          </a:p>
          <a:p>
            <a:pPr marL="0" indent="0">
              <a:buNone/>
            </a:pPr>
            <a:r>
              <a:rPr lang="en-US" sz="3500" dirty="0"/>
              <a:t>Some verbs / expressions have different question tags.</a:t>
            </a:r>
          </a:p>
          <a:p>
            <a:pPr marL="0" indent="0">
              <a:buNone/>
            </a:pPr>
            <a:r>
              <a:rPr lang="en-US" sz="3500" dirty="0"/>
              <a:t> For example:</a:t>
            </a:r>
          </a:p>
          <a:p>
            <a:r>
              <a:rPr lang="en-US" sz="3500" b="1" dirty="0"/>
              <a:t>I am </a:t>
            </a:r>
            <a:r>
              <a:rPr lang="en-US" sz="3500" dirty="0"/>
              <a:t>- I am attractive, </a:t>
            </a:r>
            <a:r>
              <a:rPr lang="en-US" sz="3500" b="1" dirty="0"/>
              <a:t>aren't</a:t>
            </a:r>
            <a:r>
              <a:rPr lang="en-US" sz="3500" dirty="0"/>
              <a:t> I?</a:t>
            </a:r>
          </a:p>
          <a:p>
            <a:r>
              <a:rPr lang="en-US" sz="3500" b="1" dirty="0"/>
              <a:t>Positive imperative</a:t>
            </a:r>
            <a:r>
              <a:rPr lang="en-US" sz="3500" dirty="0"/>
              <a:t> - Stop daydreaming, </a:t>
            </a:r>
            <a:r>
              <a:rPr lang="en-US" sz="3500" b="1" dirty="0"/>
              <a:t>will / won't</a:t>
            </a:r>
            <a:r>
              <a:rPr lang="en-US" sz="3500" dirty="0"/>
              <a:t> you?</a:t>
            </a:r>
          </a:p>
          <a:p>
            <a:r>
              <a:rPr lang="en-US" sz="3500" b="1" dirty="0"/>
              <a:t>Negative imperative</a:t>
            </a:r>
            <a:r>
              <a:rPr lang="en-US" sz="3500" dirty="0"/>
              <a:t> - Don't stop singing, </a:t>
            </a:r>
            <a:r>
              <a:rPr lang="en-US" sz="3500" b="1" dirty="0"/>
              <a:t>will </a:t>
            </a:r>
            <a:r>
              <a:rPr lang="en-US" sz="3500" dirty="0"/>
              <a:t>you?</a:t>
            </a:r>
          </a:p>
          <a:p>
            <a:r>
              <a:rPr lang="en-US" sz="3500" b="1" dirty="0"/>
              <a:t>Let's</a:t>
            </a:r>
            <a:r>
              <a:rPr lang="en-US" sz="3500" dirty="0"/>
              <a:t> - Let's go to the beach, </a:t>
            </a:r>
            <a:r>
              <a:rPr lang="en-US" sz="3500" b="1" dirty="0"/>
              <a:t>shall </a:t>
            </a:r>
            <a:r>
              <a:rPr lang="en-US" sz="3500" dirty="0"/>
              <a:t>we?</a:t>
            </a:r>
          </a:p>
          <a:p>
            <a:r>
              <a:rPr lang="en-US" sz="3500" b="1" dirty="0"/>
              <a:t>Have got (possession)</a:t>
            </a:r>
            <a:r>
              <a:rPr lang="en-US" sz="3500" dirty="0"/>
              <a:t> - He has got a car, </a:t>
            </a:r>
            <a:r>
              <a:rPr lang="en-US" sz="3500" b="1" dirty="0"/>
              <a:t>hasn't</a:t>
            </a:r>
            <a:r>
              <a:rPr lang="en-US" sz="3500" dirty="0"/>
              <a:t> he?</a:t>
            </a:r>
          </a:p>
          <a:p>
            <a:r>
              <a:rPr lang="en-US" sz="3500" b="1" dirty="0"/>
              <a:t>There is / are</a:t>
            </a:r>
            <a:r>
              <a:rPr lang="en-US" sz="3500" dirty="0"/>
              <a:t> - There aren't any spiders in the bedroom, </a:t>
            </a:r>
            <a:r>
              <a:rPr lang="en-US" sz="3500" b="1" dirty="0"/>
              <a:t>are there</a:t>
            </a:r>
            <a:r>
              <a:rPr lang="en-US" sz="3500" dirty="0"/>
              <a:t>?</a:t>
            </a:r>
          </a:p>
          <a:p>
            <a:r>
              <a:rPr lang="en-US" sz="3500" b="1" dirty="0"/>
              <a:t>This / that is</a:t>
            </a:r>
            <a:r>
              <a:rPr lang="en-US" sz="3500" dirty="0"/>
              <a:t> - This is Paul's pen, </a:t>
            </a:r>
            <a:r>
              <a:rPr lang="en-US" sz="3500" b="1" dirty="0"/>
              <a:t>isn't it</a:t>
            </a:r>
            <a:r>
              <a:rPr lang="en-US" sz="3500" dirty="0"/>
              <a:t>?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496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Speak confidently with the right word stress and intonation when question tags are added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         - Thank you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Dr. Kiran Magavi </a:t>
            </a:r>
          </a:p>
        </p:txBody>
      </p:sp>
    </p:spTree>
    <p:extLst>
      <p:ext uri="{BB962C8B-B14F-4D97-AF65-F5344CB8AC3E}">
        <p14:creationId xmlns:p14="http://schemas.microsoft.com/office/powerpoint/2010/main" val="3398722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363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Symbol</vt:lpstr>
      <vt:lpstr>Office Theme</vt:lpstr>
      <vt:lpstr>Communicative English  </vt:lpstr>
      <vt:lpstr>What are question tags ?</vt:lpstr>
      <vt:lpstr>How are the formed ?</vt:lpstr>
      <vt:lpstr>Rules to be followed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course – session 22</dc:title>
  <dc:creator>kiraaan</dc:creator>
  <cp:lastModifiedBy>Rishi Magavi</cp:lastModifiedBy>
  <cp:revision>8</cp:revision>
  <dcterms:created xsi:type="dcterms:W3CDTF">2020-10-29T07:17:30Z</dcterms:created>
  <dcterms:modified xsi:type="dcterms:W3CDTF">2022-03-07T03:26:15Z</dcterms:modified>
</cp:coreProperties>
</file>