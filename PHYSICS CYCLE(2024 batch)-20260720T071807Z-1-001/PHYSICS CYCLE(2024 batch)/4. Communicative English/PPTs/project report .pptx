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64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8453C-6F65-408A-AC57-F387D93735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CBACD2-BF49-4FFA-ACA3-79A74C5742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5D4DAA-F691-4395-9D6E-01D0D3FFB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F82F7-BCA2-4E90-BC43-61AE307C07DE}" type="datetimeFigureOut">
              <a:rPr lang="en-IN" smtClean="0"/>
              <a:t>28-03-2022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6C22D6-B36A-4327-872D-1E5777546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9D5BCA-6C19-42B9-9E6D-ABA2933E1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20D85-0D59-4BEB-9860-F6312BF4C6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5109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DC402-58A5-4908-AC65-45B9FEAF9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83A3D6-B3AE-4FF6-9BCF-9B41C041A8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6112F2-3918-4A63-938C-E04929DBE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F82F7-BCA2-4E90-BC43-61AE307C07DE}" type="datetimeFigureOut">
              <a:rPr lang="en-IN" smtClean="0"/>
              <a:t>28-03-2022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876F0A-AFFF-4B49-9195-E9B816FAD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77FF6B-330A-4E9A-895A-145DA542D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20D85-0D59-4BEB-9860-F6312BF4C6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0497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7DA15-CD33-4320-A430-B53AF4858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7B5BFD-6203-41CA-BEEC-8283288F62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026768-91CA-4746-8D6C-C0478696A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F82F7-BCA2-4E90-BC43-61AE307C07DE}" type="datetimeFigureOut">
              <a:rPr lang="en-IN" smtClean="0"/>
              <a:t>28-03-2022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8BE11B-E9EB-4AC8-836E-6AFA3594B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AA2E62-ADDE-4935-AB10-F9A44B28A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20D85-0D59-4BEB-9860-F6312BF4C6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23342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28497-4331-42A9-8EE2-8E6162337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88BDA2-9FD8-4006-A55B-278D2F0053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5FF117-7BF1-4FF2-99C8-07F6F1EA55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4E9FCC-8346-4EA4-9CDD-1D2133D78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F82F7-BCA2-4E90-BC43-61AE307C07DE}" type="datetimeFigureOut">
              <a:rPr lang="en-IN" smtClean="0"/>
              <a:t>28-03-2022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7897D8-357E-4AB5-BD8E-940DFF245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786D5A-00E1-42B6-A8C2-480486041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20D85-0D59-4BEB-9860-F6312BF4C6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6910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A868F-F2B8-4E0E-9002-584721953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8289DE-0D5A-478C-98DD-629A873439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F3ACCF-10CC-4C00-949B-6B163A3133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61B461-E1AB-4663-AD0D-63710B708F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71FAD0-8E56-402D-A779-A591D40FC5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6CFE52-4100-4BF6-AE8A-14EE641D5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F82F7-BCA2-4E90-BC43-61AE307C07DE}" type="datetimeFigureOut">
              <a:rPr lang="en-IN" smtClean="0"/>
              <a:t>28-03-2022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CFB50E-C1DF-454D-B560-57D41CD84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32C749-B1C0-4A31-9F3F-105017865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20D85-0D59-4BEB-9860-F6312BF4C6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5062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FA03C-E542-46E2-B678-4D4078393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45629-4D9F-41D4-8C10-4EE0011A1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F82F7-BCA2-4E90-BC43-61AE307C07DE}" type="datetimeFigureOut">
              <a:rPr lang="en-IN" smtClean="0"/>
              <a:t>28-03-2022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1C385C-49F9-424E-B37E-1B3AD6EDC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40273D-1BB6-4B1D-AFFE-3D8E77CF2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20D85-0D59-4BEB-9860-F6312BF4C6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0486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85FFFF-44C4-4D88-8E19-D6176034D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F82F7-BCA2-4E90-BC43-61AE307C07DE}" type="datetimeFigureOut">
              <a:rPr lang="en-IN" smtClean="0"/>
              <a:t>28-03-2022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C0888F-68E4-4BD8-A0EB-84F3CABC6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D8A00A-009A-423D-9C27-BB7EF6FF7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20D85-0D59-4BEB-9860-F6312BF4C6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1464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77A8E-72CA-49DB-866E-1F253E9B7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865686-ED8D-401C-8A5A-1CDBEA1FB9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6CAFEF-1AD9-416A-BED3-D38833D882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76E3DE-683E-40EC-B383-FE40391DF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F82F7-BCA2-4E90-BC43-61AE307C07DE}" type="datetimeFigureOut">
              <a:rPr lang="en-IN" smtClean="0"/>
              <a:t>28-03-2022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18AE5C-85E9-4D63-B9E0-A79C8070E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5F0A16-FF0F-493E-ACEB-EA629CB55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20D85-0D59-4BEB-9860-F6312BF4C6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8203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1FF0B-6FDC-442A-BBC3-32F36A46F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937CD2-8857-4A37-B8B2-BE836D83D2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42EE0C-61E4-4B92-94C8-C4CA72ED75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4E5AA7-E46D-4227-9A06-C54874CED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F82F7-BCA2-4E90-BC43-61AE307C07DE}" type="datetimeFigureOut">
              <a:rPr lang="en-IN" smtClean="0"/>
              <a:t>28-03-2022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A7DCBD-87E8-4837-910B-0E5041414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77B0BF-7CBA-4F11-B2BE-A6DD16E66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20D85-0D59-4BEB-9860-F6312BF4C6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5296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B6455-9D15-4A6B-88E9-39BA9E927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155108-C1E8-43AB-A146-10514C428E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6314B-C1A8-41FF-92F9-FAF90CDB9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F82F7-BCA2-4E90-BC43-61AE307C07DE}" type="datetimeFigureOut">
              <a:rPr lang="en-IN" smtClean="0"/>
              <a:t>28-03-2022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05F3B9-B8EB-4E12-B083-519E02C1E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4CFD23-FAD4-4C89-972E-4A64FB5EB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20D85-0D59-4BEB-9860-F6312BF4C6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9106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D2F6FA-4EA1-49EB-8058-AE9B707DE1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DD5267-401C-49B1-A4EC-58C0FD520B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9F2644-6370-488D-9A75-3D1965A11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F82F7-BCA2-4E90-BC43-61AE307C07DE}" type="datetimeFigureOut">
              <a:rPr lang="en-IN" smtClean="0"/>
              <a:t>28-03-2022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5BD543-7309-45FA-B7E1-5ADA2B151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1F3D13-F6C8-4F10-9A90-0581C9E88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20D85-0D59-4BEB-9860-F6312BF4C6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0248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701477-8969-4C28-89F6-D351F4C30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78B360-A193-4918-9E00-59A3D214A3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F5B50-7556-44BE-AFD1-90B1B5430D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3F82F7-BCA2-4E90-BC43-61AE307C07DE}" type="datetimeFigureOut">
              <a:rPr lang="en-IN" smtClean="0"/>
              <a:t>28-03-2022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85176F-6D86-4E46-9C40-0C1F4A407C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7EAD42-2222-4BAA-AC09-C35113E74F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020D85-0D59-4BEB-9860-F6312BF4C6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5943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2555B-809F-44E5-B38C-CEA37440A9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0" lang="en-US" sz="3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Communicative English  </a:t>
            </a:r>
            <a:b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</a:b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Department – Humanities and Social Sciences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08F424-A858-489F-8E2B-B1BF4A0DC6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 How to write a good Project Report  </a:t>
            </a:r>
          </a:p>
          <a:p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Faculty – Dr. Kiran Magavi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1907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DEC0E-6BAA-429C-A287-E4B4A152A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Project Report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1AAE2-C426-4CD7-8042-7EAC323D74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project report is an extremely important aspect of the project.</a:t>
            </a:r>
          </a:p>
          <a:p>
            <a:r>
              <a:rPr lang="en-US" dirty="0"/>
              <a:t>It is a representation of your work / project</a:t>
            </a:r>
          </a:p>
          <a:p>
            <a:r>
              <a:rPr lang="en-US" dirty="0"/>
              <a:t> It should be properly structured and also contain necessary and appropriate information regarding the project.</a:t>
            </a:r>
          </a:p>
          <a:p>
            <a:r>
              <a:rPr lang="en-US" dirty="0"/>
              <a:t> The aim of the project is to produce a good product and a good report</a:t>
            </a:r>
          </a:p>
          <a:p>
            <a:r>
              <a:rPr lang="en-US" dirty="0"/>
              <a:t>A good structure and organization of the report brings out the best features of your work</a:t>
            </a:r>
          </a:p>
        </p:txBody>
      </p:sp>
    </p:spTree>
    <p:extLst>
      <p:ext uri="{BB962C8B-B14F-4D97-AF65-F5344CB8AC3E}">
        <p14:creationId xmlns:p14="http://schemas.microsoft.com/office/powerpoint/2010/main" val="23694718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95835-3B5A-4266-9824-10250C79B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79362"/>
          </a:xfrm>
        </p:spPr>
        <p:txBody>
          <a:bodyPr/>
          <a:lstStyle/>
          <a:p>
            <a:r>
              <a:rPr lang="en-US" dirty="0"/>
              <a:t>How to write a Project Report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8F328-2ADB-4DC2-8F1C-DB05313F71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tidy, well laid out and consistently formatted document with a professional approach </a:t>
            </a:r>
          </a:p>
          <a:p>
            <a:r>
              <a:rPr lang="en-US" dirty="0"/>
              <a:t>Quantity does not automatically guarantee quality. </a:t>
            </a:r>
          </a:p>
          <a:p>
            <a:r>
              <a:rPr lang="en-US" dirty="0"/>
              <a:t>A 150 page report is not twice as good as a 75-page one.</a:t>
            </a:r>
          </a:p>
          <a:p>
            <a:r>
              <a:rPr lang="en-US" dirty="0"/>
              <a:t>Conciseness, clarity and elegance are invaluable qualities in report writing</a:t>
            </a:r>
          </a:p>
          <a:p>
            <a:r>
              <a:rPr lang="en-US" dirty="0"/>
              <a:t>A good report contains the following elements - the exact structure, chapter titles etc. </a:t>
            </a:r>
          </a:p>
          <a:p>
            <a:pPr marL="0" indent="0">
              <a:buNone/>
            </a:pPr>
            <a:r>
              <a:rPr lang="en-IN" dirty="0"/>
              <a:t>                                                                                                 Contd…</a:t>
            </a:r>
          </a:p>
        </p:txBody>
      </p:sp>
    </p:spTree>
    <p:extLst>
      <p:ext uri="{BB962C8B-B14F-4D97-AF65-F5344CB8AC3E}">
        <p14:creationId xmlns:p14="http://schemas.microsoft.com/office/powerpoint/2010/main" val="12330396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E84FF-1C92-440E-9E6C-B83F76BC0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Title page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99D4F-C030-4A9F-8C8C-FEA4D2FD1E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945158"/>
          </a:xfrm>
        </p:spPr>
        <p:txBody>
          <a:bodyPr/>
          <a:lstStyle/>
          <a:p>
            <a:r>
              <a:rPr lang="en-US" dirty="0"/>
              <a:t>This should include the project title and the name of the author of the report.</a:t>
            </a:r>
          </a:p>
          <a:p>
            <a:r>
              <a:rPr lang="en-US" dirty="0"/>
              <a:t> Also includes names of the proctors , supervisors</a:t>
            </a:r>
          </a:p>
          <a:p>
            <a:r>
              <a:rPr lang="en-US" dirty="0"/>
              <a:t> Well laid out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23219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60102-2CBE-4FAF-9C22-35E637C34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3AEECB-6C64-431F-88CA-19C1FE52F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The abstract is a very brief summary of the report's contents. </a:t>
            </a:r>
          </a:p>
          <a:p>
            <a:r>
              <a:rPr lang="en-US" dirty="0"/>
              <a:t>It should be about half a page long. </a:t>
            </a:r>
          </a:p>
          <a:p>
            <a:r>
              <a:rPr lang="en-US" dirty="0"/>
              <a:t>Somebody unfamiliar with your project should have a good idea of what it's about having read the abstract alone and will know whether it will be of interest to them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02323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9AA2F-CC02-472A-A603-5F57D5F4A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Acknowledgements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0BCFD3-B5B5-4FC0-8A61-5C0D7BCE89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is usual to thank those individuals who have provided particularly useful assistance, technical or otherwise, during your project.</a:t>
            </a:r>
          </a:p>
          <a:p>
            <a:r>
              <a:rPr lang="en-US" dirty="0"/>
              <a:t> the list begins with the names of proctors , supervisors , company executives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18304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C513F-4086-4A54-B6F9-B1ED34A47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Contents page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0CF8DB-B201-4BD2-AB6E-98CBF5E0BB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should list the main chapters and (sub)sections of the report.</a:t>
            </a:r>
          </a:p>
          <a:p>
            <a:r>
              <a:rPr lang="en-US" dirty="0"/>
              <a:t> Self-explanatory chapter and section titles should be included </a:t>
            </a:r>
          </a:p>
          <a:p>
            <a:r>
              <a:rPr lang="en-US" dirty="0"/>
              <a:t>Double spacing for clarity, is a must </a:t>
            </a:r>
          </a:p>
          <a:p>
            <a:r>
              <a:rPr lang="en-US" dirty="0"/>
              <a:t>Should include page numbers indicating where each chapter/section begins. </a:t>
            </a:r>
          </a:p>
          <a:p>
            <a:r>
              <a:rPr lang="en-US" dirty="0"/>
              <a:t>Avoid too many levels of subheading - three is an accepted number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10846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AFF0F-EA17-43A5-9B44-109C155A0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86597"/>
          </a:xfrm>
        </p:spPr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910DD3-374E-4DAD-97EE-B720ABACE1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92500"/>
          </a:bodyPr>
          <a:lstStyle/>
          <a:p>
            <a:r>
              <a:rPr lang="en-US" dirty="0"/>
              <a:t>This is one of the most important components of the report. </a:t>
            </a:r>
          </a:p>
          <a:p>
            <a:r>
              <a:rPr lang="en-US" dirty="0"/>
              <a:t>It should begin with a clear statement of what the project is about so that the nature and scope of the project can be understood by a lay reader. </a:t>
            </a:r>
          </a:p>
          <a:p>
            <a:r>
              <a:rPr lang="en-US" dirty="0"/>
              <a:t>It should summarize everything that is set out to achieve, provide a clear summary of the project's background, relevance and main contributions. </a:t>
            </a:r>
          </a:p>
          <a:p>
            <a:r>
              <a:rPr lang="en-US" dirty="0"/>
              <a:t>The introduction should set the context for the project and should provide the reader with a summary of the key things to look out for in the remainder of the report. </a:t>
            </a:r>
          </a:p>
          <a:p>
            <a:r>
              <a:rPr lang="en-US" dirty="0"/>
              <a:t>The introduction itself should be largely non-technical.</a:t>
            </a:r>
          </a:p>
          <a:p>
            <a:r>
              <a:rPr lang="en-US" dirty="0"/>
              <a:t> It is useful to state the main objectives of the project as part of the introduction.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26082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D19A2-B824-4FD9-A1D4-B4603B5BA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99849"/>
          </a:xfrm>
        </p:spPr>
        <p:txBody>
          <a:bodyPr/>
          <a:lstStyle/>
          <a:p>
            <a:r>
              <a:rPr lang="en-IN" dirty="0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3FB6A-EF0C-4F51-99C2-0A6FE64181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3270"/>
            <a:ext cx="10515600" cy="4533693"/>
          </a:xfrm>
        </p:spPr>
        <p:txBody>
          <a:bodyPr/>
          <a:lstStyle/>
          <a:p>
            <a:r>
              <a:rPr lang="en-US" dirty="0"/>
              <a:t>The background section of the report should set the project into context and give the proposed layout for achieving the project goals.</a:t>
            </a:r>
          </a:p>
          <a:p>
            <a:r>
              <a:rPr lang="en-US" dirty="0"/>
              <a:t> The background section can be included as part of the introduction but is usually better as a separate chapter, especially if the project involved significant amount of ground work. </a:t>
            </a:r>
          </a:p>
          <a:p>
            <a:r>
              <a:rPr lang="en-US" dirty="0"/>
              <a:t>Adding information about the references made must be included here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29889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19E0F-E4CC-4F9D-A525-519BFC5AC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Body of report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B0F9B-38C8-4A45-95A5-0E7158B7A0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central part of the report usually consists of three or four chapters detailing the technical work undertaken during the project.</a:t>
            </a:r>
          </a:p>
          <a:p>
            <a:r>
              <a:rPr lang="en-US" dirty="0"/>
              <a:t> The structure of these chapters is highly project dependent. </a:t>
            </a:r>
          </a:p>
          <a:p>
            <a:r>
              <a:rPr lang="en-US" dirty="0"/>
              <a:t>They can reflect the chronological development of the project, e.g. design, implementation, experimentation,  evaluation etc. </a:t>
            </a:r>
          </a:p>
          <a:p>
            <a:r>
              <a:rPr lang="en-US" dirty="0"/>
              <a:t> It should also document any interesting problems with, or features of, your implementation. </a:t>
            </a:r>
          </a:p>
          <a:p>
            <a:r>
              <a:rPr lang="en-US" dirty="0"/>
              <a:t>Integration and testing are also important to discuss in some cases.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6892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81B35-84E4-4038-8DB7-3DE722FB9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4318"/>
          </a:xfrm>
        </p:spPr>
        <p:txBody>
          <a:bodyPr/>
          <a:lstStyle/>
          <a:p>
            <a:r>
              <a:rPr lang="en-IN" dirty="0"/>
              <a:t>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217B97-9807-4C8B-91AB-E2463E6597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5461"/>
            <a:ext cx="10515600" cy="4891502"/>
          </a:xfrm>
        </p:spPr>
        <p:txBody>
          <a:bodyPr>
            <a:normAutofit/>
          </a:bodyPr>
          <a:lstStyle/>
          <a:p>
            <a:r>
              <a:rPr lang="en-US" dirty="0"/>
              <a:t>Many projects fall down through poor evaluation.</a:t>
            </a:r>
          </a:p>
          <a:p>
            <a:r>
              <a:rPr lang="en-US" dirty="0"/>
              <a:t>Simply building a system and documenting its design and functionality is not enough to gain top marks.</a:t>
            </a:r>
          </a:p>
          <a:p>
            <a:r>
              <a:rPr lang="en-US" dirty="0"/>
              <a:t> It is extremely important that you evaluate what you have done both in absolute terms and in comparison with existing techniques</a:t>
            </a:r>
          </a:p>
          <a:p>
            <a:r>
              <a:rPr lang="en-US" dirty="0"/>
              <a:t>It is important to understand that there is no such thing as a perfect project. </a:t>
            </a:r>
          </a:p>
          <a:p>
            <a:r>
              <a:rPr lang="en-US" dirty="0"/>
              <a:t>Even the very best pieces of work have their limitations and you are expected to provide a proper critical appraisal of what you have done.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485172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DA3AC-0335-4F5A-B957-54F3AEA21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Conclusions and Future Work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30A97-A701-4445-9DED-F01CAFD0FE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project's conclusions should list the things which have been learnt as a result of the work you have done. </a:t>
            </a:r>
          </a:p>
          <a:p>
            <a:r>
              <a:rPr lang="en-US" dirty="0"/>
              <a:t> It is common to finish the report by listing ways in which the project can be taken further. </a:t>
            </a:r>
            <a:endParaRPr lang="en-IN" dirty="0"/>
          </a:p>
          <a:p>
            <a:r>
              <a:rPr lang="en-IN" dirty="0"/>
              <a:t>Mention application and avenues that your project can be useful for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40997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84863-FB18-4AAA-A506-CF227F59D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26353"/>
          </a:xfrm>
        </p:spPr>
        <p:txBody>
          <a:bodyPr/>
          <a:lstStyle/>
          <a:p>
            <a:r>
              <a:rPr lang="en-IN" dirty="0"/>
              <a:t>Bibliography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EC20F5-9769-4E99-9A42-22F942BD23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0261"/>
            <a:ext cx="10515600" cy="4731026"/>
          </a:xfrm>
        </p:spPr>
        <p:txBody>
          <a:bodyPr>
            <a:normAutofit/>
          </a:bodyPr>
          <a:lstStyle/>
          <a:p>
            <a:r>
              <a:rPr lang="en-US" dirty="0"/>
              <a:t>This consists of a list of all the books, articles, manuals etc. used in the project and referred to in the report. </a:t>
            </a:r>
          </a:p>
          <a:p>
            <a:r>
              <a:rPr lang="en-US" dirty="0"/>
              <a:t>You should provide enough information to allow the reader to find the source. </a:t>
            </a:r>
          </a:p>
          <a:p>
            <a:r>
              <a:rPr lang="en-US" dirty="0"/>
              <a:t>In the case of a text book you should quote the name of the publisher as well as the author(s). </a:t>
            </a:r>
          </a:p>
          <a:p>
            <a:r>
              <a:rPr lang="en-US" dirty="0"/>
              <a:t>A weakness of many reports is inadequate citation of a source of information. </a:t>
            </a:r>
          </a:p>
          <a:p>
            <a:r>
              <a:rPr lang="en-US" dirty="0"/>
              <a:t>Each entry in the bibliography should list the author(s) and title of the piece of work and should give full details of where it can be found.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77137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BC4DC-637E-4303-9503-8EBC6F666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Appendix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4FCB50-78D2-4D2B-B8E0-72A4B840D2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appendices contain information which is a good exterior to the main body of the report. </a:t>
            </a:r>
          </a:p>
          <a:p>
            <a:r>
              <a:rPr lang="en-US" dirty="0"/>
              <a:t>Information typically included are things like parts of the code, tables, test cases or any other material</a:t>
            </a:r>
          </a:p>
          <a:p>
            <a:r>
              <a:rPr lang="en-US" dirty="0"/>
              <a:t>All material must be bound in a single volume and create the report in a </a:t>
            </a:r>
            <a:r>
              <a:rPr lang="en-US"/>
              <a:t>book format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41259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936</Words>
  <Application>Microsoft Office PowerPoint</Application>
  <PresentationFormat>Widescreen</PresentationFormat>
  <Paragraphs>71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Communicative English   Department – Humanities and Social Sciences </vt:lpstr>
      <vt:lpstr>The Project Report </vt:lpstr>
      <vt:lpstr>How to write a Project Report</vt:lpstr>
      <vt:lpstr>Title page </vt:lpstr>
      <vt:lpstr>Abstract </vt:lpstr>
      <vt:lpstr>Acknowledgements</vt:lpstr>
      <vt:lpstr>Contents page </vt:lpstr>
      <vt:lpstr>Introduction</vt:lpstr>
      <vt:lpstr>Background</vt:lpstr>
      <vt:lpstr>Body of report </vt:lpstr>
      <vt:lpstr>Evaluation</vt:lpstr>
      <vt:lpstr>Conclusions and Future Work </vt:lpstr>
      <vt:lpstr>Bibliography</vt:lpstr>
      <vt:lpstr>Appendix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Bridge course – schedule 2</dc:title>
  <dc:creator>Rishi Magavi</dc:creator>
  <cp:lastModifiedBy>Rishi Magavi</cp:lastModifiedBy>
  <cp:revision>11</cp:revision>
  <dcterms:created xsi:type="dcterms:W3CDTF">2020-12-08T07:18:04Z</dcterms:created>
  <dcterms:modified xsi:type="dcterms:W3CDTF">2022-03-28T02:13:10Z</dcterms:modified>
</cp:coreProperties>
</file>