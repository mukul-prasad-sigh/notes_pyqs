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301" r:id="rId3"/>
    <p:sldId id="313" r:id="rId4"/>
    <p:sldId id="263" r:id="rId5"/>
    <p:sldId id="264" r:id="rId6"/>
    <p:sldId id="332" r:id="rId7"/>
    <p:sldId id="333" r:id="rId8"/>
    <p:sldId id="334" r:id="rId9"/>
    <p:sldId id="307" r:id="rId10"/>
    <p:sldId id="308" r:id="rId11"/>
    <p:sldId id="309" r:id="rId12"/>
    <p:sldId id="310" r:id="rId13"/>
    <p:sldId id="311" r:id="rId14"/>
    <p:sldId id="259" r:id="rId15"/>
    <p:sldId id="260" r:id="rId16"/>
    <p:sldId id="277" r:id="rId17"/>
    <p:sldId id="330" r:id="rId18"/>
    <p:sldId id="331" r:id="rId19"/>
    <p:sldId id="319" r:id="rId20"/>
    <p:sldId id="329" r:id="rId21"/>
    <p:sldId id="270" r:id="rId22"/>
    <p:sldId id="271" r:id="rId23"/>
    <p:sldId id="272" r:id="rId24"/>
    <p:sldId id="289" r:id="rId25"/>
    <p:sldId id="279" r:id="rId26"/>
    <p:sldId id="321" r:id="rId27"/>
    <p:sldId id="280" r:id="rId28"/>
    <p:sldId id="315" r:id="rId29"/>
    <p:sldId id="300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297" r:id="rId38"/>
    <p:sldId id="298" r:id="rId39"/>
    <p:sldId id="291" r:id="rId40"/>
    <p:sldId id="296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wakar P" userId="5c48017b430d96be" providerId="LiveId" clId="{E2FAA6FD-31E5-489D-814F-44730AC6E16D}"/>
    <pc:docChg chg="custSel modSld">
      <pc:chgData name="Diwakar P" userId="5c48017b430d96be" providerId="LiveId" clId="{E2FAA6FD-31E5-489D-814F-44730AC6E16D}" dt="2022-12-02T05:10:35.859" v="108" actId="14100"/>
      <pc:docMkLst>
        <pc:docMk/>
      </pc:docMkLst>
      <pc:sldChg chg="delSp modSp mod">
        <pc:chgData name="Diwakar P" userId="5c48017b430d96be" providerId="LiveId" clId="{E2FAA6FD-31E5-489D-814F-44730AC6E16D}" dt="2022-12-02T05:10:35.859" v="108" actId="14100"/>
        <pc:sldMkLst>
          <pc:docMk/>
          <pc:sldMk cId="1862730748" sldId="256"/>
        </pc:sldMkLst>
        <pc:spChg chg="mod">
          <ac:chgData name="Diwakar P" userId="5c48017b430d96be" providerId="LiveId" clId="{E2FAA6FD-31E5-489D-814F-44730AC6E16D}" dt="2022-12-02T05:10:35.859" v="108" actId="14100"/>
          <ac:spMkLst>
            <pc:docMk/>
            <pc:sldMk cId="1862730748" sldId="256"/>
            <ac:spMk id="2" creationId="{00000000-0000-0000-0000-000000000000}"/>
          </ac:spMkLst>
        </pc:spChg>
        <pc:picChg chg="del mod">
          <ac:chgData name="Diwakar P" userId="5c48017b430d96be" providerId="LiveId" clId="{E2FAA6FD-31E5-489D-814F-44730AC6E16D}" dt="2022-12-02T05:10:26.909" v="103" actId="478"/>
          <ac:picMkLst>
            <pc:docMk/>
            <pc:sldMk cId="1862730748" sldId="256"/>
            <ac:picMk id="1026" creationId="{00000000-0000-0000-0000-000000000000}"/>
          </ac:picMkLst>
        </pc:picChg>
      </pc:sldChg>
      <pc:sldChg chg="modSp mod">
        <pc:chgData name="Diwakar P" userId="5c48017b430d96be" providerId="LiveId" clId="{E2FAA6FD-31E5-489D-814F-44730AC6E16D}" dt="2022-12-02T04:57:49.582" v="35" actId="122"/>
        <pc:sldMkLst>
          <pc:docMk/>
          <pc:sldMk cId="893530829" sldId="259"/>
        </pc:sldMkLst>
        <pc:spChg chg="mod">
          <ac:chgData name="Diwakar P" userId="5c48017b430d96be" providerId="LiveId" clId="{E2FAA6FD-31E5-489D-814F-44730AC6E16D}" dt="2022-12-02T04:57:49.582" v="35" actId="122"/>
          <ac:spMkLst>
            <pc:docMk/>
            <pc:sldMk cId="893530829" sldId="259"/>
            <ac:spMk id="2" creationId="{00000000-0000-0000-0000-000000000000}"/>
          </ac:spMkLst>
        </pc:spChg>
      </pc:sldChg>
      <pc:sldChg chg="modSp mod">
        <pc:chgData name="Diwakar P" userId="5c48017b430d96be" providerId="LiveId" clId="{E2FAA6FD-31E5-489D-814F-44730AC6E16D}" dt="2022-12-02T04:57:01.223" v="31" actId="20577"/>
        <pc:sldMkLst>
          <pc:docMk/>
          <pc:sldMk cId="1972476041" sldId="263"/>
        </pc:sldMkLst>
        <pc:spChg chg="mod">
          <ac:chgData name="Diwakar P" userId="5c48017b430d96be" providerId="LiveId" clId="{E2FAA6FD-31E5-489D-814F-44730AC6E16D}" dt="2022-12-02T04:56:51.763" v="30" actId="122"/>
          <ac:spMkLst>
            <pc:docMk/>
            <pc:sldMk cId="1972476041" sldId="263"/>
            <ac:spMk id="2" creationId="{00000000-0000-0000-0000-000000000000}"/>
          </ac:spMkLst>
        </pc:spChg>
        <pc:spChg chg="mod">
          <ac:chgData name="Diwakar P" userId="5c48017b430d96be" providerId="LiveId" clId="{E2FAA6FD-31E5-489D-814F-44730AC6E16D}" dt="2022-12-02T04:57:01.223" v="31" actId="20577"/>
          <ac:spMkLst>
            <pc:docMk/>
            <pc:sldMk cId="1972476041" sldId="263"/>
            <ac:spMk id="3" creationId="{00000000-0000-0000-0000-000000000000}"/>
          </ac:spMkLst>
        </pc:spChg>
      </pc:sldChg>
      <pc:sldChg chg="modSp mod">
        <pc:chgData name="Diwakar P" userId="5c48017b430d96be" providerId="LiveId" clId="{E2FAA6FD-31E5-489D-814F-44730AC6E16D}" dt="2022-12-02T05:00:44.200" v="46" actId="20577"/>
        <pc:sldMkLst>
          <pc:docMk/>
          <pc:sldMk cId="4143844572" sldId="271"/>
        </pc:sldMkLst>
        <pc:spChg chg="mod">
          <ac:chgData name="Diwakar P" userId="5c48017b430d96be" providerId="LiveId" clId="{E2FAA6FD-31E5-489D-814F-44730AC6E16D}" dt="2022-12-02T05:00:44.200" v="46" actId="20577"/>
          <ac:spMkLst>
            <pc:docMk/>
            <pc:sldMk cId="4143844572" sldId="271"/>
            <ac:spMk id="3" creationId="{00000000-0000-0000-0000-000000000000}"/>
          </ac:spMkLst>
        </pc:spChg>
      </pc:sldChg>
      <pc:sldChg chg="modSp mod">
        <pc:chgData name="Diwakar P" userId="5c48017b430d96be" providerId="LiveId" clId="{E2FAA6FD-31E5-489D-814F-44730AC6E16D}" dt="2022-12-02T05:02:52.025" v="66" actId="5793"/>
        <pc:sldMkLst>
          <pc:docMk/>
          <pc:sldMk cId="3844672067" sldId="272"/>
        </pc:sldMkLst>
        <pc:spChg chg="mod">
          <ac:chgData name="Diwakar P" userId="5c48017b430d96be" providerId="LiveId" clId="{E2FAA6FD-31E5-489D-814F-44730AC6E16D}" dt="2022-12-02T05:02:52.025" v="66" actId="5793"/>
          <ac:spMkLst>
            <pc:docMk/>
            <pc:sldMk cId="3844672067" sldId="272"/>
            <ac:spMk id="3" creationId="{00000000-0000-0000-0000-000000000000}"/>
          </ac:spMkLst>
        </pc:spChg>
      </pc:sldChg>
      <pc:sldChg chg="modSp mod">
        <pc:chgData name="Diwakar P" userId="5c48017b430d96be" providerId="LiveId" clId="{E2FAA6FD-31E5-489D-814F-44730AC6E16D}" dt="2022-12-02T05:03:12.363" v="72" actId="14100"/>
        <pc:sldMkLst>
          <pc:docMk/>
          <pc:sldMk cId="933126858" sldId="279"/>
        </pc:sldMkLst>
        <pc:spChg chg="mod">
          <ac:chgData name="Diwakar P" userId="5c48017b430d96be" providerId="LiveId" clId="{E2FAA6FD-31E5-489D-814F-44730AC6E16D}" dt="2022-12-02T05:03:06.221" v="70" actId="122"/>
          <ac:spMkLst>
            <pc:docMk/>
            <pc:sldMk cId="933126858" sldId="279"/>
            <ac:spMk id="2" creationId="{00000000-0000-0000-0000-000000000000}"/>
          </ac:spMkLst>
        </pc:spChg>
        <pc:spChg chg="mod">
          <ac:chgData name="Diwakar P" userId="5c48017b430d96be" providerId="LiveId" clId="{E2FAA6FD-31E5-489D-814F-44730AC6E16D}" dt="2022-12-02T05:03:12.363" v="72" actId="14100"/>
          <ac:spMkLst>
            <pc:docMk/>
            <pc:sldMk cId="933126858" sldId="279"/>
            <ac:spMk id="3" creationId="{00000000-0000-0000-0000-000000000000}"/>
          </ac:spMkLst>
        </pc:spChg>
      </pc:sldChg>
      <pc:sldChg chg="modSp mod">
        <pc:chgData name="Diwakar P" userId="5c48017b430d96be" providerId="LiveId" clId="{E2FAA6FD-31E5-489D-814F-44730AC6E16D}" dt="2022-12-02T05:03:49.383" v="81" actId="20577"/>
        <pc:sldMkLst>
          <pc:docMk/>
          <pc:sldMk cId="753006812" sldId="280"/>
        </pc:sldMkLst>
        <pc:spChg chg="mod">
          <ac:chgData name="Diwakar P" userId="5c48017b430d96be" providerId="LiveId" clId="{E2FAA6FD-31E5-489D-814F-44730AC6E16D}" dt="2022-12-02T05:03:41.423" v="78" actId="14100"/>
          <ac:spMkLst>
            <pc:docMk/>
            <pc:sldMk cId="753006812" sldId="280"/>
            <ac:spMk id="2" creationId="{00000000-0000-0000-0000-000000000000}"/>
          </ac:spMkLst>
        </pc:spChg>
        <pc:spChg chg="mod">
          <ac:chgData name="Diwakar P" userId="5c48017b430d96be" providerId="LiveId" clId="{E2FAA6FD-31E5-489D-814F-44730AC6E16D}" dt="2022-12-02T05:03:49.383" v="81" actId="20577"/>
          <ac:spMkLst>
            <pc:docMk/>
            <pc:sldMk cId="753006812" sldId="280"/>
            <ac:spMk id="3" creationId="{00000000-0000-0000-0000-000000000000}"/>
          </ac:spMkLst>
        </pc:spChg>
      </pc:sldChg>
      <pc:sldChg chg="modSp mod">
        <pc:chgData name="Diwakar P" userId="5c48017b430d96be" providerId="LiveId" clId="{E2FAA6FD-31E5-489D-814F-44730AC6E16D}" dt="2022-12-02T05:06:36.292" v="93" actId="14100"/>
        <pc:sldMkLst>
          <pc:docMk/>
          <pc:sldMk cId="2444338205" sldId="296"/>
        </pc:sldMkLst>
        <pc:spChg chg="mod">
          <ac:chgData name="Diwakar P" userId="5c48017b430d96be" providerId="LiveId" clId="{E2FAA6FD-31E5-489D-814F-44730AC6E16D}" dt="2022-12-02T05:06:20.742" v="91" actId="20577"/>
          <ac:spMkLst>
            <pc:docMk/>
            <pc:sldMk cId="2444338205" sldId="296"/>
            <ac:spMk id="5" creationId="{00000000-0000-0000-0000-000000000000}"/>
          </ac:spMkLst>
        </pc:spChg>
        <pc:spChg chg="mod">
          <ac:chgData name="Diwakar P" userId="5c48017b430d96be" providerId="LiveId" clId="{E2FAA6FD-31E5-489D-814F-44730AC6E16D}" dt="2022-12-02T05:06:36.292" v="93" actId="14100"/>
          <ac:spMkLst>
            <pc:docMk/>
            <pc:sldMk cId="2444338205" sldId="296"/>
            <ac:spMk id="8" creationId="{00000000-0000-0000-0000-000000000000}"/>
          </ac:spMkLst>
        </pc:spChg>
      </pc:sldChg>
      <pc:sldChg chg="modSp mod">
        <pc:chgData name="Diwakar P" userId="5c48017b430d96be" providerId="LiveId" clId="{E2FAA6FD-31E5-489D-814F-44730AC6E16D}" dt="2022-12-02T04:56:34.134" v="23" actId="20577"/>
        <pc:sldMkLst>
          <pc:docMk/>
          <pc:sldMk cId="592489104" sldId="301"/>
        </pc:sldMkLst>
        <pc:spChg chg="mod">
          <ac:chgData name="Diwakar P" userId="5c48017b430d96be" providerId="LiveId" clId="{E2FAA6FD-31E5-489D-814F-44730AC6E16D}" dt="2022-12-02T04:56:34.134" v="23" actId="20577"/>
          <ac:spMkLst>
            <pc:docMk/>
            <pc:sldMk cId="592489104" sldId="301"/>
            <ac:spMk id="2" creationId="{00000000-0000-0000-0000-000000000000}"/>
          </ac:spMkLst>
        </pc:spChg>
      </pc:sldChg>
    </pc:docChg>
  </pc:docChgLst>
  <pc:docChgLst>
    <pc:chgData name="Diwakar P" userId="5c48017b430d96be" providerId="LiveId" clId="{3F176316-E2C0-4D5C-8342-A03A23C30448}"/>
    <pc:docChg chg="undo custSel addSld modSld">
      <pc:chgData name="Diwakar P" userId="5c48017b430d96be" providerId="LiveId" clId="{3F176316-E2C0-4D5C-8342-A03A23C30448}" dt="2023-02-09T08:49:03.728" v="303" actId="27636"/>
      <pc:docMkLst>
        <pc:docMk/>
      </pc:docMkLst>
      <pc:sldChg chg="modSp mod">
        <pc:chgData name="Diwakar P" userId="5c48017b430d96be" providerId="LiveId" clId="{3F176316-E2C0-4D5C-8342-A03A23C30448}" dt="2023-02-09T08:30:48.669" v="13" actId="20577"/>
        <pc:sldMkLst>
          <pc:docMk/>
          <pc:sldMk cId="4040683575" sldId="264"/>
        </pc:sldMkLst>
        <pc:spChg chg="mod">
          <ac:chgData name="Diwakar P" userId="5c48017b430d96be" providerId="LiveId" clId="{3F176316-E2C0-4D5C-8342-A03A23C30448}" dt="2023-02-09T08:30:48.669" v="13" actId="20577"/>
          <ac:spMkLst>
            <pc:docMk/>
            <pc:sldMk cId="4040683575" sldId="264"/>
            <ac:spMk id="2" creationId="{00000000-0000-0000-0000-000000000000}"/>
          </ac:spMkLst>
        </pc:spChg>
      </pc:sldChg>
      <pc:sldChg chg="modSp new mod">
        <pc:chgData name="Diwakar P" userId="5c48017b430d96be" providerId="LiveId" clId="{3F176316-E2C0-4D5C-8342-A03A23C30448}" dt="2023-02-09T08:34:10.741" v="140" actId="20577"/>
        <pc:sldMkLst>
          <pc:docMk/>
          <pc:sldMk cId="2172822782" sldId="332"/>
        </pc:sldMkLst>
        <pc:spChg chg="mod">
          <ac:chgData name="Diwakar P" userId="5c48017b430d96be" providerId="LiveId" clId="{3F176316-E2C0-4D5C-8342-A03A23C30448}" dt="2023-02-09T08:34:10.741" v="140" actId="20577"/>
          <ac:spMkLst>
            <pc:docMk/>
            <pc:sldMk cId="2172822782" sldId="332"/>
            <ac:spMk id="2" creationId="{A5C95EBE-8832-4D2F-AAAF-A8C4028BCB33}"/>
          </ac:spMkLst>
        </pc:spChg>
        <pc:spChg chg="mod">
          <ac:chgData name="Diwakar P" userId="5c48017b430d96be" providerId="LiveId" clId="{3F176316-E2C0-4D5C-8342-A03A23C30448}" dt="2023-02-09T08:33:17.401" v="73" actId="20577"/>
          <ac:spMkLst>
            <pc:docMk/>
            <pc:sldMk cId="2172822782" sldId="332"/>
            <ac:spMk id="3" creationId="{67A794EB-1F7E-A429-510E-FA28E1300D92}"/>
          </ac:spMkLst>
        </pc:spChg>
      </pc:sldChg>
      <pc:sldChg chg="modSp new mod">
        <pc:chgData name="Diwakar P" userId="5c48017b430d96be" providerId="LiveId" clId="{3F176316-E2C0-4D5C-8342-A03A23C30448}" dt="2023-02-09T08:46:32.739" v="222" actId="123"/>
        <pc:sldMkLst>
          <pc:docMk/>
          <pc:sldMk cId="1214476625" sldId="333"/>
        </pc:sldMkLst>
        <pc:spChg chg="mod">
          <ac:chgData name="Diwakar P" userId="5c48017b430d96be" providerId="LiveId" clId="{3F176316-E2C0-4D5C-8342-A03A23C30448}" dt="2023-02-09T08:46:16.007" v="211" actId="113"/>
          <ac:spMkLst>
            <pc:docMk/>
            <pc:sldMk cId="1214476625" sldId="333"/>
            <ac:spMk id="2" creationId="{F28A51A2-EA0E-508A-E4BE-FBD9A999B964}"/>
          </ac:spMkLst>
        </pc:spChg>
        <pc:spChg chg="mod">
          <ac:chgData name="Diwakar P" userId="5c48017b430d96be" providerId="LiveId" clId="{3F176316-E2C0-4D5C-8342-A03A23C30448}" dt="2023-02-09T08:46:32.739" v="222" actId="123"/>
          <ac:spMkLst>
            <pc:docMk/>
            <pc:sldMk cId="1214476625" sldId="333"/>
            <ac:spMk id="3" creationId="{A3CC956A-2770-5001-28F8-9989675CF5A8}"/>
          </ac:spMkLst>
        </pc:spChg>
      </pc:sldChg>
      <pc:sldChg chg="modSp new mod">
        <pc:chgData name="Diwakar P" userId="5c48017b430d96be" providerId="LiveId" clId="{3F176316-E2C0-4D5C-8342-A03A23C30448}" dt="2023-02-09T08:49:03.728" v="303" actId="27636"/>
        <pc:sldMkLst>
          <pc:docMk/>
          <pc:sldMk cId="4065149332" sldId="334"/>
        </pc:sldMkLst>
        <pc:spChg chg="mod">
          <ac:chgData name="Diwakar P" userId="5c48017b430d96be" providerId="LiveId" clId="{3F176316-E2C0-4D5C-8342-A03A23C30448}" dt="2023-02-09T08:47:44.297" v="257" actId="20577"/>
          <ac:spMkLst>
            <pc:docMk/>
            <pc:sldMk cId="4065149332" sldId="334"/>
            <ac:spMk id="2" creationId="{38A41D06-C46E-77D6-1094-B7FDE49FB189}"/>
          </ac:spMkLst>
        </pc:spChg>
        <pc:spChg chg="mod">
          <ac:chgData name="Diwakar P" userId="5c48017b430d96be" providerId="LiveId" clId="{3F176316-E2C0-4D5C-8342-A03A23C30448}" dt="2023-02-09T08:49:03.728" v="303" actId="27636"/>
          <ac:spMkLst>
            <pc:docMk/>
            <pc:sldMk cId="4065149332" sldId="334"/>
            <ac:spMk id="3" creationId="{7CDEBCAF-45D4-0E6A-5215-8F9256D7F86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2C5E26-78A1-4B0D-ACB3-818EB06C1947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560E0E-9E1F-4169-B25D-CD15FA99CEDF}">
      <dgm:prSet phldrT="[Text]"/>
      <dgm:spPr/>
      <dgm:t>
        <a:bodyPr/>
        <a:lstStyle/>
        <a:p>
          <a:r>
            <a:rPr lang="en-US" dirty="0"/>
            <a:t>Passive</a:t>
          </a:r>
        </a:p>
      </dgm:t>
    </dgm:pt>
    <dgm:pt modelId="{0036B0B3-E87A-4F33-91CB-3142C7EA1E0F}" type="parTrans" cxnId="{668EEC59-A626-45BC-9051-2998DB6595BD}">
      <dgm:prSet/>
      <dgm:spPr/>
      <dgm:t>
        <a:bodyPr/>
        <a:lstStyle/>
        <a:p>
          <a:endParaRPr lang="en-US"/>
        </a:p>
      </dgm:t>
    </dgm:pt>
    <dgm:pt modelId="{C359FA28-36D9-4BC0-B7CF-C198DB9D3442}" type="sibTrans" cxnId="{668EEC59-A626-45BC-9051-2998DB6595BD}">
      <dgm:prSet/>
      <dgm:spPr/>
      <dgm:t>
        <a:bodyPr/>
        <a:lstStyle/>
        <a:p>
          <a:endParaRPr lang="en-US"/>
        </a:p>
      </dgm:t>
    </dgm:pt>
    <dgm:pt modelId="{B3E371DE-7172-4CD5-A9C3-F55DE679B94F}">
      <dgm:prSet phldrT="[Text]"/>
      <dgm:spPr/>
      <dgm:t>
        <a:bodyPr/>
        <a:lstStyle/>
        <a:p>
          <a:r>
            <a:rPr lang="en-US" dirty="0"/>
            <a:t>Submissive</a:t>
          </a:r>
        </a:p>
      </dgm:t>
    </dgm:pt>
    <dgm:pt modelId="{3749C8CF-9BD0-43BE-BEFB-5466C502256E}" type="parTrans" cxnId="{F5B77C54-6BDB-4C58-A388-0AF3171D589A}">
      <dgm:prSet/>
      <dgm:spPr/>
      <dgm:t>
        <a:bodyPr/>
        <a:lstStyle/>
        <a:p>
          <a:endParaRPr lang="en-US"/>
        </a:p>
      </dgm:t>
    </dgm:pt>
    <dgm:pt modelId="{5632509F-F6E9-4E9A-846F-E9200D978942}" type="sibTrans" cxnId="{F5B77C54-6BDB-4C58-A388-0AF3171D589A}">
      <dgm:prSet/>
      <dgm:spPr/>
      <dgm:t>
        <a:bodyPr/>
        <a:lstStyle/>
        <a:p>
          <a:endParaRPr lang="en-US"/>
        </a:p>
      </dgm:t>
    </dgm:pt>
    <dgm:pt modelId="{77749BDC-C314-415D-AE4E-8897A29D5EED}">
      <dgm:prSet phldrT="[Text]"/>
      <dgm:spPr/>
      <dgm:t>
        <a:bodyPr/>
        <a:lstStyle/>
        <a:p>
          <a:r>
            <a:rPr lang="en-US" dirty="0"/>
            <a:t>Hesitates to Take Initiative</a:t>
          </a:r>
        </a:p>
      </dgm:t>
    </dgm:pt>
    <dgm:pt modelId="{7733EE87-B550-4A15-ADBD-41EAEA6C00B0}" type="parTrans" cxnId="{E31C9851-9F68-4968-BFCF-30934CFA5CC5}">
      <dgm:prSet/>
      <dgm:spPr/>
      <dgm:t>
        <a:bodyPr/>
        <a:lstStyle/>
        <a:p>
          <a:endParaRPr lang="en-US"/>
        </a:p>
      </dgm:t>
    </dgm:pt>
    <dgm:pt modelId="{2AEC05A9-1C25-4F8D-A70B-EC24477A7B7C}" type="sibTrans" cxnId="{E31C9851-9F68-4968-BFCF-30934CFA5CC5}">
      <dgm:prSet/>
      <dgm:spPr/>
      <dgm:t>
        <a:bodyPr/>
        <a:lstStyle/>
        <a:p>
          <a:endParaRPr lang="en-US"/>
        </a:p>
      </dgm:t>
    </dgm:pt>
    <dgm:pt modelId="{57BB726C-66CB-4330-B9CF-BB68CAC4DF95}">
      <dgm:prSet phldrT="[Text]"/>
      <dgm:spPr/>
      <dgm:t>
        <a:bodyPr/>
        <a:lstStyle/>
        <a:p>
          <a:r>
            <a:rPr lang="en-US" dirty="0"/>
            <a:t>Assertive</a:t>
          </a:r>
        </a:p>
      </dgm:t>
    </dgm:pt>
    <dgm:pt modelId="{0AF50565-9321-4FE4-B0EB-403AE8DD905D}" type="parTrans" cxnId="{14381990-DDD5-43CB-98B6-D7C96913D470}">
      <dgm:prSet/>
      <dgm:spPr/>
      <dgm:t>
        <a:bodyPr/>
        <a:lstStyle/>
        <a:p>
          <a:endParaRPr lang="en-US"/>
        </a:p>
      </dgm:t>
    </dgm:pt>
    <dgm:pt modelId="{8664C651-8E3B-4821-8235-6304BE571A8E}" type="sibTrans" cxnId="{14381990-DDD5-43CB-98B6-D7C96913D470}">
      <dgm:prSet/>
      <dgm:spPr/>
      <dgm:t>
        <a:bodyPr/>
        <a:lstStyle/>
        <a:p>
          <a:endParaRPr lang="en-US"/>
        </a:p>
      </dgm:t>
    </dgm:pt>
    <dgm:pt modelId="{648DA913-83A5-4D0A-8F72-7FFB1687FEF3}">
      <dgm:prSet phldrT="[Text]"/>
      <dgm:spPr/>
      <dgm:t>
        <a:bodyPr/>
        <a:lstStyle/>
        <a:p>
          <a:r>
            <a:rPr lang="en-US" dirty="0"/>
            <a:t>Open to Accept Ideas</a:t>
          </a:r>
        </a:p>
      </dgm:t>
    </dgm:pt>
    <dgm:pt modelId="{4307CAC9-51DB-4AC7-BC3D-D8D30E5636B7}" type="parTrans" cxnId="{1AD95B91-3492-4D98-8823-A369ECC2F3B6}">
      <dgm:prSet/>
      <dgm:spPr/>
      <dgm:t>
        <a:bodyPr/>
        <a:lstStyle/>
        <a:p>
          <a:endParaRPr lang="en-US"/>
        </a:p>
      </dgm:t>
    </dgm:pt>
    <dgm:pt modelId="{DBC1FE37-48F3-4C71-8936-AC67240C18E4}" type="sibTrans" cxnId="{1AD95B91-3492-4D98-8823-A369ECC2F3B6}">
      <dgm:prSet/>
      <dgm:spPr/>
      <dgm:t>
        <a:bodyPr/>
        <a:lstStyle/>
        <a:p>
          <a:endParaRPr lang="en-US"/>
        </a:p>
      </dgm:t>
    </dgm:pt>
    <dgm:pt modelId="{45DDFD74-2068-477D-8699-BA41A9323B1A}">
      <dgm:prSet phldrT="[Text]"/>
      <dgm:spPr/>
      <dgm:t>
        <a:bodyPr/>
        <a:lstStyle/>
        <a:p>
          <a:r>
            <a:rPr lang="en-US" dirty="0"/>
            <a:t>Initiates and Encourages others</a:t>
          </a:r>
        </a:p>
      </dgm:t>
    </dgm:pt>
    <dgm:pt modelId="{6C4286E1-072C-4FF8-9FAF-DF926787D81E}" type="parTrans" cxnId="{2286E6F0-3D67-48AE-8202-D7570735DAE8}">
      <dgm:prSet/>
      <dgm:spPr/>
      <dgm:t>
        <a:bodyPr/>
        <a:lstStyle/>
        <a:p>
          <a:endParaRPr lang="en-US"/>
        </a:p>
      </dgm:t>
    </dgm:pt>
    <dgm:pt modelId="{9BE07F72-715E-4FE9-BD00-77DA2FFF9DF6}" type="sibTrans" cxnId="{2286E6F0-3D67-48AE-8202-D7570735DAE8}">
      <dgm:prSet/>
      <dgm:spPr/>
      <dgm:t>
        <a:bodyPr/>
        <a:lstStyle/>
        <a:p>
          <a:endParaRPr lang="en-US"/>
        </a:p>
      </dgm:t>
    </dgm:pt>
    <dgm:pt modelId="{1F34EC9F-6A41-4136-982F-3B70AD08AF90}">
      <dgm:prSet phldrT="[Text]"/>
      <dgm:spPr/>
      <dgm:t>
        <a:bodyPr/>
        <a:lstStyle/>
        <a:p>
          <a:r>
            <a:rPr lang="en-US" dirty="0"/>
            <a:t>Aggressive</a:t>
          </a:r>
        </a:p>
      </dgm:t>
    </dgm:pt>
    <dgm:pt modelId="{BEB6AD68-3A7C-48BC-A531-7A2D6376A4D6}" type="parTrans" cxnId="{DD9C5B18-5DDC-40E6-83BD-62E211CA75FB}">
      <dgm:prSet/>
      <dgm:spPr/>
      <dgm:t>
        <a:bodyPr/>
        <a:lstStyle/>
        <a:p>
          <a:endParaRPr lang="en-US"/>
        </a:p>
      </dgm:t>
    </dgm:pt>
    <dgm:pt modelId="{903A08D2-6CA3-4825-8DDA-7EC6DEEA5F63}" type="sibTrans" cxnId="{DD9C5B18-5DDC-40E6-83BD-62E211CA75FB}">
      <dgm:prSet/>
      <dgm:spPr/>
      <dgm:t>
        <a:bodyPr/>
        <a:lstStyle/>
        <a:p>
          <a:endParaRPr lang="en-US"/>
        </a:p>
      </dgm:t>
    </dgm:pt>
    <dgm:pt modelId="{2A642BD5-EF49-4C4B-8963-7DC1AE2AC0AC}">
      <dgm:prSet phldrT="[Text]"/>
      <dgm:spPr/>
      <dgm:t>
        <a:bodyPr/>
        <a:lstStyle/>
        <a:p>
          <a:r>
            <a:rPr lang="en-US" dirty="0"/>
            <a:t>Dominating</a:t>
          </a:r>
        </a:p>
      </dgm:t>
    </dgm:pt>
    <dgm:pt modelId="{E4727EF8-A82E-4CA5-B6A7-2FC42AB18FD2}" type="parTrans" cxnId="{AD476784-0369-4ACF-BACF-7FF952867598}">
      <dgm:prSet/>
      <dgm:spPr/>
      <dgm:t>
        <a:bodyPr/>
        <a:lstStyle/>
        <a:p>
          <a:endParaRPr lang="en-US"/>
        </a:p>
      </dgm:t>
    </dgm:pt>
    <dgm:pt modelId="{900D7EB4-943C-4448-875E-C56DF1A6FB74}" type="sibTrans" cxnId="{AD476784-0369-4ACF-BACF-7FF952867598}">
      <dgm:prSet/>
      <dgm:spPr/>
      <dgm:t>
        <a:bodyPr/>
        <a:lstStyle/>
        <a:p>
          <a:endParaRPr lang="en-US"/>
        </a:p>
      </dgm:t>
    </dgm:pt>
    <dgm:pt modelId="{A942F568-8D27-41CD-864F-F3010775B0A1}">
      <dgm:prSet phldrT="[Text]"/>
      <dgm:spPr/>
      <dgm:t>
        <a:bodyPr/>
        <a:lstStyle/>
        <a:p>
          <a:r>
            <a:rPr lang="en-US" dirty="0"/>
            <a:t>Argumentative</a:t>
          </a:r>
        </a:p>
      </dgm:t>
    </dgm:pt>
    <dgm:pt modelId="{3310E423-A1A0-495F-B603-8095F6A423CF}" type="parTrans" cxnId="{F9D40261-96F3-41F3-9679-AD1FFF4B5BAB}">
      <dgm:prSet/>
      <dgm:spPr/>
      <dgm:t>
        <a:bodyPr/>
        <a:lstStyle/>
        <a:p>
          <a:endParaRPr lang="en-US"/>
        </a:p>
      </dgm:t>
    </dgm:pt>
    <dgm:pt modelId="{B9AA53B5-5043-45B9-9960-1D90A3D358CB}" type="sibTrans" cxnId="{F9D40261-96F3-41F3-9679-AD1FFF4B5BAB}">
      <dgm:prSet/>
      <dgm:spPr/>
      <dgm:t>
        <a:bodyPr/>
        <a:lstStyle/>
        <a:p>
          <a:endParaRPr lang="en-US"/>
        </a:p>
      </dgm:t>
    </dgm:pt>
    <dgm:pt modelId="{2E8B7E4F-B72B-4605-AD5E-ADDDEC3939D6}" type="pres">
      <dgm:prSet presAssocID="{672C5E26-78A1-4B0D-ACB3-818EB06C1947}" presName="linearFlow" presStyleCnt="0">
        <dgm:presLayoutVars>
          <dgm:dir/>
          <dgm:animLvl val="lvl"/>
          <dgm:resizeHandles val="exact"/>
        </dgm:presLayoutVars>
      </dgm:prSet>
      <dgm:spPr/>
    </dgm:pt>
    <dgm:pt modelId="{DC26462C-4751-4BC4-BA74-B074CA98204A}" type="pres">
      <dgm:prSet presAssocID="{70560E0E-9E1F-4169-B25D-CD15FA99CEDF}" presName="composite" presStyleCnt="0"/>
      <dgm:spPr/>
    </dgm:pt>
    <dgm:pt modelId="{0962827F-870A-4F95-A549-21109264862A}" type="pres">
      <dgm:prSet presAssocID="{70560E0E-9E1F-4169-B25D-CD15FA99CEDF}" presName="parentText" presStyleLbl="alignNode1" presStyleIdx="0" presStyleCnt="3" custScaleX="219294">
        <dgm:presLayoutVars>
          <dgm:chMax val="1"/>
          <dgm:bulletEnabled val="1"/>
        </dgm:presLayoutVars>
      </dgm:prSet>
      <dgm:spPr/>
    </dgm:pt>
    <dgm:pt modelId="{9C84021E-E0EF-4233-8369-1025024E84CE}" type="pres">
      <dgm:prSet presAssocID="{70560E0E-9E1F-4169-B25D-CD15FA99CEDF}" presName="descendantText" presStyleLbl="alignAcc1" presStyleIdx="0" presStyleCnt="3" custLinFactNeighborX="8072" custLinFactNeighborY="-250">
        <dgm:presLayoutVars>
          <dgm:bulletEnabled val="1"/>
        </dgm:presLayoutVars>
      </dgm:prSet>
      <dgm:spPr/>
    </dgm:pt>
    <dgm:pt modelId="{FE18673C-D84D-46AE-9169-A91E472B8792}" type="pres">
      <dgm:prSet presAssocID="{C359FA28-36D9-4BC0-B7CF-C198DB9D3442}" presName="sp" presStyleCnt="0"/>
      <dgm:spPr/>
    </dgm:pt>
    <dgm:pt modelId="{0AA5E648-8B7E-4D7B-A38D-91CB67C5DF02}" type="pres">
      <dgm:prSet presAssocID="{57BB726C-66CB-4330-B9CF-BB68CAC4DF95}" presName="composite" presStyleCnt="0"/>
      <dgm:spPr/>
    </dgm:pt>
    <dgm:pt modelId="{E7A81408-C5BE-4B69-98CF-72ED5AEFD821}" type="pres">
      <dgm:prSet presAssocID="{57BB726C-66CB-4330-B9CF-BB68CAC4DF95}" presName="parentText" presStyleLbl="alignNode1" presStyleIdx="1" presStyleCnt="3" custScaleX="212498">
        <dgm:presLayoutVars>
          <dgm:chMax val="1"/>
          <dgm:bulletEnabled val="1"/>
        </dgm:presLayoutVars>
      </dgm:prSet>
      <dgm:spPr/>
    </dgm:pt>
    <dgm:pt modelId="{CDA05775-4656-4BE3-974C-A8C147E44A49}" type="pres">
      <dgm:prSet presAssocID="{57BB726C-66CB-4330-B9CF-BB68CAC4DF95}" presName="descendantText" presStyleLbl="alignAcc1" presStyleIdx="1" presStyleCnt="3" custScaleX="90908">
        <dgm:presLayoutVars>
          <dgm:bulletEnabled val="1"/>
        </dgm:presLayoutVars>
      </dgm:prSet>
      <dgm:spPr/>
    </dgm:pt>
    <dgm:pt modelId="{6AD354D8-A282-4C06-A64E-AE18FFB09FEF}" type="pres">
      <dgm:prSet presAssocID="{8664C651-8E3B-4821-8235-6304BE571A8E}" presName="sp" presStyleCnt="0"/>
      <dgm:spPr/>
    </dgm:pt>
    <dgm:pt modelId="{1EB4665D-56EE-4976-836E-8DD555237A5B}" type="pres">
      <dgm:prSet presAssocID="{1F34EC9F-6A41-4136-982F-3B70AD08AF90}" presName="composite" presStyleCnt="0"/>
      <dgm:spPr/>
    </dgm:pt>
    <dgm:pt modelId="{C1A64C5D-84A8-42EB-9845-36CF0BEF8CF0}" type="pres">
      <dgm:prSet presAssocID="{1F34EC9F-6A41-4136-982F-3B70AD08AF90}" presName="parentText" presStyleLbl="alignNode1" presStyleIdx="2" presStyleCnt="3" custScaleX="212498">
        <dgm:presLayoutVars>
          <dgm:chMax val="1"/>
          <dgm:bulletEnabled val="1"/>
        </dgm:presLayoutVars>
      </dgm:prSet>
      <dgm:spPr/>
    </dgm:pt>
    <dgm:pt modelId="{B195D461-B22B-44AF-AB16-411082476FEE}" type="pres">
      <dgm:prSet presAssocID="{1F34EC9F-6A41-4136-982F-3B70AD08AF90}" presName="descendantText" presStyleLbl="alignAcc1" presStyleIdx="2" presStyleCnt="3" custScaleX="83065">
        <dgm:presLayoutVars>
          <dgm:bulletEnabled val="1"/>
        </dgm:presLayoutVars>
      </dgm:prSet>
      <dgm:spPr/>
    </dgm:pt>
  </dgm:ptLst>
  <dgm:cxnLst>
    <dgm:cxn modelId="{18958F05-B9FC-410C-8E4E-3C4D8A9ABFA2}" type="presOf" srcId="{57BB726C-66CB-4330-B9CF-BB68CAC4DF95}" destId="{E7A81408-C5BE-4B69-98CF-72ED5AEFD821}" srcOrd="0" destOrd="0" presId="urn:microsoft.com/office/officeart/2005/8/layout/chevron2"/>
    <dgm:cxn modelId="{B723C407-1C5F-4249-A689-D1C43ABC56DA}" type="presOf" srcId="{77749BDC-C314-415D-AE4E-8897A29D5EED}" destId="{9C84021E-E0EF-4233-8369-1025024E84CE}" srcOrd="0" destOrd="1" presId="urn:microsoft.com/office/officeart/2005/8/layout/chevron2"/>
    <dgm:cxn modelId="{80930717-BD69-44AA-8D7D-C53D5E3745C8}" type="presOf" srcId="{45DDFD74-2068-477D-8699-BA41A9323B1A}" destId="{CDA05775-4656-4BE3-974C-A8C147E44A49}" srcOrd="0" destOrd="1" presId="urn:microsoft.com/office/officeart/2005/8/layout/chevron2"/>
    <dgm:cxn modelId="{DD9C5B18-5DDC-40E6-83BD-62E211CA75FB}" srcId="{672C5E26-78A1-4B0D-ACB3-818EB06C1947}" destId="{1F34EC9F-6A41-4136-982F-3B70AD08AF90}" srcOrd="2" destOrd="0" parTransId="{BEB6AD68-3A7C-48BC-A531-7A2D6376A4D6}" sibTransId="{903A08D2-6CA3-4825-8DDA-7EC6DEEA5F63}"/>
    <dgm:cxn modelId="{8E460533-B6B0-42D1-8B1F-0806EFB247C2}" type="presOf" srcId="{2A642BD5-EF49-4C4B-8963-7DC1AE2AC0AC}" destId="{B195D461-B22B-44AF-AB16-411082476FEE}" srcOrd="0" destOrd="0" presId="urn:microsoft.com/office/officeart/2005/8/layout/chevron2"/>
    <dgm:cxn modelId="{62DE6739-6B61-476A-94FF-4DEC2A79D1B7}" type="presOf" srcId="{648DA913-83A5-4D0A-8F72-7FFB1687FEF3}" destId="{CDA05775-4656-4BE3-974C-A8C147E44A49}" srcOrd="0" destOrd="0" presId="urn:microsoft.com/office/officeart/2005/8/layout/chevron2"/>
    <dgm:cxn modelId="{F9D40261-96F3-41F3-9679-AD1FFF4B5BAB}" srcId="{1F34EC9F-6A41-4136-982F-3B70AD08AF90}" destId="{A942F568-8D27-41CD-864F-F3010775B0A1}" srcOrd="1" destOrd="0" parTransId="{3310E423-A1A0-495F-B603-8095F6A423CF}" sibTransId="{B9AA53B5-5043-45B9-9960-1D90A3D358CB}"/>
    <dgm:cxn modelId="{C6232842-23B0-43C5-A1FC-9F98FA88FACB}" type="presOf" srcId="{1F34EC9F-6A41-4136-982F-3B70AD08AF90}" destId="{C1A64C5D-84A8-42EB-9845-36CF0BEF8CF0}" srcOrd="0" destOrd="0" presId="urn:microsoft.com/office/officeart/2005/8/layout/chevron2"/>
    <dgm:cxn modelId="{E31C9851-9F68-4968-BFCF-30934CFA5CC5}" srcId="{70560E0E-9E1F-4169-B25D-CD15FA99CEDF}" destId="{77749BDC-C314-415D-AE4E-8897A29D5EED}" srcOrd="1" destOrd="0" parTransId="{7733EE87-B550-4A15-ADBD-41EAEA6C00B0}" sibTransId="{2AEC05A9-1C25-4F8D-A70B-EC24477A7B7C}"/>
    <dgm:cxn modelId="{F5B77C54-6BDB-4C58-A388-0AF3171D589A}" srcId="{70560E0E-9E1F-4169-B25D-CD15FA99CEDF}" destId="{B3E371DE-7172-4CD5-A9C3-F55DE679B94F}" srcOrd="0" destOrd="0" parTransId="{3749C8CF-9BD0-43BE-BEFB-5466C502256E}" sibTransId="{5632509F-F6E9-4E9A-846F-E9200D978942}"/>
    <dgm:cxn modelId="{668EEC59-A626-45BC-9051-2998DB6595BD}" srcId="{672C5E26-78A1-4B0D-ACB3-818EB06C1947}" destId="{70560E0E-9E1F-4169-B25D-CD15FA99CEDF}" srcOrd="0" destOrd="0" parTransId="{0036B0B3-E87A-4F33-91CB-3142C7EA1E0F}" sibTransId="{C359FA28-36D9-4BC0-B7CF-C198DB9D3442}"/>
    <dgm:cxn modelId="{AD476784-0369-4ACF-BACF-7FF952867598}" srcId="{1F34EC9F-6A41-4136-982F-3B70AD08AF90}" destId="{2A642BD5-EF49-4C4B-8963-7DC1AE2AC0AC}" srcOrd="0" destOrd="0" parTransId="{E4727EF8-A82E-4CA5-B6A7-2FC42AB18FD2}" sibTransId="{900D7EB4-943C-4448-875E-C56DF1A6FB74}"/>
    <dgm:cxn modelId="{14381990-DDD5-43CB-98B6-D7C96913D470}" srcId="{672C5E26-78A1-4B0D-ACB3-818EB06C1947}" destId="{57BB726C-66CB-4330-B9CF-BB68CAC4DF95}" srcOrd="1" destOrd="0" parTransId="{0AF50565-9321-4FE4-B0EB-403AE8DD905D}" sibTransId="{8664C651-8E3B-4821-8235-6304BE571A8E}"/>
    <dgm:cxn modelId="{1AD95B91-3492-4D98-8823-A369ECC2F3B6}" srcId="{57BB726C-66CB-4330-B9CF-BB68CAC4DF95}" destId="{648DA913-83A5-4D0A-8F72-7FFB1687FEF3}" srcOrd="0" destOrd="0" parTransId="{4307CAC9-51DB-4AC7-BC3D-D8D30E5636B7}" sibTransId="{DBC1FE37-48F3-4C71-8936-AC67240C18E4}"/>
    <dgm:cxn modelId="{149C6297-6785-40C0-8204-D5BFCF0639D4}" type="presOf" srcId="{B3E371DE-7172-4CD5-A9C3-F55DE679B94F}" destId="{9C84021E-E0EF-4233-8369-1025024E84CE}" srcOrd="0" destOrd="0" presId="urn:microsoft.com/office/officeart/2005/8/layout/chevron2"/>
    <dgm:cxn modelId="{83C9E8C3-56CE-4946-AB46-C0D9A9A8126D}" type="presOf" srcId="{672C5E26-78A1-4B0D-ACB3-818EB06C1947}" destId="{2E8B7E4F-B72B-4605-AD5E-ADDDEC3939D6}" srcOrd="0" destOrd="0" presId="urn:microsoft.com/office/officeart/2005/8/layout/chevron2"/>
    <dgm:cxn modelId="{AAC7AADA-DEB3-439D-8B46-C0874923269B}" type="presOf" srcId="{70560E0E-9E1F-4169-B25D-CD15FA99CEDF}" destId="{0962827F-870A-4F95-A549-21109264862A}" srcOrd="0" destOrd="0" presId="urn:microsoft.com/office/officeart/2005/8/layout/chevron2"/>
    <dgm:cxn modelId="{2286E6F0-3D67-48AE-8202-D7570735DAE8}" srcId="{57BB726C-66CB-4330-B9CF-BB68CAC4DF95}" destId="{45DDFD74-2068-477D-8699-BA41A9323B1A}" srcOrd="1" destOrd="0" parTransId="{6C4286E1-072C-4FF8-9FAF-DF926787D81E}" sibTransId="{9BE07F72-715E-4FE9-BD00-77DA2FFF9DF6}"/>
    <dgm:cxn modelId="{B730F0F0-8025-4104-949F-E061BE0A325B}" type="presOf" srcId="{A942F568-8D27-41CD-864F-F3010775B0A1}" destId="{B195D461-B22B-44AF-AB16-411082476FEE}" srcOrd="0" destOrd="1" presId="urn:microsoft.com/office/officeart/2005/8/layout/chevron2"/>
    <dgm:cxn modelId="{8DC3B6FE-2CC6-4059-B4F6-AB538A01218D}" type="presParOf" srcId="{2E8B7E4F-B72B-4605-AD5E-ADDDEC3939D6}" destId="{DC26462C-4751-4BC4-BA74-B074CA98204A}" srcOrd="0" destOrd="0" presId="urn:microsoft.com/office/officeart/2005/8/layout/chevron2"/>
    <dgm:cxn modelId="{623FD806-0601-41DA-9CC3-11736C2B305E}" type="presParOf" srcId="{DC26462C-4751-4BC4-BA74-B074CA98204A}" destId="{0962827F-870A-4F95-A549-21109264862A}" srcOrd="0" destOrd="0" presId="urn:microsoft.com/office/officeart/2005/8/layout/chevron2"/>
    <dgm:cxn modelId="{9ADA59DE-EEC5-4D8A-A252-56203981CDFD}" type="presParOf" srcId="{DC26462C-4751-4BC4-BA74-B074CA98204A}" destId="{9C84021E-E0EF-4233-8369-1025024E84CE}" srcOrd="1" destOrd="0" presId="urn:microsoft.com/office/officeart/2005/8/layout/chevron2"/>
    <dgm:cxn modelId="{5B2AA4B8-2AB2-479E-8051-1FA653A73158}" type="presParOf" srcId="{2E8B7E4F-B72B-4605-AD5E-ADDDEC3939D6}" destId="{FE18673C-D84D-46AE-9169-A91E472B8792}" srcOrd="1" destOrd="0" presId="urn:microsoft.com/office/officeart/2005/8/layout/chevron2"/>
    <dgm:cxn modelId="{E4F6D2F2-6098-422C-9A75-895A30DD7C6A}" type="presParOf" srcId="{2E8B7E4F-B72B-4605-AD5E-ADDDEC3939D6}" destId="{0AA5E648-8B7E-4D7B-A38D-91CB67C5DF02}" srcOrd="2" destOrd="0" presId="urn:microsoft.com/office/officeart/2005/8/layout/chevron2"/>
    <dgm:cxn modelId="{E83121D5-50D6-41EB-B0DE-11C840DB53E1}" type="presParOf" srcId="{0AA5E648-8B7E-4D7B-A38D-91CB67C5DF02}" destId="{E7A81408-C5BE-4B69-98CF-72ED5AEFD821}" srcOrd="0" destOrd="0" presId="urn:microsoft.com/office/officeart/2005/8/layout/chevron2"/>
    <dgm:cxn modelId="{A6662972-D587-4455-8317-85B31A9EF7DD}" type="presParOf" srcId="{0AA5E648-8B7E-4D7B-A38D-91CB67C5DF02}" destId="{CDA05775-4656-4BE3-974C-A8C147E44A49}" srcOrd="1" destOrd="0" presId="urn:microsoft.com/office/officeart/2005/8/layout/chevron2"/>
    <dgm:cxn modelId="{0389BF7A-B153-4A7F-9057-9AC6D85EA1BF}" type="presParOf" srcId="{2E8B7E4F-B72B-4605-AD5E-ADDDEC3939D6}" destId="{6AD354D8-A282-4C06-A64E-AE18FFB09FEF}" srcOrd="3" destOrd="0" presId="urn:microsoft.com/office/officeart/2005/8/layout/chevron2"/>
    <dgm:cxn modelId="{4C6EDA8E-DE3D-4ABE-AA6D-587ED5CE4239}" type="presParOf" srcId="{2E8B7E4F-B72B-4605-AD5E-ADDDEC3939D6}" destId="{1EB4665D-56EE-4976-836E-8DD555237A5B}" srcOrd="4" destOrd="0" presId="urn:microsoft.com/office/officeart/2005/8/layout/chevron2"/>
    <dgm:cxn modelId="{AD589ED0-9701-45F8-A594-6FC7F26E3445}" type="presParOf" srcId="{1EB4665D-56EE-4976-836E-8DD555237A5B}" destId="{C1A64C5D-84A8-42EB-9845-36CF0BEF8CF0}" srcOrd="0" destOrd="0" presId="urn:microsoft.com/office/officeart/2005/8/layout/chevron2"/>
    <dgm:cxn modelId="{B0A12EB0-F6CF-4E0D-9D04-233EB40DCF0C}" type="presParOf" srcId="{1EB4665D-56EE-4976-836E-8DD555237A5B}" destId="{B195D461-B22B-44AF-AB16-411082476FE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62827F-870A-4F95-A549-21109264862A}">
      <dsp:nvSpPr>
        <dsp:cNvPr id="0" name=""/>
        <dsp:cNvSpPr/>
      </dsp:nvSpPr>
      <dsp:spPr>
        <a:xfrm rot="5400000">
          <a:off x="251935" y="-390770"/>
          <a:ext cx="1469764" cy="225617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Passive</a:t>
          </a:r>
        </a:p>
      </dsp:txBody>
      <dsp:txXfrm rot="-5400000">
        <a:off x="-141270" y="2435"/>
        <a:ext cx="2256174" cy="1469764"/>
      </dsp:txXfrm>
    </dsp:sp>
    <dsp:sp modelId="{9C84021E-E0EF-4233-8369-1025024E84CE}">
      <dsp:nvSpPr>
        <dsp:cNvPr id="0" name=""/>
        <dsp:cNvSpPr/>
      </dsp:nvSpPr>
      <dsp:spPr>
        <a:xfrm rot="5400000">
          <a:off x="4209466" y="-2265345"/>
          <a:ext cx="955347" cy="54861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Submissive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Hesitates to Take Initiative</a:t>
          </a:r>
        </a:p>
      </dsp:txBody>
      <dsp:txXfrm rot="-5400000">
        <a:off x="1944075" y="46682"/>
        <a:ext cx="5439493" cy="862075"/>
      </dsp:txXfrm>
    </dsp:sp>
    <dsp:sp modelId="{E7A81408-C5BE-4B69-98CF-72ED5AEFD821}">
      <dsp:nvSpPr>
        <dsp:cNvPr id="0" name=""/>
        <dsp:cNvSpPr/>
      </dsp:nvSpPr>
      <dsp:spPr>
        <a:xfrm rot="5400000">
          <a:off x="216975" y="918235"/>
          <a:ext cx="1469764" cy="21862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Assertive</a:t>
          </a:r>
        </a:p>
      </dsp:txBody>
      <dsp:txXfrm rot="-5400000">
        <a:off x="-141270" y="1276480"/>
        <a:ext cx="2186254" cy="1469764"/>
      </dsp:txXfrm>
    </dsp:sp>
    <dsp:sp modelId="{CDA05775-4656-4BE3-974C-A8C147E44A49}">
      <dsp:nvSpPr>
        <dsp:cNvPr id="0" name=""/>
        <dsp:cNvSpPr/>
      </dsp:nvSpPr>
      <dsp:spPr>
        <a:xfrm rot="5400000">
          <a:off x="4246084" y="-1207158"/>
          <a:ext cx="955347" cy="59226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Open to Accept Ideas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Initiates and Encourages others</a:t>
          </a:r>
        </a:p>
      </dsp:txBody>
      <dsp:txXfrm rot="-5400000">
        <a:off x="1762446" y="1323116"/>
        <a:ext cx="5875987" cy="862075"/>
      </dsp:txXfrm>
    </dsp:sp>
    <dsp:sp modelId="{C1A64C5D-84A8-42EB-9845-36CF0BEF8CF0}">
      <dsp:nvSpPr>
        <dsp:cNvPr id="0" name=""/>
        <dsp:cNvSpPr/>
      </dsp:nvSpPr>
      <dsp:spPr>
        <a:xfrm rot="5400000">
          <a:off x="216975" y="2192281"/>
          <a:ext cx="1469764" cy="21862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Aggressive</a:t>
          </a:r>
        </a:p>
      </dsp:txBody>
      <dsp:txXfrm rot="-5400000">
        <a:off x="-141270" y="2550526"/>
        <a:ext cx="2186254" cy="1469764"/>
      </dsp:txXfrm>
    </dsp:sp>
    <dsp:sp modelId="{B195D461-B22B-44AF-AB16-411082476FEE}">
      <dsp:nvSpPr>
        <dsp:cNvPr id="0" name=""/>
        <dsp:cNvSpPr/>
      </dsp:nvSpPr>
      <dsp:spPr>
        <a:xfrm rot="5400000">
          <a:off x="4121730" y="425666"/>
          <a:ext cx="955347" cy="52050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Dominating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Argumentative</a:t>
          </a:r>
        </a:p>
      </dsp:txBody>
      <dsp:txXfrm rot="-5400000">
        <a:off x="1996871" y="2597161"/>
        <a:ext cx="5158430" cy="8620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935E-13C3-4848-88D9-B1852F6F22BE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BE7C-DD4A-47EE-B6EE-423132A9464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471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935E-13C3-4848-88D9-B1852F6F22BE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BE7C-DD4A-47EE-B6EE-423132A9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4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935E-13C3-4848-88D9-B1852F6F22BE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BE7C-DD4A-47EE-B6EE-423132A9464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32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935E-13C3-4848-88D9-B1852F6F22BE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BE7C-DD4A-47EE-B6EE-423132A9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7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935E-13C3-4848-88D9-B1852F6F22BE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BE7C-DD4A-47EE-B6EE-423132A9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02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935E-13C3-4848-88D9-B1852F6F22BE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BE7C-DD4A-47EE-B6EE-423132A9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40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935E-13C3-4848-88D9-B1852F6F22BE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BE7C-DD4A-47EE-B6EE-423132A9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7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833E935E-13C3-4848-88D9-B1852F6F22BE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83DBE7C-DD4A-47EE-B6EE-423132A9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07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935E-13C3-4848-88D9-B1852F6F22BE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BE7C-DD4A-47EE-B6EE-423132A9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91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935E-13C3-4848-88D9-B1852F6F22BE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BE7C-DD4A-47EE-B6EE-423132A9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9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935E-13C3-4848-88D9-B1852F6F22BE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BE7C-DD4A-47EE-B6EE-423132A9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6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33E935E-13C3-4848-88D9-B1852F6F22BE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83DBE7C-DD4A-47EE-B6EE-423132A9464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3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981200"/>
            <a:ext cx="7772400" cy="838199"/>
          </a:xfrm>
        </p:spPr>
        <p:txBody>
          <a:bodyPr>
            <a:noAutofit/>
          </a:bodyPr>
          <a:lstStyle/>
          <a:p>
            <a:pPr algn="ctr"/>
            <a:br>
              <a:rPr lang="en-US" sz="48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8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GROUP DISCUSSION</a:t>
            </a:r>
          </a:p>
        </p:txBody>
      </p:sp>
    </p:spTree>
    <p:extLst>
      <p:ext uri="{BB962C8B-B14F-4D97-AF65-F5344CB8AC3E}">
        <p14:creationId xmlns:p14="http://schemas.microsoft.com/office/powerpoint/2010/main" val="1862730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Discussion is a modern method of assessing students’ personalities.</a:t>
            </a:r>
          </a:p>
          <a:p>
            <a:endParaRPr lang="en-US" dirty="0"/>
          </a:p>
          <a:p>
            <a:r>
              <a:rPr lang="en-US" dirty="0"/>
              <a:t>It is both a technique and an art and a comprehensive tool to judge the worthiness of the student and his appropriateness for the job.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489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/>
              <a:t>GD is not an Argument </a:t>
            </a:r>
          </a:p>
        </p:txBody>
      </p:sp>
      <p:pic>
        <p:nvPicPr>
          <p:cNvPr id="9219" name="Picture 4" descr="CT069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803400"/>
            <a:ext cx="7943850" cy="437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40169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Difference between Discussion, Debate and GD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14600"/>
            <a:ext cx="7467600" cy="38862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Debate – Either Winning or Losing.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Discussion – Expression of your point of view and respecting another's point of view.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GD, however, calls for a lot more maturity and logic as it is sharing our own ideas and thoughts with the group.  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476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1000" y="361232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  Why do GD’s are held?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8839200" cy="548640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prepare you for the future and make you well informed.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make you listen and talk in a mature and logical manner.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If you need to disagree, then doing so in a graceful manner.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Attacking issues not people.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Carefully listen to other people's points and try to refine your own by using other people's inputs on the subject. </a:t>
            </a: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683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95EBE-8832-4D2F-AAAF-A8C4028B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Prepare for Group Discussion?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794EB-1F7E-A429-510E-FA28E1300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Awareness of Topics Relating to Your Background Is Crucial. 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Take the Lead.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There Is No Place for Aggression in Group Discussions.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Communicate Effectively. </a:t>
            </a: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Listen Carefully, Do Not Just Hear. 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Work On Your Body Language.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Avoid Deviating From the Topic.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Be the First to Summarize the Discussion.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2822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51A2-EA0E-508A-E4BE-FBD9A999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762001"/>
            <a:ext cx="7543800" cy="53340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/>
              <a:t>Skills for Effective Participation in GD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C956A-2770-5001-28F8-9989675CF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50000"/>
              </a:lnSpc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aspects which make up a GD are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verbal communication, non-verbal behavior, conformation to norms, decision-making ability, and cooperation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447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1D06-C46E-77D6-1094-B7FDE49F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Initiating a Group Discussion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EBCAF-45D4-0E6A-5215-8F9256D7F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Introduce yourself.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Communicate clearly and fluently. While you introduce yourself and the topic, try not to stutter or stammer.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Present the topic with an interesting take.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Keep the content relevant.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Use questions and quotes. </a:t>
            </a: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Use your time efficiently.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Listen intently.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Maintain relevance.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14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GD: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95291" y="1828800"/>
            <a:ext cx="7543801" cy="4023360"/>
          </a:xfrm>
        </p:spPr>
        <p:txBody>
          <a:bodyPr/>
          <a:lstStyle/>
          <a:p>
            <a:r>
              <a:rPr lang="en-US" sz="2400" dirty="0"/>
              <a:t>GD can be Topic based or Case based-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 Topic based group discussion can be of three types:</a:t>
            </a:r>
          </a:p>
          <a:p>
            <a:r>
              <a:rPr lang="en-US" sz="2400" dirty="0"/>
              <a:t>Factual topics</a:t>
            </a:r>
          </a:p>
          <a:p>
            <a:r>
              <a:rPr lang="en-US" sz="2400" dirty="0"/>
              <a:t>Controversial topics</a:t>
            </a:r>
          </a:p>
          <a:p>
            <a:r>
              <a:rPr lang="en-US" sz="2400" dirty="0"/>
              <a:t>Abstract topics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66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FACTUAL TOPICS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Factual topics are about practical things, which an ordinary person is aware of in his day to day life</a:t>
            </a:r>
          </a:p>
          <a:p>
            <a:r>
              <a:rPr lang="en-US" sz="2400" dirty="0"/>
              <a:t>Typically they are socio- economic topics. These  can be the current topic.</a:t>
            </a:r>
          </a:p>
          <a:p>
            <a:r>
              <a:rPr lang="en-US" sz="2400" dirty="0"/>
              <a:t>Such topics gives a candidate a chance to prove  that he is  aware of and sensitive to his environment.</a:t>
            </a:r>
          </a:p>
        </p:txBody>
      </p:sp>
    </p:spTree>
    <p:extLst>
      <p:ext uri="{BB962C8B-B14F-4D97-AF65-F5344CB8AC3E}">
        <p14:creationId xmlns:p14="http://schemas.microsoft.com/office/powerpoint/2010/main" val="4230500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455440"/>
            <a:ext cx="8229600" cy="1143000"/>
          </a:xfrm>
        </p:spPr>
        <p:txBody>
          <a:bodyPr/>
          <a:lstStyle/>
          <a:p>
            <a:r>
              <a:rPr lang="en-US" dirty="0"/>
              <a:t>CONTROVERSIAL TOPICS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2400" dirty="0"/>
              <a:t>They are the ones that are argumentative in nature. They are meant to generate controversy.</a:t>
            </a:r>
          </a:p>
          <a:p>
            <a:r>
              <a:rPr lang="en-US" sz="2400" dirty="0"/>
              <a:t>In GDs where such topics are given for discussion the noise and temper is usually high.</a:t>
            </a:r>
          </a:p>
          <a:p>
            <a:r>
              <a:rPr lang="en-US" sz="2400" dirty="0"/>
              <a:t>The idea behind giving such topic is likely to see how much maturity the candidate is displaying by keeping his temper in check.</a:t>
            </a:r>
          </a:p>
        </p:txBody>
      </p:sp>
    </p:spTree>
    <p:extLst>
      <p:ext uri="{BB962C8B-B14F-4D97-AF65-F5344CB8AC3E}">
        <p14:creationId xmlns:p14="http://schemas.microsoft.com/office/powerpoint/2010/main" val="1931975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TOPICS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905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Abstract topics are about intangible things. </a:t>
            </a:r>
          </a:p>
          <a:p>
            <a:r>
              <a:rPr lang="en-US" sz="2400" dirty="0"/>
              <a:t>These topics are  used to check your lateral thinking and creativity.</a:t>
            </a:r>
          </a:p>
          <a:p>
            <a:r>
              <a:rPr lang="en-US" sz="2400" dirty="0" err="1"/>
              <a:t>Eg</a:t>
            </a:r>
            <a:r>
              <a:rPr lang="en-US" sz="2400" dirty="0"/>
              <a:t>: the number 10</a:t>
            </a:r>
          </a:p>
          <a:p>
            <a:pPr marL="0" indent="0">
              <a:buNone/>
            </a:pPr>
            <a:r>
              <a:rPr lang="en-US" sz="2400" dirty="0"/>
              <a:t>                   Joy</a:t>
            </a:r>
          </a:p>
          <a:p>
            <a:pPr marL="0" indent="0">
              <a:buNone/>
            </a:pPr>
            <a:r>
              <a:rPr lang="en-US" sz="2400" dirty="0"/>
              <a:t>                   Color red</a:t>
            </a:r>
          </a:p>
        </p:txBody>
      </p:sp>
    </p:spTree>
    <p:extLst>
      <p:ext uri="{BB962C8B-B14F-4D97-AF65-F5344CB8AC3E}">
        <p14:creationId xmlns:p14="http://schemas.microsoft.com/office/powerpoint/2010/main" val="1087642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BASED GD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22959" y="1845734"/>
            <a:ext cx="7711441" cy="402336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Another variation is the use of case instead of a topic.</a:t>
            </a:r>
          </a:p>
          <a:p>
            <a:pPr algn="just"/>
            <a:r>
              <a:rPr lang="en-US" sz="2400" dirty="0"/>
              <a:t>The case study tries to simulate a real life situation . Information about the situation will be given to you and you would be asked as a group to resolve the situation.</a:t>
            </a:r>
          </a:p>
          <a:p>
            <a:pPr algn="just"/>
            <a:r>
              <a:rPr lang="en-US" sz="2400" dirty="0"/>
              <a:t>In case study there are no incorrect answers or perfect solutions.</a:t>
            </a:r>
          </a:p>
          <a:p>
            <a:pPr algn="just"/>
            <a:r>
              <a:rPr lang="en-US" sz="2400" dirty="0"/>
              <a:t>The objective is to get you think about the situation from various angles.</a:t>
            </a:r>
          </a:p>
        </p:txBody>
      </p:sp>
    </p:spTree>
    <p:extLst>
      <p:ext uri="{BB962C8B-B14F-4D97-AF65-F5344CB8AC3E}">
        <p14:creationId xmlns:p14="http://schemas.microsoft.com/office/powerpoint/2010/main" val="3683899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762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What does GD check?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2209800"/>
            <a:ext cx="4038600" cy="48768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Communication Skills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Knowledge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Reasoning ability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Leadership Skills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Flexibility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Convincing power</a:t>
            </a: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724400" y="2133600"/>
            <a:ext cx="4038600" cy="4525963"/>
          </a:xfrm>
        </p:spPr>
        <p:txBody>
          <a:bodyPr>
            <a:normAutofit/>
          </a:bodyPr>
          <a:lstStyle/>
          <a:p>
            <a:r>
              <a:rPr lang="en-US" dirty="0"/>
              <a:t>Ability to work in team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Creativity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Group Dynamics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Level of maturity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Interpersonal skills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Initiative attitude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530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17001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Preparation for GD?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495800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GD reflects the inherent qualities of an individual .</a:t>
            </a: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Reading: This is the first and the most crucial step in preparation. </a:t>
            </a: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Mocks: Create an informal GD group and meet regularly to discuss and exchange feedback. </a:t>
            </a: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298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7318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Personalities Reflected in a GD</a:t>
            </a:r>
          </a:p>
        </p:txBody>
      </p:sp>
      <p:graphicFrame>
        <p:nvGraphicFramePr>
          <p:cNvPr id="4" name="Content Placeholder 6"/>
          <p:cNvGraphicFramePr>
            <a:graphicFrameLocks noGrp="1"/>
          </p:cNvGraphicFramePr>
          <p:nvPr>
            <p:ph idx="1"/>
          </p:nvPr>
        </p:nvGraphicFramePr>
        <p:xfrm>
          <a:off x="822325" y="1846263"/>
          <a:ext cx="7543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9864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67" y="152400"/>
            <a:ext cx="8792633" cy="659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638800"/>
            <a:ext cx="742666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272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8686799" cy="6616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5486400"/>
            <a:ext cx="742666" cy="11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29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>
            <a:normAutofit fontScale="90000"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200" b="1" cap="all" dirty="0">
                <a:ln/>
                <a:solidFill>
                  <a:schemeClr val="tx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 </a:t>
            </a:r>
          </a:p>
          <a:p>
            <a:pPr algn="ctr"/>
            <a:r>
              <a:rPr lang="en-US" sz="3200" b="1" cap="all" dirty="0">
                <a:ln/>
                <a:solidFill>
                  <a:schemeClr val="tx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 </a:t>
            </a:r>
          </a:p>
          <a:p>
            <a:pPr algn="ctr"/>
            <a:r>
              <a:rPr lang="en-US" sz="3200" b="1" cap="all" dirty="0">
                <a:ln/>
                <a:solidFill>
                  <a:schemeClr val="tx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Parameters of Evaluation in GD</a:t>
            </a:r>
          </a:p>
          <a:p>
            <a:pPr algn="ctr"/>
            <a:endParaRPr lang="en-US" sz="3200" b="1" cap="all" dirty="0">
              <a:ln/>
              <a:solidFill>
                <a:schemeClr val="tx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  <a:p>
            <a:pPr algn="ctr"/>
            <a:endParaRPr lang="en-US" sz="3200" b="1" cap="all" dirty="0">
              <a:ln/>
              <a:solidFill>
                <a:schemeClr val="tx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1046" y="1846263"/>
            <a:ext cx="4606357" cy="402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1396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8763000" cy="6781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713" y="5714999"/>
            <a:ext cx="742666" cy="11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25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TIPS FOR  PARTICIPATION in GD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90800"/>
            <a:ext cx="7467600" cy="464820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Taking a Position </a:t>
            </a:r>
            <a:r>
              <a:rPr lang="en-US" b="1" dirty="0" err="1"/>
              <a:t>viz</a:t>
            </a:r>
            <a:r>
              <a:rPr lang="en-US" b="1" dirty="0"/>
              <a:t>-a-</a:t>
            </a:r>
            <a:r>
              <a:rPr lang="en-US" b="1" dirty="0" err="1"/>
              <a:t>viz</a:t>
            </a:r>
            <a:r>
              <a:rPr lang="en-US" b="1" dirty="0"/>
              <a:t> the Topic…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Always take a holistic view of the topic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Avoid statements like:</a:t>
            </a:r>
          </a:p>
          <a:p>
            <a:pPr marL="0" indent="0" algn="just">
              <a:buNone/>
            </a:pPr>
            <a:r>
              <a:rPr lang="en-US" dirty="0"/>
              <a:t>- “I whole heartedly support the topic”</a:t>
            </a:r>
          </a:p>
          <a:p>
            <a:pPr marL="0" indent="0" algn="just">
              <a:buNone/>
            </a:pPr>
            <a:r>
              <a:rPr lang="en-US" dirty="0"/>
              <a:t>- “I completely disagree with the topic”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Start as, “there are points in favor of and against the topic…..”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697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838200"/>
            <a:ext cx="7543800" cy="528796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If You have a Soft Voice…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Raise voice level but do not shout</a:t>
            </a:r>
          </a:p>
          <a:p>
            <a:pPr marL="0" indent="0" algn="just"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Look for moments when the noise levels are not very high and get into the discussion.</a:t>
            </a:r>
          </a:p>
          <a:p>
            <a:pPr marL="0" indent="0" algn="just">
              <a:buNone/>
            </a:pPr>
            <a:endParaRPr lang="en-US" sz="2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If You are Interrupted while Discussing your Topic… </a:t>
            </a:r>
          </a:p>
          <a:p>
            <a:pPr marL="0" indent="0" algn="just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Tell in clear and unambiguous terms that you  should be allowed to speak</a:t>
            </a:r>
          </a:p>
          <a:p>
            <a:pPr marL="0" indent="0" algn="just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You can say:</a:t>
            </a:r>
          </a:p>
          <a:p>
            <a:pPr algn="just">
              <a:buFont typeface="Wingdings" pitchFamily="2" charset="2"/>
              <a:buChar char="q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Excuse me, please let me complete </a:t>
            </a:r>
          </a:p>
          <a:p>
            <a:pPr algn="just">
              <a:buFont typeface="Wingdings" pitchFamily="2" charset="2"/>
              <a:buChar char="q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Just a minute-let me finish my point</a:t>
            </a:r>
          </a:p>
          <a:p>
            <a:pPr algn="just">
              <a:buFont typeface="Wingdings" pitchFamily="2" charset="2"/>
              <a:buChar char="q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Raise your voice slightly</a:t>
            </a:r>
          </a:p>
          <a:p>
            <a:pPr marL="0" indent="0" algn="just">
              <a:buNone/>
            </a:pPr>
            <a:br>
              <a:rPr lang="en-US" sz="2600" dirty="0">
                <a:latin typeface="Times New Roman" pitchFamily="18" charset="0"/>
                <a:cs typeface="Times New Roman" pitchFamily="18" charset="0"/>
              </a:rPr>
            </a:b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844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838200"/>
            <a:ext cx="7391400" cy="52578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How to Get into the Discussion…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Take Initiative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Be attentive and get into discussion comfortably.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Identify strong speakers and soft speakers in the group.</a:t>
            </a:r>
          </a:p>
          <a:p>
            <a:pPr marL="0" indent="0" algn="just"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Get into Discussion…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By using sentences like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“Yes, what you say is true…..”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“….but there is something more that we should look at…”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“…and there is another reason to support what you say…”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672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47781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Summarization Techniques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7467600" cy="4953000"/>
          </a:xfrm>
        </p:spPr>
        <p:txBody>
          <a:bodyPr>
            <a:normAutofit/>
          </a:bodyPr>
          <a:lstStyle/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Most GD’s do not really have conclusions.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Keep the following points in mind while summarizing a discussion: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Avoid raising new points.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Avoid stating only your viewpoint.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Avoid dwelling only on one aspect of the GD.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Keep it brief and concise.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must incorporate all the important points that came out during the GD.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If the examiner asks you to summarize a GD, it means the GD has come to an end. Do not add anything once the GD has been summarized.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392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9057"/>
            <a:ext cx="8229600" cy="77634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The Perfect Candidate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33600"/>
            <a:ext cx="6934200" cy="3505201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Be attentive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Personal appearance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Answering questions completely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Wide knowledge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Positive attitude and behavior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Good communication skills</a:t>
            </a: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1268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916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209" y="5715001"/>
            <a:ext cx="742666" cy="11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71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3259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Making a good “First Impression”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57400"/>
            <a:ext cx="7391400" cy="36576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way you dress is the single biggest nonverbal communication you make about yourself.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Your dress conveys success, trustworthiness, intelligence, and suitability.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Lean towards the conservative side of style.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Avoid loud colors and printed fabrics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Make sure your clothes are nicely pressed.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Bring an extra tie, shirt or scarf</a:t>
            </a:r>
          </a:p>
        </p:txBody>
      </p:sp>
    </p:spTree>
    <p:extLst>
      <p:ext uri="{BB962C8B-B14F-4D97-AF65-F5344CB8AC3E}">
        <p14:creationId xmlns:p14="http://schemas.microsoft.com/office/powerpoint/2010/main" val="753006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GD New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62573" y="785794"/>
            <a:ext cx="2695575" cy="5191127"/>
          </a:xfrm>
          <a:prstGeom prst="rect">
            <a:avLst/>
          </a:prstGeom>
          <a:noFill/>
        </p:spPr>
      </p:pic>
      <p:sp>
        <p:nvSpPr>
          <p:cNvPr id="3" name="Rectangle 2"/>
          <p:cNvSpPr txBox="1">
            <a:spLocks/>
          </p:cNvSpPr>
          <p:nvPr/>
        </p:nvSpPr>
        <p:spPr>
          <a:xfrm>
            <a:off x="357158" y="-2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Body</a:t>
            </a:r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142844" y="428604"/>
            <a:ext cx="9001156" cy="628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</a:rPr>
              <a:t>Remember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</a:rPr>
              <a:t> the DIGIT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0100" y="757554"/>
            <a:ext cx="2831224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400" dirty="0">
                <a:latin typeface="Algerian" pitchFamily="82" charset="0"/>
              </a:rPr>
              <a:t>4</a:t>
            </a:r>
            <a:endParaRPr lang="en-IN" sz="34400" dirty="0"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001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Radhika\Desktop\preview_36_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685800"/>
            <a:ext cx="7400925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1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763000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734" y="5610368"/>
            <a:ext cx="742666" cy="11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50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915400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134" y="5715001"/>
            <a:ext cx="742666" cy="11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61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4" y="97173"/>
            <a:ext cx="8995833" cy="674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172" y="5696500"/>
            <a:ext cx="742666" cy="11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59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916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5943600"/>
            <a:ext cx="72560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25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899160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56" y="5715000"/>
            <a:ext cx="643644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575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24" y="152400"/>
            <a:ext cx="8738375" cy="6518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334" y="5859439"/>
            <a:ext cx="742666" cy="81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833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763000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713" y="5714999"/>
            <a:ext cx="742666" cy="11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165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Radhika\Desktop\ze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1" y="762000"/>
            <a:ext cx="67818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375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Radhika\Desktop\GD_img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706111"/>
            <a:ext cx="6858000" cy="531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7076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Be Like this…………</a:t>
            </a:r>
            <a:br>
              <a:rPr lang="en-US" dirty="0"/>
            </a:b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7866" y="1846263"/>
            <a:ext cx="2932555" cy="402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40101" y="1846263"/>
            <a:ext cx="2949998" cy="402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2880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477817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Few GD Topics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22959" y="2133600"/>
            <a:ext cx="7543801" cy="3124200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E- books or printed books: what's your choice?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Government schools Vs private schools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Demonitization– success or publicity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Hard work or smart work – Which is better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Should politicians have a retirement age?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Should capital punishment be legal? Yes or no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3382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13285</TotalTime>
  <Words>1114</Words>
  <Application>Microsoft Office PowerPoint</Application>
  <PresentationFormat>On-screen Show (4:3)</PresentationFormat>
  <Paragraphs>161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Algerian</vt:lpstr>
      <vt:lpstr>Arial</vt:lpstr>
      <vt:lpstr>Arial</vt:lpstr>
      <vt:lpstr>Arial Black</vt:lpstr>
      <vt:lpstr>Arial Narrow</vt:lpstr>
      <vt:lpstr>Calibri</vt:lpstr>
      <vt:lpstr>Calibri Light</vt:lpstr>
      <vt:lpstr>Times New Roman</vt:lpstr>
      <vt:lpstr>Wingdings</vt:lpstr>
      <vt:lpstr>Retrospect</vt:lpstr>
      <vt:lpstr>   GROUP DISCUSSION</vt:lpstr>
      <vt:lpstr>PowerPoint Presentation</vt:lpstr>
      <vt:lpstr>GD is not an Argument </vt:lpstr>
      <vt:lpstr>Difference between Discussion, Debate and GD</vt:lpstr>
      <vt:lpstr>   Why do GD’s are held?</vt:lpstr>
      <vt:lpstr>How to Prepare for Group Discussion? </vt:lpstr>
      <vt:lpstr>Skills for Effective Participation in GD</vt:lpstr>
      <vt:lpstr>Initiating a Group Discussion </vt:lpstr>
      <vt:lpstr>TYPES OF GD:</vt:lpstr>
      <vt:lpstr>FACTUAL TOPICS</vt:lpstr>
      <vt:lpstr>CONTROVERSIAL TOPICS</vt:lpstr>
      <vt:lpstr>ABSTRACT TOPICS</vt:lpstr>
      <vt:lpstr>CASE BASED GD</vt:lpstr>
      <vt:lpstr>What does GD check? </vt:lpstr>
      <vt:lpstr>Preparation for GD?</vt:lpstr>
      <vt:lpstr>Personalities Reflected in a GD</vt:lpstr>
      <vt:lpstr>PowerPoint Presentation</vt:lpstr>
      <vt:lpstr>PowerPoint Presentation</vt:lpstr>
      <vt:lpstr>    Parameters of Evaluation in GD  </vt:lpstr>
      <vt:lpstr>PowerPoint Presentation</vt:lpstr>
      <vt:lpstr>TIPS FOR  PARTICIPATION in GD…</vt:lpstr>
      <vt:lpstr>PowerPoint Presentation</vt:lpstr>
      <vt:lpstr>PowerPoint Presentation</vt:lpstr>
      <vt:lpstr>Summarization Techniques </vt:lpstr>
      <vt:lpstr>The Perfect Candidate</vt:lpstr>
      <vt:lpstr>PowerPoint Presentation</vt:lpstr>
      <vt:lpstr>Making a good “First Impression”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Be Like this………… </vt:lpstr>
      <vt:lpstr>Few GD Topics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DISCUSSION</dc:title>
  <cp:lastModifiedBy>Diwakar P</cp:lastModifiedBy>
  <cp:revision>8</cp:revision>
  <dcterms:created xsi:type="dcterms:W3CDTF">2016-02-14T11:25:37Z</dcterms:created>
  <dcterms:modified xsi:type="dcterms:W3CDTF">2023-02-09T08:49:31Z</dcterms:modified>
</cp:coreProperties>
</file>