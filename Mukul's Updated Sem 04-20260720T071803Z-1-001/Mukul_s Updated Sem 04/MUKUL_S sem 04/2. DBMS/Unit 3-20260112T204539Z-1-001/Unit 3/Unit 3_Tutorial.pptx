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8" r:id="rId1"/>
  </p:sldMasterIdLst>
  <p:notesMasterIdLst>
    <p:notesMasterId r:id="rId12"/>
  </p:notesMasterIdLst>
  <p:sldIdLst>
    <p:sldId id="409" r:id="rId2"/>
    <p:sldId id="536" r:id="rId3"/>
    <p:sldId id="537" r:id="rId4"/>
    <p:sldId id="538" r:id="rId5"/>
    <p:sldId id="539" r:id="rId6"/>
    <p:sldId id="540" r:id="rId7"/>
    <p:sldId id="541" r:id="rId8"/>
    <p:sldId id="542" r:id="rId9"/>
    <p:sldId id="543" r:id="rId10"/>
    <p:sldId id="50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8" autoAdjust="0"/>
    <p:restoredTop sz="94660"/>
  </p:normalViewPr>
  <p:slideViewPr>
    <p:cSldViewPr snapToGrid="0">
      <p:cViewPr varScale="1">
        <p:scale>
          <a:sx n="85" d="100"/>
          <a:sy n="85" d="100"/>
        </p:scale>
        <p:origin x="509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43F0-1FB2-41E4-961B-8CAB2AED1024}" type="datetimeFigureOut">
              <a:rPr lang="en-IN" smtClean="0"/>
              <a:pPr/>
              <a:t>06-01-2023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20133-9643-4EF8-94CA-FEF99B36DC3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009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CD6D-5F12-476E-8453-3D311B450A4E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C728CEA0-BA7F-4BA3-B201-6B7A8B3DF1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62028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4780520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:a16="http://schemas.microsoft.com/office/drawing/2014/main" id="{5E2C67C7-C385-4A44-A78F-D95F8B3254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575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092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42C8A-CD12-4DFD-ABE8-8CF3B1F53511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6E4AAF7F-3876-4F6B-8901-E7673BBFDB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44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799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554-EC08-4A9A-B955-1CE402443775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EF3C39C1-9BAB-4C45-A144-CF8BF2E72B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9189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344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B3C8-7270-4E63-BAFF-F61146C872A9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1B300F68-EEC8-479F-89B4-B66DB0F421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013" y="12104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810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E7326-4BB3-4EF7-A825-D7B8443422EC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2" descr="C:\Users\Srinidhi\Desktop\logo.png">
            <a:extLst>
              <a:ext uri="{FF2B5EF4-FFF2-40B4-BE49-F238E27FC236}">
                <a16:creationId xmlns:a16="http://schemas.microsoft.com/office/drawing/2014/main" id="{6720B71A-9CF9-4970-96CA-352F2D5F33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415" y="34776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649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CBBB-99BF-46C2-A597-705C3E515BE3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7393EDB9-65C6-42AA-B582-C92413F0DE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867" y="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047425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F2DF96F-D195-4D32-A22A-EB824CFB176E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6BF8E43F-406B-489A-A07B-CBBB6CD8B6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729" y="-48825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333161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0D-FF02-4389-90FD-819CA8976B9B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8D7279E7-0A06-4D9D-B018-700B7F4A33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377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A8DE7-22DF-4C71-8810-45CE4D417C2D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:a16="http://schemas.microsoft.com/office/drawing/2014/main" id="{2BFF8954-070D-4352-AC3E-DD7D500D0A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28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675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C541-F4E6-4488-B462-EF7A047E4C61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0" name="Picture 2" descr="C:\Users\Srinidhi\Desktop\logo.png">
            <a:extLst>
              <a:ext uri="{FF2B5EF4-FFF2-40B4-BE49-F238E27FC236}">
                <a16:creationId xmlns:a16="http://schemas.microsoft.com/office/drawing/2014/main" id="{F8681246-1AFA-47C1-8723-E212F3BD69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8927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588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47FF271-DAE5-45E4-9C4D-A89BEE8B6E22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23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213" y="1317812"/>
            <a:ext cx="10848974" cy="293146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IN" sz="2800" b="1" dirty="0"/>
            </a:br>
            <a:r>
              <a:rPr lang="en-IN" sz="3200" b="1" dirty="0"/>
              <a:t>Course Name: Database Management Systems</a:t>
            </a:r>
            <a:br>
              <a:rPr lang="en-IN" sz="3200" b="1" dirty="0"/>
            </a:br>
            <a:r>
              <a:rPr lang="en-IN" sz="3200" b="1" dirty="0"/>
              <a:t>Course Code: CI32/CY32</a:t>
            </a:r>
            <a:br>
              <a:rPr lang="en-IN" sz="3200" b="1" dirty="0"/>
            </a:br>
            <a:r>
              <a:rPr lang="en-IN" sz="3200" b="1" dirty="0"/>
              <a:t>Credits: 2:0:1</a:t>
            </a:r>
            <a:br>
              <a:rPr lang="en-IN" sz="3200" b="1" dirty="0"/>
            </a:br>
            <a:r>
              <a:rPr lang="en-IN" sz="3200" b="1" dirty="0"/>
              <a:t>UNIT 3</a:t>
            </a:r>
            <a:br>
              <a:rPr lang="en-IN" sz="3200" b="1" dirty="0"/>
            </a:br>
            <a:br>
              <a:rPr lang="en-IN" sz="3200" b="1" dirty="0"/>
            </a:br>
            <a:endParaRPr lang="en-IN" sz="2000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866900" y="314146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000" b="1" dirty="0">
                <a:latin typeface="+mj-lt"/>
              </a:rPr>
              <a:t>M.S. Ramaiah Institute of Technology</a:t>
            </a:r>
            <a:endParaRPr lang="en-IN" sz="2000" dirty="0">
              <a:latin typeface="+mj-lt"/>
            </a:endParaRPr>
          </a:p>
          <a:p>
            <a:pPr algn="ctr"/>
            <a:r>
              <a:rPr lang="en-US" sz="2000" b="1" dirty="0">
                <a:latin typeface="+mj-lt"/>
              </a:rPr>
              <a:t>(Autonomous Institute, Affiliated to VTU)</a:t>
            </a:r>
            <a:endParaRPr lang="en-IN" sz="2000" dirty="0">
              <a:latin typeface="+mj-lt"/>
            </a:endParaRPr>
          </a:p>
          <a:p>
            <a:pPr algn="ctr"/>
            <a:endParaRPr lang="en-IN" sz="20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641BE-B7C9-4946-A565-227D0582DC3F}"/>
              </a:ext>
            </a:extLst>
          </p:cNvPr>
          <p:cNvSpPr txBox="1"/>
          <p:nvPr/>
        </p:nvSpPr>
        <p:spPr>
          <a:xfrm>
            <a:off x="8644609" y="4772025"/>
            <a:ext cx="299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Faculty:</a:t>
            </a:r>
          </a:p>
          <a:p>
            <a:r>
              <a:rPr lang="en-IN"/>
              <a:t>Dr. Sini </a:t>
            </a:r>
            <a:r>
              <a:rPr lang="en-IN" dirty="0"/>
              <a:t>Anna Alex</a:t>
            </a:r>
          </a:p>
        </p:txBody>
      </p:sp>
    </p:spTree>
    <p:extLst>
      <p:ext uri="{BB962C8B-B14F-4D97-AF65-F5344CB8AC3E}">
        <p14:creationId xmlns:p14="http://schemas.microsoft.com/office/powerpoint/2010/main" val="300391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9004" y="0"/>
            <a:ext cx="7142996" cy="575685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" y="1133341"/>
            <a:ext cx="508715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BitstreamVeraSans-Roman"/>
              </a:rPr>
              <a:t>Write SQL Query for the following:</a:t>
            </a:r>
          </a:p>
          <a:p>
            <a:pPr algn="just"/>
            <a:endParaRPr lang="en-US" sz="20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Find the names of sailors over the age of 20.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Find the names of sailors who have reserved a red boat.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Find the colors of boats reserved by Lubber.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Find the names of sailors who have reserved a red boat or a green boat.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Find all sailors whose names start with 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Find all reservations (date, sailor </a:t>
            </a:r>
            <a:r>
              <a:rPr lang="en-US" sz="2000" dirty="0" err="1"/>
              <a:t>sids</a:t>
            </a:r>
            <a:r>
              <a:rPr lang="en-US" sz="2000" dirty="0"/>
              <a:t> and names, and boat bids and names) for reservations made on the 10th of (any) month during the 1990s.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/>
              <a:t>Determine the age each sailor will be next year.</a:t>
            </a:r>
          </a:p>
        </p:txBody>
      </p:sp>
    </p:spTree>
    <p:extLst>
      <p:ext uri="{BB962C8B-B14F-4D97-AF65-F5344CB8AC3E}">
        <p14:creationId xmlns:p14="http://schemas.microsoft.com/office/powerpoint/2010/main" val="379031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06-01-2023 09:38</a:t>
            </a:fld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901521" y="1636791"/>
            <a:ext cx="1118744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SELECT DISTINCT Sname</a:t>
            </a:r>
          </a:p>
          <a:p>
            <a:r>
              <a:rPr lang="en-US" dirty="0"/>
              <a:t>FROM ( SAILOR NATURAL JOIN RESERVATION ) NATURAL JOIN BOAT</a:t>
            </a:r>
          </a:p>
          <a:p>
            <a:r>
              <a:rPr lang="en-US" dirty="0"/>
              <a:t>WHERE Color='red' OR Color='green‘</a:t>
            </a:r>
          </a:p>
          <a:p>
            <a:endParaRPr lang="en-US" dirty="0"/>
          </a:p>
          <a:p>
            <a:r>
              <a:rPr lang="en-US" dirty="0">
                <a:latin typeface="Courier10PitchBT-Roman"/>
              </a:rPr>
              <a:t>SELECT *</a:t>
            </a:r>
          </a:p>
          <a:p>
            <a:r>
              <a:rPr lang="en-US" dirty="0">
                <a:latin typeface="Courier10PitchBT-Roman"/>
              </a:rPr>
              <a:t>FROM SAILOR</a:t>
            </a:r>
          </a:p>
          <a:p>
            <a:r>
              <a:rPr lang="en-US" dirty="0">
                <a:latin typeface="Courier10PitchBT-Roman"/>
              </a:rPr>
              <a:t>WHERE Sname LIKE 'A%‘</a:t>
            </a:r>
          </a:p>
          <a:p>
            <a:endParaRPr lang="en-US" dirty="0">
              <a:latin typeface="Courier10PitchBT-Roman"/>
            </a:endParaRPr>
          </a:p>
          <a:p>
            <a:r>
              <a:rPr lang="en-US" dirty="0"/>
              <a:t>SELECT </a:t>
            </a:r>
            <a:r>
              <a:rPr lang="en-US" dirty="0" err="1"/>
              <a:t>Day,Sid,Sname,Bid,Bname</a:t>
            </a:r>
            <a:endParaRPr lang="en-US" dirty="0"/>
          </a:p>
          <a:p>
            <a:r>
              <a:rPr lang="en-US" dirty="0"/>
              <a:t>FROM ( SAILOR NATURAL JOIN RESERVATION ) NATURAL JOIN BOAT</a:t>
            </a:r>
          </a:p>
          <a:p>
            <a:r>
              <a:rPr lang="en-US" dirty="0"/>
              <a:t>WHERE Day LIKE '199___10’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04552" y="1052016"/>
            <a:ext cx="2897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Solutions</a:t>
            </a:r>
          </a:p>
        </p:txBody>
      </p:sp>
      <p:pic>
        <p:nvPicPr>
          <p:cNvPr id="12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551" y="5022895"/>
            <a:ext cx="4610638" cy="65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96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2151"/>
            <a:ext cx="10058400" cy="1450757"/>
          </a:xfrm>
        </p:spPr>
        <p:txBody>
          <a:bodyPr/>
          <a:lstStyle/>
          <a:p>
            <a:r>
              <a:rPr lang="en-US" dirty="0"/>
              <a:t>More Query: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58739"/>
            <a:ext cx="6452315" cy="4289953"/>
          </a:xfrm>
        </p:spPr>
        <p:txBody>
          <a:bodyPr/>
          <a:lstStyle/>
          <a:p>
            <a:r>
              <a:rPr lang="en-US" dirty="0"/>
              <a:t>Find all sailor id’s of sailors who have a rating of at least 8 or reserved boat 103.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Find the sailor id’s of sailors with age over 20 who have not reserved a boat whose name includes the string “thunder”.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06-01-2023 09:38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902" y="4839685"/>
            <a:ext cx="5690123" cy="17199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988" y="2156816"/>
            <a:ext cx="2305832" cy="1783177"/>
          </a:xfrm>
          <a:prstGeom prst="rect">
            <a:avLst/>
          </a:prstGeom>
        </p:spPr>
      </p:pic>
      <p:pic>
        <p:nvPicPr>
          <p:cNvPr id="8" name="Content Placeholder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331" y="0"/>
            <a:ext cx="5816669" cy="46879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0904" y="333794"/>
            <a:ext cx="2099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Assume Sailor as s</a:t>
            </a:r>
          </a:p>
          <a:p>
            <a:r>
              <a:rPr lang="en-US" b="1" dirty="0">
                <a:solidFill>
                  <a:srgbClr val="FF0000"/>
                </a:solidFill>
              </a:rPr>
              <a:t>Boat as b</a:t>
            </a:r>
          </a:p>
          <a:p>
            <a:r>
              <a:rPr lang="en-US" b="1" dirty="0">
                <a:solidFill>
                  <a:srgbClr val="FF0000"/>
                </a:solidFill>
              </a:rPr>
              <a:t>Reservation as r</a:t>
            </a:r>
          </a:p>
        </p:txBody>
      </p:sp>
    </p:spTree>
    <p:extLst>
      <p:ext uri="{BB962C8B-B14F-4D97-AF65-F5344CB8AC3E}">
        <p14:creationId xmlns:p14="http://schemas.microsoft.com/office/powerpoint/2010/main" val="96897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10" y="837128"/>
            <a:ext cx="10625070" cy="5447762"/>
          </a:xfrm>
        </p:spPr>
        <p:txBody>
          <a:bodyPr/>
          <a:lstStyle/>
          <a:p>
            <a:r>
              <a:rPr lang="en-US" dirty="0"/>
              <a:t>Find the sailor id’s of sailors whose rating is better than every sailor called Bob.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Find the names of sailors who have not reserved a boat whose name contains the string “storm”. Order the names in ascending order.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each boat which was reserved by at least 5 sailors with age &gt;= 40, find the boat id and the average age of such sailors.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06-01-2023 09:38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813" y="521966"/>
            <a:ext cx="2884474" cy="1687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412" y="4754587"/>
            <a:ext cx="4443660" cy="12696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995" y="2525015"/>
            <a:ext cx="4514765" cy="16395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35673" y="2637679"/>
            <a:ext cx="1957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Assume Sailor as s</a:t>
            </a:r>
          </a:p>
          <a:p>
            <a:r>
              <a:rPr lang="en-US" b="1" dirty="0">
                <a:solidFill>
                  <a:srgbClr val="FF0000"/>
                </a:solidFill>
              </a:rPr>
              <a:t>Boat as b</a:t>
            </a:r>
          </a:p>
          <a:p>
            <a:r>
              <a:rPr lang="en-US" b="1" dirty="0">
                <a:solidFill>
                  <a:srgbClr val="FF0000"/>
                </a:solidFill>
              </a:rPr>
              <a:t>Reservation as 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241" y="4962055"/>
            <a:ext cx="4410075" cy="1209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9551" y="5962180"/>
            <a:ext cx="180975" cy="2095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3142" y="5959140"/>
            <a:ext cx="20002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02235" y="4962055"/>
            <a:ext cx="533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24771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names of sailors who have not reserved boat 103 using NOT IN Operator.</a:t>
            </a:r>
          </a:p>
          <a:p>
            <a:r>
              <a:rPr lang="en-US" dirty="0"/>
              <a:t>Find the names of sailors who have reserved boat number 103 using EXISTS Operator. </a:t>
            </a:r>
          </a:p>
          <a:p>
            <a:r>
              <a:rPr lang="en-US" dirty="0"/>
              <a:t>Find sailors whose rating is better than some sailor called Rajesh using ANY Operator.</a:t>
            </a:r>
          </a:p>
          <a:p>
            <a:r>
              <a:rPr lang="en-US" dirty="0"/>
              <a:t>To find sum of distinct age of Sailors</a:t>
            </a:r>
          </a:p>
          <a:p>
            <a:r>
              <a:rPr lang="en-US" dirty="0"/>
              <a:t>Find the names of sailors who are older than the oldest sailor with a rating of 10.</a:t>
            </a:r>
          </a:p>
          <a:p>
            <a:r>
              <a:rPr lang="en-US" dirty="0"/>
              <a:t>Display all the sailors according to their ages. </a:t>
            </a:r>
          </a:p>
          <a:p>
            <a:r>
              <a:rPr lang="en-US" dirty="0"/>
              <a:t>Find the name and the age of the youngest sailor</a:t>
            </a:r>
          </a:p>
          <a:p>
            <a:r>
              <a:rPr lang="en-US" dirty="0"/>
              <a:t>Find the age of the youngest sailor for each rating level. </a:t>
            </a:r>
          </a:p>
          <a:p>
            <a:r>
              <a:rPr lang="en-US" dirty="0"/>
              <a:t>Find the age of youngest sailor with age &gt;= 18 for each rating with at least 2 such sailors.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06-01-2023 09:38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746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06-01-2023 09:38</a:t>
            </a:fld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50581"/>
            <a:ext cx="4744596" cy="1687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05" y="5266490"/>
            <a:ext cx="6020279" cy="8232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596" y="3788175"/>
            <a:ext cx="6664511" cy="56240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09502" y="3291587"/>
            <a:ext cx="60135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Find the age of the youngest sailor for each rating level.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9096" y="238163"/>
            <a:ext cx="7163912" cy="8348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0465" y="1390753"/>
            <a:ext cx="8971535" cy="9178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400315"/>
            <a:ext cx="8350264" cy="82675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03914" y="4555646"/>
            <a:ext cx="67880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Find the age of youngest sailor with age &gt;= 18 for each rating with at least 2 such sailors</a:t>
            </a:r>
          </a:p>
        </p:txBody>
      </p:sp>
    </p:spTree>
    <p:extLst>
      <p:ext uri="{BB962C8B-B14F-4D97-AF65-F5344CB8AC3E}">
        <p14:creationId xmlns:p14="http://schemas.microsoft.com/office/powerpoint/2010/main" val="2304284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DROP/ALTER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SQL statement to rename the table countries to </a:t>
            </a:r>
            <a:r>
              <a:rPr lang="en-US" dirty="0" err="1"/>
              <a:t>country_new</a:t>
            </a:r>
            <a:r>
              <a:rPr lang="en-US" dirty="0"/>
              <a:t>.</a:t>
            </a:r>
          </a:p>
          <a:p>
            <a:r>
              <a:rPr lang="en-US" dirty="0"/>
              <a:t>Write a SQL statement to add a column </a:t>
            </a:r>
            <a:r>
              <a:rPr lang="en-US" dirty="0" err="1"/>
              <a:t>region_id</a:t>
            </a:r>
            <a:r>
              <a:rPr lang="en-US" dirty="0"/>
              <a:t> to the table locations.</a:t>
            </a:r>
          </a:p>
          <a:p>
            <a:r>
              <a:rPr lang="en-US" dirty="0"/>
              <a:t>Write a SQL statement change the data type of the column </a:t>
            </a:r>
            <a:r>
              <a:rPr lang="en-US" dirty="0" err="1"/>
              <a:t>country_id</a:t>
            </a:r>
            <a:r>
              <a:rPr lang="en-US" dirty="0"/>
              <a:t> to integer in the table locations.</a:t>
            </a:r>
          </a:p>
          <a:p>
            <a:r>
              <a:rPr lang="en-US" dirty="0"/>
              <a:t>Write a SQL statement to drop the column city from the table locations.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06-01-2023 09:38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86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02" y="444536"/>
            <a:ext cx="10058400" cy="2863378"/>
          </a:xfrm>
        </p:spPr>
        <p:txBody>
          <a:bodyPr>
            <a:noAutofit/>
          </a:bodyPr>
          <a:lstStyle/>
          <a:p>
            <a:r>
              <a:rPr lang="en-US" sz="2800" b="1" dirty="0"/>
              <a:t>Consider the following tables in Film Database: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ARTIST (</a:t>
            </a:r>
            <a:r>
              <a:rPr lang="en-US" sz="2000" u="sng" dirty="0"/>
              <a:t>Art_id</a:t>
            </a:r>
            <a:r>
              <a:rPr lang="en-US" sz="2000" dirty="0"/>
              <a:t>, </a:t>
            </a:r>
            <a:r>
              <a:rPr lang="en-US" sz="2000" dirty="0" err="1"/>
              <a:t>Art_Name</a:t>
            </a:r>
            <a:r>
              <a:rPr lang="en-US" sz="2000" dirty="0"/>
              <a:t>, </a:t>
            </a:r>
            <a:r>
              <a:rPr lang="en-US" sz="2000" dirty="0" err="1"/>
              <a:t>Art_Gender</a:t>
            </a:r>
            <a:r>
              <a:rPr lang="en-US" sz="2000" dirty="0"/>
              <a:t>) </a:t>
            </a:r>
            <a:br>
              <a:rPr lang="en-US" sz="2000" dirty="0"/>
            </a:br>
            <a:r>
              <a:rPr lang="en-US" sz="2000" dirty="0"/>
              <a:t>PRODUCER (</a:t>
            </a:r>
            <a:r>
              <a:rPr lang="en-US" sz="2000" u="sng" dirty="0" err="1"/>
              <a:t>Prod_id</a:t>
            </a:r>
            <a:r>
              <a:rPr lang="en-US" sz="2000" dirty="0"/>
              <a:t>, Prod_Name, </a:t>
            </a:r>
            <a:r>
              <a:rPr lang="en-US" sz="2000" dirty="0" err="1"/>
              <a:t>Prod_Phone</a:t>
            </a:r>
            <a:r>
              <a:rPr lang="en-US" sz="2000" dirty="0"/>
              <a:t>)</a:t>
            </a:r>
            <a:br>
              <a:rPr lang="en-US" sz="2000" dirty="0"/>
            </a:br>
            <a:r>
              <a:rPr lang="en-US" sz="2000" dirty="0"/>
              <a:t>FILMS (</a:t>
            </a:r>
            <a:r>
              <a:rPr lang="en-US" sz="2000" u="sng" dirty="0"/>
              <a:t>Film_id</a:t>
            </a:r>
            <a:r>
              <a:rPr lang="en-US" sz="2000" dirty="0"/>
              <a:t>, </a:t>
            </a:r>
            <a:r>
              <a:rPr lang="en-US" sz="2000" dirty="0" err="1"/>
              <a:t>Film_Title</a:t>
            </a:r>
            <a:r>
              <a:rPr lang="en-US" sz="2000" dirty="0"/>
              <a:t>, </a:t>
            </a:r>
            <a:r>
              <a:rPr lang="en-US" sz="2000" dirty="0" err="1"/>
              <a:t>Film_Year</a:t>
            </a:r>
            <a:r>
              <a:rPr lang="en-US" sz="2000" dirty="0"/>
              <a:t>, </a:t>
            </a:r>
            <a:r>
              <a:rPr lang="en-US" sz="2000" dirty="0" err="1"/>
              <a:t>Film_Lang</a:t>
            </a:r>
            <a:r>
              <a:rPr lang="en-US" sz="2000" dirty="0"/>
              <a:t>, </a:t>
            </a:r>
            <a:r>
              <a:rPr lang="en-US" sz="2000" dirty="0" err="1"/>
              <a:t>Prod_id</a:t>
            </a:r>
            <a:r>
              <a:rPr lang="en-US" sz="2000" dirty="0"/>
              <a:t>) </a:t>
            </a:r>
            <a:br>
              <a:rPr lang="en-US" sz="2000" dirty="0"/>
            </a:br>
            <a:r>
              <a:rPr lang="en-US" sz="2000" dirty="0"/>
              <a:t>CASTING (</a:t>
            </a:r>
            <a:r>
              <a:rPr lang="en-US" sz="2000" u="sng" dirty="0"/>
              <a:t>Art_id, Film_id</a:t>
            </a:r>
            <a:r>
              <a:rPr lang="en-US" sz="2000" dirty="0"/>
              <a:t>, Part) </a:t>
            </a:r>
            <a:br>
              <a:rPr lang="en-US" sz="2000" dirty="0"/>
            </a:br>
            <a:r>
              <a:rPr lang="en-US" sz="2000" dirty="0"/>
              <a:t>REVIEW (</a:t>
            </a:r>
            <a:r>
              <a:rPr lang="en-US" sz="2000" u="sng" dirty="0"/>
              <a:t>Film_id, Stars</a:t>
            </a:r>
            <a:r>
              <a:rPr lang="en-US" sz="2000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3404078"/>
            <a:ext cx="10058400" cy="4023360"/>
          </a:xfrm>
        </p:spPr>
        <p:txBody>
          <a:bodyPr/>
          <a:lstStyle/>
          <a:p>
            <a:r>
              <a:rPr lang="en-US" dirty="0"/>
              <a:t>Find the name of all the Films whose producer is “NIRAJ”</a:t>
            </a:r>
          </a:p>
          <a:p>
            <a:r>
              <a:rPr lang="en-US" dirty="0"/>
              <a:t>Display all artists who acted in a film between 2016 and 2018.</a:t>
            </a:r>
          </a:p>
          <a:p>
            <a:r>
              <a:rPr lang="en-US" dirty="0"/>
              <a:t>Display the names of films with the stars received and sort the result on the basis of stars.</a:t>
            </a:r>
          </a:p>
          <a:p>
            <a:r>
              <a:rPr lang="en-US" dirty="0"/>
              <a:t>Update the stars of all films whose producer is ‘NIRAJ’ to 5.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06-01-2023 09:38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5498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03D13D-0AF5-4B48-8187-B9955F4F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496403"/>
            <a:ext cx="10058400" cy="1450757"/>
          </a:xfrm>
        </p:spPr>
        <p:txBody>
          <a:bodyPr/>
          <a:lstStyle/>
          <a:p>
            <a:pPr algn="ctr"/>
            <a:r>
              <a:rPr lang="en-IN" dirty="0"/>
              <a:t>Thank you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EA23F-1258-4CDD-B0AE-D7AA4C94D112}" type="datetime8">
              <a:rPr lang="en-IN" smtClean="0"/>
              <a:t>06-01-2023 09:38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37632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1637</TotalTime>
  <Words>730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BitstreamVeraSans-Roman</vt:lpstr>
      <vt:lpstr>Calibri</vt:lpstr>
      <vt:lpstr>Calibri Light</vt:lpstr>
      <vt:lpstr>Courier10PitchBT-Roman</vt:lpstr>
      <vt:lpstr>Retrospect</vt:lpstr>
      <vt:lpstr> Course Name: Database Management Systems Course Code: CI32/CY32 Credits: 2:0:1 UNIT 3  </vt:lpstr>
      <vt:lpstr>PowerPoint Presentation</vt:lpstr>
      <vt:lpstr>PowerPoint Presentation</vt:lpstr>
      <vt:lpstr>More Query:</vt:lpstr>
      <vt:lpstr>PowerPoint Presentation</vt:lpstr>
      <vt:lpstr>More Queries</vt:lpstr>
      <vt:lpstr>PowerPoint Presentation</vt:lpstr>
      <vt:lpstr>DROP/ALTER commands</vt:lpstr>
      <vt:lpstr>Consider the following tables in Film Database:  ARTIST (Art_id, Art_Name, Art_Gender)  PRODUCER (Prod_id, Prod_Name, Prod_Phone) FILMS (Film_id, Film_Title, Film_Year, Film_Lang, Prod_id)  CASTING (Art_id, Film_id, Part)  REVIEW (Film_id, Stars)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Sanjeetha R</dc:creator>
  <cp:lastModifiedBy>ADMIN</cp:lastModifiedBy>
  <cp:revision>275</cp:revision>
  <dcterms:created xsi:type="dcterms:W3CDTF">2020-08-26T05:56:20Z</dcterms:created>
  <dcterms:modified xsi:type="dcterms:W3CDTF">2023-01-06T04:09:51Z</dcterms:modified>
</cp:coreProperties>
</file>