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36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9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1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1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5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9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40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5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7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01D73-EC3F-4EDA-87AA-1628C25A9825}" type="datetimeFigureOut">
              <a:rPr lang="en-US" smtClean="0"/>
              <a:t>2/7/2022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7A965-ECAA-4823-A19D-B1D904BFA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9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3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b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Group Discussion Skills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9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D139-7101-4D9A-A4ED-E63973B5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group discussion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9B1BC-CF5B-4644-8A75-1DBB48228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discussion is a method used by an organization to measure whether the candidate has convinced individuality traits and skills that it desires in its teammates.</a:t>
            </a:r>
          </a:p>
          <a:p>
            <a:r>
              <a:rPr lang="en-US" dirty="0"/>
              <a:t> In this method, the group of candidates is given a topic or a situation, given a few minutes to consider about the same, and then asked to discuss the topic amongst themselves for 15-20 minutes.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64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8E7A2-9F44-43C5-91D9-9E6277F6B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GD Skills required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248677-73DE-4FF8-9526-2A4A36CAF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4262" y="2577306"/>
            <a:ext cx="4943475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3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5E02-FB05-4541-9110-CB9DB987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Aspects that support a group discussion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20685-FD21-4FF8-93CC-FDF00913C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They are:</a:t>
            </a:r>
          </a:p>
          <a:p>
            <a:r>
              <a:rPr lang="en-US" dirty="0"/>
              <a:t>Co- operation</a:t>
            </a:r>
          </a:p>
          <a:p>
            <a:r>
              <a:rPr lang="en-US" dirty="0"/>
              <a:t>Verbal Communication</a:t>
            </a:r>
          </a:p>
          <a:p>
            <a:r>
              <a:rPr lang="en-US" dirty="0"/>
              <a:t>Non- verbal behaviour</a:t>
            </a:r>
          </a:p>
          <a:p>
            <a:r>
              <a:rPr lang="en-US" dirty="0"/>
              <a:t>verification to norms</a:t>
            </a:r>
          </a:p>
          <a:p>
            <a:r>
              <a:rPr lang="en-US" dirty="0"/>
              <a:t>Decision-making aptitude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36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138B1E-E24D-4E2D-ACF9-EF234DCD8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867694"/>
            <a:ext cx="80772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88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2157-F842-4D44-8CB8-DABC0FD1A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A5FA1-5CD2-4F26-AB09-40E24C3E6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Knowledge a candidate possesses is the capability to have an estimation on issues and facts and how he/she applies it to the topic discussion </a:t>
            </a:r>
          </a:p>
          <a:p>
            <a:r>
              <a:rPr lang="en-US" dirty="0"/>
              <a:t> Knowledge is a sharp differentiator and is a great advantage </a:t>
            </a:r>
          </a:p>
          <a:p>
            <a:r>
              <a:rPr lang="en-US" dirty="0"/>
              <a:t>Unless one has the necessary knowledge of the given topic, the quality of the group discussion can be low and at the surface level. </a:t>
            </a:r>
          </a:p>
          <a:p>
            <a:r>
              <a:rPr lang="en-US" dirty="0"/>
              <a:t>Being well versed in present affairs and issues of simultaneous importance can help to do well.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13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EF5E-B91C-477E-BBE4-51B33CA1B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Interpersonal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AB5C2-55F2-437B-80C1-9C640666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reflected in the aptitude of the candidate to interrelate with other members of the group in an amicable and concise manner.</a:t>
            </a:r>
          </a:p>
          <a:p>
            <a:r>
              <a:rPr lang="en-US" dirty="0"/>
              <a:t> Emotional smoothness and stability promote high-quality interpersonal relationships. </a:t>
            </a:r>
          </a:p>
          <a:p>
            <a:r>
              <a:rPr lang="en-US" dirty="0"/>
              <a:t>The person has to be more group-centric and less self-centered.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809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B877-D276-4CA1-9E08-13C87183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Proactive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A81D-B8F6-4D0E-82BC-23A4C37D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content to speak, don’t wait for others to start with the group discussion. </a:t>
            </a:r>
          </a:p>
          <a:p>
            <a:r>
              <a:rPr lang="en-US" dirty="0"/>
              <a:t>The one who gets an opportunity to speak first gets an opportunity to drive the Group discussion. </a:t>
            </a:r>
          </a:p>
          <a:p>
            <a:r>
              <a:rPr lang="en-US" dirty="0"/>
              <a:t>There may come a time where other members are not speaking up, that time you can take a proactive step and ace your group discussion round.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77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DB41-0120-4934-9BD5-B5C3742C0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53DEB-5A64-436C-BD2E-299F0E5D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Among the large number of brilliant candidates, there’s always a possibility of getting overshadowed.</a:t>
            </a:r>
          </a:p>
          <a:p>
            <a:r>
              <a:rPr lang="en-US" dirty="0"/>
              <a:t> It could be a case where,  if there is a candidate who is not as much  well-informed or good at academics, but his or her excellence of putting forth the points and has an aptitude to manage the circumstances well, will  make him/her earn a good point.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661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B139-23E2-42CE-ABAC-32AA7DBF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Time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0780-3619-43AF-A161-A383A2B85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is one of the innermost things. </a:t>
            </a:r>
          </a:p>
          <a:p>
            <a:r>
              <a:rPr lang="en-US" dirty="0"/>
              <a:t>Its correct use can take you to heights, and its disregard can make you fall on the land.</a:t>
            </a:r>
          </a:p>
          <a:p>
            <a:r>
              <a:rPr lang="en-US" dirty="0"/>
              <a:t> During the group discussion, make yourself definite that you will speak not less than two minutes.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89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44D5-0A0C-4638-83DD-B0715E81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E312-AD48-4694-AB7B-2A545ADD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indicates your aptitude to efficiently flowchart you’re thought process and examine the topic in a comprehensive manner. </a:t>
            </a:r>
          </a:p>
          <a:p>
            <a:r>
              <a:rPr lang="en-US" dirty="0"/>
              <a:t>It reflects your aptitude to build logical arguments and makeup the discussion in a sleek manner, avoiding deviations and beating round the bush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799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E7605-CE77-4257-ABC8-63E2AA07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Communication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8261-5148-4998-A52B-93689BFB8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evaluates the candidate's aptitude to attach with the group and is calculated from a dual viewpoint - verbal and non-verbal.</a:t>
            </a:r>
          </a:p>
          <a:p>
            <a:r>
              <a:rPr lang="en-US" dirty="0"/>
              <a:t>Verbal communication is judged by the candidate’s articulation and intonation, expression of points</a:t>
            </a:r>
          </a:p>
          <a:p>
            <a:r>
              <a:rPr lang="en-US" dirty="0"/>
              <a:t> Non-verbal quotient defines his/her body language, signal eye contact and bearing.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697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54A9-0A3A-48AF-A6EE-D755920E3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Group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6E67F-7D48-455F-963E-405A87D7A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demonstrates the skill to maintain stability between individual brilliance and group performance. </a:t>
            </a:r>
          </a:p>
          <a:p>
            <a:r>
              <a:rPr lang="en-US" dirty="0"/>
              <a:t>A person scoring high on this parameter will be more credible to work in groups and hence contribute successfully to organizations.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935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2BBA-5348-4327-BE6A-C71FFA1A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, conventional seating arrangement 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40599F-7768-48AF-999D-6D46A6319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608" y="1825625"/>
            <a:ext cx="90507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6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574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Communicative English   Faculty – Dr. Kiran Magavi Department – Humanities and Social Sciences</vt:lpstr>
      <vt:lpstr>What is a group discussion ?</vt:lpstr>
      <vt:lpstr>GD Skills required </vt:lpstr>
      <vt:lpstr>Aspects that support a group discussion</vt:lpstr>
      <vt:lpstr>PowerPoint Presentation</vt:lpstr>
      <vt:lpstr>Knowledge</vt:lpstr>
      <vt:lpstr>Interpersonal skills</vt:lpstr>
      <vt:lpstr>Proactive</vt:lpstr>
      <vt:lpstr>Leadership</vt:lpstr>
      <vt:lpstr> Time Management </vt:lpstr>
      <vt:lpstr>Logical Ability</vt:lpstr>
      <vt:lpstr>Communication skills</vt:lpstr>
      <vt:lpstr>Group dynamics</vt:lpstr>
      <vt:lpstr>Regular , conventional seating arrangement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schedule 2</dc:title>
  <dc:creator>kiraaan</dc:creator>
  <cp:lastModifiedBy>Rishi Magavi</cp:lastModifiedBy>
  <cp:revision>27</cp:revision>
  <dcterms:created xsi:type="dcterms:W3CDTF">2020-11-18T07:23:57Z</dcterms:created>
  <dcterms:modified xsi:type="dcterms:W3CDTF">2022-02-07T16:45:59Z</dcterms:modified>
</cp:coreProperties>
</file>