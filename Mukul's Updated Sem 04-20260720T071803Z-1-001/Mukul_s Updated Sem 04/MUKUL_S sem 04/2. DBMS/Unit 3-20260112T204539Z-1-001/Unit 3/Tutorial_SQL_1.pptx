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8BAE4B-EA2D-4F83-AE3D-BB5C33F81151}" type="datetimeFigureOut">
              <a:rPr lang="en-IN" smtClean="0"/>
              <a:t>06-01-2023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90435A-E063-4D09-9BB1-E7BFC2C3EF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533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B1E43-D40B-4E19-B5F4-8671E5F63B27}" type="datetime1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Dr. Sini Anna Alex, CSE(AI&amp;ML), RIT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D1447-DB07-454A-BF60-9CBB73BBA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57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070E4-012F-4224-944D-6E8EC339DDC6}" type="datetime1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Dr. Sini Anna Alex, CSE(AI&amp;ML), RIT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D1447-DB07-454A-BF60-9CBB73BBA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68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60691-4DE4-4B43-9AC0-F2787C24B2D4}" type="datetime1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Dr. Sini Anna Alex, CSE(AI&amp;ML), RIT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D1447-DB07-454A-BF60-9CBB73BBA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366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F95F0-ED2B-4005-9F17-680E0B5E77D2}" type="datetime1">
              <a:rPr lang="en-US" smtClean="0"/>
              <a:t>1/6/2023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Dr. Sini Anna Alex, CSE(AI&amp;ML), RIT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D1447-DB07-454A-BF60-9CBB73BBA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90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8FD42-5638-4198-893A-9F4CC50AAAC7}" type="datetime1">
              <a:rPr lang="en-US" smtClean="0"/>
              <a:t>1/6/2023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Dr. Sini Anna Alex, CSE(AI&amp;ML), RIT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D1447-DB07-454A-BF60-9CBB73BBA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648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EA3EE-0E2D-4201-B98A-B9E7B97752FD}" type="datetime1">
              <a:rPr lang="en-US" smtClean="0"/>
              <a:t>1/6/2023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Dr. Sini Anna Alex, CSE(AI&amp;ML), RIT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D1447-DB07-454A-BF60-9CBB73BBA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332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D7094-5C61-4838-A39D-7621D5DD82AC}" type="datetime1">
              <a:rPr lang="en-US" smtClean="0"/>
              <a:t>1/6/2023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Dr. Sini Anna Alex, CSE(AI&amp;ML), RIT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D1447-DB07-454A-BF60-9CBB73BBA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129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72725-8FD3-48D5-A54F-09BE59099D99}" type="datetime1">
              <a:rPr lang="en-US" smtClean="0"/>
              <a:t>1/6/2023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Dr. Sini Anna Alex, CSE(AI&amp;ML), RIT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D1447-DB07-454A-BF60-9CBB73BBA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720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57FB3-D8D0-44C9-AD83-350C56FE78EE}" type="datetime1">
              <a:rPr lang="en-US" smtClean="0"/>
              <a:t>1/6/2023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Dr. Sini Anna Alex, CSE(AI&amp;ML), RIT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D1447-DB07-454A-BF60-9CBB73BBA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574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B9AE0-1C89-4829-8862-F07D66AA2BB5}" type="datetime1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Dr. Sini Anna Alex, CSE(AI&amp;ML), RIT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D1447-DB07-454A-BF60-9CBB73BBA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878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EE001-689D-45A0-9B30-D480D05BA18E}" type="datetime1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Dr. Sini Anna Alex, CSE(AI&amp;ML), RIT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D1447-DB07-454A-BF60-9CBB73BBA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944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5E310-2CEE-45B1-9B69-AA6158FA92C2}" type="datetime1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Dr. Sini Anna Alex, CSE(AI&amp;ML), RIT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5D1447-DB07-454A-BF60-9CBB73BBA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279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6091" y="862885"/>
            <a:ext cx="7916409" cy="4567159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C8B125F-2903-448F-BA51-C6B4565EB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Dr. Sini Anna Alex, CSE(AI&amp;ML), RIT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405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577" y="115910"/>
            <a:ext cx="11706896" cy="6529589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1. Find all account whose balance is smaller than 500. </a:t>
            </a:r>
          </a:p>
          <a:p>
            <a:endParaRPr lang="en-US" dirty="0"/>
          </a:p>
          <a:p>
            <a:r>
              <a:rPr lang="en-US" dirty="0"/>
              <a:t>2. Find all name of customers whose city is in Brooklyn </a:t>
            </a:r>
          </a:p>
          <a:p>
            <a:endParaRPr lang="en-US" dirty="0"/>
          </a:p>
          <a:p>
            <a:r>
              <a:rPr lang="en-US" dirty="0"/>
              <a:t>3. Find all employees whose salary is greater than 1400 and working branch is not ‘Downtown’ </a:t>
            </a:r>
          </a:p>
          <a:p>
            <a:endParaRPr lang="en-US" dirty="0"/>
          </a:p>
          <a:p>
            <a:r>
              <a:rPr lang="en-US" dirty="0"/>
              <a:t>4. Calculate the average salary of all employees and show the average salary as “</a:t>
            </a:r>
            <a:r>
              <a:rPr lang="en-US" dirty="0" err="1"/>
              <a:t>avg_salary</a:t>
            </a:r>
            <a:r>
              <a:rPr lang="en-US" dirty="0"/>
              <a:t>” </a:t>
            </a:r>
          </a:p>
          <a:p>
            <a:endParaRPr lang="en-US" dirty="0"/>
          </a:p>
          <a:p>
            <a:r>
              <a:rPr lang="en-US" dirty="0"/>
              <a:t>5. Calculate the number of customer for each account </a:t>
            </a:r>
          </a:p>
          <a:p>
            <a:endParaRPr lang="en-US" dirty="0"/>
          </a:p>
          <a:p>
            <a:r>
              <a:rPr lang="en-US" dirty="0"/>
              <a:t>6. Show all </a:t>
            </a:r>
            <a:r>
              <a:rPr lang="en-US" dirty="0" err="1"/>
              <a:t>account_number</a:t>
            </a:r>
            <a:r>
              <a:rPr lang="en-US" dirty="0"/>
              <a:t>, </a:t>
            </a:r>
            <a:r>
              <a:rPr lang="en-US" dirty="0" err="1"/>
              <a:t>branch_name</a:t>
            </a:r>
            <a:r>
              <a:rPr lang="en-US" dirty="0"/>
              <a:t> and corresponding </a:t>
            </a:r>
            <a:r>
              <a:rPr lang="en-US" dirty="0" err="1"/>
              <a:t>branch_city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DA8078D-A46D-45C7-A024-AD81B4F9B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Dr. Sini Anna Alex, CSE(AI&amp;ML), RIT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196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062" y="128788"/>
            <a:ext cx="11797048" cy="6478073"/>
          </a:xfrm>
        </p:spPr>
        <p:txBody>
          <a:bodyPr>
            <a:normAutofit fontScale="62500" lnSpcReduction="20000"/>
          </a:bodyPr>
          <a:lstStyle/>
          <a:p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3400" dirty="0"/>
              <a:t>1. Find the number of employees in each branch.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400" dirty="0"/>
              <a:t>2. Find the names of all branches in the loan relation, don't display duplicates.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400" dirty="0"/>
              <a:t>3. Find the customers who have an account but no loan.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400" dirty="0"/>
              <a:t>4. Find the account number for all accounts where the balance is greater than $700.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400" dirty="0"/>
              <a:t>5. Find the account number and balance for all accounts from Brighton where the balance is greater than $800.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400" dirty="0"/>
              <a:t>6. Display the name of all customers who have a loan and an account at bank(using Nested Query)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400" dirty="0"/>
              <a:t>7. Find the name of all branches with assets between one and four million dollars.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400" dirty="0"/>
              <a:t>8. Find the name, account number, and balance of all customers who have an account.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400" dirty="0"/>
              <a:t>9. Find the name, account number, and balance of all customers who have an account with a balance of $400 or less. </a:t>
            </a:r>
          </a:p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85316F8-4403-44D2-9BE2-9BF03FF3E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Dr. Sini Anna Alex, CSE(AI&amp;ML), RIT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03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89" y="0"/>
            <a:ext cx="11668259" cy="6619741"/>
          </a:xfrm>
        </p:spPr>
        <p:txBody>
          <a:bodyPr>
            <a:normAutofit fontScale="85000" lnSpcReduction="10000"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1. Find all account whose balance is smaller than 500. </a:t>
            </a:r>
          </a:p>
          <a:p>
            <a:r>
              <a:rPr lang="en-US" b="1" dirty="0"/>
              <a:t>Answer</a:t>
            </a:r>
            <a:r>
              <a:rPr lang="en-US" dirty="0"/>
              <a:t>: </a:t>
            </a:r>
            <a:r>
              <a:rPr lang="en-US" i="1" dirty="0"/>
              <a:t>select </a:t>
            </a:r>
            <a:r>
              <a:rPr lang="en-US" i="1" dirty="0" err="1"/>
              <a:t>account_name</a:t>
            </a:r>
            <a:r>
              <a:rPr lang="en-US" i="1" dirty="0"/>
              <a:t> from account where balance &lt; 500;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2. Find all name of customers whose city is in Brooklyn </a:t>
            </a:r>
          </a:p>
          <a:p>
            <a:r>
              <a:rPr lang="en-US" b="1" dirty="0"/>
              <a:t>Answer</a:t>
            </a:r>
            <a:r>
              <a:rPr lang="en-US" dirty="0"/>
              <a:t>: </a:t>
            </a:r>
            <a:r>
              <a:rPr lang="en-US" i="1" dirty="0"/>
              <a:t>select </a:t>
            </a:r>
            <a:r>
              <a:rPr lang="en-US" i="1" dirty="0" err="1"/>
              <a:t>customer_name</a:t>
            </a:r>
            <a:r>
              <a:rPr lang="en-US" i="1" dirty="0"/>
              <a:t> from customer where </a:t>
            </a:r>
            <a:r>
              <a:rPr lang="en-US" i="1" dirty="0" err="1"/>
              <a:t>customer_city</a:t>
            </a:r>
            <a:r>
              <a:rPr lang="en-US" i="1" dirty="0"/>
              <a:t>='Brooklyn';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3. Find all employees whose salary is greater than 1400 and working branch is not ‘Downtown’ </a:t>
            </a:r>
          </a:p>
          <a:p>
            <a:r>
              <a:rPr lang="en-US" b="1" dirty="0"/>
              <a:t>Answer</a:t>
            </a:r>
            <a:r>
              <a:rPr lang="en-US" dirty="0"/>
              <a:t>: </a:t>
            </a:r>
            <a:r>
              <a:rPr lang="en-US" i="1" dirty="0"/>
              <a:t>select * from employee where salary&gt;1400 and </a:t>
            </a:r>
            <a:r>
              <a:rPr lang="en-US" i="1" dirty="0" err="1"/>
              <a:t>branch_name</a:t>
            </a:r>
            <a:r>
              <a:rPr lang="en-US" i="1" dirty="0"/>
              <a:t>&lt;&gt;’Downtown’;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4. Calculate the average salary of all employees and show the average salary as “</a:t>
            </a:r>
            <a:r>
              <a:rPr lang="en-US" dirty="0" err="1"/>
              <a:t>avg_salary</a:t>
            </a:r>
            <a:r>
              <a:rPr lang="en-US" dirty="0"/>
              <a:t>” </a:t>
            </a:r>
          </a:p>
          <a:p>
            <a:r>
              <a:rPr lang="en-US" b="1" dirty="0"/>
              <a:t>Answer</a:t>
            </a:r>
            <a:r>
              <a:rPr lang="en-US" dirty="0"/>
              <a:t>: </a:t>
            </a:r>
            <a:r>
              <a:rPr lang="en-US" i="1" dirty="0"/>
              <a:t>select </a:t>
            </a:r>
            <a:r>
              <a:rPr lang="en-US" i="1" dirty="0" err="1"/>
              <a:t>avg</a:t>
            </a:r>
            <a:r>
              <a:rPr lang="en-US" i="1" dirty="0"/>
              <a:t>(salary) as </a:t>
            </a:r>
            <a:r>
              <a:rPr lang="en-US" i="1" dirty="0" err="1"/>
              <a:t>avg_salary</a:t>
            </a:r>
            <a:r>
              <a:rPr lang="en-US" i="1" dirty="0"/>
              <a:t> from employee </a:t>
            </a:r>
            <a:r>
              <a:rPr lang="en-US" dirty="0"/>
              <a:t>; </a:t>
            </a:r>
          </a:p>
          <a:p>
            <a:pPr marL="0" indent="0">
              <a:buNone/>
            </a:pPr>
            <a:r>
              <a:rPr lang="en-US" dirty="0"/>
              <a:t>5. Calculate the number of customer for each account </a:t>
            </a:r>
          </a:p>
          <a:p>
            <a:r>
              <a:rPr lang="en-US" b="1" dirty="0"/>
              <a:t>Answer</a:t>
            </a:r>
            <a:r>
              <a:rPr lang="en-US" dirty="0"/>
              <a:t>: </a:t>
            </a:r>
            <a:r>
              <a:rPr lang="en-US" i="1" dirty="0"/>
              <a:t>select </a:t>
            </a:r>
            <a:r>
              <a:rPr lang="en-US" i="1" dirty="0" err="1"/>
              <a:t>account_number</a:t>
            </a:r>
            <a:r>
              <a:rPr lang="en-US" i="1" dirty="0"/>
              <a:t>, count(distinct </a:t>
            </a:r>
            <a:r>
              <a:rPr lang="en-US" i="1" dirty="0" err="1"/>
              <a:t>customer_name</a:t>
            </a:r>
            <a:r>
              <a:rPr lang="en-US" i="1" dirty="0"/>
              <a:t>) from depositor group by </a:t>
            </a:r>
            <a:r>
              <a:rPr lang="en-US" i="1" dirty="0" err="1"/>
              <a:t>account_number</a:t>
            </a:r>
            <a:r>
              <a:rPr lang="en-US" i="1" dirty="0"/>
              <a:t>;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6. Show all </a:t>
            </a:r>
            <a:r>
              <a:rPr lang="en-US" dirty="0" err="1"/>
              <a:t>account_number</a:t>
            </a:r>
            <a:r>
              <a:rPr lang="en-US" dirty="0"/>
              <a:t>, </a:t>
            </a:r>
            <a:r>
              <a:rPr lang="en-US" dirty="0" err="1"/>
              <a:t>branch_name</a:t>
            </a:r>
            <a:r>
              <a:rPr lang="en-US" dirty="0"/>
              <a:t> and corresponding </a:t>
            </a:r>
            <a:r>
              <a:rPr lang="en-US" dirty="0" err="1"/>
              <a:t>branch_city</a:t>
            </a:r>
            <a:r>
              <a:rPr lang="en-US" dirty="0"/>
              <a:t> </a:t>
            </a:r>
          </a:p>
          <a:p>
            <a:r>
              <a:rPr lang="en-US" b="1" dirty="0"/>
              <a:t>Answer</a:t>
            </a:r>
            <a:r>
              <a:rPr lang="en-US" dirty="0"/>
              <a:t>: </a:t>
            </a:r>
            <a:r>
              <a:rPr lang="en-US" i="1" dirty="0"/>
              <a:t>select </a:t>
            </a:r>
            <a:r>
              <a:rPr lang="en-US" i="1" dirty="0" err="1"/>
              <a:t>account_number</a:t>
            </a:r>
            <a:r>
              <a:rPr lang="en-US" i="1" dirty="0"/>
              <a:t>, </a:t>
            </a:r>
            <a:r>
              <a:rPr lang="en-US" i="1" dirty="0" err="1"/>
              <a:t>branch.branch_name</a:t>
            </a:r>
            <a:r>
              <a:rPr lang="en-US" i="1" dirty="0"/>
              <a:t>, </a:t>
            </a:r>
            <a:r>
              <a:rPr lang="en-US" i="1" dirty="0" err="1"/>
              <a:t>branch_city</a:t>
            </a:r>
            <a:r>
              <a:rPr lang="en-US" i="1" dirty="0"/>
              <a:t> from account, branch where </a:t>
            </a:r>
            <a:r>
              <a:rPr lang="en-US" i="1" dirty="0" err="1"/>
              <a:t>account.branch_name</a:t>
            </a:r>
            <a:r>
              <a:rPr lang="en-US" i="1" dirty="0"/>
              <a:t>=</a:t>
            </a:r>
            <a:r>
              <a:rPr lang="en-US" i="1" dirty="0" err="1"/>
              <a:t>branch.branch_name</a:t>
            </a:r>
            <a:r>
              <a:rPr lang="en-US" i="1" dirty="0"/>
              <a:t>;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C33EDB-590E-4F67-9877-49C4190E8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Dr. Sini Anna Alex, CSE(AI&amp;ML), RIT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250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9245" y="180304"/>
            <a:ext cx="11590986" cy="6568226"/>
          </a:xfrm>
        </p:spPr>
        <p:txBody>
          <a:bodyPr>
            <a:normAutofit fontScale="92500"/>
          </a:bodyPr>
          <a:lstStyle/>
          <a:p>
            <a:r>
              <a:rPr lang="en-US" dirty="0"/>
              <a:t>select </a:t>
            </a:r>
            <a:r>
              <a:rPr lang="en-US" dirty="0" err="1"/>
              <a:t>account_number</a:t>
            </a:r>
            <a:r>
              <a:rPr lang="en-US" dirty="0"/>
              <a:t>, balance from account where balance &gt; 800 and </a:t>
            </a:r>
            <a:r>
              <a:rPr lang="en-US" dirty="0" err="1"/>
              <a:t>branch_name</a:t>
            </a:r>
            <a:r>
              <a:rPr lang="en-US" dirty="0"/>
              <a:t> = 'Brighton' </a:t>
            </a:r>
          </a:p>
          <a:p>
            <a:r>
              <a:rPr lang="en-US" dirty="0"/>
              <a:t>select </a:t>
            </a:r>
            <a:r>
              <a:rPr lang="en-US" dirty="0" err="1"/>
              <a:t>branch_name</a:t>
            </a:r>
            <a:r>
              <a:rPr lang="en-US" dirty="0"/>
              <a:t> from branch where assets between 1000000 and 4000000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select </a:t>
            </a:r>
            <a:r>
              <a:rPr lang="en-US" dirty="0" err="1"/>
              <a:t>customer_name</a:t>
            </a:r>
            <a:r>
              <a:rPr lang="en-US" dirty="0"/>
              <a:t>, </a:t>
            </a:r>
            <a:r>
              <a:rPr lang="en-US" dirty="0" err="1"/>
              <a:t>borrower.loan_number</a:t>
            </a:r>
            <a:r>
              <a:rPr lang="en-US" dirty="0"/>
              <a:t>, amount from borrower, loan 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borrower.loan_number</a:t>
            </a:r>
            <a:r>
              <a:rPr lang="en-US" dirty="0"/>
              <a:t> = </a:t>
            </a:r>
            <a:r>
              <a:rPr lang="en-US" dirty="0" err="1"/>
              <a:t>loan.loan_number</a:t>
            </a:r>
            <a:r>
              <a:rPr lang="en-US" dirty="0"/>
              <a:t> and </a:t>
            </a:r>
            <a:r>
              <a:rPr lang="en-US" dirty="0" err="1"/>
              <a:t>branch_name</a:t>
            </a:r>
            <a:r>
              <a:rPr lang="en-US" dirty="0"/>
              <a:t> = '</a:t>
            </a:r>
            <a:r>
              <a:rPr lang="en-US" dirty="0" err="1"/>
              <a:t>Perryridge</a:t>
            </a:r>
            <a:r>
              <a:rPr lang="en-US" dirty="0"/>
              <a:t>';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select </a:t>
            </a:r>
            <a:r>
              <a:rPr lang="en-US" dirty="0" err="1"/>
              <a:t>depositor.customer_name</a:t>
            </a:r>
            <a:r>
              <a:rPr lang="en-US" dirty="0"/>
              <a:t>, </a:t>
            </a:r>
            <a:r>
              <a:rPr lang="en-US" dirty="0" err="1"/>
              <a:t>account.account_number</a:t>
            </a:r>
            <a:r>
              <a:rPr lang="en-US" dirty="0"/>
              <a:t>, balance </a:t>
            </a:r>
          </a:p>
          <a:p>
            <a:pPr marL="0" indent="0">
              <a:buNone/>
            </a:pPr>
            <a:r>
              <a:rPr lang="en-US" dirty="0"/>
              <a:t>from depositor, account where </a:t>
            </a:r>
            <a:r>
              <a:rPr lang="en-US" dirty="0" err="1"/>
              <a:t>depositor.account_number</a:t>
            </a:r>
            <a:r>
              <a:rPr lang="en-US" dirty="0"/>
              <a:t> = </a:t>
            </a:r>
            <a:r>
              <a:rPr lang="en-US" dirty="0" err="1"/>
              <a:t>account.account_number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select </a:t>
            </a:r>
            <a:r>
              <a:rPr lang="en-US" dirty="0" err="1"/>
              <a:t>depositor.customer_name</a:t>
            </a:r>
            <a:r>
              <a:rPr lang="en-US" dirty="0"/>
              <a:t>, </a:t>
            </a:r>
            <a:r>
              <a:rPr lang="en-US" dirty="0" err="1"/>
              <a:t>account.account_number</a:t>
            </a:r>
            <a:r>
              <a:rPr lang="en-US" dirty="0"/>
              <a:t>, balance from depositor, account 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depositor.account_number</a:t>
            </a:r>
            <a:r>
              <a:rPr lang="en-US" dirty="0"/>
              <a:t> = </a:t>
            </a:r>
            <a:r>
              <a:rPr lang="en-US" dirty="0" err="1"/>
              <a:t>account.account_number</a:t>
            </a:r>
            <a:r>
              <a:rPr lang="en-US" dirty="0"/>
              <a:t> and balance &lt;= 400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D11350-6A74-492A-8FE3-A10F09691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Dr. Sini Anna Alex, CSE(AI&amp;ML), RIT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292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653</Words>
  <Application>Microsoft Office PowerPoint</Application>
  <PresentationFormat>Widescreen</PresentationFormat>
  <Paragraphs>51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CSE-PG</dc:creator>
  <cp:lastModifiedBy>ADMIN</cp:lastModifiedBy>
  <cp:revision>6</cp:revision>
  <dcterms:created xsi:type="dcterms:W3CDTF">2019-10-22T04:30:38Z</dcterms:created>
  <dcterms:modified xsi:type="dcterms:W3CDTF">2023-01-06T04:08:15Z</dcterms:modified>
</cp:coreProperties>
</file>