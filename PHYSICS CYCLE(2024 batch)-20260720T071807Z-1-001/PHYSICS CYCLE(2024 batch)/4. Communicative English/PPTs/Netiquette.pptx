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4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9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4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6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58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37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7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8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95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7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5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5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>
                <a:latin typeface="+mn-lt"/>
              </a:rPr>
              <a:t>Communication English</a:t>
            </a:r>
            <a:br>
              <a:rPr lang="en-US" dirty="0">
                <a:latin typeface="+mn-lt"/>
              </a:rPr>
            </a:br>
            <a:r>
              <a:rPr lang="en-US" sz="3600" dirty="0">
                <a:latin typeface="+mn-lt"/>
              </a:rPr>
              <a:t>Department of Humanities  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dirty="0"/>
              <a:t>Netiquette </a:t>
            </a:r>
          </a:p>
          <a:p>
            <a:r>
              <a:rPr lang="en-US" dirty="0"/>
              <a:t>- Dr Kiran Magavi</a:t>
            </a:r>
          </a:p>
        </p:txBody>
      </p:sp>
    </p:spTree>
    <p:extLst>
      <p:ext uri="{BB962C8B-B14F-4D97-AF65-F5344CB8AC3E}">
        <p14:creationId xmlns:p14="http://schemas.microsoft.com/office/powerpoint/2010/main" val="273981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5662-5952-4C19-AA3F-25A99AEDE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1280A-155C-481D-B018-4AA45D66E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Netiquette is a combination of the words network and etiquette and is defined as a set of rules for acceptable online behavior. </a:t>
            </a:r>
          </a:p>
          <a:p>
            <a:r>
              <a:rPr lang="en-US" dirty="0"/>
              <a:t>Online ethics focuses on the acceptable use of online resources in an online social environment.</a:t>
            </a:r>
          </a:p>
          <a:p>
            <a:r>
              <a:rPr lang="en-US" dirty="0"/>
              <a:t>Online Etiquette is a set of rules that encourages appropriate and courteous online behavior. </a:t>
            </a:r>
          </a:p>
          <a:p>
            <a:r>
              <a:rPr lang="en-US" dirty="0"/>
              <a:t>These rules are important as they promote communication skills, prevent miscommunications, and help you understand what is socially acceptable when working and collaborating online.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804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9B708-16EE-4D0C-9AF4-E0CEBF6FC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guidelines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10B25D-1045-4773-B765-2DCE08DF3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414" y="1825625"/>
            <a:ext cx="54391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26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2FDAA-68AC-4E27-AE4B-8E6745B0C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these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83B595-7DE3-44F0-B3EE-21C52BA77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9900" y="2429669"/>
            <a:ext cx="61722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46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8F146-C661-428E-B7F2-B13E2BEB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reminders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B50A6F-A672-4FF1-B2E9-D8961ECF8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7726" y="1825625"/>
            <a:ext cx="30765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619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BABE-F553-419A-8824-CDA93704E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10 Basic Netiquette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F9A12-AA88-499B-858E-508A088D9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48"/>
            <a:ext cx="10515600" cy="46662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Make Real People a Priority</a:t>
            </a:r>
          </a:p>
          <a:p>
            <a:r>
              <a:rPr lang="en-IN" dirty="0"/>
              <a:t>Use Respectful Language</a:t>
            </a:r>
          </a:p>
          <a:p>
            <a:r>
              <a:rPr lang="en-IN" dirty="0"/>
              <a:t>Share With Discretion</a:t>
            </a:r>
          </a:p>
          <a:p>
            <a:r>
              <a:rPr lang="en-IN" dirty="0"/>
              <a:t>Don't Exclude Others</a:t>
            </a:r>
          </a:p>
          <a:p>
            <a:r>
              <a:rPr lang="en-IN" dirty="0"/>
              <a:t>Choose friends wisely</a:t>
            </a:r>
          </a:p>
          <a:p>
            <a:r>
              <a:rPr lang="en-IN" dirty="0"/>
              <a:t>Respect people’s privacy</a:t>
            </a:r>
          </a:p>
          <a:p>
            <a:r>
              <a:rPr lang="en-IN" dirty="0"/>
              <a:t>Fact check before reposting</a:t>
            </a:r>
          </a:p>
          <a:p>
            <a:r>
              <a:rPr lang="en-IN" dirty="0"/>
              <a:t>Do not spam</a:t>
            </a:r>
          </a:p>
          <a:p>
            <a:r>
              <a:rPr lang="en-IN" dirty="0"/>
              <a:t>Respond to emails and texts promptly</a:t>
            </a:r>
          </a:p>
          <a:p>
            <a:r>
              <a:rPr lang="en-IN" dirty="0"/>
              <a:t>Update online information – </a:t>
            </a:r>
            <a:r>
              <a:rPr lang="en-IN" dirty="0" err="1"/>
              <a:t>esp</a:t>
            </a:r>
            <a:r>
              <a:rPr lang="en-IN" dirty="0"/>
              <a:t> business, job application etc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773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146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Communication English Department of Humanities    </vt:lpstr>
      <vt:lpstr>Introduction </vt:lpstr>
      <vt:lpstr>Some guidelines </vt:lpstr>
      <vt:lpstr>Avoid these </vt:lpstr>
      <vt:lpstr>Important reminders </vt:lpstr>
      <vt:lpstr>10 Basic Netiquette Rules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kiraaan</dc:creator>
  <cp:lastModifiedBy>Rishi Magavi</cp:lastModifiedBy>
  <cp:revision>13</cp:revision>
  <dcterms:created xsi:type="dcterms:W3CDTF">2020-11-11T03:02:26Z</dcterms:created>
  <dcterms:modified xsi:type="dcterms:W3CDTF">2022-03-28T02:41:19Z</dcterms:modified>
</cp:coreProperties>
</file>