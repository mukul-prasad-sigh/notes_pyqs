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2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2" name="Google Shape;43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2" name="Google Shape;49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4" name="Google Shape;56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8" name="Google Shape;638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2" name="Google Shape;68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8" name="Google Shape;68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0" name="Google Shape;740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7" name="Google Shape;787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7" name="Google Shape;80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3" name="Google Shape;883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0" name="Google Shape;930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 txBox="1"/>
          <p:nvPr>
            <p:ph type="title"/>
          </p:nvPr>
        </p:nvSpPr>
        <p:spPr>
          <a:xfrm>
            <a:off x="684212" y="0"/>
            <a:ext cx="68706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"/>
          <p:cNvSpPr txBox="1"/>
          <p:nvPr>
            <p:ph idx="1" type="body"/>
          </p:nvPr>
        </p:nvSpPr>
        <p:spPr>
          <a:xfrm>
            <a:off x="685800" y="1916112"/>
            <a:ext cx="7696200" cy="40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9" name="Google Shape;39;p2"/>
          <p:cNvSpPr txBox="1"/>
          <p:nvPr>
            <p:ph idx="10" type="dt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"/>
          <p:cNvSpPr txBox="1"/>
          <p:nvPr>
            <p:ph idx="11" type="ftr"/>
          </p:nvPr>
        </p:nvSpPr>
        <p:spPr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"/>
          <p:cNvSpPr txBox="1"/>
          <p:nvPr>
            <p:ph idx="12" type="sldNum"/>
          </p:nvPr>
        </p:nvSpPr>
        <p:spPr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 type="txAndTwoObj">
  <p:cSld name="TEXT_AND_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/>
          <p:cNvSpPr txBox="1"/>
          <p:nvPr>
            <p:ph type="title"/>
          </p:nvPr>
        </p:nvSpPr>
        <p:spPr>
          <a:xfrm>
            <a:off x="684213" y="0"/>
            <a:ext cx="68706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1" type="body"/>
          </p:nvPr>
        </p:nvSpPr>
        <p:spPr>
          <a:xfrm>
            <a:off x="685800" y="1916113"/>
            <a:ext cx="3771900" cy="40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5" name="Google Shape;45;p3"/>
          <p:cNvSpPr txBox="1"/>
          <p:nvPr>
            <p:ph idx="2" type="body"/>
          </p:nvPr>
        </p:nvSpPr>
        <p:spPr>
          <a:xfrm>
            <a:off x="4610100" y="1916113"/>
            <a:ext cx="3771900" cy="1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6" name="Google Shape;46;p3"/>
          <p:cNvSpPr txBox="1"/>
          <p:nvPr>
            <p:ph idx="3" type="body"/>
          </p:nvPr>
        </p:nvSpPr>
        <p:spPr>
          <a:xfrm>
            <a:off x="4610100" y="4008438"/>
            <a:ext cx="3771900" cy="19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7" name="Google Shape;47;p3"/>
          <p:cNvSpPr txBox="1"/>
          <p:nvPr>
            <p:ph idx="10" type="dt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"/>
          <p:cNvSpPr txBox="1"/>
          <p:nvPr>
            <p:ph idx="11" type="ftr"/>
          </p:nvPr>
        </p:nvSpPr>
        <p:spPr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"/>
          <p:cNvSpPr txBox="1"/>
          <p:nvPr>
            <p:ph idx="12" type="sldNum"/>
          </p:nvPr>
        </p:nvSpPr>
        <p:spPr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"/>
          <p:cNvSpPr txBox="1"/>
          <p:nvPr>
            <p:ph type="title"/>
          </p:nvPr>
        </p:nvSpPr>
        <p:spPr>
          <a:xfrm>
            <a:off x="684213" y="0"/>
            <a:ext cx="68706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"/>
          <p:cNvSpPr txBox="1"/>
          <p:nvPr>
            <p:ph idx="10" type="dt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"/>
          <p:cNvSpPr txBox="1"/>
          <p:nvPr>
            <p:ph idx="11" type="ftr"/>
          </p:nvPr>
        </p:nvSpPr>
        <p:spPr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2" type="sldNum"/>
          </p:nvPr>
        </p:nvSpPr>
        <p:spPr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/>
          <p:nvPr>
            <p:ph type="title"/>
          </p:nvPr>
        </p:nvSpPr>
        <p:spPr>
          <a:xfrm>
            <a:off x="684213" y="0"/>
            <a:ext cx="68706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idx="1" type="body"/>
          </p:nvPr>
        </p:nvSpPr>
        <p:spPr>
          <a:xfrm>
            <a:off x="685800" y="1916113"/>
            <a:ext cx="3771900" cy="40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2" type="body"/>
          </p:nvPr>
        </p:nvSpPr>
        <p:spPr>
          <a:xfrm>
            <a:off x="4610100" y="1916113"/>
            <a:ext cx="3771900" cy="40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9" name="Google Shape;59;p5"/>
          <p:cNvSpPr txBox="1"/>
          <p:nvPr>
            <p:ph idx="10" type="dt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"/>
          <p:cNvSpPr txBox="1"/>
          <p:nvPr>
            <p:ph idx="11" type="ftr"/>
          </p:nvPr>
        </p:nvSpPr>
        <p:spPr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12" type="sldNum"/>
          </p:nvPr>
        </p:nvSpPr>
        <p:spPr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 rot="5400000">
            <a:off x="4445100" y="2013000"/>
            <a:ext cx="59499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1" type="body"/>
          </p:nvPr>
        </p:nvSpPr>
        <p:spPr>
          <a:xfrm rot="5400000">
            <a:off x="519900" y="164250"/>
            <a:ext cx="5949900" cy="56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65" name="Google Shape;65;p6"/>
          <p:cNvSpPr txBox="1"/>
          <p:nvPr>
            <p:ph idx="10" type="dt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"/>
          <p:cNvSpPr txBox="1"/>
          <p:nvPr>
            <p:ph idx="11" type="ftr"/>
          </p:nvPr>
        </p:nvSpPr>
        <p:spPr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"/>
          <p:cNvSpPr txBox="1"/>
          <p:nvPr>
            <p:ph idx="12" type="sldNum"/>
          </p:nvPr>
        </p:nvSpPr>
        <p:spPr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 txBox="1"/>
          <p:nvPr>
            <p:ph type="title"/>
          </p:nvPr>
        </p:nvSpPr>
        <p:spPr>
          <a:xfrm>
            <a:off x="684212" y="0"/>
            <a:ext cx="68706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" type="body"/>
          </p:nvPr>
        </p:nvSpPr>
        <p:spPr>
          <a:xfrm rot="5400000">
            <a:off x="2517000" y="84912"/>
            <a:ext cx="4033800" cy="76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0" type="dt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idx="11" type="ftr"/>
          </p:nvPr>
        </p:nvSpPr>
        <p:spPr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"/>
          <p:cNvSpPr txBox="1"/>
          <p:nvPr>
            <p:ph idx="12" type="sldNum"/>
          </p:nvPr>
        </p:nvSpPr>
        <p:spPr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8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mic Sans MS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  <a:defRPr sz="900"/>
            </a:lvl9pPr>
          </a:lstStyle>
          <a:p/>
        </p:txBody>
      </p:sp>
      <p:sp>
        <p:nvSpPr>
          <p:cNvPr id="78" name="Google Shape;78;p8"/>
          <p:cNvSpPr txBox="1"/>
          <p:nvPr>
            <p:ph idx="10" type="dt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8"/>
          <p:cNvSpPr txBox="1"/>
          <p:nvPr>
            <p:ph idx="11" type="ftr"/>
          </p:nvPr>
        </p:nvSpPr>
        <p:spPr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2" type="sldNum"/>
          </p:nvPr>
        </p:nvSpPr>
        <p:spPr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»"/>
              <a:defRPr sz="2000"/>
            </a:lvl9pPr>
          </a:lstStyle>
          <a:p/>
        </p:txBody>
      </p:sp>
      <p:sp>
        <p:nvSpPr>
          <p:cNvPr id="84" name="Google Shape;84;p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mic Sans MS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  <a:defRPr sz="900"/>
            </a:lvl9pPr>
          </a:lstStyle>
          <a:p/>
        </p:txBody>
      </p:sp>
      <p:sp>
        <p:nvSpPr>
          <p:cNvPr id="85" name="Google Shape;85;p9"/>
          <p:cNvSpPr txBox="1"/>
          <p:nvPr>
            <p:ph idx="10" type="dt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9"/>
          <p:cNvSpPr txBox="1"/>
          <p:nvPr>
            <p:ph idx="11" type="ftr"/>
          </p:nvPr>
        </p:nvSpPr>
        <p:spPr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9"/>
          <p:cNvSpPr txBox="1"/>
          <p:nvPr>
            <p:ph idx="12" type="sldNum"/>
          </p:nvPr>
        </p:nvSpPr>
        <p:spPr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"/>
          <p:cNvSpPr txBox="1"/>
          <p:nvPr>
            <p:ph idx="10" type="dt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 txBox="1"/>
          <p:nvPr>
            <p:ph type="title"/>
          </p:nvPr>
        </p:nvSpPr>
        <p:spPr>
          <a:xfrm>
            <a:off x="684212" y="0"/>
            <a:ext cx="68706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0" type="dt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idx="11" type="ftr"/>
          </p:nvPr>
        </p:nvSpPr>
        <p:spPr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2" type="sldNum"/>
          </p:nvPr>
        </p:nvSpPr>
        <p:spPr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  <a:defRPr b="1" sz="1600"/>
            </a:lvl9pPr>
          </a:lstStyle>
          <a:p/>
        </p:txBody>
      </p:sp>
      <p:sp>
        <p:nvSpPr>
          <p:cNvPr id="100" name="Google Shape;100;p12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Char char="»"/>
              <a:defRPr sz="1600"/>
            </a:lvl9pPr>
          </a:lstStyle>
          <a:p/>
        </p:txBody>
      </p:sp>
      <p:sp>
        <p:nvSpPr>
          <p:cNvPr id="101" name="Google Shape;101;p12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  <a:defRPr b="1" sz="1600"/>
            </a:lvl9pPr>
          </a:lstStyle>
          <a:p/>
        </p:txBody>
      </p:sp>
      <p:sp>
        <p:nvSpPr>
          <p:cNvPr id="102" name="Google Shape;102;p12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Char char="»"/>
              <a:defRPr sz="1600"/>
            </a:lvl9pPr>
          </a:lstStyle>
          <a:p/>
        </p:txBody>
      </p:sp>
      <p:sp>
        <p:nvSpPr>
          <p:cNvPr id="103" name="Google Shape;103;p12"/>
          <p:cNvSpPr txBox="1"/>
          <p:nvPr>
            <p:ph idx="10" type="dt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11" type="ftr"/>
          </p:nvPr>
        </p:nvSpPr>
        <p:spPr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2"/>
          <p:cNvSpPr txBox="1"/>
          <p:nvPr>
            <p:ph idx="12" type="sldNum"/>
          </p:nvPr>
        </p:nvSpPr>
        <p:spPr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3"/>
          <p:cNvSpPr txBox="1"/>
          <p:nvPr>
            <p:ph type="title"/>
          </p:nvPr>
        </p:nvSpPr>
        <p:spPr>
          <a:xfrm>
            <a:off x="684212" y="0"/>
            <a:ext cx="68706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85800" y="1916113"/>
            <a:ext cx="3771900" cy="40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»"/>
              <a:defRPr sz="1800"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4610100" y="1916113"/>
            <a:ext cx="3771900" cy="40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»"/>
              <a:defRPr sz="1800"/>
            </a:lvl9pPr>
          </a:lstStyle>
          <a:p/>
        </p:txBody>
      </p:sp>
      <p:sp>
        <p:nvSpPr>
          <p:cNvPr id="110" name="Google Shape;110;p13"/>
          <p:cNvSpPr txBox="1"/>
          <p:nvPr>
            <p:ph idx="10" type="dt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11" type="ftr"/>
          </p:nvPr>
        </p:nvSpPr>
        <p:spPr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3"/>
          <p:cNvSpPr txBox="1"/>
          <p:nvPr>
            <p:ph idx="12" type="sldNum"/>
          </p:nvPr>
        </p:nvSpPr>
        <p:spPr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4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sz="1400"/>
            </a:lvl9pPr>
          </a:lstStyle>
          <a:p/>
        </p:txBody>
      </p:sp>
      <p:sp>
        <p:nvSpPr>
          <p:cNvPr id="116" name="Google Shape;116;p14"/>
          <p:cNvSpPr txBox="1"/>
          <p:nvPr>
            <p:ph idx="10" type="dt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4"/>
          <p:cNvSpPr txBox="1"/>
          <p:nvPr>
            <p:ph idx="11" type="ftr"/>
          </p:nvPr>
        </p:nvSpPr>
        <p:spPr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4"/>
          <p:cNvSpPr txBox="1"/>
          <p:nvPr>
            <p:ph idx="12" type="sldNum"/>
          </p:nvPr>
        </p:nvSpPr>
        <p:spPr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>
            <p:ph type="ctrTitle"/>
          </p:nvPr>
        </p:nvSpPr>
        <p:spPr>
          <a:xfrm>
            <a:off x="1371600" y="1511300"/>
            <a:ext cx="6400800" cy="477900"/>
          </a:xfrm>
          <a:prstGeom prst="rect">
            <a:avLst/>
          </a:prstGeom>
          <a:noFill/>
          <a:ln>
            <a:noFill/>
          </a:ln>
          <a:effectLst>
            <a:outerShdw rotWithShape="0" algn="ctr" dir="2021404" dist="45791">
              <a:schemeClr val="lt2"/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6"/>
          <p:cNvSpPr txBox="1"/>
          <p:nvPr>
            <p:ph idx="1" type="subTitle"/>
          </p:nvPr>
        </p:nvSpPr>
        <p:spPr>
          <a:xfrm>
            <a:off x="1331913" y="2133600"/>
            <a:ext cx="6553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  <a:defRPr sz="28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50" name="Google Shape;150;p1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84212" y="0"/>
            <a:ext cx="68706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85800" y="1916112"/>
            <a:ext cx="7696200" cy="40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Char char="•"/>
              <a:defRPr b="0" i="0" sz="3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Char char="–"/>
              <a:defRPr b="0" i="0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•"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»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»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»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»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»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" name="Google Shape;15;p1"/>
          <p:cNvGrpSpPr/>
          <p:nvPr/>
        </p:nvGrpSpPr>
        <p:grpSpPr>
          <a:xfrm flipH="1">
            <a:off x="7471743" y="-54992"/>
            <a:ext cx="2151419" cy="1818749"/>
            <a:chOff x="4517" y="-57"/>
            <a:chExt cx="1555" cy="1424"/>
          </a:xfrm>
        </p:grpSpPr>
        <p:sp>
          <p:nvSpPr>
            <p:cNvPr id="16" name="Google Shape;16;p1"/>
            <p:cNvSpPr/>
            <p:nvPr/>
          </p:nvSpPr>
          <p:spPr>
            <a:xfrm rot="-3181026">
              <a:off x="4899" y="-11"/>
              <a:ext cx="736" cy="1316"/>
            </a:xfrm>
            <a:custGeom>
              <a:rect b="b" l="l" r="r" t="t"/>
              <a:pathLst>
                <a:path extrusionOk="0" h="3686" w="2903">
                  <a:moveTo>
                    <a:pt x="2903" y="433"/>
                  </a:moveTo>
                  <a:lnTo>
                    <a:pt x="2565" y="80"/>
                  </a:lnTo>
                  <a:lnTo>
                    <a:pt x="2241" y="0"/>
                  </a:lnTo>
                  <a:lnTo>
                    <a:pt x="110" y="2811"/>
                  </a:lnTo>
                  <a:lnTo>
                    <a:pt x="110" y="3228"/>
                  </a:lnTo>
                  <a:lnTo>
                    <a:pt x="0" y="3631"/>
                  </a:lnTo>
                  <a:lnTo>
                    <a:pt x="72" y="3686"/>
                  </a:lnTo>
                  <a:lnTo>
                    <a:pt x="441" y="3355"/>
                  </a:lnTo>
                  <a:lnTo>
                    <a:pt x="740" y="3228"/>
                  </a:lnTo>
                  <a:lnTo>
                    <a:pt x="2903" y="433"/>
                  </a:lnTo>
                  <a:lnTo>
                    <a:pt x="2903" y="4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 rot="-3181026">
              <a:off x="4953" y="13"/>
              <a:ext cx="738" cy="1322"/>
            </a:xfrm>
            <a:custGeom>
              <a:rect b="b" l="l" r="r" t="t"/>
              <a:pathLst>
                <a:path extrusionOk="0" h="3703" w="2911">
                  <a:moveTo>
                    <a:pt x="2293" y="0"/>
                  </a:moveTo>
                  <a:lnTo>
                    <a:pt x="130" y="2835"/>
                  </a:lnTo>
                  <a:lnTo>
                    <a:pt x="131" y="3201"/>
                  </a:lnTo>
                  <a:lnTo>
                    <a:pt x="0" y="3633"/>
                  </a:lnTo>
                  <a:lnTo>
                    <a:pt x="50" y="3703"/>
                  </a:lnTo>
                  <a:lnTo>
                    <a:pt x="422" y="3352"/>
                  </a:lnTo>
                  <a:lnTo>
                    <a:pt x="763" y="3220"/>
                  </a:lnTo>
                  <a:lnTo>
                    <a:pt x="2911" y="428"/>
                  </a:lnTo>
                  <a:lnTo>
                    <a:pt x="2589" y="96"/>
                  </a:lnTo>
                  <a:lnTo>
                    <a:pt x="2293" y="0"/>
                  </a:lnTo>
                  <a:lnTo>
                    <a:pt x="2293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 rot="-3181026">
              <a:off x="4933" y="120"/>
              <a:ext cx="649" cy="991"/>
            </a:xfrm>
            <a:custGeom>
              <a:rect b="b" l="l" r="r" t="t"/>
              <a:pathLst>
                <a:path extrusionOk="0" h="2777" w="2561">
                  <a:moveTo>
                    <a:pt x="0" y="2485"/>
                  </a:moveTo>
                  <a:lnTo>
                    <a:pt x="432" y="2553"/>
                  </a:lnTo>
                  <a:lnTo>
                    <a:pt x="736" y="2777"/>
                  </a:lnTo>
                  <a:lnTo>
                    <a:pt x="2561" y="399"/>
                  </a:lnTo>
                  <a:lnTo>
                    <a:pt x="2118" y="82"/>
                  </a:lnTo>
                  <a:lnTo>
                    <a:pt x="1898" y="0"/>
                  </a:lnTo>
                  <a:lnTo>
                    <a:pt x="0" y="2485"/>
                  </a:lnTo>
                  <a:lnTo>
                    <a:pt x="0" y="24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19" name="Google Shape;19;p1"/>
            <p:cNvGrpSpPr/>
            <p:nvPr/>
          </p:nvGrpSpPr>
          <p:grpSpPr>
            <a:xfrm>
              <a:off x="4517" y="-57"/>
              <a:ext cx="1534" cy="1418"/>
              <a:chOff x="4517" y="-57"/>
              <a:chExt cx="1534" cy="1418"/>
            </a:xfrm>
          </p:grpSpPr>
          <p:grpSp>
            <p:nvGrpSpPr>
              <p:cNvPr id="20" name="Google Shape;20;p1"/>
              <p:cNvGrpSpPr/>
              <p:nvPr/>
            </p:nvGrpSpPr>
            <p:grpSpPr>
              <a:xfrm>
                <a:off x="4517" y="-57"/>
                <a:ext cx="1534" cy="1418"/>
                <a:chOff x="4517" y="-57"/>
                <a:chExt cx="1534" cy="1418"/>
              </a:xfrm>
            </p:grpSpPr>
            <p:sp>
              <p:nvSpPr>
                <p:cNvPr id="21" name="Google Shape;21;p1"/>
                <p:cNvSpPr/>
                <p:nvPr/>
              </p:nvSpPr>
              <p:spPr>
                <a:xfrm rot="-3181026">
                  <a:off x="5430" y="1086"/>
                  <a:ext cx="62" cy="288"/>
                </a:xfrm>
                <a:custGeom>
                  <a:rect b="b" l="l" r="r" t="t"/>
                  <a:pathLst>
                    <a:path extrusionOk="0" h="806" w="245">
                      <a:moveTo>
                        <a:pt x="123" y="9"/>
                      </a:moveTo>
                      <a:lnTo>
                        <a:pt x="131" y="342"/>
                      </a:lnTo>
                      <a:lnTo>
                        <a:pt x="0" y="806"/>
                      </a:lnTo>
                      <a:lnTo>
                        <a:pt x="79" y="789"/>
                      </a:lnTo>
                      <a:lnTo>
                        <a:pt x="218" y="376"/>
                      </a:lnTo>
                      <a:lnTo>
                        <a:pt x="245" y="0"/>
                      </a:lnTo>
                      <a:lnTo>
                        <a:pt x="123" y="9"/>
                      </a:lnTo>
                      <a:lnTo>
                        <a:pt x="123" y="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grpSp>
              <p:nvGrpSpPr>
                <p:cNvPr id="22" name="Google Shape;22;p1"/>
                <p:cNvGrpSpPr/>
                <p:nvPr/>
              </p:nvGrpSpPr>
              <p:grpSpPr>
                <a:xfrm>
                  <a:off x="4517" y="-57"/>
                  <a:ext cx="1534" cy="1418"/>
                  <a:chOff x="4517" y="-57"/>
                  <a:chExt cx="1534" cy="1418"/>
                </a:xfrm>
              </p:grpSpPr>
              <p:sp>
                <p:nvSpPr>
                  <p:cNvPr id="23" name="Google Shape;23;p1"/>
                  <p:cNvSpPr/>
                  <p:nvPr/>
                </p:nvSpPr>
                <p:spPr>
                  <a:xfrm rot="-3181026">
                    <a:off x="4966" y="71"/>
                    <a:ext cx="153" cy="125"/>
                  </a:xfrm>
                  <a:custGeom>
                    <a:rect b="b" l="l" r="r" t="t"/>
                    <a:pathLst>
                      <a:path extrusionOk="0" h="349" w="604">
                        <a:moveTo>
                          <a:pt x="0" y="0"/>
                        </a:moveTo>
                        <a:lnTo>
                          <a:pt x="298" y="184"/>
                        </a:lnTo>
                        <a:lnTo>
                          <a:pt x="500" y="349"/>
                        </a:lnTo>
                        <a:lnTo>
                          <a:pt x="604" y="140"/>
                        </a:lnTo>
                        <a:lnTo>
                          <a:pt x="359" y="9"/>
                        </a:lnTo>
                        <a:lnTo>
                          <a:pt x="464" y="184"/>
                        </a:lnTo>
                        <a:lnTo>
                          <a:pt x="131" y="17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chemeClr val="dk1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endParaRPr>
                  </a:p>
                </p:txBody>
              </p:sp>
              <p:sp>
                <p:nvSpPr>
                  <p:cNvPr id="24" name="Google Shape;24;p1"/>
                  <p:cNvSpPr/>
                  <p:nvPr/>
                </p:nvSpPr>
                <p:spPr>
                  <a:xfrm rot="-3181026">
                    <a:off x="5048" y="331"/>
                    <a:ext cx="270" cy="439"/>
                  </a:xfrm>
                  <a:custGeom>
                    <a:rect b="b" l="l" r="r" t="t"/>
                    <a:pathLst>
                      <a:path extrusionOk="0" h="1230" w="1064">
                        <a:moveTo>
                          <a:pt x="741" y="129"/>
                        </a:moveTo>
                        <a:lnTo>
                          <a:pt x="485" y="352"/>
                        </a:lnTo>
                        <a:lnTo>
                          <a:pt x="163" y="762"/>
                        </a:lnTo>
                        <a:lnTo>
                          <a:pt x="0" y="1101"/>
                        </a:lnTo>
                        <a:lnTo>
                          <a:pt x="59" y="1230"/>
                        </a:lnTo>
                        <a:lnTo>
                          <a:pt x="262" y="1201"/>
                        </a:lnTo>
                        <a:lnTo>
                          <a:pt x="578" y="914"/>
                        </a:lnTo>
                        <a:lnTo>
                          <a:pt x="876" y="534"/>
                        </a:lnTo>
                        <a:lnTo>
                          <a:pt x="1034" y="270"/>
                        </a:lnTo>
                        <a:lnTo>
                          <a:pt x="1064" y="84"/>
                        </a:lnTo>
                        <a:lnTo>
                          <a:pt x="977" y="0"/>
                        </a:lnTo>
                        <a:lnTo>
                          <a:pt x="836" y="65"/>
                        </a:lnTo>
                        <a:lnTo>
                          <a:pt x="969" y="107"/>
                        </a:lnTo>
                        <a:lnTo>
                          <a:pt x="876" y="352"/>
                        </a:lnTo>
                        <a:lnTo>
                          <a:pt x="690" y="656"/>
                        </a:lnTo>
                        <a:lnTo>
                          <a:pt x="350" y="1008"/>
                        </a:lnTo>
                        <a:lnTo>
                          <a:pt x="116" y="1114"/>
                        </a:lnTo>
                        <a:lnTo>
                          <a:pt x="135" y="943"/>
                        </a:lnTo>
                        <a:lnTo>
                          <a:pt x="437" y="504"/>
                        </a:lnTo>
                        <a:lnTo>
                          <a:pt x="831" y="118"/>
                        </a:lnTo>
                        <a:lnTo>
                          <a:pt x="741" y="129"/>
                        </a:lnTo>
                        <a:lnTo>
                          <a:pt x="741" y="129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chemeClr val="dk1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endParaRPr>
                  </a:p>
                </p:txBody>
              </p:sp>
              <p:sp>
                <p:nvSpPr>
                  <p:cNvPr id="25" name="Google Shape;25;p1"/>
                  <p:cNvSpPr/>
                  <p:nvPr/>
                </p:nvSpPr>
                <p:spPr>
                  <a:xfrm rot="-3181026">
                    <a:off x="4858" y="180"/>
                    <a:ext cx="508" cy="900"/>
                  </a:xfrm>
                  <a:custGeom>
                    <a:rect b="b" l="l" r="r" t="t"/>
                    <a:pathLst>
                      <a:path extrusionOk="0" h="2521" w="2002">
                        <a:moveTo>
                          <a:pt x="1941" y="0"/>
                        </a:moveTo>
                        <a:lnTo>
                          <a:pt x="0" y="2521"/>
                        </a:lnTo>
                        <a:lnTo>
                          <a:pt x="192" y="2450"/>
                        </a:lnTo>
                        <a:lnTo>
                          <a:pt x="2002" y="61"/>
                        </a:lnTo>
                        <a:lnTo>
                          <a:pt x="1941" y="0"/>
                        </a:lnTo>
                        <a:lnTo>
                          <a:pt x="1941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chemeClr val="dk1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endParaRPr>
                  </a:p>
                </p:txBody>
              </p:sp>
              <p:sp>
                <p:nvSpPr>
                  <p:cNvPr id="26" name="Google Shape;26;p1"/>
                  <p:cNvSpPr/>
                  <p:nvPr/>
                </p:nvSpPr>
                <p:spPr>
                  <a:xfrm rot="-3181026">
                    <a:off x="4903" y="-21"/>
                    <a:ext cx="762" cy="1346"/>
                  </a:xfrm>
                  <a:custGeom>
                    <a:rect b="b" l="l" r="r" t="t"/>
                    <a:pathLst>
                      <a:path extrusionOk="0" h="3771" w="3007">
                        <a:moveTo>
                          <a:pt x="95" y="2844"/>
                        </a:moveTo>
                        <a:lnTo>
                          <a:pt x="394" y="2834"/>
                        </a:lnTo>
                        <a:lnTo>
                          <a:pt x="821" y="3009"/>
                        </a:lnTo>
                        <a:lnTo>
                          <a:pt x="681" y="2817"/>
                        </a:lnTo>
                        <a:lnTo>
                          <a:pt x="367" y="2703"/>
                        </a:lnTo>
                        <a:lnTo>
                          <a:pt x="637" y="2720"/>
                        </a:lnTo>
                        <a:lnTo>
                          <a:pt x="979" y="2870"/>
                        </a:lnTo>
                        <a:lnTo>
                          <a:pt x="2859" y="420"/>
                        </a:lnTo>
                        <a:lnTo>
                          <a:pt x="2578" y="148"/>
                        </a:lnTo>
                        <a:lnTo>
                          <a:pt x="2308" y="0"/>
                        </a:lnTo>
                        <a:lnTo>
                          <a:pt x="2692" y="78"/>
                        </a:lnTo>
                        <a:lnTo>
                          <a:pt x="3007" y="428"/>
                        </a:lnTo>
                        <a:lnTo>
                          <a:pt x="831" y="3273"/>
                        </a:lnTo>
                        <a:lnTo>
                          <a:pt x="481" y="3412"/>
                        </a:lnTo>
                        <a:lnTo>
                          <a:pt x="105" y="3771"/>
                        </a:lnTo>
                        <a:lnTo>
                          <a:pt x="0" y="3667"/>
                        </a:lnTo>
                        <a:lnTo>
                          <a:pt x="131" y="3631"/>
                        </a:lnTo>
                        <a:lnTo>
                          <a:pt x="376" y="3385"/>
                        </a:lnTo>
                        <a:lnTo>
                          <a:pt x="165" y="3273"/>
                        </a:lnTo>
                        <a:lnTo>
                          <a:pt x="165" y="3176"/>
                        </a:lnTo>
                        <a:lnTo>
                          <a:pt x="411" y="3298"/>
                        </a:lnTo>
                        <a:lnTo>
                          <a:pt x="411" y="3186"/>
                        </a:lnTo>
                        <a:lnTo>
                          <a:pt x="603" y="3220"/>
                        </a:lnTo>
                        <a:lnTo>
                          <a:pt x="428" y="3079"/>
                        </a:lnTo>
                        <a:lnTo>
                          <a:pt x="629" y="3062"/>
                        </a:lnTo>
                        <a:lnTo>
                          <a:pt x="95" y="2844"/>
                        </a:lnTo>
                        <a:lnTo>
                          <a:pt x="95" y="2844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chemeClr val="dk1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endParaRPr>
                  </a:p>
                </p:txBody>
              </p:sp>
              <p:sp>
                <p:nvSpPr>
                  <p:cNvPr id="27" name="Google Shape;27;p1"/>
                  <p:cNvSpPr/>
                  <p:nvPr/>
                </p:nvSpPr>
                <p:spPr>
                  <a:xfrm rot="-3187806">
                    <a:off x="5297" y="896"/>
                    <a:ext cx="168" cy="122"/>
                  </a:xfrm>
                  <a:custGeom>
                    <a:rect b="b" l="l" r="r" t="t"/>
                    <a:pathLst>
                      <a:path extrusionOk="0" h="342" w="673">
                        <a:moveTo>
                          <a:pt x="0" y="80"/>
                        </a:moveTo>
                        <a:lnTo>
                          <a:pt x="255" y="106"/>
                        </a:lnTo>
                        <a:lnTo>
                          <a:pt x="639" y="342"/>
                        </a:lnTo>
                        <a:lnTo>
                          <a:pt x="673" y="289"/>
                        </a:lnTo>
                        <a:lnTo>
                          <a:pt x="447" y="114"/>
                        </a:lnTo>
                        <a:lnTo>
                          <a:pt x="26" y="0"/>
                        </a:lnTo>
                        <a:lnTo>
                          <a:pt x="0" y="80"/>
                        </a:lnTo>
                        <a:lnTo>
                          <a:pt x="0" y="8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chemeClr val="dk1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endParaRPr>
                  </a:p>
                </p:txBody>
              </p:sp>
              <p:sp>
                <p:nvSpPr>
                  <p:cNvPr id="28" name="Google Shape;28;p1"/>
                  <p:cNvSpPr/>
                  <p:nvPr/>
                </p:nvSpPr>
                <p:spPr>
                  <a:xfrm rot="-3181026">
                    <a:off x="5253" y="805"/>
                    <a:ext cx="182" cy="144"/>
                  </a:xfrm>
                  <a:custGeom>
                    <a:rect b="b" l="l" r="r" t="t"/>
                    <a:pathLst>
                      <a:path extrusionOk="0" h="403" w="716">
                        <a:moveTo>
                          <a:pt x="0" y="78"/>
                        </a:moveTo>
                        <a:lnTo>
                          <a:pt x="340" y="148"/>
                        </a:lnTo>
                        <a:lnTo>
                          <a:pt x="638" y="403"/>
                        </a:lnTo>
                        <a:lnTo>
                          <a:pt x="716" y="296"/>
                        </a:lnTo>
                        <a:lnTo>
                          <a:pt x="420" y="114"/>
                        </a:lnTo>
                        <a:lnTo>
                          <a:pt x="70" y="0"/>
                        </a:lnTo>
                        <a:lnTo>
                          <a:pt x="0" y="78"/>
                        </a:lnTo>
                        <a:lnTo>
                          <a:pt x="0" y="78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chemeClr val="dk1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endParaRPr>
                  </a:p>
                </p:txBody>
              </p:sp>
              <p:sp>
                <p:nvSpPr>
                  <p:cNvPr id="29" name="Google Shape;29;p1"/>
                  <p:cNvSpPr/>
                  <p:nvPr/>
                </p:nvSpPr>
                <p:spPr>
                  <a:xfrm rot="-3181026">
                    <a:off x="4985" y="210"/>
                    <a:ext cx="182" cy="147"/>
                  </a:xfrm>
                  <a:custGeom>
                    <a:rect b="b" l="l" r="r" t="t"/>
                    <a:pathLst>
                      <a:path extrusionOk="0" h="411" w="717">
                        <a:moveTo>
                          <a:pt x="0" y="78"/>
                        </a:moveTo>
                        <a:lnTo>
                          <a:pt x="316" y="139"/>
                        </a:lnTo>
                        <a:lnTo>
                          <a:pt x="649" y="411"/>
                        </a:lnTo>
                        <a:lnTo>
                          <a:pt x="717" y="314"/>
                        </a:lnTo>
                        <a:lnTo>
                          <a:pt x="394" y="87"/>
                        </a:lnTo>
                        <a:lnTo>
                          <a:pt x="54" y="0"/>
                        </a:lnTo>
                        <a:lnTo>
                          <a:pt x="0" y="78"/>
                        </a:lnTo>
                        <a:lnTo>
                          <a:pt x="0" y="78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chemeClr val="dk1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endParaRPr>
                  </a:p>
                </p:txBody>
              </p:sp>
              <p:sp>
                <p:nvSpPr>
                  <p:cNvPr id="30" name="Google Shape;30;p1"/>
                  <p:cNvSpPr/>
                  <p:nvPr/>
                </p:nvSpPr>
                <p:spPr>
                  <a:xfrm rot="-3181026">
                    <a:off x="4948" y="141"/>
                    <a:ext cx="180" cy="138"/>
                  </a:xfrm>
                  <a:custGeom>
                    <a:rect b="b" l="l" r="r" t="t"/>
                    <a:pathLst>
                      <a:path extrusionOk="0" h="386" w="709">
                        <a:moveTo>
                          <a:pt x="0" y="88"/>
                        </a:moveTo>
                        <a:lnTo>
                          <a:pt x="272" y="131"/>
                        </a:lnTo>
                        <a:lnTo>
                          <a:pt x="665" y="386"/>
                        </a:lnTo>
                        <a:lnTo>
                          <a:pt x="709" y="308"/>
                        </a:lnTo>
                        <a:lnTo>
                          <a:pt x="306" y="53"/>
                        </a:lnTo>
                        <a:lnTo>
                          <a:pt x="43" y="0"/>
                        </a:lnTo>
                        <a:lnTo>
                          <a:pt x="0" y="88"/>
                        </a:lnTo>
                        <a:lnTo>
                          <a:pt x="0" y="88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chemeClr val="dk1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endParaRPr>
                  </a:p>
                </p:txBody>
              </p:sp>
            </p:grpSp>
          </p:grpSp>
          <p:cxnSp>
            <p:nvCxnSpPr>
              <p:cNvPr id="31" name="Google Shape;31;p1"/>
              <p:cNvCxnSpPr/>
              <p:nvPr/>
            </p:nvCxnSpPr>
            <p:spPr>
              <a:xfrm>
                <a:off x="4870" y="84"/>
                <a:ext cx="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32" name="Google Shape;32;p1"/>
          <p:cNvGrpSpPr/>
          <p:nvPr/>
        </p:nvGrpSpPr>
        <p:grpSpPr>
          <a:xfrm flipH="1" rot="5400000">
            <a:off x="4088500" y="-1204767"/>
            <a:ext cx="313782" cy="5691942"/>
            <a:chOff x="5468" y="1333"/>
            <a:chExt cx="243" cy="2716"/>
          </a:xfrm>
        </p:grpSpPr>
        <p:sp>
          <p:nvSpPr>
            <p:cNvPr id="33" name="Google Shape;33;p1"/>
            <p:cNvSpPr/>
            <p:nvPr/>
          </p:nvSpPr>
          <p:spPr>
            <a:xfrm flipH="1">
              <a:off x="5468" y="2620"/>
              <a:ext cx="205" cy="1429"/>
            </a:xfrm>
            <a:custGeom>
              <a:rect b="b" l="l" r="r" t="t"/>
              <a:pathLst>
                <a:path extrusionOk="0" h="3266" w="772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4" name="Google Shape;34;p1"/>
            <p:cNvSpPr/>
            <p:nvPr/>
          </p:nvSpPr>
          <p:spPr>
            <a:xfrm flipH="1">
              <a:off x="5506" y="1333"/>
              <a:ext cx="205" cy="1633"/>
            </a:xfrm>
            <a:custGeom>
              <a:rect b="b" l="l" r="r" t="t"/>
              <a:pathLst>
                <a:path extrusionOk="0" h="3266" w="772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pic>
        <p:nvPicPr>
          <p:cNvPr id="35" name="Google Shape;35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810000" y="2667000"/>
            <a:ext cx="1524000" cy="1524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/>
          <p:nvPr/>
        </p:nvSpPr>
        <p:spPr>
          <a:xfrm>
            <a:off x="20637" y="12700"/>
            <a:ext cx="8896353" cy="6780215"/>
          </a:xfrm>
          <a:custGeom>
            <a:rect b="b" l="l" r="r" t="t"/>
            <a:pathLst>
              <a:path extrusionOk="0" h="3619" w="3985">
                <a:moveTo>
                  <a:pt x="2822" y="0"/>
                </a:moveTo>
                <a:lnTo>
                  <a:pt x="0" y="975"/>
                </a:lnTo>
                <a:lnTo>
                  <a:pt x="2169" y="3619"/>
                </a:lnTo>
                <a:lnTo>
                  <a:pt x="3985" y="1125"/>
                </a:lnTo>
                <a:lnTo>
                  <a:pt x="2822" y="0"/>
                </a:lnTo>
                <a:lnTo>
                  <a:pt x="282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21" name="Google Shape;121;p15"/>
          <p:cNvGrpSpPr/>
          <p:nvPr/>
        </p:nvGrpSpPr>
        <p:grpSpPr>
          <a:xfrm>
            <a:off x="179387" y="188912"/>
            <a:ext cx="1729562" cy="792712"/>
            <a:chOff x="123" y="148"/>
            <a:chExt cx="2387" cy="1121"/>
          </a:xfrm>
        </p:grpSpPr>
        <p:sp>
          <p:nvSpPr>
            <p:cNvPr id="122" name="Google Shape;122;p15"/>
            <p:cNvSpPr/>
            <p:nvPr/>
          </p:nvSpPr>
          <p:spPr>
            <a:xfrm>
              <a:off x="177" y="177"/>
              <a:ext cx="2251" cy="1017"/>
            </a:xfrm>
            <a:custGeom>
              <a:rect b="b" l="l" r="r" t="t"/>
              <a:pathLst>
                <a:path extrusionOk="0" h="414" w="79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166" y="261"/>
              <a:ext cx="2244" cy="1008"/>
            </a:xfrm>
            <a:custGeom>
              <a:rect b="b" l="l" r="r" t="t"/>
              <a:pathLst>
                <a:path extrusionOk="0" h="821" w="1586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474" y="344"/>
              <a:ext cx="1487" cy="919"/>
            </a:xfrm>
            <a:custGeom>
              <a:rect b="b" l="l" r="r" t="t"/>
              <a:pathLst>
                <a:path extrusionOk="0" h="747" w="1049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125" name="Google Shape;125;p15"/>
            <p:cNvGrpSpPr/>
            <p:nvPr/>
          </p:nvGrpSpPr>
          <p:grpSpPr>
            <a:xfrm>
              <a:off x="123" y="148"/>
              <a:ext cx="2387" cy="1080"/>
              <a:chOff x="123" y="148"/>
              <a:chExt cx="2387" cy="1080"/>
            </a:xfrm>
          </p:grpSpPr>
          <p:sp>
            <p:nvSpPr>
              <p:cNvPr id="126" name="Google Shape;126;p15"/>
              <p:cNvSpPr/>
              <p:nvPr/>
            </p:nvSpPr>
            <p:spPr>
              <a:xfrm>
                <a:off x="2005" y="934"/>
                <a:ext cx="212" cy="214"/>
              </a:xfrm>
              <a:custGeom>
                <a:rect b="b" l="l" r="r" t="t"/>
                <a:pathLst>
                  <a:path extrusionOk="0" h="173" w="150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127" name="Google Shape;127;p15"/>
              <p:cNvSpPr/>
              <p:nvPr/>
            </p:nvSpPr>
            <p:spPr>
              <a:xfrm>
                <a:off x="123" y="148"/>
                <a:ext cx="2387" cy="1080"/>
              </a:xfrm>
              <a:custGeom>
                <a:rect b="b" l="l" r="r" t="t"/>
                <a:pathLst>
                  <a:path extrusionOk="0" h="880" w="1684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128" name="Google Shape;128;p15"/>
              <p:cNvSpPr/>
              <p:nvPr/>
            </p:nvSpPr>
            <p:spPr>
              <a:xfrm>
                <a:off x="324" y="158"/>
                <a:ext cx="1687" cy="614"/>
              </a:xfrm>
              <a:custGeom>
                <a:rect b="b" l="l" r="r" t="t"/>
                <a:pathLst>
                  <a:path extrusionOk="0" h="500" w="119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129" name="Google Shape;129;p15"/>
              <p:cNvSpPr/>
              <p:nvPr/>
            </p:nvSpPr>
            <p:spPr>
              <a:xfrm>
                <a:off x="409" y="251"/>
                <a:ext cx="227" cy="410"/>
              </a:xfrm>
              <a:custGeom>
                <a:rect b="b" l="l" r="r" t="t"/>
                <a:pathLst>
                  <a:path extrusionOk="0" h="335" w="160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130" name="Google Shape;130;p15"/>
              <p:cNvSpPr/>
              <p:nvPr/>
            </p:nvSpPr>
            <p:spPr>
              <a:xfrm>
                <a:off x="846" y="536"/>
                <a:ext cx="691" cy="364"/>
              </a:xfrm>
              <a:custGeom>
                <a:rect b="b" l="l" r="r" t="t"/>
                <a:pathLst>
                  <a:path extrusionOk="0" h="296" w="489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</p:grpSp>
      <p:grpSp>
        <p:nvGrpSpPr>
          <p:cNvPr id="131" name="Google Shape;131;p15"/>
          <p:cNvGrpSpPr/>
          <p:nvPr/>
        </p:nvGrpSpPr>
        <p:grpSpPr>
          <a:xfrm>
            <a:off x="7910256" y="5106732"/>
            <a:ext cx="979301" cy="1158265"/>
            <a:chOff x="4911" y="2720"/>
            <a:chExt cx="617" cy="729"/>
          </a:xfrm>
        </p:grpSpPr>
        <p:sp>
          <p:nvSpPr>
            <p:cNvPr id="132" name="Google Shape;132;p15"/>
            <p:cNvSpPr/>
            <p:nvPr/>
          </p:nvSpPr>
          <p:spPr>
            <a:xfrm rot="7319174">
              <a:off x="4909" y="2936"/>
              <a:ext cx="630" cy="293"/>
            </a:xfrm>
            <a:custGeom>
              <a:rect b="b" l="l" r="r" t="t"/>
              <a:pathLst>
                <a:path extrusionOk="0" h="414" w="79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33" name="Google Shape;133;p15"/>
            <p:cNvSpPr/>
            <p:nvPr/>
          </p:nvSpPr>
          <p:spPr>
            <a:xfrm rot="7324931">
              <a:off x="4892" y="2921"/>
              <a:ext cx="627" cy="290"/>
            </a:xfrm>
            <a:custGeom>
              <a:rect b="b" l="l" r="r" t="t"/>
              <a:pathLst>
                <a:path extrusionOk="0" h="821" w="1586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34" name="Google Shape;134;p15"/>
            <p:cNvSpPr/>
            <p:nvPr/>
          </p:nvSpPr>
          <p:spPr>
            <a:xfrm rot="7313448">
              <a:off x="4999" y="2913"/>
              <a:ext cx="417" cy="264"/>
            </a:xfrm>
            <a:custGeom>
              <a:rect b="b" l="l" r="r" t="t"/>
              <a:pathLst>
                <a:path extrusionOk="0" h="747" w="1049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135" name="Google Shape;135;p15"/>
            <p:cNvGrpSpPr/>
            <p:nvPr/>
          </p:nvGrpSpPr>
          <p:grpSpPr>
            <a:xfrm>
              <a:off x="4911" y="2720"/>
              <a:ext cx="617" cy="729"/>
              <a:chOff x="4911" y="2720"/>
              <a:chExt cx="617" cy="729"/>
            </a:xfrm>
          </p:grpSpPr>
          <p:sp>
            <p:nvSpPr>
              <p:cNvPr id="136" name="Google Shape;136;p15"/>
              <p:cNvSpPr/>
              <p:nvPr/>
            </p:nvSpPr>
            <p:spPr>
              <a:xfrm rot="7317999">
                <a:off x="4987" y="3190"/>
                <a:ext cx="59" cy="61"/>
              </a:xfrm>
              <a:custGeom>
                <a:rect b="b" l="l" r="r" t="t"/>
                <a:pathLst>
                  <a:path extrusionOk="0" h="173" w="150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137" name="Google Shape;137;p15"/>
              <p:cNvSpPr/>
              <p:nvPr/>
            </p:nvSpPr>
            <p:spPr>
              <a:xfrm rot="7324931">
                <a:off x="4887" y="2929"/>
                <a:ext cx="666" cy="311"/>
              </a:xfrm>
              <a:custGeom>
                <a:rect b="b" l="l" r="r" t="t"/>
                <a:pathLst>
                  <a:path extrusionOk="0" h="880" w="1684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138" name="Google Shape;138;p15"/>
              <p:cNvSpPr/>
              <p:nvPr/>
            </p:nvSpPr>
            <p:spPr>
              <a:xfrm rot="7313448">
                <a:off x="5062" y="2998"/>
                <a:ext cx="473" cy="176"/>
              </a:xfrm>
              <a:custGeom>
                <a:rect b="b" l="l" r="r" t="t"/>
                <a:pathLst>
                  <a:path extrusionOk="0" h="500" w="119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139" name="Google Shape;139;p15"/>
              <p:cNvSpPr/>
              <p:nvPr/>
            </p:nvSpPr>
            <p:spPr>
              <a:xfrm rot="7306452">
                <a:off x="5363" y="2873"/>
                <a:ext cx="63" cy="118"/>
              </a:xfrm>
              <a:custGeom>
                <a:rect b="b" l="l" r="r" t="t"/>
                <a:pathLst>
                  <a:path extrusionOk="0" h="335" w="160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140" name="Google Shape;140;p15"/>
              <p:cNvSpPr/>
              <p:nvPr/>
            </p:nvSpPr>
            <p:spPr>
              <a:xfrm rot="7324931">
                <a:off x="5136" y="2999"/>
                <a:ext cx="193" cy="104"/>
              </a:xfrm>
              <a:custGeom>
                <a:rect b="b" l="l" r="r" t="t"/>
                <a:pathLst>
                  <a:path extrusionOk="0" h="296" w="489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</p:grpSp>
      <p:sp>
        <p:nvSpPr>
          <p:cNvPr id="141" name="Google Shape;141;p15"/>
          <p:cNvSpPr/>
          <p:nvPr/>
        </p:nvSpPr>
        <p:spPr>
          <a:xfrm>
            <a:off x="900112" y="5949950"/>
            <a:ext cx="6807200" cy="215900"/>
          </a:xfrm>
          <a:custGeom>
            <a:rect b="b" l="l" r="r" t="t"/>
            <a:pathLst>
              <a:path extrusionOk="0" h="459" w="4288">
                <a:moveTo>
                  <a:pt x="0" y="0"/>
                </a:moveTo>
                <a:cubicBezTo>
                  <a:pt x="136" y="43"/>
                  <a:pt x="556" y="232"/>
                  <a:pt x="816" y="256"/>
                </a:cubicBezTo>
                <a:cubicBezTo>
                  <a:pt x="1076" y="280"/>
                  <a:pt x="1387" y="124"/>
                  <a:pt x="1560" y="144"/>
                </a:cubicBezTo>
                <a:cubicBezTo>
                  <a:pt x="1733" y="164"/>
                  <a:pt x="1725" y="375"/>
                  <a:pt x="1856" y="376"/>
                </a:cubicBezTo>
                <a:cubicBezTo>
                  <a:pt x="1987" y="377"/>
                  <a:pt x="2064" y="139"/>
                  <a:pt x="2344" y="152"/>
                </a:cubicBezTo>
                <a:cubicBezTo>
                  <a:pt x="2624" y="165"/>
                  <a:pt x="3212" y="459"/>
                  <a:pt x="3536" y="456"/>
                </a:cubicBezTo>
                <a:cubicBezTo>
                  <a:pt x="3860" y="453"/>
                  <a:pt x="4165" y="188"/>
                  <a:pt x="4288" y="136"/>
                </a:cubicBezTo>
              </a:path>
            </a:pathLst>
          </a:custGeom>
          <a:noFill/>
          <a:ln cap="flat" cmpd="sng" w="7620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2" name="Google Shape;142;p15"/>
          <p:cNvSpPr txBox="1"/>
          <p:nvPr>
            <p:ph type="title"/>
          </p:nvPr>
        </p:nvSpPr>
        <p:spPr>
          <a:xfrm>
            <a:off x="684212" y="0"/>
            <a:ext cx="68706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" type="body"/>
          </p:nvPr>
        </p:nvSpPr>
        <p:spPr>
          <a:xfrm>
            <a:off x="685800" y="1916112"/>
            <a:ext cx="7696200" cy="40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Char char="•"/>
              <a:defRPr b="0" i="0" sz="3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Char char="–"/>
              <a:defRPr b="0" i="0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•"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»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»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»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»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»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44" name="Google Shape;144;p1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45" name="Google Shape;145;p1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46" name="Google Shape;146;p1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684212" y="0"/>
            <a:ext cx="68706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4400"/>
              <a:buFont typeface="Comic Sans MS"/>
              <a:buNone/>
            </a:pPr>
            <a:r>
              <a:rPr b="0" i="0" lang="en-US" sz="4400" u="non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rPr>
              <a:t>AVL Trees</a:t>
            </a:r>
            <a:endParaRPr/>
          </a:p>
        </p:txBody>
      </p:sp>
      <p:sp>
        <p:nvSpPr>
          <p:cNvPr id="158" name="Google Shape;158;p17"/>
          <p:cNvSpPr txBox="1"/>
          <p:nvPr>
            <p:ph idx="1" type="body"/>
          </p:nvPr>
        </p:nvSpPr>
        <p:spPr>
          <a:xfrm>
            <a:off x="685800" y="1916112"/>
            <a:ext cx="7696200" cy="40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Dynamic tables may also be maintained as binary search trees.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Depending on the order of the symbols putting into the table, the resulting binary search trees would be different. Thus the average comparisons for accessing a symbol is different.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684212" y="0"/>
            <a:ext cx="68706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4000"/>
              <a:buFont typeface="Comic Sans MS"/>
              <a:buNone/>
            </a:pPr>
            <a:r>
              <a:rPr b="0" i="0" lang="en-US" sz="4000" u="non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rPr>
              <a:t>Binary Search Tree for The Months of The Year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4040187" y="2436812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927100" y="3957637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APR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1793875" y="4667250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AUG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2693987" y="5318125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8"/>
          <p:cNvSpPr/>
          <p:nvPr/>
        </p:nvSpPr>
        <p:spPr>
          <a:xfrm flipH="1">
            <a:off x="8046899" y="4649787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SEPT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8"/>
          <p:cNvSpPr/>
          <p:nvPr/>
        </p:nvSpPr>
        <p:spPr>
          <a:xfrm flipH="1">
            <a:off x="7180124" y="5359400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8"/>
          <p:cNvSpPr/>
          <p:nvPr/>
        </p:nvSpPr>
        <p:spPr>
          <a:xfrm flipH="1">
            <a:off x="6280012" y="6010275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2408237" y="3175000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5672137" y="3175000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7019925" y="3941762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" name="Google Shape;174;p18"/>
          <p:cNvCxnSpPr/>
          <p:nvPr/>
        </p:nvCxnSpPr>
        <p:spPr>
          <a:xfrm flipH="1">
            <a:off x="2889387" y="2786062"/>
            <a:ext cx="11889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5" name="Google Shape;175;p18"/>
          <p:cNvCxnSpPr/>
          <p:nvPr/>
        </p:nvCxnSpPr>
        <p:spPr>
          <a:xfrm flipH="1">
            <a:off x="1335199" y="3584575"/>
            <a:ext cx="12048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6" name="Google Shape;176;p18"/>
          <p:cNvCxnSpPr/>
          <p:nvPr/>
        </p:nvCxnSpPr>
        <p:spPr>
          <a:xfrm>
            <a:off x="4746625" y="2771775"/>
            <a:ext cx="1278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7" name="Google Shape;177;p18"/>
          <p:cNvCxnSpPr/>
          <p:nvPr/>
        </p:nvCxnSpPr>
        <p:spPr>
          <a:xfrm>
            <a:off x="6284912" y="3570287"/>
            <a:ext cx="1074600" cy="3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8" name="Google Shape;178;p18"/>
          <p:cNvCxnSpPr/>
          <p:nvPr/>
        </p:nvCxnSpPr>
        <p:spPr>
          <a:xfrm>
            <a:off x="7650162" y="4310062"/>
            <a:ext cx="754200" cy="34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9" name="Google Shape;179;p18"/>
          <p:cNvCxnSpPr/>
          <p:nvPr/>
        </p:nvCxnSpPr>
        <p:spPr>
          <a:xfrm flipH="1">
            <a:off x="7562700" y="5064125"/>
            <a:ext cx="666900" cy="29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0" name="Google Shape;180;p18"/>
          <p:cNvCxnSpPr/>
          <p:nvPr/>
        </p:nvCxnSpPr>
        <p:spPr>
          <a:xfrm flipH="1">
            <a:off x="6634199" y="5761037"/>
            <a:ext cx="681000" cy="24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1" name="Google Shape;181;p18"/>
          <p:cNvCxnSpPr/>
          <p:nvPr/>
        </p:nvCxnSpPr>
        <p:spPr>
          <a:xfrm>
            <a:off x="1481137" y="4368800"/>
            <a:ext cx="6825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2" name="Google Shape;182;p18"/>
          <p:cNvCxnSpPr/>
          <p:nvPr/>
        </p:nvCxnSpPr>
        <p:spPr>
          <a:xfrm>
            <a:off x="2366962" y="5064125"/>
            <a:ext cx="681000" cy="24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3" name="Google Shape;183;p18"/>
          <p:cNvSpPr/>
          <p:nvPr/>
        </p:nvSpPr>
        <p:spPr>
          <a:xfrm flipH="1">
            <a:off x="4784587" y="3906837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JUNE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8"/>
          <p:cNvSpPr/>
          <p:nvPr/>
        </p:nvSpPr>
        <p:spPr>
          <a:xfrm flipH="1">
            <a:off x="3884474" y="4557712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JULY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" name="Google Shape;185;p18"/>
          <p:cNvCxnSpPr/>
          <p:nvPr/>
        </p:nvCxnSpPr>
        <p:spPr>
          <a:xfrm flipH="1">
            <a:off x="5167162" y="3611562"/>
            <a:ext cx="666900" cy="29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6" name="Google Shape;186;p18"/>
          <p:cNvCxnSpPr/>
          <p:nvPr/>
        </p:nvCxnSpPr>
        <p:spPr>
          <a:xfrm flipH="1">
            <a:off x="4238662" y="4308475"/>
            <a:ext cx="681000" cy="24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7" name="Google Shape;187;p18"/>
          <p:cNvSpPr txBox="1"/>
          <p:nvPr/>
        </p:nvSpPr>
        <p:spPr>
          <a:xfrm>
            <a:off x="493712" y="1760537"/>
            <a:ext cx="75024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Input Sequence: JAN, FEB, MAR, APR, MAY, JUNE, JULY, AUG, SEPT, OCT, NOV, DEC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349250" y="5821362"/>
            <a:ext cx="3105300" cy="789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FF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rgbClr val="3333FF"/>
                </a:solidFill>
                <a:latin typeface="Comic Sans MS"/>
                <a:ea typeface="Comic Sans MS"/>
                <a:cs typeface="Comic Sans MS"/>
                <a:sym typeface="Comic Sans MS"/>
              </a:rPr>
              <a:t>Max comparisons: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333FF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rgbClr val="3333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Average comparisons: 3.5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/>
          <p:nvPr>
            <p:ph type="title"/>
          </p:nvPr>
        </p:nvSpPr>
        <p:spPr>
          <a:xfrm>
            <a:off x="684212" y="0"/>
            <a:ext cx="68706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rPr>
              <a:t>A Balanced Binary Search Tree For The Months of The Year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4114800" y="2828925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JULY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493712" y="1978025"/>
            <a:ext cx="75024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Input Sequence: JULY, FEB, MAY, AUG, DEC, MAR, OCT, APR, JAN, JUNE, SEPT, NOV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277812" y="5715000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APR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1466850" y="5715000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4611687" y="5715000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JUNE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5207000" y="4903787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" name="Google Shape;200;p19"/>
          <p:cNvCxnSpPr/>
          <p:nvPr/>
        </p:nvCxnSpPr>
        <p:spPr>
          <a:xfrm flipH="1">
            <a:off x="5016575" y="5313362"/>
            <a:ext cx="333300" cy="40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1" name="Google Shape;201;p19"/>
          <p:cNvSpPr/>
          <p:nvPr/>
        </p:nvSpPr>
        <p:spPr>
          <a:xfrm>
            <a:off x="6745287" y="5715000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7934325" y="5715000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SEPT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7340600" y="4903787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04;p19"/>
          <p:cNvCxnSpPr/>
          <p:nvPr/>
        </p:nvCxnSpPr>
        <p:spPr>
          <a:xfrm flipH="1">
            <a:off x="7150175" y="5313362"/>
            <a:ext cx="333300" cy="40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5" name="Google Shape;205;p19"/>
          <p:cNvCxnSpPr/>
          <p:nvPr/>
        </p:nvCxnSpPr>
        <p:spPr>
          <a:xfrm>
            <a:off x="7948612" y="5299075"/>
            <a:ext cx="361800" cy="42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6" name="Google Shape;206;p19"/>
          <p:cNvCxnSpPr/>
          <p:nvPr/>
        </p:nvCxnSpPr>
        <p:spPr>
          <a:xfrm flipH="1">
            <a:off x="682700" y="5313362"/>
            <a:ext cx="333300" cy="40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7" name="Google Shape;207;p19"/>
          <p:cNvCxnSpPr/>
          <p:nvPr/>
        </p:nvCxnSpPr>
        <p:spPr>
          <a:xfrm>
            <a:off x="1481137" y="5299075"/>
            <a:ext cx="361800" cy="42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8" name="Google Shape;208;p19"/>
          <p:cNvSpPr/>
          <p:nvPr/>
        </p:nvSpPr>
        <p:spPr>
          <a:xfrm>
            <a:off x="873125" y="4903787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AUG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" name="Google Shape;209;p19"/>
          <p:cNvCxnSpPr/>
          <p:nvPr/>
        </p:nvCxnSpPr>
        <p:spPr>
          <a:xfrm flipH="1">
            <a:off x="1262162" y="4325937"/>
            <a:ext cx="812700" cy="579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0" name="Google Shape;210;p19"/>
          <p:cNvSpPr/>
          <p:nvPr/>
        </p:nvSpPr>
        <p:spPr>
          <a:xfrm>
            <a:off x="1960562" y="3914775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6269037" y="3927475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19"/>
          <p:cNvCxnSpPr/>
          <p:nvPr/>
        </p:nvCxnSpPr>
        <p:spPr>
          <a:xfrm flipH="1">
            <a:off x="5570637" y="4338637"/>
            <a:ext cx="812700" cy="579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3" name="Google Shape;213;p19"/>
          <p:cNvCxnSpPr/>
          <p:nvPr/>
        </p:nvCxnSpPr>
        <p:spPr>
          <a:xfrm>
            <a:off x="6907212" y="4322762"/>
            <a:ext cx="841500" cy="581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4" name="Google Shape;214;p19"/>
          <p:cNvCxnSpPr/>
          <p:nvPr/>
        </p:nvCxnSpPr>
        <p:spPr>
          <a:xfrm flipH="1">
            <a:off x="2351137" y="3222625"/>
            <a:ext cx="1873200" cy="69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5" name="Google Shape;215;p19"/>
          <p:cNvCxnSpPr/>
          <p:nvPr/>
        </p:nvCxnSpPr>
        <p:spPr>
          <a:xfrm>
            <a:off x="4775200" y="3206750"/>
            <a:ext cx="1871700" cy="72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16" name="Google Shape;216;p19"/>
          <p:cNvGrpSpPr/>
          <p:nvPr/>
        </p:nvGrpSpPr>
        <p:grpSpPr>
          <a:xfrm flipH="1">
            <a:off x="2611437" y="4337050"/>
            <a:ext cx="1160462" cy="922337"/>
            <a:chOff x="1691" y="2605"/>
            <a:chExt cx="731" cy="581"/>
          </a:xfrm>
        </p:grpSpPr>
        <p:sp>
          <p:nvSpPr>
            <p:cNvPr id="217" name="Google Shape;217;p19"/>
            <p:cNvSpPr/>
            <p:nvPr/>
          </p:nvSpPr>
          <p:spPr>
            <a:xfrm>
              <a:off x="1691" y="2886"/>
              <a:ext cx="600" cy="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JAN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8" name="Google Shape;218;p19"/>
            <p:cNvCxnSpPr/>
            <p:nvPr/>
          </p:nvCxnSpPr>
          <p:spPr>
            <a:xfrm flipH="1">
              <a:off x="1822" y="2605"/>
              <a:ext cx="6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19" name="Google Shape;219;p19"/>
          <p:cNvSpPr txBox="1"/>
          <p:nvPr/>
        </p:nvSpPr>
        <p:spPr>
          <a:xfrm>
            <a:off x="5776912" y="2555875"/>
            <a:ext cx="3105300" cy="789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FF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rgbClr val="3333FF"/>
                </a:solidFill>
                <a:latin typeface="Comic Sans MS"/>
                <a:ea typeface="Comic Sans MS"/>
                <a:cs typeface="Comic Sans MS"/>
                <a:sym typeface="Comic Sans MS"/>
              </a:rPr>
              <a:t>Max comparisons: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333FF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rgbClr val="3333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Average comparisons: 3.1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"/>
          <p:cNvSpPr txBox="1"/>
          <p:nvPr>
            <p:ph type="title"/>
          </p:nvPr>
        </p:nvSpPr>
        <p:spPr>
          <a:xfrm>
            <a:off x="684212" y="0"/>
            <a:ext cx="68706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4000"/>
              <a:buFont typeface="Comic Sans MS"/>
              <a:buNone/>
            </a:pPr>
            <a:r>
              <a:rPr b="0" i="0" lang="en-US" sz="4000" u="non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rPr>
              <a:t>Degenerate Binary Search Tree</a:t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530225" y="1928812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APR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3832225" y="2311400"/>
            <a:ext cx="48165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Input Sequence: APR, AUG, DEC, FEB, JAN, JULY, JUNE, MAR, MAY, NOV, OCT, SEPT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1222375" y="2306637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AUG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1914525" y="2684462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2606675" y="3062287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3297237" y="3440112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3989387" y="3817937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JULY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4681537" y="4195762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JUNE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5373687" y="4573587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8139112" y="6084887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SEPT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6756400" y="5329237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7448550" y="5707062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6064250" y="4951412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" name="Google Shape;238;p20"/>
          <p:cNvCxnSpPr/>
          <p:nvPr/>
        </p:nvCxnSpPr>
        <p:spPr>
          <a:xfrm>
            <a:off x="1219200" y="2263775"/>
            <a:ext cx="276300" cy="3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9" name="Google Shape;239;p20"/>
          <p:cNvCxnSpPr/>
          <p:nvPr/>
        </p:nvCxnSpPr>
        <p:spPr>
          <a:xfrm>
            <a:off x="1901825" y="2641600"/>
            <a:ext cx="347700" cy="4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0" name="Google Shape;240;p20"/>
          <p:cNvCxnSpPr/>
          <p:nvPr/>
        </p:nvCxnSpPr>
        <p:spPr>
          <a:xfrm>
            <a:off x="2613025" y="3033712"/>
            <a:ext cx="304800" cy="4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1" name="Google Shape;241;p20"/>
          <p:cNvCxnSpPr/>
          <p:nvPr/>
        </p:nvCxnSpPr>
        <p:spPr>
          <a:xfrm>
            <a:off x="3265487" y="3425825"/>
            <a:ext cx="319200" cy="1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2" name="Google Shape;242;p20"/>
          <p:cNvCxnSpPr/>
          <p:nvPr/>
        </p:nvCxnSpPr>
        <p:spPr>
          <a:xfrm>
            <a:off x="3948112" y="3802062"/>
            <a:ext cx="377700" cy="15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3" name="Google Shape;243;p20"/>
          <p:cNvCxnSpPr/>
          <p:nvPr/>
        </p:nvCxnSpPr>
        <p:spPr>
          <a:xfrm>
            <a:off x="4645025" y="4179887"/>
            <a:ext cx="361800" cy="1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4" name="Google Shape;244;p20"/>
          <p:cNvCxnSpPr/>
          <p:nvPr/>
        </p:nvCxnSpPr>
        <p:spPr>
          <a:xfrm>
            <a:off x="5386387" y="4543425"/>
            <a:ext cx="317400" cy="2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5" name="Google Shape;245;p20"/>
          <p:cNvCxnSpPr/>
          <p:nvPr/>
        </p:nvCxnSpPr>
        <p:spPr>
          <a:xfrm>
            <a:off x="6037262" y="4919662"/>
            <a:ext cx="363600" cy="3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6" name="Google Shape;246;p20"/>
          <p:cNvCxnSpPr/>
          <p:nvPr/>
        </p:nvCxnSpPr>
        <p:spPr>
          <a:xfrm>
            <a:off x="6719887" y="5311775"/>
            <a:ext cx="363600" cy="3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7" name="Google Shape;247;p20"/>
          <p:cNvCxnSpPr/>
          <p:nvPr/>
        </p:nvCxnSpPr>
        <p:spPr>
          <a:xfrm>
            <a:off x="7416800" y="5703887"/>
            <a:ext cx="333300" cy="1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8" name="Google Shape;248;p20"/>
          <p:cNvCxnSpPr/>
          <p:nvPr/>
        </p:nvCxnSpPr>
        <p:spPr>
          <a:xfrm>
            <a:off x="8128000" y="6053137"/>
            <a:ext cx="319200" cy="4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9" name="Google Shape;249;p20"/>
          <p:cNvSpPr txBox="1"/>
          <p:nvPr/>
        </p:nvSpPr>
        <p:spPr>
          <a:xfrm>
            <a:off x="450850" y="5473700"/>
            <a:ext cx="3105300" cy="789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FF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rgbClr val="3333FF"/>
                </a:solidFill>
                <a:latin typeface="Comic Sans MS"/>
                <a:ea typeface="Comic Sans MS"/>
                <a:cs typeface="Comic Sans MS"/>
                <a:sym typeface="Comic Sans MS"/>
              </a:rPr>
              <a:t>Max comparisons: 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333FF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rgbClr val="3333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Average comparisons: 6.5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1"/>
          <p:cNvSpPr txBox="1"/>
          <p:nvPr>
            <p:ph type="title"/>
          </p:nvPr>
        </p:nvSpPr>
        <p:spPr>
          <a:xfrm>
            <a:off x="684212" y="0"/>
            <a:ext cx="68706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2800"/>
              <a:buFont typeface="Comic Sans MS"/>
              <a:buNone/>
            </a:pPr>
            <a:r>
              <a:rPr b="0" i="0" lang="en-US" sz="2800" u="non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rPr>
              <a:t>Minimize The Search Time of Binary Search Tree In Dynamic Situation</a:t>
            </a:r>
            <a:endParaRPr/>
          </a:p>
        </p:txBody>
      </p:sp>
      <p:sp>
        <p:nvSpPr>
          <p:cNvPr id="255" name="Google Shape;255;p21"/>
          <p:cNvSpPr txBox="1"/>
          <p:nvPr>
            <p:ph idx="1" type="body"/>
          </p:nvPr>
        </p:nvSpPr>
        <p:spPr>
          <a:xfrm>
            <a:off x="685800" y="1916112"/>
            <a:ext cx="7696200" cy="44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From the above three examples, we know that the average and maximum search time will be minimized if the binary search tree is maintained as a complete binary search tree at all times.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However, to achieve this in a dynamic situation, we have to pay a high price to restructure the tree to be a complete binary tree all the time.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1962, Adelson-Velskii and Landis introduced a binary tree structure that is balanced with respect to the heights of subtrees. As a result of the balanced nature of this type of tree, dynamic retrievals can be performed in O(log n) time if the tree has n nodes. The resulting tree remains height-balanced. This is called an AVL tree.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2"/>
          <p:cNvSpPr txBox="1"/>
          <p:nvPr>
            <p:ph type="title"/>
          </p:nvPr>
        </p:nvSpPr>
        <p:spPr>
          <a:xfrm>
            <a:off x="684212" y="0"/>
            <a:ext cx="68706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4400"/>
              <a:buFont typeface="Comic Sans MS"/>
              <a:buNone/>
            </a:pPr>
            <a:r>
              <a:rPr b="0" i="0" lang="en-US" sz="4400" u="non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rPr>
              <a:t>AVL Tree</a:t>
            </a:r>
            <a:endParaRPr/>
          </a:p>
        </p:txBody>
      </p:sp>
      <p:sp>
        <p:nvSpPr>
          <p:cNvPr id="261" name="Google Shape;261;p22"/>
          <p:cNvSpPr txBox="1"/>
          <p:nvPr>
            <p:ph idx="1" type="body"/>
          </p:nvPr>
        </p:nvSpPr>
        <p:spPr>
          <a:xfrm>
            <a:off x="685800" y="1916112"/>
            <a:ext cx="7696200" cy="40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Definition: An empty tree is height-balanced. If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a nonempty binary tree with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baseline="-2500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baseline="-2500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as its left and right subtrees respectively, then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height-balanced iff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(1)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baseline="-2500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baseline="-2500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are height-balanced, and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(2)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|h</a:t>
            </a:r>
            <a:r>
              <a:rPr b="0" baseline="-2500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h</a:t>
            </a:r>
            <a:r>
              <a:rPr b="0" baseline="-2500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≤ 1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where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</a:t>
            </a:r>
            <a:r>
              <a:rPr b="0" baseline="-2500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0" baseline="-2500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are the heights of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baseline="-2500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baseline="-2500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respectively.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Definition: The Balance factor,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BF(T)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, of a node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a binary tree is defined to be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0" baseline="-2500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h</a:t>
            </a:r>
            <a:r>
              <a:rPr b="0" baseline="-2500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where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0" baseline="-2500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0" baseline="-2500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respectively, are the heights of left and right subtrees of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 For any node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in an AVL tree,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BF(T)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= -1, 0, or 1.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3"/>
          <p:cNvSpPr txBox="1"/>
          <p:nvPr>
            <p:ph type="title"/>
          </p:nvPr>
        </p:nvSpPr>
        <p:spPr>
          <a:xfrm>
            <a:off x="684212" y="0"/>
            <a:ext cx="68706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rPr>
              <a:t>Balanced Trees Obtained for The Months of The Year</a:t>
            </a:r>
            <a:endParaRPr/>
          </a:p>
        </p:txBody>
      </p:sp>
      <p:sp>
        <p:nvSpPr>
          <p:cNvPr id="267" name="Google Shape;267;p23"/>
          <p:cNvSpPr/>
          <p:nvPr/>
        </p:nvSpPr>
        <p:spPr>
          <a:xfrm>
            <a:off x="793750" y="2263775"/>
            <a:ext cx="754200" cy="450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1004887" y="1946275"/>
            <a:ext cx="3048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717550" y="4483100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3"/>
          <p:cNvSpPr txBox="1"/>
          <p:nvPr/>
        </p:nvSpPr>
        <p:spPr>
          <a:xfrm>
            <a:off x="955675" y="4151312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1392237" y="5118100"/>
            <a:ext cx="754200" cy="450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3"/>
          <p:cNvSpPr txBox="1"/>
          <p:nvPr/>
        </p:nvSpPr>
        <p:spPr>
          <a:xfrm>
            <a:off x="1695450" y="4787900"/>
            <a:ext cx="3048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3" name="Google Shape;273;p23"/>
          <p:cNvCxnSpPr/>
          <p:nvPr/>
        </p:nvCxnSpPr>
        <p:spPr>
          <a:xfrm>
            <a:off x="1306512" y="4891087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4" name="Google Shape;274;p23"/>
          <p:cNvSpPr txBox="1"/>
          <p:nvPr/>
        </p:nvSpPr>
        <p:spPr>
          <a:xfrm>
            <a:off x="511175" y="2976562"/>
            <a:ext cx="22209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(a) Insert MARCH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3"/>
          <p:cNvSpPr txBox="1"/>
          <p:nvPr/>
        </p:nvSpPr>
        <p:spPr>
          <a:xfrm>
            <a:off x="304800" y="5730875"/>
            <a:ext cx="18573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(b) Insert MAY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3357562" y="2043112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3"/>
          <p:cNvSpPr txBox="1"/>
          <p:nvPr/>
        </p:nvSpPr>
        <p:spPr>
          <a:xfrm>
            <a:off x="3568700" y="1725612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4032250" y="2678112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3"/>
          <p:cNvSpPr txBox="1"/>
          <p:nvPr/>
        </p:nvSpPr>
        <p:spPr>
          <a:xfrm>
            <a:off x="4335462" y="2347912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0" name="Google Shape;280;p23"/>
          <p:cNvCxnSpPr/>
          <p:nvPr/>
        </p:nvCxnSpPr>
        <p:spPr>
          <a:xfrm>
            <a:off x="3946525" y="2451100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1" name="Google Shape;281;p23"/>
          <p:cNvSpPr txBox="1"/>
          <p:nvPr/>
        </p:nvSpPr>
        <p:spPr>
          <a:xfrm>
            <a:off x="5281612" y="3829050"/>
            <a:ext cx="26400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(c) Insert NOVEMBER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4786312" y="3300412"/>
            <a:ext cx="754200" cy="450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5089525" y="2970212"/>
            <a:ext cx="3048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4" name="Google Shape;284;p23"/>
          <p:cNvCxnSpPr/>
          <p:nvPr/>
        </p:nvCxnSpPr>
        <p:spPr>
          <a:xfrm>
            <a:off x="4700587" y="3073400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5" name="Google Shape;285;p23"/>
          <p:cNvSpPr/>
          <p:nvPr/>
        </p:nvSpPr>
        <p:spPr>
          <a:xfrm>
            <a:off x="7273925" y="2157412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3"/>
          <p:cNvSpPr txBox="1"/>
          <p:nvPr/>
        </p:nvSpPr>
        <p:spPr>
          <a:xfrm>
            <a:off x="7485062" y="1839912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7948612" y="2792412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3"/>
          <p:cNvSpPr txBox="1"/>
          <p:nvPr/>
        </p:nvSpPr>
        <p:spPr>
          <a:xfrm>
            <a:off x="8251825" y="2462212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9" name="Google Shape;289;p23"/>
          <p:cNvCxnSpPr/>
          <p:nvPr/>
        </p:nvCxnSpPr>
        <p:spPr>
          <a:xfrm>
            <a:off x="7862887" y="2565400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0" name="Google Shape;290;p23"/>
          <p:cNvSpPr txBox="1"/>
          <p:nvPr/>
        </p:nvSpPr>
        <p:spPr>
          <a:xfrm>
            <a:off x="6772275" y="2503487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3"/>
          <p:cNvSpPr/>
          <p:nvPr/>
        </p:nvSpPr>
        <p:spPr>
          <a:xfrm flipH="1">
            <a:off x="6613387" y="2819400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" name="Google Shape;292;p23"/>
          <p:cNvCxnSpPr/>
          <p:nvPr/>
        </p:nvCxnSpPr>
        <p:spPr>
          <a:xfrm flipH="1">
            <a:off x="6973912" y="2592387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3" name="Google Shape;293;p23"/>
          <p:cNvSpPr/>
          <p:nvPr/>
        </p:nvSpPr>
        <p:spPr>
          <a:xfrm>
            <a:off x="5545137" y="2395537"/>
            <a:ext cx="885816" cy="463536"/>
          </a:xfrm>
          <a:custGeom>
            <a:rect b="b" l="l" r="r" t="t"/>
            <a:pathLst>
              <a:path extrusionOk="0" h="21600" w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extrusionOk="0" h="21600" w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extrusionOk="0" h="21600" w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94" name="Google Shape;294;p23"/>
          <p:cNvSpPr txBox="1"/>
          <p:nvPr/>
        </p:nvSpPr>
        <p:spPr>
          <a:xfrm>
            <a:off x="5688012" y="1974850"/>
            <a:ext cx="625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3"/>
          <p:cNvSpPr txBox="1"/>
          <p:nvPr/>
        </p:nvSpPr>
        <p:spPr>
          <a:xfrm>
            <a:off x="5124450" y="6137275"/>
            <a:ext cx="2395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(d) Insert AUGUST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5461000" y="4711700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3"/>
          <p:cNvSpPr txBox="1"/>
          <p:nvPr/>
        </p:nvSpPr>
        <p:spPr>
          <a:xfrm>
            <a:off x="5672137" y="4394200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6135687" y="5346700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3"/>
          <p:cNvSpPr txBox="1"/>
          <p:nvPr/>
        </p:nvSpPr>
        <p:spPr>
          <a:xfrm>
            <a:off x="6438900" y="5016500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" name="Google Shape;300;p23"/>
          <p:cNvCxnSpPr/>
          <p:nvPr/>
        </p:nvCxnSpPr>
        <p:spPr>
          <a:xfrm>
            <a:off x="6049962" y="5119687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1" name="Google Shape;301;p23"/>
          <p:cNvSpPr txBox="1"/>
          <p:nvPr/>
        </p:nvSpPr>
        <p:spPr>
          <a:xfrm>
            <a:off x="4959350" y="5057775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3"/>
          <p:cNvSpPr/>
          <p:nvPr/>
        </p:nvSpPr>
        <p:spPr>
          <a:xfrm flipH="1">
            <a:off x="4800462" y="5373687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3" name="Google Shape;303;p23"/>
          <p:cNvCxnSpPr/>
          <p:nvPr/>
        </p:nvCxnSpPr>
        <p:spPr>
          <a:xfrm flipH="1">
            <a:off x="5160987" y="5146675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4" name="Google Shape;304;p23"/>
          <p:cNvSpPr txBox="1"/>
          <p:nvPr/>
        </p:nvSpPr>
        <p:spPr>
          <a:xfrm>
            <a:off x="4232275" y="5680075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3"/>
          <p:cNvSpPr/>
          <p:nvPr/>
        </p:nvSpPr>
        <p:spPr>
          <a:xfrm flipH="1">
            <a:off x="4073387" y="5995987"/>
            <a:ext cx="754200" cy="450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AUG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6" name="Google Shape;306;p23"/>
          <p:cNvCxnSpPr/>
          <p:nvPr/>
        </p:nvCxnSpPr>
        <p:spPr>
          <a:xfrm flipH="1">
            <a:off x="4433912" y="5768975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/>
          <p:nvPr>
            <p:ph type="title"/>
          </p:nvPr>
        </p:nvSpPr>
        <p:spPr>
          <a:xfrm>
            <a:off x="684212" y="0"/>
            <a:ext cx="68706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rPr>
              <a:t>Balanced Trees Obtained for The Months of The Year (Cont.)</a:t>
            </a:r>
            <a:endParaRPr/>
          </a:p>
        </p:txBody>
      </p:sp>
      <p:sp>
        <p:nvSpPr>
          <p:cNvPr id="312" name="Google Shape;312;p24"/>
          <p:cNvSpPr txBox="1"/>
          <p:nvPr/>
        </p:nvSpPr>
        <p:spPr>
          <a:xfrm>
            <a:off x="2846387" y="3611562"/>
            <a:ext cx="2395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(e) Insert APRIL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4"/>
          <p:cNvSpPr/>
          <p:nvPr/>
        </p:nvSpPr>
        <p:spPr>
          <a:xfrm>
            <a:off x="2400300" y="1968500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4"/>
          <p:cNvSpPr txBox="1"/>
          <p:nvPr/>
        </p:nvSpPr>
        <p:spPr>
          <a:xfrm>
            <a:off x="2611437" y="1651000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4"/>
          <p:cNvSpPr/>
          <p:nvPr/>
        </p:nvSpPr>
        <p:spPr>
          <a:xfrm>
            <a:off x="3074987" y="2603500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4"/>
          <p:cNvSpPr txBox="1"/>
          <p:nvPr/>
        </p:nvSpPr>
        <p:spPr>
          <a:xfrm>
            <a:off x="3378200" y="2273300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7" name="Google Shape;317;p24"/>
          <p:cNvCxnSpPr/>
          <p:nvPr/>
        </p:nvCxnSpPr>
        <p:spPr>
          <a:xfrm>
            <a:off x="2989262" y="2376487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8" name="Google Shape;318;p24"/>
          <p:cNvSpPr txBox="1"/>
          <p:nvPr/>
        </p:nvSpPr>
        <p:spPr>
          <a:xfrm>
            <a:off x="1898650" y="2314575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4"/>
          <p:cNvSpPr/>
          <p:nvPr/>
        </p:nvSpPr>
        <p:spPr>
          <a:xfrm flipH="1">
            <a:off x="1739762" y="2630487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0" name="Google Shape;320;p24"/>
          <p:cNvCxnSpPr/>
          <p:nvPr/>
        </p:nvCxnSpPr>
        <p:spPr>
          <a:xfrm flipH="1">
            <a:off x="2100287" y="2403475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1" name="Google Shape;321;p24"/>
          <p:cNvSpPr txBox="1"/>
          <p:nvPr/>
        </p:nvSpPr>
        <p:spPr>
          <a:xfrm>
            <a:off x="1171575" y="2936875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4"/>
          <p:cNvSpPr/>
          <p:nvPr/>
        </p:nvSpPr>
        <p:spPr>
          <a:xfrm flipH="1">
            <a:off x="1012687" y="3252787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AUG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3" name="Google Shape;323;p24"/>
          <p:cNvCxnSpPr/>
          <p:nvPr/>
        </p:nvCxnSpPr>
        <p:spPr>
          <a:xfrm flipH="1">
            <a:off x="1373212" y="3025775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4" name="Google Shape;324;p24"/>
          <p:cNvSpPr txBox="1"/>
          <p:nvPr/>
        </p:nvSpPr>
        <p:spPr>
          <a:xfrm>
            <a:off x="430212" y="3559175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4"/>
          <p:cNvSpPr/>
          <p:nvPr/>
        </p:nvSpPr>
        <p:spPr>
          <a:xfrm flipH="1">
            <a:off x="271324" y="3875087"/>
            <a:ext cx="754200" cy="450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APR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6" name="Google Shape;326;p24"/>
          <p:cNvCxnSpPr/>
          <p:nvPr/>
        </p:nvCxnSpPr>
        <p:spPr>
          <a:xfrm flipH="1">
            <a:off x="631850" y="3648075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7" name="Google Shape;327;p24"/>
          <p:cNvSpPr/>
          <p:nvPr/>
        </p:nvSpPr>
        <p:spPr>
          <a:xfrm>
            <a:off x="4254500" y="2411412"/>
            <a:ext cx="885816" cy="463536"/>
          </a:xfrm>
          <a:custGeom>
            <a:rect b="b" l="l" r="r" t="t"/>
            <a:pathLst>
              <a:path extrusionOk="0" h="21600" w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extrusionOk="0" h="21600" w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extrusionOk="0" h="21600" w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28" name="Google Shape;328;p24"/>
          <p:cNvSpPr txBox="1"/>
          <p:nvPr/>
        </p:nvSpPr>
        <p:spPr>
          <a:xfrm>
            <a:off x="4397375" y="1990725"/>
            <a:ext cx="625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4"/>
          <p:cNvSpPr/>
          <p:nvPr/>
        </p:nvSpPr>
        <p:spPr>
          <a:xfrm>
            <a:off x="6607175" y="2011362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4"/>
          <p:cNvSpPr txBox="1"/>
          <p:nvPr/>
        </p:nvSpPr>
        <p:spPr>
          <a:xfrm>
            <a:off x="6818312" y="1693862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4"/>
          <p:cNvSpPr/>
          <p:nvPr/>
        </p:nvSpPr>
        <p:spPr>
          <a:xfrm>
            <a:off x="7281862" y="2646362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4"/>
          <p:cNvSpPr txBox="1"/>
          <p:nvPr/>
        </p:nvSpPr>
        <p:spPr>
          <a:xfrm>
            <a:off x="7585075" y="2316162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3" name="Google Shape;333;p24"/>
          <p:cNvCxnSpPr/>
          <p:nvPr/>
        </p:nvCxnSpPr>
        <p:spPr>
          <a:xfrm>
            <a:off x="7196137" y="2419350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4" name="Google Shape;334;p24"/>
          <p:cNvSpPr txBox="1"/>
          <p:nvPr/>
        </p:nvSpPr>
        <p:spPr>
          <a:xfrm>
            <a:off x="6105525" y="2357437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4"/>
          <p:cNvSpPr/>
          <p:nvPr/>
        </p:nvSpPr>
        <p:spPr>
          <a:xfrm flipH="1">
            <a:off x="5946637" y="2673350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AUG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6" name="Google Shape;336;p24"/>
          <p:cNvCxnSpPr/>
          <p:nvPr/>
        </p:nvCxnSpPr>
        <p:spPr>
          <a:xfrm flipH="1">
            <a:off x="6307162" y="2446337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7" name="Google Shape;337;p24"/>
          <p:cNvSpPr txBox="1"/>
          <p:nvPr/>
        </p:nvSpPr>
        <p:spPr>
          <a:xfrm>
            <a:off x="5378450" y="2979737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8" name="Google Shape;338;p24"/>
          <p:cNvCxnSpPr/>
          <p:nvPr/>
        </p:nvCxnSpPr>
        <p:spPr>
          <a:xfrm flipH="1">
            <a:off x="5580087" y="3068637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9" name="Google Shape;339;p24"/>
          <p:cNvSpPr/>
          <p:nvPr/>
        </p:nvSpPr>
        <p:spPr>
          <a:xfrm flipH="1">
            <a:off x="5190987" y="3294062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APR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4"/>
          <p:cNvSpPr/>
          <p:nvPr/>
        </p:nvSpPr>
        <p:spPr>
          <a:xfrm>
            <a:off x="6686550" y="3313112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4"/>
          <p:cNvSpPr txBox="1"/>
          <p:nvPr/>
        </p:nvSpPr>
        <p:spPr>
          <a:xfrm>
            <a:off x="6989762" y="2982912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24"/>
          <p:cNvCxnSpPr/>
          <p:nvPr/>
        </p:nvCxnSpPr>
        <p:spPr>
          <a:xfrm>
            <a:off x="6600825" y="3086100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3" name="Google Shape;343;p24"/>
          <p:cNvSpPr/>
          <p:nvPr/>
        </p:nvSpPr>
        <p:spPr>
          <a:xfrm>
            <a:off x="2293937" y="4259262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4"/>
          <p:cNvSpPr txBox="1"/>
          <p:nvPr/>
        </p:nvSpPr>
        <p:spPr>
          <a:xfrm>
            <a:off x="2287587" y="3941762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4"/>
          <p:cNvSpPr/>
          <p:nvPr/>
        </p:nvSpPr>
        <p:spPr>
          <a:xfrm>
            <a:off x="2968625" y="4894262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4"/>
          <p:cNvSpPr txBox="1"/>
          <p:nvPr/>
        </p:nvSpPr>
        <p:spPr>
          <a:xfrm>
            <a:off x="3271837" y="4564062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7" name="Google Shape;347;p24"/>
          <p:cNvCxnSpPr/>
          <p:nvPr/>
        </p:nvCxnSpPr>
        <p:spPr>
          <a:xfrm>
            <a:off x="2882900" y="4667250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8" name="Google Shape;348;p24"/>
          <p:cNvSpPr txBox="1"/>
          <p:nvPr/>
        </p:nvSpPr>
        <p:spPr>
          <a:xfrm>
            <a:off x="1792287" y="4605337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4"/>
          <p:cNvSpPr/>
          <p:nvPr/>
        </p:nvSpPr>
        <p:spPr>
          <a:xfrm flipH="1">
            <a:off x="1633399" y="4921250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AUG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0" name="Google Shape;350;p24"/>
          <p:cNvCxnSpPr/>
          <p:nvPr/>
        </p:nvCxnSpPr>
        <p:spPr>
          <a:xfrm flipH="1">
            <a:off x="1993925" y="4694237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1" name="Google Shape;351;p24"/>
          <p:cNvSpPr txBox="1"/>
          <p:nvPr/>
        </p:nvSpPr>
        <p:spPr>
          <a:xfrm>
            <a:off x="1065212" y="5227637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2" name="Google Shape;352;p24"/>
          <p:cNvCxnSpPr/>
          <p:nvPr/>
        </p:nvCxnSpPr>
        <p:spPr>
          <a:xfrm flipH="1">
            <a:off x="1266850" y="5316537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3" name="Google Shape;353;p24"/>
          <p:cNvSpPr/>
          <p:nvPr/>
        </p:nvSpPr>
        <p:spPr>
          <a:xfrm flipH="1">
            <a:off x="877749" y="5541962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APR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4"/>
          <p:cNvSpPr/>
          <p:nvPr/>
        </p:nvSpPr>
        <p:spPr>
          <a:xfrm>
            <a:off x="2373312" y="5561012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4"/>
          <p:cNvSpPr txBox="1"/>
          <p:nvPr/>
        </p:nvSpPr>
        <p:spPr>
          <a:xfrm>
            <a:off x="2676525" y="5230812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6" name="Google Shape;356;p24"/>
          <p:cNvCxnSpPr/>
          <p:nvPr/>
        </p:nvCxnSpPr>
        <p:spPr>
          <a:xfrm>
            <a:off x="2287587" y="5334000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7" name="Google Shape;357;p24"/>
          <p:cNvSpPr txBox="1"/>
          <p:nvPr/>
        </p:nvSpPr>
        <p:spPr>
          <a:xfrm>
            <a:off x="1870075" y="5889625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8" name="Google Shape;358;p24"/>
          <p:cNvCxnSpPr/>
          <p:nvPr/>
        </p:nvCxnSpPr>
        <p:spPr>
          <a:xfrm flipH="1">
            <a:off x="2071712" y="5978525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9" name="Google Shape;359;p24"/>
          <p:cNvSpPr/>
          <p:nvPr/>
        </p:nvSpPr>
        <p:spPr>
          <a:xfrm flipH="1">
            <a:off x="1682612" y="6203950"/>
            <a:ext cx="754200" cy="450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4"/>
          <p:cNvSpPr txBox="1"/>
          <p:nvPr/>
        </p:nvSpPr>
        <p:spPr>
          <a:xfrm>
            <a:off x="3236912" y="6207125"/>
            <a:ext cx="26433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(f) Insert JANUARY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4"/>
          <p:cNvSpPr/>
          <p:nvPr/>
        </p:nvSpPr>
        <p:spPr>
          <a:xfrm>
            <a:off x="6269037" y="4241800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4"/>
          <p:cNvSpPr txBox="1"/>
          <p:nvPr/>
        </p:nvSpPr>
        <p:spPr>
          <a:xfrm>
            <a:off x="6437312" y="3924300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4"/>
          <p:cNvSpPr/>
          <p:nvPr/>
        </p:nvSpPr>
        <p:spPr>
          <a:xfrm>
            <a:off x="6943725" y="4876800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4"/>
          <p:cNvSpPr txBox="1"/>
          <p:nvPr/>
        </p:nvSpPr>
        <p:spPr>
          <a:xfrm>
            <a:off x="7246937" y="4546600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5" name="Google Shape;365;p24"/>
          <p:cNvCxnSpPr/>
          <p:nvPr/>
        </p:nvCxnSpPr>
        <p:spPr>
          <a:xfrm>
            <a:off x="6858000" y="4649787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6" name="Google Shape;366;p24"/>
          <p:cNvSpPr txBox="1"/>
          <p:nvPr/>
        </p:nvSpPr>
        <p:spPr>
          <a:xfrm>
            <a:off x="5767387" y="4587875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4"/>
          <p:cNvSpPr/>
          <p:nvPr/>
        </p:nvSpPr>
        <p:spPr>
          <a:xfrm flipH="1">
            <a:off x="5608499" y="4903787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AUG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8" name="Google Shape;368;p24"/>
          <p:cNvCxnSpPr/>
          <p:nvPr/>
        </p:nvCxnSpPr>
        <p:spPr>
          <a:xfrm flipH="1">
            <a:off x="5969025" y="4676775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9" name="Google Shape;369;p24"/>
          <p:cNvSpPr txBox="1"/>
          <p:nvPr/>
        </p:nvSpPr>
        <p:spPr>
          <a:xfrm>
            <a:off x="5040312" y="5210175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" name="Google Shape;370;p24"/>
          <p:cNvCxnSpPr/>
          <p:nvPr/>
        </p:nvCxnSpPr>
        <p:spPr>
          <a:xfrm flipH="1">
            <a:off x="5241950" y="5299075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1" name="Google Shape;371;p24"/>
          <p:cNvSpPr/>
          <p:nvPr/>
        </p:nvSpPr>
        <p:spPr>
          <a:xfrm flipH="1">
            <a:off x="4852849" y="5524500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APR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4"/>
          <p:cNvSpPr/>
          <p:nvPr/>
        </p:nvSpPr>
        <p:spPr>
          <a:xfrm>
            <a:off x="6348412" y="5543550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4"/>
          <p:cNvSpPr txBox="1"/>
          <p:nvPr/>
        </p:nvSpPr>
        <p:spPr>
          <a:xfrm>
            <a:off x="6651625" y="5213350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4" name="Google Shape;374;p24"/>
          <p:cNvCxnSpPr/>
          <p:nvPr/>
        </p:nvCxnSpPr>
        <p:spPr>
          <a:xfrm>
            <a:off x="6262687" y="5316537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5" name="Google Shape;375;p24"/>
          <p:cNvSpPr/>
          <p:nvPr/>
        </p:nvSpPr>
        <p:spPr>
          <a:xfrm>
            <a:off x="7697787" y="5499100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4"/>
          <p:cNvSpPr txBox="1"/>
          <p:nvPr/>
        </p:nvSpPr>
        <p:spPr>
          <a:xfrm>
            <a:off x="8001000" y="5168900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7" name="Google Shape;377;p24"/>
          <p:cNvCxnSpPr/>
          <p:nvPr/>
        </p:nvCxnSpPr>
        <p:spPr>
          <a:xfrm>
            <a:off x="7612062" y="5272087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8" name="Google Shape;378;p24"/>
          <p:cNvSpPr/>
          <p:nvPr/>
        </p:nvSpPr>
        <p:spPr>
          <a:xfrm>
            <a:off x="3962400" y="5095875"/>
            <a:ext cx="885816" cy="463536"/>
          </a:xfrm>
          <a:custGeom>
            <a:rect b="b" l="l" r="r" t="t"/>
            <a:pathLst>
              <a:path extrusionOk="0" h="21600" w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extrusionOk="0" h="21600" w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extrusionOk="0" h="21600" w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79" name="Google Shape;379;p24"/>
          <p:cNvSpPr txBox="1"/>
          <p:nvPr/>
        </p:nvSpPr>
        <p:spPr>
          <a:xfrm>
            <a:off x="4105275" y="4675187"/>
            <a:ext cx="625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5"/>
          <p:cNvSpPr txBox="1"/>
          <p:nvPr>
            <p:ph type="title"/>
          </p:nvPr>
        </p:nvSpPr>
        <p:spPr>
          <a:xfrm>
            <a:off x="684212" y="0"/>
            <a:ext cx="68706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rPr>
              <a:t>Balanced Trees Obtained for The Months of The Year (Cont.)</a:t>
            </a:r>
            <a:endParaRPr/>
          </a:p>
        </p:txBody>
      </p:sp>
      <p:sp>
        <p:nvSpPr>
          <p:cNvPr id="385" name="Google Shape;385;p25"/>
          <p:cNvSpPr/>
          <p:nvPr/>
        </p:nvSpPr>
        <p:spPr>
          <a:xfrm>
            <a:off x="2032000" y="2749550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5"/>
          <p:cNvSpPr txBox="1"/>
          <p:nvPr/>
        </p:nvSpPr>
        <p:spPr>
          <a:xfrm>
            <a:off x="2200275" y="2432050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5"/>
          <p:cNvSpPr/>
          <p:nvPr/>
        </p:nvSpPr>
        <p:spPr>
          <a:xfrm>
            <a:off x="2706687" y="3384550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5"/>
          <p:cNvSpPr txBox="1"/>
          <p:nvPr/>
        </p:nvSpPr>
        <p:spPr>
          <a:xfrm>
            <a:off x="3009900" y="3054350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9" name="Google Shape;389;p25"/>
          <p:cNvCxnSpPr/>
          <p:nvPr/>
        </p:nvCxnSpPr>
        <p:spPr>
          <a:xfrm>
            <a:off x="2620962" y="3157537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0" name="Google Shape;390;p25"/>
          <p:cNvSpPr txBox="1"/>
          <p:nvPr/>
        </p:nvSpPr>
        <p:spPr>
          <a:xfrm>
            <a:off x="1530350" y="3095625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5"/>
          <p:cNvSpPr/>
          <p:nvPr/>
        </p:nvSpPr>
        <p:spPr>
          <a:xfrm flipH="1">
            <a:off x="1371462" y="3411537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AUG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2" name="Google Shape;392;p25"/>
          <p:cNvCxnSpPr/>
          <p:nvPr/>
        </p:nvCxnSpPr>
        <p:spPr>
          <a:xfrm flipH="1">
            <a:off x="1731987" y="3184525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3" name="Google Shape;393;p25"/>
          <p:cNvSpPr txBox="1"/>
          <p:nvPr/>
        </p:nvSpPr>
        <p:spPr>
          <a:xfrm>
            <a:off x="803275" y="3717925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4" name="Google Shape;394;p25"/>
          <p:cNvCxnSpPr/>
          <p:nvPr/>
        </p:nvCxnSpPr>
        <p:spPr>
          <a:xfrm flipH="1">
            <a:off x="1004912" y="3806825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5" name="Google Shape;395;p25"/>
          <p:cNvSpPr/>
          <p:nvPr/>
        </p:nvSpPr>
        <p:spPr>
          <a:xfrm flipH="1">
            <a:off x="615812" y="4032250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APR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5"/>
          <p:cNvSpPr/>
          <p:nvPr/>
        </p:nvSpPr>
        <p:spPr>
          <a:xfrm>
            <a:off x="2111375" y="4051300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5"/>
          <p:cNvSpPr txBox="1"/>
          <p:nvPr/>
        </p:nvSpPr>
        <p:spPr>
          <a:xfrm>
            <a:off x="2414587" y="3721100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8" name="Google Shape;398;p25"/>
          <p:cNvCxnSpPr/>
          <p:nvPr/>
        </p:nvCxnSpPr>
        <p:spPr>
          <a:xfrm>
            <a:off x="2025650" y="3824287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9" name="Google Shape;399;p25"/>
          <p:cNvSpPr/>
          <p:nvPr/>
        </p:nvSpPr>
        <p:spPr>
          <a:xfrm>
            <a:off x="3460750" y="4006850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5"/>
          <p:cNvSpPr txBox="1"/>
          <p:nvPr/>
        </p:nvSpPr>
        <p:spPr>
          <a:xfrm>
            <a:off x="3763962" y="3676650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1" name="Google Shape;401;p25"/>
          <p:cNvCxnSpPr/>
          <p:nvPr/>
        </p:nvCxnSpPr>
        <p:spPr>
          <a:xfrm>
            <a:off x="3375025" y="3779837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2" name="Google Shape;402;p25"/>
          <p:cNvSpPr txBox="1"/>
          <p:nvPr/>
        </p:nvSpPr>
        <p:spPr>
          <a:xfrm>
            <a:off x="1570037" y="4368800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3" name="Google Shape;403;p25"/>
          <p:cNvCxnSpPr/>
          <p:nvPr/>
        </p:nvCxnSpPr>
        <p:spPr>
          <a:xfrm flipH="1">
            <a:off x="1771675" y="4457700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4" name="Google Shape;404;p25"/>
          <p:cNvSpPr/>
          <p:nvPr/>
        </p:nvSpPr>
        <p:spPr>
          <a:xfrm flipH="1">
            <a:off x="1382574" y="4683125"/>
            <a:ext cx="754200" cy="450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5"/>
          <p:cNvSpPr txBox="1"/>
          <p:nvPr/>
        </p:nvSpPr>
        <p:spPr>
          <a:xfrm>
            <a:off x="1058862" y="5513387"/>
            <a:ext cx="26433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(g) Insert DECEMBER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5"/>
          <p:cNvSpPr/>
          <p:nvPr/>
        </p:nvSpPr>
        <p:spPr>
          <a:xfrm>
            <a:off x="6253162" y="2674937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5"/>
          <p:cNvSpPr txBox="1"/>
          <p:nvPr/>
        </p:nvSpPr>
        <p:spPr>
          <a:xfrm>
            <a:off x="6421437" y="2357437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5"/>
          <p:cNvSpPr/>
          <p:nvPr/>
        </p:nvSpPr>
        <p:spPr>
          <a:xfrm>
            <a:off x="6927850" y="3309937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5"/>
          <p:cNvSpPr txBox="1"/>
          <p:nvPr/>
        </p:nvSpPr>
        <p:spPr>
          <a:xfrm>
            <a:off x="7231062" y="2979737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0" name="Google Shape;410;p25"/>
          <p:cNvCxnSpPr/>
          <p:nvPr/>
        </p:nvCxnSpPr>
        <p:spPr>
          <a:xfrm>
            <a:off x="6842125" y="3082925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1" name="Google Shape;411;p25"/>
          <p:cNvSpPr txBox="1"/>
          <p:nvPr/>
        </p:nvSpPr>
        <p:spPr>
          <a:xfrm>
            <a:off x="5751512" y="3021012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5"/>
          <p:cNvSpPr/>
          <p:nvPr/>
        </p:nvSpPr>
        <p:spPr>
          <a:xfrm flipH="1">
            <a:off x="5592624" y="3336925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AUG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3" name="Google Shape;413;p25"/>
          <p:cNvCxnSpPr/>
          <p:nvPr/>
        </p:nvCxnSpPr>
        <p:spPr>
          <a:xfrm flipH="1">
            <a:off x="5953150" y="3109912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4" name="Google Shape;414;p25"/>
          <p:cNvSpPr txBox="1"/>
          <p:nvPr/>
        </p:nvSpPr>
        <p:spPr>
          <a:xfrm>
            <a:off x="5024437" y="3643312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5" name="Google Shape;415;p25"/>
          <p:cNvCxnSpPr/>
          <p:nvPr/>
        </p:nvCxnSpPr>
        <p:spPr>
          <a:xfrm flipH="1">
            <a:off x="5226075" y="3732212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6" name="Google Shape;416;p25"/>
          <p:cNvSpPr/>
          <p:nvPr/>
        </p:nvSpPr>
        <p:spPr>
          <a:xfrm flipH="1">
            <a:off x="4836974" y="3957637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APR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5"/>
          <p:cNvSpPr/>
          <p:nvPr/>
        </p:nvSpPr>
        <p:spPr>
          <a:xfrm>
            <a:off x="6332537" y="3976687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5"/>
          <p:cNvSpPr txBox="1"/>
          <p:nvPr/>
        </p:nvSpPr>
        <p:spPr>
          <a:xfrm>
            <a:off x="6635750" y="3646487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9" name="Google Shape;419;p25"/>
          <p:cNvCxnSpPr/>
          <p:nvPr/>
        </p:nvCxnSpPr>
        <p:spPr>
          <a:xfrm>
            <a:off x="6246812" y="3749675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0" name="Google Shape;420;p25"/>
          <p:cNvSpPr/>
          <p:nvPr/>
        </p:nvSpPr>
        <p:spPr>
          <a:xfrm>
            <a:off x="7681912" y="3932237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5"/>
          <p:cNvSpPr txBox="1"/>
          <p:nvPr/>
        </p:nvSpPr>
        <p:spPr>
          <a:xfrm>
            <a:off x="7985125" y="3602037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2" name="Google Shape;422;p25"/>
          <p:cNvCxnSpPr/>
          <p:nvPr/>
        </p:nvCxnSpPr>
        <p:spPr>
          <a:xfrm>
            <a:off x="7596187" y="3705225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3" name="Google Shape;423;p25"/>
          <p:cNvSpPr txBox="1"/>
          <p:nvPr/>
        </p:nvSpPr>
        <p:spPr>
          <a:xfrm>
            <a:off x="5791200" y="4294187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4" name="Google Shape;424;p25"/>
          <p:cNvCxnSpPr/>
          <p:nvPr/>
        </p:nvCxnSpPr>
        <p:spPr>
          <a:xfrm flipH="1">
            <a:off x="5992837" y="4383087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5" name="Google Shape;425;p25"/>
          <p:cNvSpPr/>
          <p:nvPr/>
        </p:nvSpPr>
        <p:spPr>
          <a:xfrm flipH="1">
            <a:off x="5603737" y="4608512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5"/>
          <p:cNvSpPr txBox="1"/>
          <p:nvPr/>
        </p:nvSpPr>
        <p:spPr>
          <a:xfrm>
            <a:off x="5702300" y="5410200"/>
            <a:ext cx="21210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(h) Insert JULY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5"/>
          <p:cNvSpPr/>
          <p:nvPr/>
        </p:nvSpPr>
        <p:spPr>
          <a:xfrm>
            <a:off x="7070725" y="4597400"/>
            <a:ext cx="754200" cy="450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JULY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5"/>
          <p:cNvSpPr txBox="1"/>
          <p:nvPr/>
        </p:nvSpPr>
        <p:spPr>
          <a:xfrm>
            <a:off x="7373937" y="4267200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9" name="Google Shape;429;p25"/>
          <p:cNvCxnSpPr/>
          <p:nvPr/>
        </p:nvCxnSpPr>
        <p:spPr>
          <a:xfrm>
            <a:off x="6985000" y="4370387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6"/>
          <p:cNvSpPr txBox="1"/>
          <p:nvPr>
            <p:ph type="title"/>
          </p:nvPr>
        </p:nvSpPr>
        <p:spPr>
          <a:xfrm>
            <a:off x="684212" y="0"/>
            <a:ext cx="68706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rPr>
              <a:t>Balanced Trees Obtained for The Months of The Year (Cont.)</a:t>
            </a:r>
            <a:endParaRPr/>
          </a:p>
        </p:txBody>
      </p:sp>
      <p:sp>
        <p:nvSpPr>
          <p:cNvPr id="435" name="Google Shape;435;p26"/>
          <p:cNvSpPr txBox="1"/>
          <p:nvPr/>
        </p:nvSpPr>
        <p:spPr>
          <a:xfrm>
            <a:off x="3178175" y="5614987"/>
            <a:ext cx="26433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(i) Insert FEBRUARY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6"/>
          <p:cNvSpPr/>
          <p:nvPr/>
        </p:nvSpPr>
        <p:spPr>
          <a:xfrm>
            <a:off x="1738312" y="2181225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6"/>
          <p:cNvSpPr txBox="1"/>
          <p:nvPr/>
        </p:nvSpPr>
        <p:spPr>
          <a:xfrm>
            <a:off x="1906587" y="1863725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6"/>
          <p:cNvSpPr/>
          <p:nvPr/>
        </p:nvSpPr>
        <p:spPr>
          <a:xfrm>
            <a:off x="2413000" y="2816225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6"/>
          <p:cNvSpPr txBox="1"/>
          <p:nvPr/>
        </p:nvSpPr>
        <p:spPr>
          <a:xfrm>
            <a:off x="2716212" y="2486025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0" name="Google Shape;440;p26"/>
          <p:cNvCxnSpPr/>
          <p:nvPr/>
        </p:nvCxnSpPr>
        <p:spPr>
          <a:xfrm>
            <a:off x="2327275" y="2589212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1" name="Google Shape;441;p26"/>
          <p:cNvSpPr txBox="1"/>
          <p:nvPr/>
        </p:nvSpPr>
        <p:spPr>
          <a:xfrm>
            <a:off x="1236662" y="2527300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6"/>
          <p:cNvSpPr/>
          <p:nvPr/>
        </p:nvSpPr>
        <p:spPr>
          <a:xfrm flipH="1">
            <a:off x="1077774" y="2843212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AUG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3" name="Google Shape;443;p26"/>
          <p:cNvCxnSpPr/>
          <p:nvPr/>
        </p:nvCxnSpPr>
        <p:spPr>
          <a:xfrm flipH="1">
            <a:off x="1438300" y="2616200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4" name="Google Shape;444;p26"/>
          <p:cNvSpPr txBox="1"/>
          <p:nvPr/>
        </p:nvSpPr>
        <p:spPr>
          <a:xfrm>
            <a:off x="509587" y="3149600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5" name="Google Shape;445;p26"/>
          <p:cNvCxnSpPr/>
          <p:nvPr/>
        </p:nvCxnSpPr>
        <p:spPr>
          <a:xfrm flipH="1">
            <a:off x="711225" y="3238500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6" name="Google Shape;446;p26"/>
          <p:cNvSpPr/>
          <p:nvPr/>
        </p:nvSpPr>
        <p:spPr>
          <a:xfrm flipH="1">
            <a:off x="322124" y="3463925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APR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6"/>
          <p:cNvSpPr/>
          <p:nvPr/>
        </p:nvSpPr>
        <p:spPr>
          <a:xfrm>
            <a:off x="1817687" y="3482975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6"/>
          <p:cNvSpPr txBox="1"/>
          <p:nvPr/>
        </p:nvSpPr>
        <p:spPr>
          <a:xfrm>
            <a:off x="2120900" y="3152775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9" name="Google Shape;449;p26"/>
          <p:cNvCxnSpPr/>
          <p:nvPr/>
        </p:nvCxnSpPr>
        <p:spPr>
          <a:xfrm>
            <a:off x="1731962" y="3255962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0" name="Google Shape;450;p26"/>
          <p:cNvSpPr/>
          <p:nvPr/>
        </p:nvSpPr>
        <p:spPr>
          <a:xfrm>
            <a:off x="3167062" y="3438525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6"/>
          <p:cNvSpPr txBox="1"/>
          <p:nvPr/>
        </p:nvSpPr>
        <p:spPr>
          <a:xfrm>
            <a:off x="3470275" y="3108325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2" name="Google Shape;452;p26"/>
          <p:cNvCxnSpPr/>
          <p:nvPr/>
        </p:nvCxnSpPr>
        <p:spPr>
          <a:xfrm>
            <a:off x="3081337" y="3211512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3" name="Google Shape;453;p26"/>
          <p:cNvSpPr txBox="1"/>
          <p:nvPr/>
        </p:nvSpPr>
        <p:spPr>
          <a:xfrm>
            <a:off x="1276350" y="3800475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4" name="Google Shape;454;p26"/>
          <p:cNvCxnSpPr/>
          <p:nvPr/>
        </p:nvCxnSpPr>
        <p:spPr>
          <a:xfrm flipH="1">
            <a:off x="1477987" y="3889375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5" name="Google Shape;455;p26"/>
          <p:cNvSpPr/>
          <p:nvPr/>
        </p:nvSpPr>
        <p:spPr>
          <a:xfrm flipH="1">
            <a:off x="1088887" y="4114800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6"/>
          <p:cNvSpPr/>
          <p:nvPr/>
        </p:nvSpPr>
        <p:spPr>
          <a:xfrm>
            <a:off x="2555875" y="4103687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JULY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6"/>
          <p:cNvSpPr txBox="1"/>
          <p:nvPr/>
        </p:nvSpPr>
        <p:spPr>
          <a:xfrm>
            <a:off x="2859087" y="3773487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8" name="Google Shape;458;p26"/>
          <p:cNvCxnSpPr/>
          <p:nvPr/>
        </p:nvCxnSpPr>
        <p:spPr>
          <a:xfrm>
            <a:off x="2470150" y="3876675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9" name="Google Shape;459;p26"/>
          <p:cNvSpPr/>
          <p:nvPr/>
        </p:nvSpPr>
        <p:spPr>
          <a:xfrm>
            <a:off x="1771650" y="4756150"/>
            <a:ext cx="754200" cy="450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6"/>
          <p:cNvSpPr txBox="1"/>
          <p:nvPr/>
        </p:nvSpPr>
        <p:spPr>
          <a:xfrm>
            <a:off x="2074862" y="4425950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1" name="Google Shape;461;p26"/>
          <p:cNvCxnSpPr/>
          <p:nvPr/>
        </p:nvCxnSpPr>
        <p:spPr>
          <a:xfrm>
            <a:off x="1685925" y="4529137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2" name="Google Shape;462;p26"/>
          <p:cNvSpPr/>
          <p:nvPr/>
        </p:nvSpPr>
        <p:spPr>
          <a:xfrm>
            <a:off x="6207125" y="2193925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6"/>
          <p:cNvSpPr txBox="1"/>
          <p:nvPr/>
        </p:nvSpPr>
        <p:spPr>
          <a:xfrm>
            <a:off x="6375400" y="1876425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6"/>
          <p:cNvSpPr/>
          <p:nvPr/>
        </p:nvSpPr>
        <p:spPr>
          <a:xfrm>
            <a:off x="6881812" y="2828925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6"/>
          <p:cNvSpPr txBox="1"/>
          <p:nvPr/>
        </p:nvSpPr>
        <p:spPr>
          <a:xfrm>
            <a:off x="7185025" y="2498725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6" name="Google Shape;466;p26"/>
          <p:cNvCxnSpPr/>
          <p:nvPr/>
        </p:nvCxnSpPr>
        <p:spPr>
          <a:xfrm>
            <a:off x="6796087" y="2601912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7" name="Google Shape;467;p26"/>
          <p:cNvSpPr txBox="1"/>
          <p:nvPr/>
        </p:nvSpPr>
        <p:spPr>
          <a:xfrm>
            <a:off x="5705475" y="2540000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6"/>
          <p:cNvSpPr/>
          <p:nvPr/>
        </p:nvSpPr>
        <p:spPr>
          <a:xfrm flipH="1">
            <a:off x="5546587" y="2855912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9" name="Google Shape;469;p26"/>
          <p:cNvCxnSpPr/>
          <p:nvPr/>
        </p:nvCxnSpPr>
        <p:spPr>
          <a:xfrm flipH="1">
            <a:off x="5907112" y="2628900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0" name="Google Shape;470;p26"/>
          <p:cNvSpPr txBox="1"/>
          <p:nvPr/>
        </p:nvSpPr>
        <p:spPr>
          <a:xfrm>
            <a:off x="4978400" y="3162300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1" name="Google Shape;471;p26"/>
          <p:cNvCxnSpPr/>
          <p:nvPr/>
        </p:nvCxnSpPr>
        <p:spPr>
          <a:xfrm flipH="1">
            <a:off x="5180037" y="3251200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2" name="Google Shape;472;p26"/>
          <p:cNvSpPr/>
          <p:nvPr/>
        </p:nvSpPr>
        <p:spPr>
          <a:xfrm flipH="1">
            <a:off x="4790937" y="3476625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AUG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6"/>
          <p:cNvSpPr/>
          <p:nvPr/>
        </p:nvSpPr>
        <p:spPr>
          <a:xfrm>
            <a:off x="6286500" y="3495675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6"/>
          <p:cNvSpPr txBox="1"/>
          <p:nvPr/>
        </p:nvSpPr>
        <p:spPr>
          <a:xfrm>
            <a:off x="6589712" y="3165475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5" name="Google Shape;475;p26"/>
          <p:cNvCxnSpPr/>
          <p:nvPr/>
        </p:nvCxnSpPr>
        <p:spPr>
          <a:xfrm>
            <a:off x="6200775" y="3268662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6" name="Google Shape;476;p26"/>
          <p:cNvSpPr/>
          <p:nvPr/>
        </p:nvSpPr>
        <p:spPr>
          <a:xfrm>
            <a:off x="7635875" y="3451225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6"/>
          <p:cNvSpPr txBox="1"/>
          <p:nvPr/>
        </p:nvSpPr>
        <p:spPr>
          <a:xfrm>
            <a:off x="7939087" y="3121025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8" name="Google Shape;478;p26"/>
          <p:cNvCxnSpPr/>
          <p:nvPr/>
        </p:nvCxnSpPr>
        <p:spPr>
          <a:xfrm>
            <a:off x="7550150" y="3224212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9" name="Google Shape;479;p26"/>
          <p:cNvSpPr txBox="1"/>
          <p:nvPr/>
        </p:nvSpPr>
        <p:spPr>
          <a:xfrm>
            <a:off x="5745162" y="3813175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0" name="Google Shape;480;p26"/>
          <p:cNvCxnSpPr/>
          <p:nvPr/>
        </p:nvCxnSpPr>
        <p:spPr>
          <a:xfrm flipH="1">
            <a:off x="5946800" y="3902075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1" name="Google Shape;481;p26"/>
          <p:cNvSpPr/>
          <p:nvPr/>
        </p:nvSpPr>
        <p:spPr>
          <a:xfrm flipH="1">
            <a:off x="5557699" y="4127500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6"/>
          <p:cNvSpPr/>
          <p:nvPr/>
        </p:nvSpPr>
        <p:spPr>
          <a:xfrm>
            <a:off x="7024687" y="4116387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JULY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6"/>
          <p:cNvSpPr txBox="1"/>
          <p:nvPr/>
        </p:nvSpPr>
        <p:spPr>
          <a:xfrm>
            <a:off x="7327900" y="3786187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4" name="Google Shape;484;p26"/>
          <p:cNvCxnSpPr/>
          <p:nvPr/>
        </p:nvCxnSpPr>
        <p:spPr>
          <a:xfrm>
            <a:off x="6938962" y="3889375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5" name="Google Shape;485;p26"/>
          <p:cNvSpPr/>
          <p:nvPr/>
        </p:nvSpPr>
        <p:spPr>
          <a:xfrm>
            <a:off x="4008437" y="2816225"/>
            <a:ext cx="885816" cy="463536"/>
          </a:xfrm>
          <a:custGeom>
            <a:rect b="b" l="l" r="r" t="t"/>
            <a:pathLst>
              <a:path extrusionOk="0" h="21600" w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extrusionOk="0" h="21600" w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extrusionOk="0" h="21600" w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86" name="Google Shape;486;p26"/>
          <p:cNvSpPr txBox="1"/>
          <p:nvPr/>
        </p:nvSpPr>
        <p:spPr>
          <a:xfrm>
            <a:off x="4151312" y="2395537"/>
            <a:ext cx="625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6"/>
          <p:cNvSpPr txBox="1"/>
          <p:nvPr/>
        </p:nvSpPr>
        <p:spPr>
          <a:xfrm>
            <a:off x="4248150" y="3797300"/>
            <a:ext cx="406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8" name="Google Shape;488;p26"/>
          <p:cNvCxnSpPr/>
          <p:nvPr/>
        </p:nvCxnSpPr>
        <p:spPr>
          <a:xfrm flipH="1">
            <a:off x="4449787" y="3886200"/>
            <a:ext cx="479400" cy="2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9" name="Google Shape;489;p26"/>
          <p:cNvSpPr/>
          <p:nvPr/>
        </p:nvSpPr>
        <p:spPr>
          <a:xfrm flipH="1">
            <a:off x="4060687" y="4111625"/>
            <a:ext cx="7542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APR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7"/>
          <p:cNvSpPr txBox="1"/>
          <p:nvPr>
            <p:ph type="title"/>
          </p:nvPr>
        </p:nvSpPr>
        <p:spPr>
          <a:xfrm>
            <a:off x="684212" y="0"/>
            <a:ext cx="68706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rPr>
              <a:t>Balanced Trees Obtained for The Months of The Year (Cont.)</a:t>
            </a:r>
            <a:endParaRPr/>
          </a:p>
        </p:txBody>
      </p:sp>
      <p:sp>
        <p:nvSpPr>
          <p:cNvPr id="495" name="Google Shape;495;p27"/>
          <p:cNvSpPr txBox="1"/>
          <p:nvPr/>
        </p:nvSpPr>
        <p:spPr>
          <a:xfrm>
            <a:off x="2728912" y="5746750"/>
            <a:ext cx="26433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(j) Insert JUNE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7"/>
          <p:cNvSpPr/>
          <p:nvPr/>
        </p:nvSpPr>
        <p:spPr>
          <a:xfrm>
            <a:off x="4025900" y="2670175"/>
            <a:ext cx="885816" cy="463536"/>
          </a:xfrm>
          <a:custGeom>
            <a:rect b="b" l="l" r="r" t="t"/>
            <a:pathLst>
              <a:path extrusionOk="0" h="21600" w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extrusionOk="0" h="21600" w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extrusionOk="0" h="21600" w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97" name="Google Shape;497;p27"/>
          <p:cNvSpPr txBox="1"/>
          <p:nvPr/>
        </p:nvSpPr>
        <p:spPr>
          <a:xfrm>
            <a:off x="4208462" y="2324100"/>
            <a:ext cx="625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7"/>
          <p:cNvSpPr txBox="1"/>
          <p:nvPr/>
        </p:nvSpPr>
        <p:spPr>
          <a:xfrm>
            <a:off x="6340475" y="2279650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7"/>
          <p:cNvSpPr/>
          <p:nvPr/>
        </p:nvSpPr>
        <p:spPr>
          <a:xfrm>
            <a:off x="6180137" y="2576512"/>
            <a:ext cx="638100" cy="377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0" name="Google Shape;500;p27"/>
          <p:cNvGrpSpPr/>
          <p:nvPr/>
        </p:nvGrpSpPr>
        <p:grpSpPr>
          <a:xfrm>
            <a:off x="4467225" y="4165600"/>
            <a:ext cx="1617662" cy="476250"/>
            <a:chOff x="2814" y="2240"/>
            <a:chExt cx="1019" cy="300"/>
          </a:xfrm>
        </p:grpSpPr>
        <p:sp>
          <p:nvSpPr>
            <p:cNvPr id="501" name="Google Shape;501;p27"/>
            <p:cNvSpPr/>
            <p:nvPr/>
          </p:nvSpPr>
          <p:spPr>
            <a:xfrm>
              <a:off x="2814" y="2240"/>
              <a:ext cx="300" cy="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AUG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27"/>
            <p:cNvSpPr/>
            <p:nvPr/>
          </p:nvSpPr>
          <p:spPr>
            <a:xfrm>
              <a:off x="3533" y="2240"/>
              <a:ext cx="300" cy="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FEB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3" name="Google Shape;503;p27"/>
          <p:cNvSpPr/>
          <p:nvPr/>
        </p:nvSpPr>
        <p:spPr>
          <a:xfrm>
            <a:off x="8505825" y="4816475"/>
            <a:ext cx="638100" cy="377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4" name="Google Shape;504;p27"/>
          <p:cNvGrpSpPr/>
          <p:nvPr/>
        </p:nvGrpSpPr>
        <p:grpSpPr>
          <a:xfrm>
            <a:off x="6750050" y="4165600"/>
            <a:ext cx="1617662" cy="476250"/>
            <a:chOff x="4252" y="2240"/>
            <a:chExt cx="1019" cy="300"/>
          </a:xfrm>
        </p:grpSpPr>
        <p:sp>
          <p:nvSpPr>
            <p:cNvPr id="505" name="Google Shape;505;p27"/>
            <p:cNvSpPr/>
            <p:nvPr/>
          </p:nvSpPr>
          <p:spPr>
            <a:xfrm>
              <a:off x="4252" y="2240"/>
              <a:ext cx="300" cy="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JULY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27"/>
            <p:cNvSpPr/>
            <p:nvPr/>
          </p:nvSpPr>
          <p:spPr>
            <a:xfrm>
              <a:off x="4971" y="2240"/>
              <a:ext cx="300" cy="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MAY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07" name="Google Shape;507;p27"/>
          <p:cNvCxnSpPr/>
          <p:nvPr/>
        </p:nvCxnSpPr>
        <p:spPr>
          <a:xfrm>
            <a:off x="8404225" y="4484687"/>
            <a:ext cx="420600" cy="33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508" name="Google Shape;508;p27"/>
          <p:cNvGrpSpPr/>
          <p:nvPr/>
        </p:nvGrpSpPr>
        <p:grpSpPr>
          <a:xfrm flipH="1">
            <a:off x="4035425" y="4511675"/>
            <a:ext cx="577850" cy="808037"/>
            <a:chOff x="4333" y="2833"/>
            <a:chExt cx="364" cy="509"/>
          </a:xfrm>
        </p:grpSpPr>
        <p:sp>
          <p:nvSpPr>
            <p:cNvPr id="509" name="Google Shape;509;p27"/>
            <p:cNvSpPr/>
            <p:nvPr/>
          </p:nvSpPr>
          <p:spPr>
            <a:xfrm>
              <a:off x="4397" y="3042"/>
              <a:ext cx="300" cy="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APR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0" name="Google Shape;510;p27"/>
            <p:cNvCxnSpPr/>
            <p:nvPr/>
          </p:nvCxnSpPr>
          <p:spPr>
            <a:xfrm>
              <a:off x="4333" y="2833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11" name="Google Shape;511;p27"/>
          <p:cNvSpPr/>
          <p:nvPr/>
        </p:nvSpPr>
        <p:spPr>
          <a:xfrm>
            <a:off x="7386637" y="4843462"/>
            <a:ext cx="638100" cy="377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JUNE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2" name="Google Shape;512;p27"/>
          <p:cNvCxnSpPr/>
          <p:nvPr/>
        </p:nvCxnSpPr>
        <p:spPr>
          <a:xfrm>
            <a:off x="7285037" y="4511675"/>
            <a:ext cx="420600" cy="33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3" name="Google Shape;513;p27"/>
          <p:cNvSpPr/>
          <p:nvPr/>
        </p:nvSpPr>
        <p:spPr>
          <a:xfrm>
            <a:off x="5038725" y="3328987"/>
            <a:ext cx="638100" cy="377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7"/>
          <p:cNvSpPr/>
          <p:nvPr/>
        </p:nvSpPr>
        <p:spPr>
          <a:xfrm>
            <a:off x="7321550" y="3328987"/>
            <a:ext cx="638100" cy="377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5" name="Google Shape;515;p27"/>
          <p:cNvCxnSpPr/>
          <p:nvPr/>
        </p:nvCxnSpPr>
        <p:spPr>
          <a:xfrm flipH="1">
            <a:off x="4789537" y="3657600"/>
            <a:ext cx="349200" cy="52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6" name="Google Shape;516;p27"/>
          <p:cNvCxnSpPr/>
          <p:nvPr/>
        </p:nvCxnSpPr>
        <p:spPr>
          <a:xfrm>
            <a:off x="5573712" y="3643312"/>
            <a:ext cx="347700" cy="52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7" name="Google Shape;517;p27"/>
          <p:cNvCxnSpPr/>
          <p:nvPr/>
        </p:nvCxnSpPr>
        <p:spPr>
          <a:xfrm flipH="1">
            <a:off x="7081887" y="3684587"/>
            <a:ext cx="349200" cy="493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8" name="Google Shape;518;p27"/>
          <p:cNvCxnSpPr/>
          <p:nvPr/>
        </p:nvCxnSpPr>
        <p:spPr>
          <a:xfrm>
            <a:off x="7851775" y="3668712"/>
            <a:ext cx="361800" cy="49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9" name="Google Shape;519;p27"/>
          <p:cNvCxnSpPr/>
          <p:nvPr/>
        </p:nvCxnSpPr>
        <p:spPr>
          <a:xfrm flipH="1">
            <a:off x="5384725" y="2917825"/>
            <a:ext cx="885900" cy="40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0" name="Google Shape;520;p27"/>
          <p:cNvCxnSpPr/>
          <p:nvPr/>
        </p:nvCxnSpPr>
        <p:spPr>
          <a:xfrm>
            <a:off x="6734175" y="2903537"/>
            <a:ext cx="928800" cy="43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1" name="Google Shape;521;p27"/>
          <p:cNvSpPr txBox="1"/>
          <p:nvPr/>
        </p:nvSpPr>
        <p:spPr>
          <a:xfrm>
            <a:off x="5132387" y="3032125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7"/>
          <p:cNvSpPr txBox="1"/>
          <p:nvPr/>
        </p:nvSpPr>
        <p:spPr>
          <a:xfrm>
            <a:off x="7470775" y="3019425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7"/>
          <p:cNvSpPr txBox="1"/>
          <p:nvPr/>
        </p:nvSpPr>
        <p:spPr>
          <a:xfrm>
            <a:off x="4540250" y="3862387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7"/>
          <p:cNvSpPr txBox="1"/>
          <p:nvPr/>
        </p:nvSpPr>
        <p:spPr>
          <a:xfrm>
            <a:off x="5859462" y="3859212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7"/>
          <p:cNvSpPr txBox="1"/>
          <p:nvPr/>
        </p:nvSpPr>
        <p:spPr>
          <a:xfrm>
            <a:off x="4002087" y="4572000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7"/>
          <p:cNvSpPr txBox="1"/>
          <p:nvPr/>
        </p:nvSpPr>
        <p:spPr>
          <a:xfrm>
            <a:off x="7600950" y="4572000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7"/>
          <p:cNvSpPr txBox="1"/>
          <p:nvPr/>
        </p:nvSpPr>
        <p:spPr>
          <a:xfrm>
            <a:off x="8737600" y="4556125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7"/>
          <p:cNvSpPr txBox="1"/>
          <p:nvPr/>
        </p:nvSpPr>
        <p:spPr>
          <a:xfrm>
            <a:off x="6773862" y="3873500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7"/>
          <p:cNvSpPr txBox="1"/>
          <p:nvPr/>
        </p:nvSpPr>
        <p:spPr>
          <a:xfrm>
            <a:off x="8196262" y="3875087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7"/>
          <p:cNvSpPr txBox="1"/>
          <p:nvPr/>
        </p:nvSpPr>
        <p:spPr>
          <a:xfrm>
            <a:off x="2211387" y="1814512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7"/>
          <p:cNvSpPr/>
          <p:nvPr/>
        </p:nvSpPr>
        <p:spPr>
          <a:xfrm>
            <a:off x="2052637" y="2111375"/>
            <a:ext cx="638100" cy="377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2" name="Google Shape;532;p27"/>
          <p:cNvGrpSpPr/>
          <p:nvPr/>
        </p:nvGrpSpPr>
        <p:grpSpPr>
          <a:xfrm>
            <a:off x="636587" y="3657600"/>
            <a:ext cx="1617662" cy="476250"/>
            <a:chOff x="2814" y="2240"/>
            <a:chExt cx="1019" cy="300"/>
          </a:xfrm>
        </p:grpSpPr>
        <p:sp>
          <p:nvSpPr>
            <p:cNvPr id="533" name="Google Shape;533;p27"/>
            <p:cNvSpPr/>
            <p:nvPr/>
          </p:nvSpPr>
          <p:spPr>
            <a:xfrm>
              <a:off x="2814" y="2240"/>
              <a:ext cx="300" cy="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AUG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27"/>
            <p:cNvSpPr/>
            <p:nvPr/>
          </p:nvSpPr>
          <p:spPr>
            <a:xfrm>
              <a:off x="3533" y="2240"/>
              <a:ext cx="300" cy="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JAN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5" name="Google Shape;535;p27"/>
          <p:cNvSpPr/>
          <p:nvPr/>
        </p:nvSpPr>
        <p:spPr>
          <a:xfrm>
            <a:off x="2398712" y="4297362"/>
            <a:ext cx="638100" cy="377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JULY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7"/>
          <p:cNvSpPr/>
          <p:nvPr/>
        </p:nvSpPr>
        <p:spPr>
          <a:xfrm>
            <a:off x="3479800" y="3627437"/>
            <a:ext cx="638100" cy="377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7" name="Google Shape;537;p27"/>
          <p:cNvGrpSpPr/>
          <p:nvPr/>
        </p:nvGrpSpPr>
        <p:grpSpPr>
          <a:xfrm>
            <a:off x="1208087" y="2806700"/>
            <a:ext cx="2165350" cy="476250"/>
            <a:chOff x="570" y="1813"/>
            <a:chExt cx="1364" cy="300"/>
          </a:xfrm>
        </p:grpSpPr>
        <p:sp>
          <p:nvSpPr>
            <p:cNvPr id="538" name="Google Shape;538;p27"/>
            <p:cNvSpPr/>
            <p:nvPr/>
          </p:nvSpPr>
          <p:spPr>
            <a:xfrm>
              <a:off x="570" y="1813"/>
              <a:ext cx="300" cy="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DEC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27"/>
            <p:cNvSpPr/>
            <p:nvPr/>
          </p:nvSpPr>
          <p:spPr>
            <a:xfrm>
              <a:off x="1634" y="1813"/>
              <a:ext cx="300" cy="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MAY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40" name="Google Shape;540;p27"/>
          <p:cNvCxnSpPr/>
          <p:nvPr/>
        </p:nvCxnSpPr>
        <p:spPr>
          <a:xfrm flipH="1">
            <a:off x="958900" y="3149600"/>
            <a:ext cx="349200" cy="52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1" name="Google Shape;541;p27"/>
          <p:cNvCxnSpPr/>
          <p:nvPr/>
        </p:nvCxnSpPr>
        <p:spPr>
          <a:xfrm>
            <a:off x="1743075" y="3135312"/>
            <a:ext cx="347700" cy="52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2" name="Google Shape;542;p27"/>
          <p:cNvCxnSpPr/>
          <p:nvPr/>
        </p:nvCxnSpPr>
        <p:spPr>
          <a:xfrm>
            <a:off x="3440112" y="3130550"/>
            <a:ext cx="361800" cy="49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3" name="Google Shape;543;p27"/>
          <p:cNvSpPr txBox="1"/>
          <p:nvPr/>
        </p:nvSpPr>
        <p:spPr>
          <a:xfrm>
            <a:off x="709612" y="3354387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7"/>
          <p:cNvSpPr txBox="1"/>
          <p:nvPr/>
        </p:nvSpPr>
        <p:spPr>
          <a:xfrm>
            <a:off x="2028825" y="3351212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7"/>
          <p:cNvSpPr txBox="1"/>
          <p:nvPr/>
        </p:nvSpPr>
        <p:spPr>
          <a:xfrm>
            <a:off x="2597150" y="4003675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7"/>
          <p:cNvSpPr txBox="1"/>
          <p:nvPr/>
        </p:nvSpPr>
        <p:spPr>
          <a:xfrm>
            <a:off x="3697287" y="3336925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7"/>
          <p:cNvSpPr/>
          <p:nvPr/>
        </p:nvSpPr>
        <p:spPr>
          <a:xfrm>
            <a:off x="2959100" y="4857750"/>
            <a:ext cx="638100" cy="37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JUNE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8" name="Google Shape;548;p27"/>
          <p:cNvCxnSpPr/>
          <p:nvPr/>
        </p:nvCxnSpPr>
        <p:spPr>
          <a:xfrm>
            <a:off x="2914650" y="4657725"/>
            <a:ext cx="333300" cy="18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9" name="Google Shape;549;p27"/>
          <p:cNvSpPr txBox="1"/>
          <p:nvPr/>
        </p:nvSpPr>
        <p:spPr>
          <a:xfrm>
            <a:off x="3173412" y="4586287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0" name="Google Shape;550;p27"/>
          <p:cNvCxnSpPr/>
          <p:nvPr/>
        </p:nvCxnSpPr>
        <p:spPr>
          <a:xfrm>
            <a:off x="2262187" y="3992562"/>
            <a:ext cx="392100" cy="31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551" name="Google Shape;551;p27"/>
          <p:cNvGrpSpPr/>
          <p:nvPr/>
        </p:nvGrpSpPr>
        <p:grpSpPr>
          <a:xfrm flipH="1">
            <a:off x="1119187" y="4006850"/>
            <a:ext cx="811213" cy="781050"/>
            <a:chOff x="565" y="2916"/>
            <a:chExt cx="511" cy="492"/>
          </a:xfrm>
        </p:grpSpPr>
        <p:sp>
          <p:nvSpPr>
            <p:cNvPr id="552" name="Google Shape;552;p27"/>
            <p:cNvSpPr/>
            <p:nvPr/>
          </p:nvSpPr>
          <p:spPr>
            <a:xfrm>
              <a:off x="651" y="3108"/>
              <a:ext cx="300" cy="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FEB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27"/>
            <p:cNvSpPr txBox="1"/>
            <p:nvPr/>
          </p:nvSpPr>
          <p:spPr>
            <a:xfrm>
              <a:off x="776" y="2923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omic Sans MS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4" name="Google Shape;554;p27"/>
            <p:cNvCxnSpPr/>
            <p:nvPr/>
          </p:nvCxnSpPr>
          <p:spPr>
            <a:xfrm>
              <a:off x="565" y="2916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555" name="Google Shape;555;p27"/>
          <p:cNvCxnSpPr/>
          <p:nvPr/>
        </p:nvCxnSpPr>
        <p:spPr>
          <a:xfrm flipH="1">
            <a:off x="1536812" y="2439987"/>
            <a:ext cx="595200" cy="36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6" name="Google Shape;556;p27"/>
          <p:cNvCxnSpPr/>
          <p:nvPr/>
        </p:nvCxnSpPr>
        <p:spPr>
          <a:xfrm>
            <a:off x="2566987" y="2439987"/>
            <a:ext cx="609600" cy="3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7" name="Google Shape;557;p27"/>
          <p:cNvSpPr txBox="1"/>
          <p:nvPr/>
        </p:nvSpPr>
        <p:spPr>
          <a:xfrm>
            <a:off x="3073400" y="2520950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27"/>
          <p:cNvSpPr txBox="1"/>
          <p:nvPr/>
        </p:nvSpPr>
        <p:spPr>
          <a:xfrm>
            <a:off x="1230312" y="2520950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7"/>
          <p:cNvSpPr/>
          <p:nvPr/>
        </p:nvSpPr>
        <p:spPr>
          <a:xfrm flipH="1">
            <a:off x="75" y="4310062"/>
            <a:ext cx="638100" cy="377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APR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27"/>
          <p:cNvSpPr txBox="1"/>
          <p:nvPr/>
        </p:nvSpPr>
        <p:spPr>
          <a:xfrm flipH="1">
            <a:off x="193575" y="4002087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1" name="Google Shape;561;p27"/>
          <p:cNvCxnSpPr/>
          <p:nvPr/>
        </p:nvCxnSpPr>
        <p:spPr>
          <a:xfrm flipH="1">
            <a:off x="382599" y="4005262"/>
            <a:ext cx="392100" cy="31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8"/>
          <p:cNvSpPr txBox="1"/>
          <p:nvPr>
            <p:ph type="title"/>
          </p:nvPr>
        </p:nvSpPr>
        <p:spPr>
          <a:xfrm>
            <a:off x="684212" y="0"/>
            <a:ext cx="68706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rPr>
              <a:t>Balanced Trees Obtained for The Months of The Year (Cont.)</a:t>
            </a:r>
            <a:endParaRPr/>
          </a:p>
        </p:txBody>
      </p:sp>
      <p:sp>
        <p:nvSpPr>
          <p:cNvPr id="567" name="Google Shape;567;p28"/>
          <p:cNvSpPr/>
          <p:nvPr/>
        </p:nvSpPr>
        <p:spPr>
          <a:xfrm>
            <a:off x="774700" y="3930650"/>
            <a:ext cx="609600" cy="392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APR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8" name="Google Shape;568;p28"/>
          <p:cNvCxnSpPr/>
          <p:nvPr/>
        </p:nvCxnSpPr>
        <p:spPr>
          <a:xfrm flipH="1">
            <a:off x="1131812" y="2943225"/>
            <a:ext cx="276300" cy="36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569" name="Google Shape;569;p28"/>
          <p:cNvGrpSpPr/>
          <p:nvPr/>
        </p:nvGrpSpPr>
        <p:grpSpPr>
          <a:xfrm>
            <a:off x="777875" y="3316287"/>
            <a:ext cx="1670050" cy="476249"/>
            <a:chOff x="490" y="2091"/>
            <a:chExt cx="1052" cy="300"/>
          </a:xfrm>
        </p:grpSpPr>
        <p:sp>
          <p:nvSpPr>
            <p:cNvPr id="570" name="Google Shape;570;p28"/>
            <p:cNvSpPr/>
            <p:nvPr/>
          </p:nvSpPr>
          <p:spPr>
            <a:xfrm>
              <a:off x="490" y="2091"/>
              <a:ext cx="300" cy="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AUG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28"/>
            <p:cNvSpPr/>
            <p:nvPr/>
          </p:nvSpPr>
          <p:spPr>
            <a:xfrm flipH="1">
              <a:off x="1242" y="2091"/>
              <a:ext cx="300" cy="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FEB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72" name="Google Shape;572;p28"/>
          <p:cNvCxnSpPr/>
          <p:nvPr/>
        </p:nvCxnSpPr>
        <p:spPr>
          <a:xfrm>
            <a:off x="1808162" y="2928937"/>
            <a:ext cx="335100" cy="37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3" name="Google Shape;573;p28"/>
          <p:cNvSpPr/>
          <p:nvPr/>
        </p:nvSpPr>
        <p:spPr>
          <a:xfrm>
            <a:off x="2259012" y="2003425"/>
            <a:ext cx="609600" cy="392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8"/>
          <p:cNvSpPr/>
          <p:nvPr/>
        </p:nvSpPr>
        <p:spPr>
          <a:xfrm>
            <a:off x="1308100" y="2595562"/>
            <a:ext cx="609600" cy="392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8"/>
          <p:cNvSpPr/>
          <p:nvPr/>
        </p:nvSpPr>
        <p:spPr>
          <a:xfrm>
            <a:off x="3208337" y="2595562"/>
            <a:ext cx="609600" cy="392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6" name="Google Shape;576;p28"/>
          <p:cNvCxnSpPr/>
          <p:nvPr/>
        </p:nvCxnSpPr>
        <p:spPr>
          <a:xfrm flipH="1">
            <a:off x="3032050" y="2943225"/>
            <a:ext cx="276300" cy="36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7" name="Google Shape;577;p28"/>
          <p:cNvSpPr/>
          <p:nvPr/>
        </p:nvSpPr>
        <p:spPr>
          <a:xfrm>
            <a:off x="2678112" y="3316287"/>
            <a:ext cx="609600" cy="392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JULY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28"/>
          <p:cNvSpPr/>
          <p:nvPr/>
        </p:nvSpPr>
        <p:spPr>
          <a:xfrm flipH="1">
            <a:off x="3738562" y="3316287"/>
            <a:ext cx="609600" cy="392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9" name="Google Shape;579;p28"/>
          <p:cNvCxnSpPr/>
          <p:nvPr/>
        </p:nvCxnSpPr>
        <p:spPr>
          <a:xfrm>
            <a:off x="3708400" y="2928937"/>
            <a:ext cx="335100" cy="37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0" name="Google Shape;580;p28"/>
          <p:cNvCxnSpPr/>
          <p:nvPr/>
        </p:nvCxnSpPr>
        <p:spPr>
          <a:xfrm flipH="1">
            <a:off x="1639899" y="2336800"/>
            <a:ext cx="696900" cy="24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1" name="Google Shape;581;p28"/>
          <p:cNvCxnSpPr/>
          <p:nvPr/>
        </p:nvCxnSpPr>
        <p:spPr>
          <a:xfrm>
            <a:off x="2757487" y="2351087"/>
            <a:ext cx="755700" cy="231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2" name="Google Shape;582;p28"/>
          <p:cNvCxnSpPr/>
          <p:nvPr/>
        </p:nvCxnSpPr>
        <p:spPr>
          <a:xfrm flipH="1">
            <a:off x="899999" y="3671887"/>
            <a:ext cx="14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3" name="Google Shape;583;p28"/>
          <p:cNvSpPr/>
          <p:nvPr/>
        </p:nvSpPr>
        <p:spPr>
          <a:xfrm flipH="1">
            <a:off x="3719512" y="3959225"/>
            <a:ext cx="609600" cy="392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4" name="Google Shape;584;p28"/>
          <p:cNvCxnSpPr/>
          <p:nvPr/>
        </p:nvCxnSpPr>
        <p:spPr>
          <a:xfrm>
            <a:off x="4205287" y="3700462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5" name="Google Shape;585;p28"/>
          <p:cNvSpPr/>
          <p:nvPr/>
        </p:nvSpPr>
        <p:spPr>
          <a:xfrm flipH="1">
            <a:off x="3730625" y="4581525"/>
            <a:ext cx="609600" cy="392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6" name="Google Shape;586;p28"/>
          <p:cNvCxnSpPr/>
          <p:nvPr/>
        </p:nvCxnSpPr>
        <p:spPr>
          <a:xfrm>
            <a:off x="4216400" y="4322762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7" name="Google Shape;587;p28"/>
          <p:cNvSpPr/>
          <p:nvPr/>
        </p:nvSpPr>
        <p:spPr>
          <a:xfrm flipH="1">
            <a:off x="2684462" y="3925887"/>
            <a:ext cx="609600" cy="392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JUNE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8" name="Google Shape;588;p28"/>
          <p:cNvCxnSpPr/>
          <p:nvPr/>
        </p:nvCxnSpPr>
        <p:spPr>
          <a:xfrm>
            <a:off x="3170237" y="3667125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9" name="Google Shape;589;p28"/>
          <p:cNvSpPr txBox="1"/>
          <p:nvPr/>
        </p:nvSpPr>
        <p:spPr>
          <a:xfrm>
            <a:off x="2371725" y="1711325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8"/>
          <p:cNvSpPr txBox="1"/>
          <p:nvPr/>
        </p:nvSpPr>
        <p:spPr>
          <a:xfrm>
            <a:off x="1382712" y="2289175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8"/>
          <p:cNvSpPr txBox="1"/>
          <p:nvPr/>
        </p:nvSpPr>
        <p:spPr>
          <a:xfrm>
            <a:off x="3355975" y="2305050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8"/>
          <p:cNvSpPr txBox="1"/>
          <p:nvPr/>
        </p:nvSpPr>
        <p:spPr>
          <a:xfrm>
            <a:off x="2776537" y="3016250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8"/>
          <p:cNvSpPr txBox="1"/>
          <p:nvPr/>
        </p:nvSpPr>
        <p:spPr>
          <a:xfrm>
            <a:off x="3676650" y="3713162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8"/>
          <p:cNvSpPr txBox="1"/>
          <p:nvPr/>
        </p:nvSpPr>
        <p:spPr>
          <a:xfrm>
            <a:off x="3908425" y="3014662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8"/>
          <p:cNvSpPr txBox="1"/>
          <p:nvPr/>
        </p:nvSpPr>
        <p:spPr>
          <a:xfrm>
            <a:off x="3676650" y="4351337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8"/>
          <p:cNvSpPr txBox="1"/>
          <p:nvPr/>
        </p:nvSpPr>
        <p:spPr>
          <a:xfrm>
            <a:off x="2687637" y="3668712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8"/>
          <p:cNvSpPr txBox="1"/>
          <p:nvPr/>
        </p:nvSpPr>
        <p:spPr>
          <a:xfrm>
            <a:off x="2093912" y="3043237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8"/>
          <p:cNvSpPr txBox="1"/>
          <p:nvPr/>
        </p:nvSpPr>
        <p:spPr>
          <a:xfrm>
            <a:off x="800100" y="3027362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8"/>
          <p:cNvSpPr txBox="1"/>
          <p:nvPr/>
        </p:nvSpPr>
        <p:spPr>
          <a:xfrm>
            <a:off x="1074737" y="3695700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28"/>
          <p:cNvSpPr txBox="1"/>
          <p:nvPr/>
        </p:nvSpPr>
        <p:spPr>
          <a:xfrm>
            <a:off x="2887662" y="5456237"/>
            <a:ext cx="26433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(k) Insert OCTOBER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8"/>
          <p:cNvSpPr/>
          <p:nvPr/>
        </p:nvSpPr>
        <p:spPr>
          <a:xfrm>
            <a:off x="4908550" y="3971925"/>
            <a:ext cx="609600" cy="392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APR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2" name="Google Shape;602;p28"/>
          <p:cNvCxnSpPr/>
          <p:nvPr/>
        </p:nvCxnSpPr>
        <p:spPr>
          <a:xfrm flipH="1">
            <a:off x="5265662" y="2984500"/>
            <a:ext cx="276300" cy="36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603" name="Google Shape;603;p28"/>
          <p:cNvGrpSpPr/>
          <p:nvPr/>
        </p:nvGrpSpPr>
        <p:grpSpPr>
          <a:xfrm>
            <a:off x="4911725" y="3357562"/>
            <a:ext cx="1670050" cy="476249"/>
            <a:chOff x="490" y="2091"/>
            <a:chExt cx="1052" cy="300"/>
          </a:xfrm>
        </p:grpSpPr>
        <p:sp>
          <p:nvSpPr>
            <p:cNvPr id="604" name="Google Shape;604;p28"/>
            <p:cNvSpPr/>
            <p:nvPr/>
          </p:nvSpPr>
          <p:spPr>
            <a:xfrm>
              <a:off x="490" y="2091"/>
              <a:ext cx="300" cy="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AUG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28"/>
            <p:cNvSpPr/>
            <p:nvPr/>
          </p:nvSpPr>
          <p:spPr>
            <a:xfrm flipH="1">
              <a:off x="1242" y="2091"/>
              <a:ext cx="300" cy="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FEB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06" name="Google Shape;606;p28"/>
          <p:cNvCxnSpPr/>
          <p:nvPr/>
        </p:nvCxnSpPr>
        <p:spPr>
          <a:xfrm>
            <a:off x="5942012" y="2970212"/>
            <a:ext cx="335100" cy="37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7" name="Google Shape;607;p28"/>
          <p:cNvSpPr/>
          <p:nvPr/>
        </p:nvSpPr>
        <p:spPr>
          <a:xfrm>
            <a:off x="6392862" y="2044700"/>
            <a:ext cx="609600" cy="392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8"/>
          <p:cNvSpPr/>
          <p:nvPr/>
        </p:nvSpPr>
        <p:spPr>
          <a:xfrm>
            <a:off x="5441950" y="2636837"/>
            <a:ext cx="609600" cy="392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8"/>
          <p:cNvSpPr/>
          <p:nvPr/>
        </p:nvSpPr>
        <p:spPr>
          <a:xfrm>
            <a:off x="7342187" y="2636837"/>
            <a:ext cx="609600" cy="392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0" name="Google Shape;610;p28"/>
          <p:cNvCxnSpPr/>
          <p:nvPr/>
        </p:nvCxnSpPr>
        <p:spPr>
          <a:xfrm flipH="1">
            <a:off x="7165900" y="2984500"/>
            <a:ext cx="276300" cy="36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1" name="Google Shape;611;p28"/>
          <p:cNvSpPr/>
          <p:nvPr/>
        </p:nvSpPr>
        <p:spPr>
          <a:xfrm>
            <a:off x="6811962" y="3357562"/>
            <a:ext cx="609600" cy="392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JULY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8"/>
          <p:cNvSpPr/>
          <p:nvPr/>
        </p:nvSpPr>
        <p:spPr>
          <a:xfrm flipH="1">
            <a:off x="7872412" y="3357562"/>
            <a:ext cx="609600" cy="392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3" name="Google Shape;613;p28"/>
          <p:cNvCxnSpPr/>
          <p:nvPr/>
        </p:nvCxnSpPr>
        <p:spPr>
          <a:xfrm>
            <a:off x="7842250" y="2970212"/>
            <a:ext cx="335100" cy="37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4" name="Google Shape;614;p28"/>
          <p:cNvCxnSpPr/>
          <p:nvPr/>
        </p:nvCxnSpPr>
        <p:spPr>
          <a:xfrm flipH="1">
            <a:off x="5773749" y="2378075"/>
            <a:ext cx="696900" cy="24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5" name="Google Shape;615;p28"/>
          <p:cNvCxnSpPr/>
          <p:nvPr/>
        </p:nvCxnSpPr>
        <p:spPr>
          <a:xfrm>
            <a:off x="6891337" y="2392362"/>
            <a:ext cx="755700" cy="231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6" name="Google Shape;616;p28"/>
          <p:cNvCxnSpPr/>
          <p:nvPr/>
        </p:nvCxnSpPr>
        <p:spPr>
          <a:xfrm flipH="1">
            <a:off x="5033849" y="3713162"/>
            <a:ext cx="14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7" name="Google Shape;617;p28"/>
          <p:cNvSpPr/>
          <p:nvPr/>
        </p:nvSpPr>
        <p:spPr>
          <a:xfrm flipH="1">
            <a:off x="7548562" y="3957637"/>
            <a:ext cx="609600" cy="392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8" name="Google Shape;618;p28"/>
          <p:cNvCxnSpPr/>
          <p:nvPr/>
        </p:nvCxnSpPr>
        <p:spPr>
          <a:xfrm flipH="1">
            <a:off x="7845512" y="3697287"/>
            <a:ext cx="115800" cy="261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9" name="Google Shape;619;p28"/>
          <p:cNvSpPr/>
          <p:nvPr/>
        </p:nvSpPr>
        <p:spPr>
          <a:xfrm flipH="1">
            <a:off x="8356600" y="3954462"/>
            <a:ext cx="609600" cy="392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0" name="Google Shape;620;p28"/>
          <p:cNvCxnSpPr/>
          <p:nvPr/>
        </p:nvCxnSpPr>
        <p:spPr>
          <a:xfrm>
            <a:off x="8407400" y="3681412"/>
            <a:ext cx="261900" cy="29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1" name="Google Shape;621;p28"/>
          <p:cNvSpPr/>
          <p:nvPr/>
        </p:nvSpPr>
        <p:spPr>
          <a:xfrm flipH="1">
            <a:off x="6818312" y="3967162"/>
            <a:ext cx="609600" cy="392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JUNE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2" name="Google Shape;622;p28"/>
          <p:cNvCxnSpPr/>
          <p:nvPr/>
        </p:nvCxnSpPr>
        <p:spPr>
          <a:xfrm>
            <a:off x="7304087" y="37084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3" name="Google Shape;623;p28"/>
          <p:cNvSpPr txBox="1"/>
          <p:nvPr/>
        </p:nvSpPr>
        <p:spPr>
          <a:xfrm>
            <a:off x="6505575" y="1752600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8"/>
          <p:cNvSpPr txBox="1"/>
          <p:nvPr/>
        </p:nvSpPr>
        <p:spPr>
          <a:xfrm>
            <a:off x="5516562" y="2330450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8"/>
          <p:cNvSpPr txBox="1"/>
          <p:nvPr/>
        </p:nvSpPr>
        <p:spPr>
          <a:xfrm>
            <a:off x="7489825" y="2346325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8"/>
          <p:cNvSpPr txBox="1"/>
          <p:nvPr/>
        </p:nvSpPr>
        <p:spPr>
          <a:xfrm>
            <a:off x="6910387" y="3057525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8"/>
          <p:cNvSpPr txBox="1"/>
          <p:nvPr/>
        </p:nvSpPr>
        <p:spPr>
          <a:xfrm>
            <a:off x="7534275" y="3695700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8"/>
          <p:cNvSpPr txBox="1"/>
          <p:nvPr/>
        </p:nvSpPr>
        <p:spPr>
          <a:xfrm>
            <a:off x="8042275" y="3055937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8"/>
          <p:cNvSpPr txBox="1"/>
          <p:nvPr/>
        </p:nvSpPr>
        <p:spPr>
          <a:xfrm>
            <a:off x="8535987" y="3578225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8"/>
          <p:cNvSpPr txBox="1"/>
          <p:nvPr/>
        </p:nvSpPr>
        <p:spPr>
          <a:xfrm>
            <a:off x="6821487" y="3709987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28"/>
          <p:cNvSpPr txBox="1"/>
          <p:nvPr/>
        </p:nvSpPr>
        <p:spPr>
          <a:xfrm>
            <a:off x="6227762" y="3084512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8"/>
          <p:cNvSpPr txBox="1"/>
          <p:nvPr/>
        </p:nvSpPr>
        <p:spPr>
          <a:xfrm>
            <a:off x="4933950" y="3068637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8"/>
          <p:cNvSpPr txBox="1"/>
          <p:nvPr/>
        </p:nvSpPr>
        <p:spPr>
          <a:xfrm>
            <a:off x="5208587" y="3736975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8"/>
          <p:cNvSpPr/>
          <p:nvPr/>
        </p:nvSpPr>
        <p:spPr>
          <a:xfrm>
            <a:off x="4271962" y="2452687"/>
            <a:ext cx="885816" cy="463536"/>
          </a:xfrm>
          <a:custGeom>
            <a:rect b="b" l="l" r="r" t="t"/>
            <a:pathLst>
              <a:path extrusionOk="0" h="21600" w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extrusionOk="0" h="21600" w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extrusionOk="0" h="21600" w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35" name="Google Shape;635;p28"/>
          <p:cNvSpPr txBox="1"/>
          <p:nvPr/>
        </p:nvSpPr>
        <p:spPr>
          <a:xfrm>
            <a:off x="4454525" y="2106612"/>
            <a:ext cx="625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9"/>
          <p:cNvSpPr txBox="1"/>
          <p:nvPr>
            <p:ph type="title"/>
          </p:nvPr>
        </p:nvSpPr>
        <p:spPr>
          <a:xfrm>
            <a:off x="684212" y="0"/>
            <a:ext cx="68706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rPr>
              <a:t>Balanced Trees Obtained for The Months of The Year (Cont.)</a:t>
            </a:r>
            <a:endParaRPr/>
          </a:p>
        </p:txBody>
      </p:sp>
      <p:sp>
        <p:nvSpPr>
          <p:cNvPr id="641" name="Google Shape;641;p29"/>
          <p:cNvSpPr txBox="1"/>
          <p:nvPr/>
        </p:nvSpPr>
        <p:spPr>
          <a:xfrm>
            <a:off x="3192462" y="5427662"/>
            <a:ext cx="26433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(i) Insert SEPTEMBER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9"/>
          <p:cNvSpPr/>
          <p:nvPr/>
        </p:nvSpPr>
        <p:spPr>
          <a:xfrm>
            <a:off x="4352925" y="2205037"/>
            <a:ext cx="609600" cy="392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3" name="Google Shape;643;p29"/>
          <p:cNvGrpSpPr/>
          <p:nvPr/>
        </p:nvGrpSpPr>
        <p:grpSpPr>
          <a:xfrm>
            <a:off x="2335212" y="2941637"/>
            <a:ext cx="4511675" cy="476249"/>
            <a:chOff x="1471" y="1853"/>
            <a:chExt cx="2842" cy="300"/>
          </a:xfrm>
        </p:grpSpPr>
        <p:sp>
          <p:nvSpPr>
            <p:cNvPr id="644" name="Google Shape;644;p29"/>
            <p:cNvSpPr/>
            <p:nvPr/>
          </p:nvSpPr>
          <p:spPr>
            <a:xfrm>
              <a:off x="1471" y="1853"/>
              <a:ext cx="300" cy="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DEC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29"/>
            <p:cNvSpPr/>
            <p:nvPr/>
          </p:nvSpPr>
          <p:spPr>
            <a:xfrm>
              <a:off x="4013" y="1853"/>
              <a:ext cx="300" cy="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MAR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6" name="Google Shape;646;p29"/>
          <p:cNvGrpSpPr/>
          <p:nvPr/>
        </p:nvGrpSpPr>
        <p:grpSpPr>
          <a:xfrm>
            <a:off x="1325562" y="3895725"/>
            <a:ext cx="2627312" cy="476249"/>
            <a:chOff x="835" y="2454"/>
            <a:chExt cx="1655" cy="300"/>
          </a:xfrm>
        </p:grpSpPr>
        <p:sp>
          <p:nvSpPr>
            <p:cNvPr id="647" name="Google Shape;647;p29"/>
            <p:cNvSpPr/>
            <p:nvPr/>
          </p:nvSpPr>
          <p:spPr>
            <a:xfrm>
              <a:off x="835" y="2454"/>
              <a:ext cx="300" cy="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AUG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29"/>
            <p:cNvSpPr/>
            <p:nvPr/>
          </p:nvSpPr>
          <p:spPr>
            <a:xfrm flipH="1">
              <a:off x="2190" y="2454"/>
              <a:ext cx="300" cy="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FEB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9" name="Google Shape;649;p29"/>
          <p:cNvGrpSpPr/>
          <p:nvPr/>
        </p:nvGrpSpPr>
        <p:grpSpPr>
          <a:xfrm>
            <a:off x="5360987" y="3895725"/>
            <a:ext cx="2627312" cy="476249"/>
            <a:chOff x="3377" y="2454"/>
            <a:chExt cx="1655" cy="300"/>
          </a:xfrm>
        </p:grpSpPr>
        <p:sp>
          <p:nvSpPr>
            <p:cNvPr id="650" name="Google Shape;650;p29"/>
            <p:cNvSpPr/>
            <p:nvPr/>
          </p:nvSpPr>
          <p:spPr>
            <a:xfrm>
              <a:off x="3377" y="2454"/>
              <a:ext cx="300" cy="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JULY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29"/>
            <p:cNvSpPr/>
            <p:nvPr/>
          </p:nvSpPr>
          <p:spPr>
            <a:xfrm flipH="1">
              <a:off x="4732" y="2454"/>
              <a:ext cx="300" cy="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NOV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52" name="Google Shape;652;p29"/>
          <p:cNvCxnSpPr/>
          <p:nvPr/>
        </p:nvCxnSpPr>
        <p:spPr>
          <a:xfrm>
            <a:off x="7915275" y="4248150"/>
            <a:ext cx="335100" cy="37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3" name="Google Shape;653;p29"/>
          <p:cNvCxnSpPr/>
          <p:nvPr/>
        </p:nvCxnSpPr>
        <p:spPr>
          <a:xfrm flipH="1">
            <a:off x="1652612" y="3306762"/>
            <a:ext cx="784200" cy="59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4" name="Google Shape;654;p29"/>
          <p:cNvCxnSpPr/>
          <p:nvPr/>
        </p:nvCxnSpPr>
        <p:spPr>
          <a:xfrm>
            <a:off x="2828925" y="3278187"/>
            <a:ext cx="828600" cy="59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5" name="Google Shape;655;p29"/>
          <p:cNvSpPr txBox="1"/>
          <p:nvPr/>
        </p:nvSpPr>
        <p:spPr>
          <a:xfrm>
            <a:off x="4459287" y="1897062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29"/>
          <p:cNvSpPr txBox="1"/>
          <p:nvPr/>
        </p:nvSpPr>
        <p:spPr>
          <a:xfrm>
            <a:off x="2366962" y="2635250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29"/>
          <p:cNvSpPr txBox="1"/>
          <p:nvPr/>
        </p:nvSpPr>
        <p:spPr>
          <a:xfrm>
            <a:off x="6864350" y="4349750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29"/>
          <p:cNvSpPr txBox="1"/>
          <p:nvPr/>
        </p:nvSpPr>
        <p:spPr>
          <a:xfrm>
            <a:off x="8129587" y="4349750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29"/>
          <p:cNvSpPr/>
          <p:nvPr/>
        </p:nvSpPr>
        <p:spPr>
          <a:xfrm>
            <a:off x="7970837" y="4619625"/>
            <a:ext cx="609600" cy="392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0" name="Google Shape;660;p29"/>
          <p:cNvCxnSpPr/>
          <p:nvPr/>
        </p:nvCxnSpPr>
        <p:spPr>
          <a:xfrm flipH="1">
            <a:off x="7156312" y="4273550"/>
            <a:ext cx="335100" cy="37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1" name="Google Shape;661;p29"/>
          <p:cNvSpPr txBox="1"/>
          <p:nvPr/>
        </p:nvSpPr>
        <p:spPr>
          <a:xfrm flipH="1">
            <a:off x="6507062" y="2633662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29"/>
          <p:cNvSpPr/>
          <p:nvPr/>
        </p:nvSpPr>
        <p:spPr>
          <a:xfrm flipH="1">
            <a:off x="6826250" y="4645025"/>
            <a:ext cx="609600" cy="392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3" name="Google Shape;663;p29"/>
          <p:cNvCxnSpPr/>
          <p:nvPr/>
        </p:nvCxnSpPr>
        <p:spPr>
          <a:xfrm>
            <a:off x="5853112" y="4260850"/>
            <a:ext cx="335100" cy="37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4" name="Google Shape;664;p29"/>
          <p:cNvSpPr txBox="1"/>
          <p:nvPr/>
        </p:nvSpPr>
        <p:spPr>
          <a:xfrm>
            <a:off x="6067425" y="4362450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29"/>
          <p:cNvSpPr/>
          <p:nvPr/>
        </p:nvSpPr>
        <p:spPr>
          <a:xfrm>
            <a:off x="5908675" y="4619625"/>
            <a:ext cx="609600" cy="392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JUNE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6" name="Google Shape;666;p29"/>
          <p:cNvCxnSpPr/>
          <p:nvPr/>
        </p:nvCxnSpPr>
        <p:spPr>
          <a:xfrm flipH="1">
            <a:off x="1158737" y="4273550"/>
            <a:ext cx="335100" cy="37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7" name="Google Shape;667;p29"/>
          <p:cNvSpPr txBox="1"/>
          <p:nvPr/>
        </p:nvSpPr>
        <p:spPr>
          <a:xfrm flipH="1">
            <a:off x="873025" y="4375150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29"/>
          <p:cNvSpPr/>
          <p:nvPr/>
        </p:nvSpPr>
        <p:spPr>
          <a:xfrm flipH="1">
            <a:off x="828675" y="4619625"/>
            <a:ext cx="609600" cy="392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APR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9" name="Google Shape;669;p29"/>
          <p:cNvCxnSpPr/>
          <p:nvPr/>
        </p:nvCxnSpPr>
        <p:spPr>
          <a:xfrm flipH="1">
            <a:off x="5699037" y="3319462"/>
            <a:ext cx="798600" cy="59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0" name="Google Shape;670;p29"/>
          <p:cNvCxnSpPr/>
          <p:nvPr/>
        </p:nvCxnSpPr>
        <p:spPr>
          <a:xfrm>
            <a:off x="6875462" y="3290887"/>
            <a:ext cx="828600" cy="59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1" name="Google Shape;671;p29"/>
          <p:cNvCxnSpPr/>
          <p:nvPr/>
        </p:nvCxnSpPr>
        <p:spPr>
          <a:xfrm flipH="1">
            <a:off x="2684562" y="2497137"/>
            <a:ext cx="1727100" cy="42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2" name="Google Shape;672;p29"/>
          <p:cNvCxnSpPr/>
          <p:nvPr/>
        </p:nvCxnSpPr>
        <p:spPr>
          <a:xfrm>
            <a:off x="4891087" y="2497137"/>
            <a:ext cx="1828800" cy="43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3" name="Google Shape;673;p29"/>
          <p:cNvSpPr txBox="1"/>
          <p:nvPr/>
        </p:nvSpPr>
        <p:spPr>
          <a:xfrm flipH="1">
            <a:off x="7550050" y="3589337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29"/>
          <p:cNvSpPr txBox="1"/>
          <p:nvPr/>
        </p:nvSpPr>
        <p:spPr>
          <a:xfrm flipH="1">
            <a:off x="5414862" y="3602037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5" name="Google Shape;675;p29"/>
          <p:cNvCxnSpPr/>
          <p:nvPr/>
        </p:nvCxnSpPr>
        <p:spPr>
          <a:xfrm>
            <a:off x="8478837" y="4986337"/>
            <a:ext cx="335100" cy="37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6" name="Google Shape;676;p29"/>
          <p:cNvSpPr txBox="1"/>
          <p:nvPr/>
        </p:nvSpPr>
        <p:spPr>
          <a:xfrm>
            <a:off x="8693150" y="5087937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29"/>
          <p:cNvSpPr/>
          <p:nvPr/>
        </p:nvSpPr>
        <p:spPr>
          <a:xfrm>
            <a:off x="8534400" y="5357812"/>
            <a:ext cx="609600" cy="392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SEPT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29"/>
          <p:cNvSpPr txBox="1"/>
          <p:nvPr/>
        </p:nvSpPr>
        <p:spPr>
          <a:xfrm flipH="1">
            <a:off x="3659087" y="3603625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29"/>
          <p:cNvSpPr txBox="1"/>
          <p:nvPr/>
        </p:nvSpPr>
        <p:spPr>
          <a:xfrm>
            <a:off x="1377950" y="3619500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0"/>
          <p:cNvSpPr txBox="1"/>
          <p:nvPr>
            <p:ph type="title"/>
          </p:nvPr>
        </p:nvSpPr>
        <p:spPr>
          <a:xfrm>
            <a:off x="684212" y="0"/>
            <a:ext cx="68706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4000"/>
              <a:buFont typeface="Comic Sans MS"/>
              <a:buNone/>
            </a:pPr>
            <a:r>
              <a:rPr b="0" i="0" lang="en-US" sz="4000" u="non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rPr>
              <a:t>Rebalancing Rotation of Binary Search Tree</a:t>
            </a:r>
            <a:endParaRPr/>
          </a:p>
        </p:txBody>
      </p:sp>
      <p:sp>
        <p:nvSpPr>
          <p:cNvPr id="685" name="Google Shape;685;p30"/>
          <p:cNvSpPr txBox="1"/>
          <p:nvPr>
            <p:ph idx="1" type="body"/>
          </p:nvPr>
        </p:nvSpPr>
        <p:spPr>
          <a:xfrm>
            <a:off x="685800" y="1916112"/>
            <a:ext cx="7696200" cy="40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LL: new node Y is inserted in the left subtree of the left subtree of A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LR: Y is inserted in the right subtree of the left subtree of A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RR: Y is inserted in the right subtree of the right subtree of A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RL: Y is inserted in the left subtree of the right subtree of A.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a height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balanced binary tree becomes unbalanced as a result of an insertion, then these are the only four cases possible for rebalancing.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31"/>
          <p:cNvSpPr txBox="1"/>
          <p:nvPr>
            <p:ph type="title"/>
          </p:nvPr>
        </p:nvSpPr>
        <p:spPr>
          <a:xfrm>
            <a:off x="684212" y="0"/>
            <a:ext cx="68706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4400"/>
              <a:buFont typeface="Comic Sans MS"/>
              <a:buNone/>
            </a:pPr>
            <a:r>
              <a:rPr b="0" i="0" lang="en-US" sz="4400" u="non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rPr>
              <a:t>Rebalancing Rotation LL</a:t>
            </a:r>
            <a:endParaRPr/>
          </a:p>
        </p:txBody>
      </p:sp>
      <p:sp>
        <p:nvSpPr>
          <p:cNvPr id="691" name="Google Shape;691;p31"/>
          <p:cNvSpPr/>
          <p:nvPr/>
        </p:nvSpPr>
        <p:spPr>
          <a:xfrm>
            <a:off x="1289050" y="2728912"/>
            <a:ext cx="4794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1"/>
          <p:cNvSpPr/>
          <p:nvPr/>
        </p:nvSpPr>
        <p:spPr>
          <a:xfrm>
            <a:off x="720725" y="3525837"/>
            <a:ext cx="4794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31"/>
          <p:cNvSpPr txBox="1"/>
          <p:nvPr/>
        </p:nvSpPr>
        <p:spPr>
          <a:xfrm>
            <a:off x="258762" y="4297362"/>
            <a:ext cx="449400" cy="754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4" name="Google Shape;694;p31"/>
          <p:cNvCxnSpPr/>
          <p:nvPr/>
        </p:nvCxnSpPr>
        <p:spPr>
          <a:xfrm flipH="1">
            <a:off x="461924" y="3932237"/>
            <a:ext cx="347700" cy="36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5" name="Google Shape;695;p31"/>
          <p:cNvSpPr txBox="1"/>
          <p:nvPr/>
        </p:nvSpPr>
        <p:spPr>
          <a:xfrm flipH="1">
            <a:off x="1200012" y="4308475"/>
            <a:ext cx="449400" cy="754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6" name="Google Shape;696;p31"/>
          <p:cNvCxnSpPr/>
          <p:nvPr/>
        </p:nvCxnSpPr>
        <p:spPr>
          <a:xfrm>
            <a:off x="1098550" y="3943350"/>
            <a:ext cx="347700" cy="36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7" name="Google Shape;697;p31"/>
          <p:cNvSpPr txBox="1"/>
          <p:nvPr/>
        </p:nvSpPr>
        <p:spPr>
          <a:xfrm flipH="1">
            <a:off x="2054087" y="3813175"/>
            <a:ext cx="449400" cy="1087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8" name="Google Shape;698;p31"/>
          <p:cNvCxnSpPr/>
          <p:nvPr/>
        </p:nvCxnSpPr>
        <p:spPr>
          <a:xfrm>
            <a:off x="1692275" y="3114675"/>
            <a:ext cx="608100" cy="69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9" name="Google Shape;699;p31"/>
          <p:cNvCxnSpPr/>
          <p:nvPr/>
        </p:nvCxnSpPr>
        <p:spPr>
          <a:xfrm flipH="1">
            <a:off x="984262" y="3135312"/>
            <a:ext cx="3921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0" name="Google Shape;700;p31"/>
          <p:cNvCxnSpPr/>
          <p:nvPr/>
        </p:nvCxnSpPr>
        <p:spPr>
          <a:xfrm>
            <a:off x="1738312" y="5065712"/>
            <a:ext cx="137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1" name="Google Shape;701;p31"/>
          <p:cNvCxnSpPr/>
          <p:nvPr/>
        </p:nvCxnSpPr>
        <p:spPr>
          <a:xfrm>
            <a:off x="1854200" y="2974975"/>
            <a:ext cx="1265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2" name="Google Shape;702;p31"/>
          <p:cNvCxnSpPr/>
          <p:nvPr/>
        </p:nvCxnSpPr>
        <p:spPr>
          <a:xfrm>
            <a:off x="2913062" y="2960749"/>
            <a:ext cx="0" cy="55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03" name="Google Shape;703;p31"/>
          <p:cNvCxnSpPr/>
          <p:nvPr/>
        </p:nvCxnSpPr>
        <p:spPr>
          <a:xfrm>
            <a:off x="2913062" y="4514850"/>
            <a:ext cx="0" cy="55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04" name="Google Shape;704;p31"/>
          <p:cNvSpPr txBox="1"/>
          <p:nvPr/>
        </p:nvSpPr>
        <p:spPr>
          <a:xfrm>
            <a:off x="2725737" y="3992562"/>
            <a:ext cx="5970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h+2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5" name="Google Shape;705;p31"/>
          <p:cNvCxnSpPr/>
          <p:nvPr/>
        </p:nvCxnSpPr>
        <p:spPr>
          <a:xfrm>
            <a:off x="2578100" y="3817937"/>
            <a:ext cx="174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6" name="Google Shape;706;p31"/>
          <p:cNvCxnSpPr/>
          <p:nvPr/>
        </p:nvCxnSpPr>
        <p:spPr>
          <a:xfrm>
            <a:off x="2578100" y="4905375"/>
            <a:ext cx="174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7" name="Google Shape;707;p31"/>
          <p:cNvCxnSpPr/>
          <p:nvPr/>
        </p:nvCxnSpPr>
        <p:spPr>
          <a:xfrm>
            <a:off x="2665412" y="4556125"/>
            <a:ext cx="0" cy="34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08" name="Google Shape;708;p31"/>
          <p:cNvCxnSpPr/>
          <p:nvPr/>
        </p:nvCxnSpPr>
        <p:spPr>
          <a:xfrm>
            <a:off x="2662237" y="3827399"/>
            <a:ext cx="0" cy="36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09" name="Google Shape;709;p31"/>
          <p:cNvSpPr txBox="1"/>
          <p:nvPr/>
        </p:nvSpPr>
        <p:spPr>
          <a:xfrm>
            <a:off x="2520950" y="4210050"/>
            <a:ext cx="3207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31"/>
          <p:cNvSpPr/>
          <p:nvPr/>
        </p:nvSpPr>
        <p:spPr>
          <a:xfrm>
            <a:off x="4652962" y="2754312"/>
            <a:ext cx="4794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31"/>
          <p:cNvSpPr/>
          <p:nvPr/>
        </p:nvSpPr>
        <p:spPr>
          <a:xfrm>
            <a:off x="4084637" y="3551237"/>
            <a:ext cx="4794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31"/>
          <p:cNvSpPr txBox="1"/>
          <p:nvPr/>
        </p:nvSpPr>
        <p:spPr>
          <a:xfrm>
            <a:off x="3622675" y="4322762"/>
            <a:ext cx="449400" cy="754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3" name="Google Shape;713;p31"/>
          <p:cNvCxnSpPr/>
          <p:nvPr/>
        </p:nvCxnSpPr>
        <p:spPr>
          <a:xfrm flipH="1">
            <a:off x="3825837" y="3957637"/>
            <a:ext cx="347700" cy="36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4" name="Google Shape;714;p31"/>
          <p:cNvSpPr txBox="1"/>
          <p:nvPr/>
        </p:nvSpPr>
        <p:spPr>
          <a:xfrm flipH="1">
            <a:off x="4563924" y="4333875"/>
            <a:ext cx="449400" cy="754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5" name="Google Shape;715;p31"/>
          <p:cNvCxnSpPr/>
          <p:nvPr/>
        </p:nvCxnSpPr>
        <p:spPr>
          <a:xfrm>
            <a:off x="4462462" y="3968750"/>
            <a:ext cx="347700" cy="36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6" name="Google Shape;716;p31"/>
          <p:cNvSpPr txBox="1"/>
          <p:nvPr/>
        </p:nvSpPr>
        <p:spPr>
          <a:xfrm flipH="1">
            <a:off x="5417999" y="3838575"/>
            <a:ext cx="449400" cy="1087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7" name="Google Shape;717;p31"/>
          <p:cNvCxnSpPr/>
          <p:nvPr/>
        </p:nvCxnSpPr>
        <p:spPr>
          <a:xfrm>
            <a:off x="5056187" y="3140075"/>
            <a:ext cx="608100" cy="69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8" name="Google Shape;718;p31"/>
          <p:cNvCxnSpPr/>
          <p:nvPr/>
        </p:nvCxnSpPr>
        <p:spPr>
          <a:xfrm flipH="1">
            <a:off x="4348174" y="3160712"/>
            <a:ext cx="3921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9" name="Google Shape;719;p31"/>
          <p:cNvSpPr txBox="1"/>
          <p:nvPr/>
        </p:nvSpPr>
        <p:spPr>
          <a:xfrm>
            <a:off x="3625850" y="5078412"/>
            <a:ext cx="450900" cy="18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20" name="Google Shape;720;p31"/>
          <p:cNvSpPr/>
          <p:nvPr/>
        </p:nvSpPr>
        <p:spPr>
          <a:xfrm>
            <a:off x="7434262" y="2794000"/>
            <a:ext cx="4794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31"/>
          <p:cNvSpPr txBox="1"/>
          <p:nvPr/>
        </p:nvSpPr>
        <p:spPr>
          <a:xfrm>
            <a:off x="6927850" y="3535362"/>
            <a:ext cx="449400" cy="1595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2" name="Google Shape;722;p31"/>
          <p:cNvCxnSpPr/>
          <p:nvPr/>
        </p:nvCxnSpPr>
        <p:spPr>
          <a:xfrm flipH="1">
            <a:off x="7131012" y="3170237"/>
            <a:ext cx="347700" cy="36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23" name="Google Shape;723;p31"/>
          <p:cNvSpPr txBox="1"/>
          <p:nvPr/>
        </p:nvSpPr>
        <p:spPr>
          <a:xfrm>
            <a:off x="6929437" y="5126037"/>
            <a:ext cx="450900" cy="18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24" name="Google Shape;724;p31"/>
          <p:cNvSpPr/>
          <p:nvPr/>
        </p:nvSpPr>
        <p:spPr>
          <a:xfrm>
            <a:off x="8250237" y="3535362"/>
            <a:ext cx="4794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5" name="Google Shape;725;p31"/>
          <p:cNvCxnSpPr/>
          <p:nvPr/>
        </p:nvCxnSpPr>
        <p:spPr>
          <a:xfrm>
            <a:off x="7835900" y="3178175"/>
            <a:ext cx="654000" cy="36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26" name="Google Shape;726;p31"/>
          <p:cNvSpPr txBox="1"/>
          <p:nvPr/>
        </p:nvSpPr>
        <p:spPr>
          <a:xfrm flipH="1">
            <a:off x="7797662" y="4560887"/>
            <a:ext cx="449400" cy="754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7" name="Google Shape;727;p31"/>
          <p:cNvCxnSpPr/>
          <p:nvPr/>
        </p:nvCxnSpPr>
        <p:spPr>
          <a:xfrm flipH="1">
            <a:off x="8043887" y="3952875"/>
            <a:ext cx="288900" cy="59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28" name="Google Shape;728;p31"/>
          <p:cNvSpPr txBox="1"/>
          <p:nvPr/>
        </p:nvSpPr>
        <p:spPr>
          <a:xfrm flipH="1">
            <a:off x="8694599" y="4560887"/>
            <a:ext cx="449400" cy="754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9" name="Google Shape;729;p31"/>
          <p:cNvCxnSpPr/>
          <p:nvPr/>
        </p:nvCxnSpPr>
        <p:spPr>
          <a:xfrm>
            <a:off x="8634412" y="3946525"/>
            <a:ext cx="304800" cy="625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0" name="Google Shape;730;p31"/>
          <p:cNvCxnSpPr/>
          <p:nvPr/>
        </p:nvCxnSpPr>
        <p:spPr>
          <a:xfrm>
            <a:off x="6423025" y="5311775"/>
            <a:ext cx="45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1" name="Google Shape;731;p31"/>
          <p:cNvCxnSpPr/>
          <p:nvPr/>
        </p:nvCxnSpPr>
        <p:spPr>
          <a:xfrm>
            <a:off x="6396037" y="3046412"/>
            <a:ext cx="857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2" name="Google Shape;732;p31"/>
          <p:cNvCxnSpPr/>
          <p:nvPr/>
        </p:nvCxnSpPr>
        <p:spPr>
          <a:xfrm>
            <a:off x="6656387" y="3046474"/>
            <a:ext cx="0" cy="55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33" name="Google Shape;733;p31"/>
          <p:cNvCxnSpPr/>
          <p:nvPr/>
        </p:nvCxnSpPr>
        <p:spPr>
          <a:xfrm>
            <a:off x="6656387" y="4760912"/>
            <a:ext cx="0" cy="55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34" name="Google Shape;734;p31"/>
          <p:cNvSpPr txBox="1"/>
          <p:nvPr/>
        </p:nvSpPr>
        <p:spPr>
          <a:xfrm>
            <a:off x="6411912" y="3963987"/>
            <a:ext cx="5970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h+2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31"/>
          <p:cNvSpPr/>
          <p:nvPr/>
        </p:nvSpPr>
        <p:spPr>
          <a:xfrm>
            <a:off x="5521325" y="2395537"/>
            <a:ext cx="885816" cy="463536"/>
          </a:xfrm>
          <a:custGeom>
            <a:rect b="b" l="l" r="r" t="t"/>
            <a:pathLst>
              <a:path extrusionOk="0" h="21600" w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extrusionOk="0" h="21600" w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extrusionOk="0" h="21600" w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36" name="Google Shape;736;p31"/>
          <p:cNvSpPr txBox="1"/>
          <p:nvPr/>
        </p:nvSpPr>
        <p:spPr>
          <a:xfrm>
            <a:off x="5703887" y="2049462"/>
            <a:ext cx="625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31"/>
          <p:cNvSpPr txBox="1"/>
          <p:nvPr/>
        </p:nvSpPr>
        <p:spPr>
          <a:xfrm>
            <a:off x="3598862" y="5397500"/>
            <a:ext cx="25845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height of B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increases to h+1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32"/>
          <p:cNvSpPr txBox="1"/>
          <p:nvPr>
            <p:ph type="title"/>
          </p:nvPr>
        </p:nvSpPr>
        <p:spPr>
          <a:xfrm>
            <a:off x="684212" y="0"/>
            <a:ext cx="68706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4400"/>
              <a:buFont typeface="Comic Sans MS"/>
              <a:buNone/>
            </a:pPr>
            <a:r>
              <a:rPr b="0" i="0" lang="en-US" sz="4400" u="non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rPr>
              <a:t>Rebalancing Rotation RR</a:t>
            </a:r>
            <a:endParaRPr/>
          </a:p>
        </p:txBody>
      </p:sp>
      <p:sp>
        <p:nvSpPr>
          <p:cNvPr id="743" name="Google Shape;743;p32"/>
          <p:cNvSpPr/>
          <p:nvPr/>
        </p:nvSpPr>
        <p:spPr>
          <a:xfrm flipH="1">
            <a:off x="993800" y="2728912"/>
            <a:ext cx="4794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32"/>
          <p:cNvSpPr/>
          <p:nvPr/>
        </p:nvSpPr>
        <p:spPr>
          <a:xfrm flipH="1">
            <a:off x="1562125" y="3525837"/>
            <a:ext cx="4794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32"/>
          <p:cNvSpPr txBox="1"/>
          <p:nvPr/>
        </p:nvSpPr>
        <p:spPr>
          <a:xfrm flipH="1">
            <a:off x="2054087" y="4297362"/>
            <a:ext cx="449400" cy="754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6" name="Google Shape;746;p32"/>
          <p:cNvCxnSpPr/>
          <p:nvPr/>
        </p:nvCxnSpPr>
        <p:spPr>
          <a:xfrm>
            <a:off x="1952625" y="3932237"/>
            <a:ext cx="347700" cy="36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47" name="Google Shape;747;p32"/>
          <p:cNvSpPr txBox="1"/>
          <p:nvPr/>
        </p:nvSpPr>
        <p:spPr>
          <a:xfrm>
            <a:off x="1112837" y="4308475"/>
            <a:ext cx="449400" cy="754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8" name="Google Shape;748;p32"/>
          <p:cNvCxnSpPr/>
          <p:nvPr/>
        </p:nvCxnSpPr>
        <p:spPr>
          <a:xfrm flipH="1">
            <a:off x="1315999" y="3943350"/>
            <a:ext cx="347700" cy="36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49" name="Google Shape;749;p32"/>
          <p:cNvSpPr txBox="1"/>
          <p:nvPr/>
        </p:nvSpPr>
        <p:spPr>
          <a:xfrm>
            <a:off x="258762" y="3813175"/>
            <a:ext cx="449400" cy="1087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0" name="Google Shape;750;p32"/>
          <p:cNvCxnSpPr/>
          <p:nvPr/>
        </p:nvCxnSpPr>
        <p:spPr>
          <a:xfrm flipH="1">
            <a:off x="461874" y="3114675"/>
            <a:ext cx="608100" cy="69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1" name="Google Shape;751;p32"/>
          <p:cNvCxnSpPr/>
          <p:nvPr/>
        </p:nvCxnSpPr>
        <p:spPr>
          <a:xfrm>
            <a:off x="1385887" y="3135312"/>
            <a:ext cx="3921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2" name="Google Shape;752;p32"/>
          <p:cNvCxnSpPr/>
          <p:nvPr/>
        </p:nvCxnSpPr>
        <p:spPr>
          <a:xfrm>
            <a:off x="2579687" y="5065712"/>
            <a:ext cx="5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3" name="Google Shape;753;p32"/>
          <p:cNvCxnSpPr/>
          <p:nvPr/>
        </p:nvCxnSpPr>
        <p:spPr>
          <a:xfrm>
            <a:off x="1854200" y="2974975"/>
            <a:ext cx="1265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4" name="Google Shape;754;p32"/>
          <p:cNvCxnSpPr/>
          <p:nvPr/>
        </p:nvCxnSpPr>
        <p:spPr>
          <a:xfrm>
            <a:off x="2913062" y="2960749"/>
            <a:ext cx="0" cy="55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55" name="Google Shape;755;p32"/>
          <p:cNvCxnSpPr/>
          <p:nvPr/>
        </p:nvCxnSpPr>
        <p:spPr>
          <a:xfrm>
            <a:off x="2913062" y="4514850"/>
            <a:ext cx="0" cy="55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56" name="Google Shape;756;p32"/>
          <p:cNvSpPr txBox="1"/>
          <p:nvPr/>
        </p:nvSpPr>
        <p:spPr>
          <a:xfrm>
            <a:off x="2638425" y="3862387"/>
            <a:ext cx="5970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h+2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32"/>
          <p:cNvSpPr/>
          <p:nvPr/>
        </p:nvSpPr>
        <p:spPr>
          <a:xfrm flipH="1">
            <a:off x="4357712" y="2754312"/>
            <a:ext cx="4794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32"/>
          <p:cNvSpPr/>
          <p:nvPr/>
        </p:nvSpPr>
        <p:spPr>
          <a:xfrm flipH="1">
            <a:off x="4926037" y="3551237"/>
            <a:ext cx="4794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32"/>
          <p:cNvSpPr txBox="1"/>
          <p:nvPr/>
        </p:nvSpPr>
        <p:spPr>
          <a:xfrm flipH="1">
            <a:off x="5417999" y="4322762"/>
            <a:ext cx="449400" cy="754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0" name="Google Shape;760;p32"/>
          <p:cNvCxnSpPr/>
          <p:nvPr/>
        </p:nvCxnSpPr>
        <p:spPr>
          <a:xfrm>
            <a:off x="5316537" y="3957637"/>
            <a:ext cx="347700" cy="36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61" name="Google Shape;761;p32"/>
          <p:cNvSpPr txBox="1"/>
          <p:nvPr/>
        </p:nvSpPr>
        <p:spPr>
          <a:xfrm>
            <a:off x="4476750" y="4333875"/>
            <a:ext cx="449400" cy="754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2" name="Google Shape;762;p32"/>
          <p:cNvCxnSpPr/>
          <p:nvPr/>
        </p:nvCxnSpPr>
        <p:spPr>
          <a:xfrm flipH="1">
            <a:off x="4679912" y="3968750"/>
            <a:ext cx="347700" cy="36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63" name="Google Shape;763;p32"/>
          <p:cNvSpPr txBox="1"/>
          <p:nvPr/>
        </p:nvSpPr>
        <p:spPr>
          <a:xfrm>
            <a:off x="3622675" y="3838575"/>
            <a:ext cx="449400" cy="1087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4" name="Google Shape;764;p32"/>
          <p:cNvCxnSpPr/>
          <p:nvPr/>
        </p:nvCxnSpPr>
        <p:spPr>
          <a:xfrm flipH="1">
            <a:off x="3825787" y="3140075"/>
            <a:ext cx="608100" cy="69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5" name="Google Shape;765;p32"/>
          <p:cNvCxnSpPr/>
          <p:nvPr/>
        </p:nvCxnSpPr>
        <p:spPr>
          <a:xfrm>
            <a:off x="4749800" y="3160712"/>
            <a:ext cx="3921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66" name="Google Shape;766;p32"/>
          <p:cNvSpPr txBox="1"/>
          <p:nvPr/>
        </p:nvSpPr>
        <p:spPr>
          <a:xfrm flipH="1">
            <a:off x="5427724" y="5078412"/>
            <a:ext cx="436500" cy="18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67" name="Google Shape;767;p32"/>
          <p:cNvSpPr/>
          <p:nvPr/>
        </p:nvSpPr>
        <p:spPr>
          <a:xfrm flipH="1">
            <a:off x="8158187" y="2794000"/>
            <a:ext cx="4794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32"/>
          <p:cNvSpPr txBox="1"/>
          <p:nvPr/>
        </p:nvSpPr>
        <p:spPr>
          <a:xfrm flipH="1">
            <a:off x="8694599" y="3535362"/>
            <a:ext cx="449400" cy="1595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9" name="Google Shape;769;p32"/>
          <p:cNvCxnSpPr/>
          <p:nvPr/>
        </p:nvCxnSpPr>
        <p:spPr>
          <a:xfrm>
            <a:off x="8593137" y="3170237"/>
            <a:ext cx="347700" cy="36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70" name="Google Shape;770;p32"/>
          <p:cNvSpPr txBox="1"/>
          <p:nvPr/>
        </p:nvSpPr>
        <p:spPr>
          <a:xfrm flipH="1">
            <a:off x="8707412" y="5126037"/>
            <a:ext cx="435000" cy="18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71" name="Google Shape;771;p32"/>
          <p:cNvSpPr/>
          <p:nvPr/>
        </p:nvSpPr>
        <p:spPr>
          <a:xfrm flipH="1">
            <a:off x="7342212" y="3535362"/>
            <a:ext cx="4794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2" name="Google Shape;772;p32"/>
          <p:cNvCxnSpPr/>
          <p:nvPr/>
        </p:nvCxnSpPr>
        <p:spPr>
          <a:xfrm flipH="1">
            <a:off x="7581950" y="3178175"/>
            <a:ext cx="654000" cy="36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73" name="Google Shape;773;p32"/>
          <p:cNvSpPr txBox="1"/>
          <p:nvPr/>
        </p:nvSpPr>
        <p:spPr>
          <a:xfrm>
            <a:off x="7824787" y="4560887"/>
            <a:ext cx="449400" cy="754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4" name="Google Shape;774;p32"/>
          <p:cNvCxnSpPr/>
          <p:nvPr/>
        </p:nvCxnSpPr>
        <p:spPr>
          <a:xfrm>
            <a:off x="7739062" y="3952875"/>
            <a:ext cx="288900" cy="59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75" name="Google Shape;775;p32"/>
          <p:cNvSpPr txBox="1"/>
          <p:nvPr/>
        </p:nvSpPr>
        <p:spPr>
          <a:xfrm>
            <a:off x="6927850" y="4560887"/>
            <a:ext cx="449400" cy="754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6" name="Google Shape;776;p32"/>
          <p:cNvCxnSpPr/>
          <p:nvPr/>
        </p:nvCxnSpPr>
        <p:spPr>
          <a:xfrm flipH="1">
            <a:off x="7132637" y="3946525"/>
            <a:ext cx="304800" cy="625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7" name="Google Shape;777;p32"/>
          <p:cNvCxnSpPr/>
          <p:nvPr/>
        </p:nvCxnSpPr>
        <p:spPr>
          <a:xfrm>
            <a:off x="6423025" y="5311775"/>
            <a:ext cx="45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8" name="Google Shape;778;p32"/>
          <p:cNvCxnSpPr/>
          <p:nvPr/>
        </p:nvCxnSpPr>
        <p:spPr>
          <a:xfrm>
            <a:off x="6396037" y="3046412"/>
            <a:ext cx="857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9" name="Google Shape;779;p32"/>
          <p:cNvCxnSpPr/>
          <p:nvPr/>
        </p:nvCxnSpPr>
        <p:spPr>
          <a:xfrm>
            <a:off x="6656387" y="3046474"/>
            <a:ext cx="0" cy="55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80" name="Google Shape;780;p32"/>
          <p:cNvCxnSpPr/>
          <p:nvPr/>
        </p:nvCxnSpPr>
        <p:spPr>
          <a:xfrm>
            <a:off x="6656387" y="4760912"/>
            <a:ext cx="0" cy="55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81" name="Google Shape;781;p32"/>
          <p:cNvSpPr txBox="1"/>
          <p:nvPr/>
        </p:nvSpPr>
        <p:spPr>
          <a:xfrm>
            <a:off x="6411912" y="3963987"/>
            <a:ext cx="5970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h+2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32"/>
          <p:cNvSpPr/>
          <p:nvPr/>
        </p:nvSpPr>
        <p:spPr>
          <a:xfrm>
            <a:off x="5521325" y="2395537"/>
            <a:ext cx="885816" cy="463536"/>
          </a:xfrm>
          <a:custGeom>
            <a:rect b="b" l="l" r="r" t="t"/>
            <a:pathLst>
              <a:path extrusionOk="0" h="21600" w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extrusionOk="0" h="21600" w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extrusionOk="0" h="21600" w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83" name="Google Shape;783;p32"/>
          <p:cNvSpPr txBox="1"/>
          <p:nvPr/>
        </p:nvSpPr>
        <p:spPr>
          <a:xfrm>
            <a:off x="5703887" y="2049462"/>
            <a:ext cx="625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32"/>
          <p:cNvSpPr txBox="1"/>
          <p:nvPr/>
        </p:nvSpPr>
        <p:spPr>
          <a:xfrm>
            <a:off x="3570287" y="5413375"/>
            <a:ext cx="25845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height of B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increases to h+1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33"/>
          <p:cNvSpPr txBox="1"/>
          <p:nvPr>
            <p:ph type="title"/>
          </p:nvPr>
        </p:nvSpPr>
        <p:spPr>
          <a:xfrm>
            <a:off x="684212" y="0"/>
            <a:ext cx="68706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4000"/>
              <a:buFont typeface="Comic Sans MS"/>
              <a:buNone/>
            </a:pPr>
            <a:r>
              <a:rPr b="0" i="0" lang="en-US" sz="4000" u="non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rPr>
              <a:t>Rebalancing Rotation LR(a)</a:t>
            </a:r>
            <a:endParaRPr/>
          </a:p>
        </p:txBody>
      </p:sp>
      <p:sp>
        <p:nvSpPr>
          <p:cNvPr id="790" name="Google Shape;790;p33"/>
          <p:cNvSpPr/>
          <p:nvPr/>
        </p:nvSpPr>
        <p:spPr>
          <a:xfrm>
            <a:off x="1912937" y="3078162"/>
            <a:ext cx="4794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33"/>
          <p:cNvSpPr/>
          <p:nvPr/>
        </p:nvSpPr>
        <p:spPr>
          <a:xfrm>
            <a:off x="1344612" y="3875087"/>
            <a:ext cx="4794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2" name="Google Shape;792;p33"/>
          <p:cNvCxnSpPr/>
          <p:nvPr/>
        </p:nvCxnSpPr>
        <p:spPr>
          <a:xfrm flipH="1">
            <a:off x="1608149" y="3484562"/>
            <a:ext cx="3921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93" name="Google Shape;793;p33"/>
          <p:cNvSpPr/>
          <p:nvPr/>
        </p:nvSpPr>
        <p:spPr>
          <a:xfrm>
            <a:off x="4471987" y="3078162"/>
            <a:ext cx="4794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33"/>
          <p:cNvSpPr/>
          <p:nvPr/>
        </p:nvSpPr>
        <p:spPr>
          <a:xfrm>
            <a:off x="3903662" y="3875087"/>
            <a:ext cx="4794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5" name="Google Shape;795;p33"/>
          <p:cNvCxnSpPr/>
          <p:nvPr/>
        </p:nvCxnSpPr>
        <p:spPr>
          <a:xfrm flipH="1">
            <a:off x="4167199" y="3484562"/>
            <a:ext cx="3921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96" name="Google Shape;796;p33"/>
          <p:cNvSpPr/>
          <p:nvPr/>
        </p:nvSpPr>
        <p:spPr>
          <a:xfrm>
            <a:off x="7031037" y="3078162"/>
            <a:ext cx="4794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33"/>
          <p:cNvSpPr/>
          <p:nvPr/>
        </p:nvSpPr>
        <p:spPr>
          <a:xfrm>
            <a:off x="6462712" y="3875087"/>
            <a:ext cx="4794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8" name="Google Shape;798;p33"/>
          <p:cNvCxnSpPr/>
          <p:nvPr/>
        </p:nvCxnSpPr>
        <p:spPr>
          <a:xfrm flipH="1">
            <a:off x="6726249" y="3484562"/>
            <a:ext cx="3921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99" name="Google Shape;799;p33"/>
          <p:cNvSpPr/>
          <p:nvPr/>
        </p:nvSpPr>
        <p:spPr>
          <a:xfrm flipH="1">
            <a:off x="4465662" y="4700587"/>
            <a:ext cx="4794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0" name="Google Shape;800;p33"/>
          <p:cNvCxnSpPr/>
          <p:nvPr/>
        </p:nvCxnSpPr>
        <p:spPr>
          <a:xfrm>
            <a:off x="4289425" y="4310062"/>
            <a:ext cx="3921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01" name="Google Shape;801;p33"/>
          <p:cNvSpPr/>
          <p:nvPr/>
        </p:nvSpPr>
        <p:spPr>
          <a:xfrm flipH="1">
            <a:off x="7597800" y="3900487"/>
            <a:ext cx="479400" cy="450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2" name="Google Shape;802;p33"/>
          <p:cNvCxnSpPr/>
          <p:nvPr/>
        </p:nvCxnSpPr>
        <p:spPr>
          <a:xfrm>
            <a:off x="7421562" y="3509962"/>
            <a:ext cx="3921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03" name="Google Shape;803;p33"/>
          <p:cNvSpPr/>
          <p:nvPr/>
        </p:nvSpPr>
        <p:spPr>
          <a:xfrm>
            <a:off x="5245100" y="3730625"/>
            <a:ext cx="885816" cy="463536"/>
          </a:xfrm>
          <a:custGeom>
            <a:rect b="b" l="l" r="r" t="t"/>
            <a:pathLst>
              <a:path extrusionOk="0" h="21600" w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extrusionOk="0" h="21600" w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extrusionOk="0" h="21600" w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04" name="Google Shape;804;p33"/>
          <p:cNvSpPr txBox="1"/>
          <p:nvPr/>
        </p:nvSpPr>
        <p:spPr>
          <a:xfrm>
            <a:off x="5295900" y="3384550"/>
            <a:ext cx="8730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LR(a)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34"/>
          <p:cNvSpPr txBox="1"/>
          <p:nvPr>
            <p:ph type="title"/>
          </p:nvPr>
        </p:nvSpPr>
        <p:spPr>
          <a:xfrm>
            <a:off x="684212" y="0"/>
            <a:ext cx="68706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4000"/>
              <a:buFont typeface="Comic Sans MS"/>
              <a:buNone/>
            </a:pPr>
            <a:r>
              <a:rPr b="0" i="0" lang="en-US" sz="4000" u="non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rPr>
              <a:t>Rebalancing Rotation LR(b)</a:t>
            </a:r>
            <a:endParaRPr/>
          </a:p>
        </p:txBody>
      </p:sp>
      <p:sp>
        <p:nvSpPr>
          <p:cNvPr id="810" name="Google Shape;810;p34"/>
          <p:cNvSpPr/>
          <p:nvPr/>
        </p:nvSpPr>
        <p:spPr>
          <a:xfrm>
            <a:off x="1311275" y="2541587"/>
            <a:ext cx="369900" cy="347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34"/>
          <p:cNvSpPr/>
          <p:nvPr/>
        </p:nvSpPr>
        <p:spPr>
          <a:xfrm>
            <a:off x="871537" y="3157537"/>
            <a:ext cx="369900" cy="347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2" name="Google Shape;812;p34"/>
          <p:cNvCxnSpPr/>
          <p:nvPr/>
        </p:nvCxnSpPr>
        <p:spPr>
          <a:xfrm flipH="1">
            <a:off x="1074649" y="2855912"/>
            <a:ext cx="303300" cy="30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13" name="Google Shape;813;p34"/>
          <p:cNvSpPr/>
          <p:nvPr/>
        </p:nvSpPr>
        <p:spPr>
          <a:xfrm flipH="1">
            <a:off x="1295387" y="3771900"/>
            <a:ext cx="369900" cy="347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4" name="Google Shape;814;p34"/>
          <p:cNvCxnSpPr/>
          <p:nvPr/>
        </p:nvCxnSpPr>
        <p:spPr>
          <a:xfrm>
            <a:off x="1158875" y="3470275"/>
            <a:ext cx="303300" cy="30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5" name="Google Shape;815;p34"/>
          <p:cNvCxnSpPr/>
          <p:nvPr/>
        </p:nvCxnSpPr>
        <p:spPr>
          <a:xfrm flipH="1">
            <a:off x="650787" y="3492500"/>
            <a:ext cx="303300" cy="30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16" name="Google Shape;816;p34"/>
          <p:cNvSpPr txBox="1"/>
          <p:nvPr/>
        </p:nvSpPr>
        <p:spPr>
          <a:xfrm>
            <a:off x="488950" y="3805237"/>
            <a:ext cx="347700" cy="839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7" name="Google Shape;817;p34"/>
          <p:cNvCxnSpPr/>
          <p:nvPr/>
        </p:nvCxnSpPr>
        <p:spPr>
          <a:xfrm>
            <a:off x="273050" y="3786187"/>
            <a:ext cx="135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8" name="Google Shape;818;p34"/>
          <p:cNvCxnSpPr/>
          <p:nvPr/>
        </p:nvCxnSpPr>
        <p:spPr>
          <a:xfrm>
            <a:off x="273050" y="4625975"/>
            <a:ext cx="135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9" name="Google Shape;819;p34"/>
          <p:cNvCxnSpPr/>
          <p:nvPr/>
        </p:nvCxnSpPr>
        <p:spPr>
          <a:xfrm>
            <a:off x="339725" y="4356100"/>
            <a:ext cx="0" cy="26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20" name="Google Shape;820;p34"/>
          <p:cNvCxnSpPr/>
          <p:nvPr/>
        </p:nvCxnSpPr>
        <p:spPr>
          <a:xfrm>
            <a:off x="338137" y="3794012"/>
            <a:ext cx="0" cy="281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21" name="Google Shape;821;p34"/>
          <p:cNvSpPr txBox="1"/>
          <p:nvPr/>
        </p:nvSpPr>
        <p:spPr>
          <a:xfrm>
            <a:off x="228600" y="4089400"/>
            <a:ext cx="247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34"/>
          <p:cNvSpPr txBox="1"/>
          <p:nvPr/>
        </p:nvSpPr>
        <p:spPr>
          <a:xfrm>
            <a:off x="946150" y="4286250"/>
            <a:ext cx="347700" cy="360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3" name="Google Shape;823;p34"/>
          <p:cNvCxnSpPr/>
          <p:nvPr/>
        </p:nvCxnSpPr>
        <p:spPr>
          <a:xfrm flipH="1">
            <a:off x="1114562" y="4073525"/>
            <a:ext cx="236400" cy="214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24" name="Google Shape;824;p34"/>
          <p:cNvGrpSpPr/>
          <p:nvPr/>
        </p:nvGrpSpPr>
        <p:grpSpPr>
          <a:xfrm flipH="1">
            <a:off x="1585912" y="4083050"/>
            <a:ext cx="404812" cy="581677"/>
            <a:chOff x="1431" y="2729"/>
            <a:chExt cx="329" cy="474"/>
          </a:xfrm>
        </p:grpSpPr>
        <p:sp>
          <p:nvSpPr>
            <p:cNvPr id="825" name="Google Shape;825;p34"/>
            <p:cNvSpPr txBox="1"/>
            <p:nvPr/>
          </p:nvSpPr>
          <p:spPr>
            <a:xfrm>
              <a:off x="1431" y="2903"/>
              <a:ext cx="300" cy="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mic Sans MS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C</a:t>
              </a:r>
              <a:r>
                <a:rPr b="0" baseline="-25000" i="0" lang="en-US" sz="12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26" name="Google Shape;826;p34"/>
            <p:cNvCxnSpPr/>
            <p:nvPr/>
          </p:nvCxnSpPr>
          <p:spPr>
            <a:xfrm flipH="1">
              <a:off x="1460" y="2729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827" name="Google Shape;827;p34"/>
          <p:cNvCxnSpPr/>
          <p:nvPr/>
        </p:nvCxnSpPr>
        <p:spPr>
          <a:xfrm>
            <a:off x="1601787" y="2854325"/>
            <a:ext cx="7413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28" name="Google Shape;828;p34"/>
          <p:cNvSpPr txBox="1"/>
          <p:nvPr/>
        </p:nvSpPr>
        <p:spPr>
          <a:xfrm>
            <a:off x="2160587" y="3232150"/>
            <a:ext cx="347700" cy="1311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9" name="Google Shape;829;p34"/>
          <p:cNvCxnSpPr/>
          <p:nvPr/>
        </p:nvCxnSpPr>
        <p:spPr>
          <a:xfrm>
            <a:off x="2112962" y="4659312"/>
            <a:ext cx="933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0" name="Google Shape;830;p34"/>
          <p:cNvCxnSpPr/>
          <p:nvPr/>
        </p:nvCxnSpPr>
        <p:spPr>
          <a:xfrm>
            <a:off x="1790700" y="2752725"/>
            <a:ext cx="1268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1" name="Google Shape;831;p34"/>
          <p:cNvCxnSpPr/>
          <p:nvPr/>
        </p:nvCxnSpPr>
        <p:spPr>
          <a:xfrm>
            <a:off x="2889250" y="2752850"/>
            <a:ext cx="0" cy="682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32" name="Google Shape;832;p34"/>
          <p:cNvCxnSpPr/>
          <p:nvPr/>
        </p:nvCxnSpPr>
        <p:spPr>
          <a:xfrm>
            <a:off x="2878137" y="3930650"/>
            <a:ext cx="0" cy="72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33" name="Google Shape;833;p34"/>
          <p:cNvSpPr txBox="1"/>
          <p:nvPr/>
        </p:nvSpPr>
        <p:spPr>
          <a:xfrm>
            <a:off x="2700337" y="3551237"/>
            <a:ext cx="5793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h+2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4" name="Google Shape;834;p34"/>
          <p:cNvCxnSpPr/>
          <p:nvPr/>
        </p:nvCxnSpPr>
        <p:spPr>
          <a:xfrm>
            <a:off x="2584450" y="3257550"/>
            <a:ext cx="135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5" name="Google Shape;835;p34"/>
          <p:cNvCxnSpPr/>
          <p:nvPr/>
        </p:nvCxnSpPr>
        <p:spPr>
          <a:xfrm>
            <a:off x="2573337" y="4522787"/>
            <a:ext cx="135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6" name="Google Shape;836;p34"/>
          <p:cNvCxnSpPr/>
          <p:nvPr/>
        </p:nvCxnSpPr>
        <p:spPr>
          <a:xfrm>
            <a:off x="2641600" y="4252912"/>
            <a:ext cx="0" cy="26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37" name="Google Shape;837;p34"/>
          <p:cNvCxnSpPr/>
          <p:nvPr/>
        </p:nvCxnSpPr>
        <p:spPr>
          <a:xfrm>
            <a:off x="2649537" y="3265374"/>
            <a:ext cx="0" cy="281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38" name="Google Shape;838;p34"/>
          <p:cNvSpPr txBox="1"/>
          <p:nvPr/>
        </p:nvSpPr>
        <p:spPr>
          <a:xfrm>
            <a:off x="2540000" y="3795712"/>
            <a:ext cx="292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34"/>
          <p:cNvSpPr/>
          <p:nvPr/>
        </p:nvSpPr>
        <p:spPr>
          <a:xfrm>
            <a:off x="4284662" y="2555875"/>
            <a:ext cx="369900" cy="347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34"/>
          <p:cNvSpPr/>
          <p:nvPr/>
        </p:nvSpPr>
        <p:spPr>
          <a:xfrm>
            <a:off x="3844925" y="3171825"/>
            <a:ext cx="369900" cy="347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1" name="Google Shape;841;p34"/>
          <p:cNvCxnSpPr/>
          <p:nvPr/>
        </p:nvCxnSpPr>
        <p:spPr>
          <a:xfrm flipH="1">
            <a:off x="4048037" y="2870200"/>
            <a:ext cx="303300" cy="30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2" name="Google Shape;842;p34"/>
          <p:cNvSpPr/>
          <p:nvPr/>
        </p:nvSpPr>
        <p:spPr>
          <a:xfrm flipH="1">
            <a:off x="4268774" y="3786187"/>
            <a:ext cx="369900" cy="347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3" name="Google Shape;843;p34"/>
          <p:cNvCxnSpPr/>
          <p:nvPr/>
        </p:nvCxnSpPr>
        <p:spPr>
          <a:xfrm>
            <a:off x="4132262" y="3484562"/>
            <a:ext cx="303300" cy="30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4" name="Google Shape;844;p34"/>
          <p:cNvCxnSpPr/>
          <p:nvPr/>
        </p:nvCxnSpPr>
        <p:spPr>
          <a:xfrm flipH="1">
            <a:off x="3624174" y="3506787"/>
            <a:ext cx="303300" cy="30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5" name="Google Shape;845;p34"/>
          <p:cNvSpPr txBox="1"/>
          <p:nvPr/>
        </p:nvSpPr>
        <p:spPr>
          <a:xfrm>
            <a:off x="3462337" y="3819525"/>
            <a:ext cx="347700" cy="839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34"/>
          <p:cNvSpPr txBox="1"/>
          <p:nvPr/>
        </p:nvSpPr>
        <p:spPr>
          <a:xfrm>
            <a:off x="3919537" y="4300537"/>
            <a:ext cx="347700" cy="360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7" name="Google Shape;847;p34"/>
          <p:cNvCxnSpPr/>
          <p:nvPr/>
        </p:nvCxnSpPr>
        <p:spPr>
          <a:xfrm flipH="1">
            <a:off x="4087949" y="4087812"/>
            <a:ext cx="236400" cy="214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48" name="Google Shape;848;p34"/>
          <p:cNvGrpSpPr/>
          <p:nvPr/>
        </p:nvGrpSpPr>
        <p:grpSpPr>
          <a:xfrm flipH="1">
            <a:off x="4559300" y="4097337"/>
            <a:ext cx="404812" cy="581677"/>
            <a:chOff x="1431" y="2729"/>
            <a:chExt cx="329" cy="474"/>
          </a:xfrm>
        </p:grpSpPr>
        <p:sp>
          <p:nvSpPr>
            <p:cNvPr id="849" name="Google Shape;849;p34"/>
            <p:cNvSpPr txBox="1"/>
            <p:nvPr/>
          </p:nvSpPr>
          <p:spPr>
            <a:xfrm>
              <a:off x="1431" y="2903"/>
              <a:ext cx="300" cy="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mic Sans MS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C</a:t>
              </a:r>
              <a:r>
                <a:rPr b="0" baseline="-25000" i="0" lang="en-US" sz="12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50" name="Google Shape;850;p34"/>
            <p:cNvCxnSpPr/>
            <p:nvPr/>
          </p:nvCxnSpPr>
          <p:spPr>
            <a:xfrm flipH="1">
              <a:off x="1460" y="2729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851" name="Google Shape;851;p34"/>
          <p:cNvCxnSpPr/>
          <p:nvPr/>
        </p:nvCxnSpPr>
        <p:spPr>
          <a:xfrm>
            <a:off x="4575175" y="2868612"/>
            <a:ext cx="7413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52" name="Google Shape;852;p34"/>
          <p:cNvSpPr txBox="1"/>
          <p:nvPr/>
        </p:nvSpPr>
        <p:spPr>
          <a:xfrm>
            <a:off x="5133975" y="3246437"/>
            <a:ext cx="347700" cy="1311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34"/>
          <p:cNvSpPr txBox="1"/>
          <p:nvPr/>
        </p:nvSpPr>
        <p:spPr>
          <a:xfrm>
            <a:off x="3932237" y="4660900"/>
            <a:ext cx="347700" cy="15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54" name="Google Shape;854;p34"/>
          <p:cNvSpPr/>
          <p:nvPr/>
        </p:nvSpPr>
        <p:spPr>
          <a:xfrm>
            <a:off x="5797550" y="2365375"/>
            <a:ext cx="885816" cy="463536"/>
          </a:xfrm>
          <a:custGeom>
            <a:rect b="b" l="l" r="r" t="t"/>
            <a:pathLst>
              <a:path extrusionOk="0" h="21600" w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extrusionOk="0" h="21600" w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extrusionOk="0" h="21600" w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55" name="Google Shape;855;p34"/>
          <p:cNvSpPr txBox="1"/>
          <p:nvPr/>
        </p:nvSpPr>
        <p:spPr>
          <a:xfrm>
            <a:off x="5849937" y="2019300"/>
            <a:ext cx="8589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LR(b)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34"/>
          <p:cNvSpPr/>
          <p:nvPr/>
        </p:nvSpPr>
        <p:spPr>
          <a:xfrm>
            <a:off x="7248525" y="2670175"/>
            <a:ext cx="369900" cy="347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7" name="Google Shape;857;p34"/>
          <p:cNvCxnSpPr/>
          <p:nvPr/>
        </p:nvCxnSpPr>
        <p:spPr>
          <a:xfrm flipH="1">
            <a:off x="6773812" y="3014662"/>
            <a:ext cx="565200" cy="287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58" name="Google Shape;858;p34"/>
          <p:cNvGrpSpPr/>
          <p:nvPr/>
        </p:nvGrpSpPr>
        <p:grpSpPr>
          <a:xfrm>
            <a:off x="6616700" y="3276600"/>
            <a:ext cx="1635125" cy="476249"/>
            <a:chOff x="4168" y="2064"/>
            <a:chExt cx="1030" cy="300"/>
          </a:xfrm>
        </p:grpSpPr>
        <p:sp>
          <p:nvSpPr>
            <p:cNvPr id="859" name="Google Shape;859;p34"/>
            <p:cNvSpPr/>
            <p:nvPr/>
          </p:nvSpPr>
          <p:spPr>
            <a:xfrm>
              <a:off x="4168" y="2064"/>
              <a:ext cx="300" cy="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mic Sans MS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mic Sans MS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34"/>
            <p:cNvSpPr/>
            <p:nvPr/>
          </p:nvSpPr>
          <p:spPr>
            <a:xfrm flipH="1">
              <a:off x="4898" y="2064"/>
              <a:ext cx="300" cy="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mic Sans MS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-1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mic Sans MS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61" name="Google Shape;861;p34"/>
          <p:cNvCxnSpPr/>
          <p:nvPr/>
        </p:nvCxnSpPr>
        <p:spPr>
          <a:xfrm>
            <a:off x="7539037" y="2990850"/>
            <a:ext cx="549300" cy="288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62" name="Google Shape;862;p34"/>
          <p:cNvSpPr txBox="1"/>
          <p:nvPr/>
        </p:nvSpPr>
        <p:spPr>
          <a:xfrm>
            <a:off x="6980237" y="4241800"/>
            <a:ext cx="347700" cy="360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3" name="Google Shape;863;p34"/>
          <p:cNvCxnSpPr/>
          <p:nvPr/>
        </p:nvCxnSpPr>
        <p:spPr>
          <a:xfrm flipH="1">
            <a:off x="6422937" y="3622675"/>
            <a:ext cx="265200" cy="59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64" name="Google Shape;864;p34"/>
          <p:cNvSpPr txBox="1"/>
          <p:nvPr/>
        </p:nvSpPr>
        <p:spPr>
          <a:xfrm flipH="1">
            <a:off x="6254712" y="4230687"/>
            <a:ext cx="347700" cy="538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5" name="Google Shape;865;p34"/>
          <p:cNvCxnSpPr/>
          <p:nvPr/>
        </p:nvCxnSpPr>
        <p:spPr>
          <a:xfrm>
            <a:off x="6894512" y="3602037"/>
            <a:ext cx="265200" cy="63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66" name="Google Shape;866;p34"/>
          <p:cNvSpPr txBox="1"/>
          <p:nvPr/>
        </p:nvSpPr>
        <p:spPr>
          <a:xfrm>
            <a:off x="6978650" y="4602162"/>
            <a:ext cx="347700" cy="15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67" name="Google Shape;867;p34"/>
          <p:cNvSpPr txBox="1"/>
          <p:nvPr/>
        </p:nvSpPr>
        <p:spPr>
          <a:xfrm flipH="1">
            <a:off x="7618374" y="4237037"/>
            <a:ext cx="347700" cy="35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8" name="Google Shape;868;p34"/>
          <p:cNvCxnSpPr/>
          <p:nvPr/>
        </p:nvCxnSpPr>
        <p:spPr>
          <a:xfrm flipH="1">
            <a:off x="7797750" y="3632200"/>
            <a:ext cx="184200" cy="6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69" name="Google Shape;869;p34"/>
          <p:cNvSpPr txBox="1"/>
          <p:nvPr/>
        </p:nvSpPr>
        <p:spPr>
          <a:xfrm>
            <a:off x="8269287" y="4232275"/>
            <a:ext cx="347700" cy="557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0" name="Google Shape;870;p34"/>
          <p:cNvCxnSpPr/>
          <p:nvPr/>
        </p:nvCxnSpPr>
        <p:spPr>
          <a:xfrm rot="10800000">
            <a:off x="8172600" y="3598837"/>
            <a:ext cx="247500" cy="625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1" name="Google Shape;871;p34"/>
          <p:cNvCxnSpPr/>
          <p:nvPr/>
        </p:nvCxnSpPr>
        <p:spPr>
          <a:xfrm>
            <a:off x="7667625" y="2852737"/>
            <a:ext cx="1268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2" name="Google Shape;872;p34"/>
          <p:cNvCxnSpPr/>
          <p:nvPr/>
        </p:nvCxnSpPr>
        <p:spPr>
          <a:xfrm>
            <a:off x="8702675" y="4787900"/>
            <a:ext cx="266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3" name="Google Shape;873;p34"/>
          <p:cNvCxnSpPr/>
          <p:nvPr/>
        </p:nvCxnSpPr>
        <p:spPr>
          <a:xfrm flipH="1" rot="10800000">
            <a:off x="8724900" y="2852637"/>
            <a:ext cx="1500" cy="71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74" name="Google Shape;874;p34"/>
          <p:cNvCxnSpPr/>
          <p:nvPr/>
        </p:nvCxnSpPr>
        <p:spPr>
          <a:xfrm>
            <a:off x="8742362" y="4030662"/>
            <a:ext cx="1500" cy="72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75" name="Google Shape;875;p34"/>
          <p:cNvSpPr txBox="1"/>
          <p:nvPr/>
        </p:nvSpPr>
        <p:spPr>
          <a:xfrm>
            <a:off x="8505825" y="3665537"/>
            <a:ext cx="4494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h+2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6" name="Google Shape;876;p34"/>
          <p:cNvCxnSpPr/>
          <p:nvPr/>
        </p:nvCxnSpPr>
        <p:spPr>
          <a:xfrm>
            <a:off x="6046787" y="4233862"/>
            <a:ext cx="135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7" name="Google Shape;877;p34"/>
          <p:cNvCxnSpPr/>
          <p:nvPr/>
        </p:nvCxnSpPr>
        <p:spPr>
          <a:xfrm>
            <a:off x="6048375" y="4754562"/>
            <a:ext cx="135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8" name="Google Shape;878;p34"/>
          <p:cNvCxnSpPr/>
          <p:nvPr/>
        </p:nvCxnSpPr>
        <p:spPr>
          <a:xfrm>
            <a:off x="6115050" y="4556125"/>
            <a:ext cx="0" cy="19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79" name="Google Shape;879;p34"/>
          <p:cNvCxnSpPr/>
          <p:nvPr/>
        </p:nvCxnSpPr>
        <p:spPr>
          <a:xfrm>
            <a:off x="6111875" y="4211712"/>
            <a:ext cx="0" cy="180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80" name="Google Shape;880;p34"/>
          <p:cNvSpPr txBox="1"/>
          <p:nvPr/>
        </p:nvSpPr>
        <p:spPr>
          <a:xfrm>
            <a:off x="5975350" y="4349750"/>
            <a:ext cx="247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35"/>
          <p:cNvSpPr txBox="1"/>
          <p:nvPr>
            <p:ph type="title"/>
          </p:nvPr>
        </p:nvSpPr>
        <p:spPr>
          <a:xfrm>
            <a:off x="684212" y="0"/>
            <a:ext cx="68706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4000"/>
              <a:buFont typeface="Comic Sans MS"/>
              <a:buNone/>
            </a:pPr>
            <a:r>
              <a:rPr b="0" i="0" lang="en-US" sz="4000" u="non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rPr>
              <a:t>Rebalancing Rotation LR(c)</a:t>
            </a:r>
            <a:endParaRPr/>
          </a:p>
        </p:txBody>
      </p:sp>
      <p:sp>
        <p:nvSpPr>
          <p:cNvPr id="886" name="Google Shape;886;p35"/>
          <p:cNvSpPr/>
          <p:nvPr/>
        </p:nvSpPr>
        <p:spPr>
          <a:xfrm>
            <a:off x="2136775" y="2700337"/>
            <a:ext cx="369900" cy="347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35"/>
          <p:cNvSpPr/>
          <p:nvPr/>
        </p:nvSpPr>
        <p:spPr>
          <a:xfrm>
            <a:off x="1697037" y="3316287"/>
            <a:ext cx="369900" cy="347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8" name="Google Shape;888;p35"/>
          <p:cNvCxnSpPr/>
          <p:nvPr/>
        </p:nvCxnSpPr>
        <p:spPr>
          <a:xfrm flipH="1">
            <a:off x="1900149" y="3014662"/>
            <a:ext cx="303300" cy="30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9" name="Google Shape;889;p35"/>
          <p:cNvSpPr/>
          <p:nvPr/>
        </p:nvSpPr>
        <p:spPr>
          <a:xfrm flipH="1">
            <a:off x="2120887" y="3930650"/>
            <a:ext cx="369900" cy="347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0" name="Google Shape;890;p35"/>
          <p:cNvCxnSpPr/>
          <p:nvPr/>
        </p:nvCxnSpPr>
        <p:spPr>
          <a:xfrm>
            <a:off x="1984375" y="3629025"/>
            <a:ext cx="303300" cy="30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1" name="Google Shape;891;p35"/>
          <p:cNvCxnSpPr/>
          <p:nvPr/>
        </p:nvCxnSpPr>
        <p:spPr>
          <a:xfrm flipH="1">
            <a:off x="1476287" y="3651250"/>
            <a:ext cx="303300" cy="30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92" name="Google Shape;892;p35"/>
          <p:cNvSpPr txBox="1"/>
          <p:nvPr/>
        </p:nvSpPr>
        <p:spPr>
          <a:xfrm>
            <a:off x="1314450" y="3963987"/>
            <a:ext cx="347700" cy="839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35"/>
          <p:cNvSpPr txBox="1"/>
          <p:nvPr/>
        </p:nvSpPr>
        <p:spPr>
          <a:xfrm>
            <a:off x="1771650" y="4445000"/>
            <a:ext cx="347700" cy="360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4" name="Google Shape;894;p35"/>
          <p:cNvCxnSpPr/>
          <p:nvPr/>
        </p:nvCxnSpPr>
        <p:spPr>
          <a:xfrm flipH="1">
            <a:off x="1940062" y="4232275"/>
            <a:ext cx="236400" cy="214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95" name="Google Shape;895;p35"/>
          <p:cNvGrpSpPr/>
          <p:nvPr/>
        </p:nvGrpSpPr>
        <p:grpSpPr>
          <a:xfrm flipH="1">
            <a:off x="2411412" y="4241800"/>
            <a:ext cx="404812" cy="581677"/>
            <a:chOff x="1431" y="2729"/>
            <a:chExt cx="329" cy="474"/>
          </a:xfrm>
        </p:grpSpPr>
        <p:sp>
          <p:nvSpPr>
            <p:cNvPr id="896" name="Google Shape;896;p35"/>
            <p:cNvSpPr txBox="1"/>
            <p:nvPr/>
          </p:nvSpPr>
          <p:spPr>
            <a:xfrm>
              <a:off x="1431" y="2903"/>
              <a:ext cx="300" cy="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mic Sans MS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C</a:t>
              </a:r>
              <a:r>
                <a:rPr b="0" baseline="-25000" i="0" lang="en-US" sz="12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97" name="Google Shape;897;p35"/>
            <p:cNvCxnSpPr/>
            <p:nvPr/>
          </p:nvCxnSpPr>
          <p:spPr>
            <a:xfrm flipH="1">
              <a:off x="1460" y="2729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898" name="Google Shape;898;p35"/>
          <p:cNvCxnSpPr/>
          <p:nvPr/>
        </p:nvCxnSpPr>
        <p:spPr>
          <a:xfrm>
            <a:off x="2427287" y="3013075"/>
            <a:ext cx="7413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99" name="Google Shape;899;p35"/>
          <p:cNvSpPr txBox="1"/>
          <p:nvPr/>
        </p:nvSpPr>
        <p:spPr>
          <a:xfrm>
            <a:off x="2986087" y="3390900"/>
            <a:ext cx="347700" cy="1311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35"/>
          <p:cNvSpPr txBox="1"/>
          <p:nvPr/>
        </p:nvSpPr>
        <p:spPr>
          <a:xfrm>
            <a:off x="2468562" y="4818062"/>
            <a:ext cx="347700" cy="14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01" name="Google Shape;901;p35"/>
          <p:cNvSpPr/>
          <p:nvPr/>
        </p:nvSpPr>
        <p:spPr>
          <a:xfrm>
            <a:off x="3881437" y="3308350"/>
            <a:ext cx="885816" cy="463536"/>
          </a:xfrm>
          <a:custGeom>
            <a:rect b="b" l="l" r="r" t="t"/>
            <a:pathLst>
              <a:path extrusionOk="0" h="21600" w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extrusionOk="0" h="21600" w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extrusionOk="0" h="21600" w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02" name="Google Shape;902;p35"/>
          <p:cNvSpPr txBox="1"/>
          <p:nvPr/>
        </p:nvSpPr>
        <p:spPr>
          <a:xfrm>
            <a:off x="3933825" y="2962275"/>
            <a:ext cx="8589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LR(c)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35"/>
          <p:cNvSpPr/>
          <p:nvPr/>
        </p:nvSpPr>
        <p:spPr>
          <a:xfrm>
            <a:off x="6218237" y="2697162"/>
            <a:ext cx="369900" cy="347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4" name="Google Shape;904;p35"/>
          <p:cNvCxnSpPr/>
          <p:nvPr/>
        </p:nvCxnSpPr>
        <p:spPr>
          <a:xfrm flipH="1">
            <a:off x="5743525" y="3041650"/>
            <a:ext cx="565200" cy="287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905" name="Google Shape;905;p35"/>
          <p:cNvGrpSpPr/>
          <p:nvPr/>
        </p:nvGrpSpPr>
        <p:grpSpPr>
          <a:xfrm>
            <a:off x="5586412" y="3303587"/>
            <a:ext cx="1635125" cy="476249"/>
            <a:chOff x="4168" y="2064"/>
            <a:chExt cx="1030" cy="300"/>
          </a:xfrm>
        </p:grpSpPr>
        <p:sp>
          <p:nvSpPr>
            <p:cNvPr id="906" name="Google Shape;906;p35"/>
            <p:cNvSpPr/>
            <p:nvPr/>
          </p:nvSpPr>
          <p:spPr>
            <a:xfrm>
              <a:off x="4168" y="2064"/>
              <a:ext cx="300" cy="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mic Sans MS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+1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mic Sans MS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35"/>
            <p:cNvSpPr/>
            <p:nvPr/>
          </p:nvSpPr>
          <p:spPr>
            <a:xfrm flipH="1">
              <a:off x="4898" y="2064"/>
              <a:ext cx="300" cy="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mic Sans MS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mic Sans MS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08" name="Google Shape;908;p35"/>
          <p:cNvCxnSpPr/>
          <p:nvPr/>
        </p:nvCxnSpPr>
        <p:spPr>
          <a:xfrm>
            <a:off x="6508750" y="3017837"/>
            <a:ext cx="549300" cy="288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09" name="Google Shape;909;p35"/>
          <p:cNvSpPr txBox="1"/>
          <p:nvPr/>
        </p:nvSpPr>
        <p:spPr>
          <a:xfrm>
            <a:off x="5949950" y="4268787"/>
            <a:ext cx="347700" cy="360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0" name="Google Shape;910;p35"/>
          <p:cNvCxnSpPr/>
          <p:nvPr/>
        </p:nvCxnSpPr>
        <p:spPr>
          <a:xfrm flipH="1">
            <a:off x="5392649" y="3649662"/>
            <a:ext cx="265200" cy="59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1" name="Google Shape;911;p35"/>
          <p:cNvSpPr txBox="1"/>
          <p:nvPr/>
        </p:nvSpPr>
        <p:spPr>
          <a:xfrm flipH="1">
            <a:off x="5224424" y="4257675"/>
            <a:ext cx="347700" cy="538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2" name="Google Shape;912;p35"/>
          <p:cNvCxnSpPr/>
          <p:nvPr/>
        </p:nvCxnSpPr>
        <p:spPr>
          <a:xfrm>
            <a:off x="5864225" y="3629025"/>
            <a:ext cx="265200" cy="63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3" name="Google Shape;913;p35"/>
          <p:cNvSpPr txBox="1"/>
          <p:nvPr/>
        </p:nvSpPr>
        <p:spPr>
          <a:xfrm>
            <a:off x="6588125" y="4600575"/>
            <a:ext cx="347700" cy="15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14" name="Google Shape;914;p35"/>
          <p:cNvSpPr txBox="1"/>
          <p:nvPr/>
        </p:nvSpPr>
        <p:spPr>
          <a:xfrm flipH="1">
            <a:off x="6588087" y="4264025"/>
            <a:ext cx="347700" cy="35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5" name="Google Shape;915;p35"/>
          <p:cNvCxnSpPr/>
          <p:nvPr/>
        </p:nvCxnSpPr>
        <p:spPr>
          <a:xfrm flipH="1">
            <a:off x="6767462" y="3659187"/>
            <a:ext cx="184200" cy="6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6" name="Google Shape;916;p35"/>
          <p:cNvSpPr txBox="1"/>
          <p:nvPr/>
        </p:nvSpPr>
        <p:spPr>
          <a:xfrm>
            <a:off x="7239000" y="4259262"/>
            <a:ext cx="347700" cy="557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7" name="Google Shape;917;p35"/>
          <p:cNvCxnSpPr/>
          <p:nvPr/>
        </p:nvCxnSpPr>
        <p:spPr>
          <a:xfrm rot="10800000">
            <a:off x="7142312" y="3625825"/>
            <a:ext cx="247500" cy="625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8" name="Google Shape;918;p35"/>
          <p:cNvCxnSpPr/>
          <p:nvPr/>
        </p:nvCxnSpPr>
        <p:spPr>
          <a:xfrm>
            <a:off x="6637337" y="2879725"/>
            <a:ext cx="1268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9" name="Google Shape;919;p35"/>
          <p:cNvCxnSpPr/>
          <p:nvPr/>
        </p:nvCxnSpPr>
        <p:spPr>
          <a:xfrm>
            <a:off x="7672387" y="4814887"/>
            <a:ext cx="266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0" name="Google Shape;920;p35"/>
          <p:cNvCxnSpPr/>
          <p:nvPr/>
        </p:nvCxnSpPr>
        <p:spPr>
          <a:xfrm flipH="1" rot="10800000">
            <a:off x="7694612" y="2879625"/>
            <a:ext cx="1500" cy="71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21" name="Google Shape;921;p35"/>
          <p:cNvCxnSpPr/>
          <p:nvPr/>
        </p:nvCxnSpPr>
        <p:spPr>
          <a:xfrm>
            <a:off x="7712075" y="4057650"/>
            <a:ext cx="1500" cy="72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22" name="Google Shape;922;p35"/>
          <p:cNvSpPr txBox="1"/>
          <p:nvPr/>
        </p:nvSpPr>
        <p:spPr>
          <a:xfrm>
            <a:off x="7475537" y="3692525"/>
            <a:ext cx="4494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h+2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3" name="Google Shape;923;p35"/>
          <p:cNvCxnSpPr/>
          <p:nvPr/>
        </p:nvCxnSpPr>
        <p:spPr>
          <a:xfrm>
            <a:off x="5016500" y="4260850"/>
            <a:ext cx="135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4" name="Google Shape;924;p35"/>
          <p:cNvCxnSpPr/>
          <p:nvPr/>
        </p:nvCxnSpPr>
        <p:spPr>
          <a:xfrm>
            <a:off x="5018087" y="4781550"/>
            <a:ext cx="135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5" name="Google Shape;925;p35"/>
          <p:cNvCxnSpPr/>
          <p:nvPr/>
        </p:nvCxnSpPr>
        <p:spPr>
          <a:xfrm>
            <a:off x="5084762" y="4583112"/>
            <a:ext cx="0" cy="19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26" name="Google Shape;926;p35"/>
          <p:cNvCxnSpPr/>
          <p:nvPr/>
        </p:nvCxnSpPr>
        <p:spPr>
          <a:xfrm>
            <a:off x="5081587" y="4238700"/>
            <a:ext cx="0" cy="180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27" name="Google Shape;927;p35"/>
          <p:cNvSpPr txBox="1"/>
          <p:nvPr/>
        </p:nvSpPr>
        <p:spPr>
          <a:xfrm>
            <a:off x="4945062" y="4376737"/>
            <a:ext cx="247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36"/>
          <p:cNvSpPr txBox="1"/>
          <p:nvPr>
            <p:ph type="title"/>
          </p:nvPr>
        </p:nvSpPr>
        <p:spPr>
          <a:xfrm>
            <a:off x="684212" y="0"/>
            <a:ext cx="68706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4400"/>
              <a:buFont typeface="Comic Sans MS"/>
              <a:buNone/>
            </a:pPr>
            <a:r>
              <a:rPr b="0" i="0" lang="en-US" sz="4400" u="none">
                <a:solidFill>
                  <a:srgbClr val="339966"/>
                </a:solidFill>
                <a:latin typeface="Comic Sans MS"/>
                <a:ea typeface="Comic Sans MS"/>
                <a:cs typeface="Comic Sans MS"/>
                <a:sym typeface="Comic Sans MS"/>
              </a:rPr>
              <a:t>AVL Trees (Cont.)</a:t>
            </a:r>
            <a:endParaRPr/>
          </a:p>
        </p:txBody>
      </p:sp>
      <p:sp>
        <p:nvSpPr>
          <p:cNvPr id="933" name="Google Shape;933;p36"/>
          <p:cNvSpPr txBox="1"/>
          <p:nvPr>
            <p:ph idx="1" type="body"/>
          </p:nvPr>
        </p:nvSpPr>
        <p:spPr>
          <a:xfrm>
            <a:off x="685800" y="1916112"/>
            <a:ext cx="7696200" cy="40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Once rebalancing has been carried out on the subtree in question, examining the remaining tree is unnecessary.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perform insertion, binary search tree with n nodes could have O(n) in worst case. But for AVL, the insertion time is O(log n).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rayons_1">
  <a:themeElements>
    <a:clrScheme name="Crayons_1 1">
      <a:dk1>
        <a:srgbClr val="000000"/>
      </a:dk1>
      <a:lt1>
        <a:srgbClr val="FFFFFF"/>
      </a:lt1>
      <a:dk2>
        <a:srgbClr val="FF0000"/>
      </a:dk2>
      <a:lt2>
        <a:srgbClr val="FFB800"/>
      </a:lt2>
      <a:accent1>
        <a:srgbClr val="FFEF66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6B8"/>
      </a:accent5>
      <a:accent6>
        <a:srgbClr val="000000"/>
      </a:accent6>
      <a:hlink>
        <a:srgbClr val="00B200"/>
      </a:hlink>
      <a:folHlink>
        <a:srgbClr val="703D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Crayons_1">
  <a:themeElements>
    <a:clrScheme name="Crayons_1 1">
      <a:dk1>
        <a:srgbClr val="000000"/>
      </a:dk1>
      <a:lt1>
        <a:srgbClr val="FFFFFF"/>
      </a:lt1>
      <a:dk2>
        <a:srgbClr val="FF0000"/>
      </a:dk2>
      <a:lt2>
        <a:srgbClr val="FFB800"/>
      </a:lt2>
      <a:accent1>
        <a:srgbClr val="FFEF66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6B8"/>
      </a:accent5>
      <a:accent6>
        <a:srgbClr val="000000"/>
      </a:accent6>
      <a:hlink>
        <a:srgbClr val="00B200"/>
      </a:hlink>
      <a:folHlink>
        <a:srgbClr val="703D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