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1341"/>
    <a:srgbClr val="A40CA4"/>
    <a:srgbClr val="095748"/>
    <a:srgbClr val="D888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 christiyan" userId="8dacc1e1e7be58b5" providerId="LiveId" clId="{4F4DF8E5-76BB-4814-93FA-AC11EF8C0E47}"/>
    <pc:docChg chg="undo custSel addSld modSld sldOrd">
      <pc:chgData name="jaya christiyan" userId="8dacc1e1e7be58b5" providerId="LiveId" clId="{4F4DF8E5-76BB-4814-93FA-AC11EF8C0E47}" dt="2023-07-14T05:43:47.206" v="111" actId="27636"/>
      <pc:docMkLst>
        <pc:docMk/>
      </pc:docMkLst>
      <pc:sldChg chg="modSp mod">
        <pc:chgData name="jaya christiyan" userId="8dacc1e1e7be58b5" providerId="LiveId" clId="{4F4DF8E5-76BB-4814-93FA-AC11EF8C0E47}" dt="2023-07-14T05:29:32.650" v="41" actId="113"/>
        <pc:sldMkLst>
          <pc:docMk/>
          <pc:sldMk cId="2122240853" sldId="256"/>
        </pc:sldMkLst>
        <pc:spChg chg="mod">
          <ac:chgData name="jaya christiyan" userId="8dacc1e1e7be58b5" providerId="LiveId" clId="{4F4DF8E5-76BB-4814-93FA-AC11EF8C0E47}" dt="2023-07-14T05:29:32.650" v="41" actId="113"/>
          <ac:spMkLst>
            <pc:docMk/>
            <pc:sldMk cId="2122240853" sldId="256"/>
            <ac:spMk id="6" creationId="{2A8291C0-30C7-5FED-6039-362F84F3A5CC}"/>
          </ac:spMkLst>
        </pc:spChg>
      </pc:sldChg>
      <pc:sldChg chg="addSp delSp modSp mod">
        <pc:chgData name="jaya christiyan" userId="8dacc1e1e7be58b5" providerId="LiveId" clId="{4F4DF8E5-76BB-4814-93FA-AC11EF8C0E47}" dt="2023-07-14T05:30:08.850" v="54" actId="20577"/>
        <pc:sldMkLst>
          <pc:docMk/>
          <pc:sldMk cId="1113336572" sldId="257"/>
        </pc:sldMkLst>
        <pc:spChg chg="mod">
          <ac:chgData name="jaya christiyan" userId="8dacc1e1e7be58b5" providerId="LiveId" clId="{4F4DF8E5-76BB-4814-93FA-AC11EF8C0E47}" dt="2023-07-14T05:30:08.850" v="54" actId="20577"/>
          <ac:spMkLst>
            <pc:docMk/>
            <pc:sldMk cId="1113336572" sldId="257"/>
            <ac:spMk id="2" creationId="{2B1B440D-F9B7-BD71-EA5C-AEB406C1CC3E}"/>
          </ac:spMkLst>
        </pc:spChg>
        <pc:spChg chg="del">
          <ac:chgData name="jaya christiyan" userId="8dacc1e1e7be58b5" providerId="LiveId" clId="{4F4DF8E5-76BB-4814-93FA-AC11EF8C0E47}" dt="2023-07-12T16:25:31.340" v="1" actId="22"/>
          <ac:spMkLst>
            <pc:docMk/>
            <pc:sldMk cId="1113336572" sldId="257"/>
            <ac:spMk id="3" creationId="{9D5A68AC-B0F2-50A6-D4A0-2393160821E0}"/>
          </ac:spMkLst>
        </pc:spChg>
        <pc:picChg chg="add mod ord">
          <ac:chgData name="jaya christiyan" userId="8dacc1e1e7be58b5" providerId="LiveId" clId="{4F4DF8E5-76BB-4814-93FA-AC11EF8C0E47}" dt="2023-07-12T16:25:31.340" v="1" actId="22"/>
          <ac:picMkLst>
            <pc:docMk/>
            <pc:sldMk cId="1113336572" sldId="257"/>
            <ac:picMk id="5" creationId="{554E0052-F1DF-8D63-B20E-8F67AC8926F5}"/>
          </ac:picMkLst>
        </pc:picChg>
        <pc:picChg chg="add mod">
          <ac:chgData name="jaya christiyan" userId="8dacc1e1e7be58b5" providerId="LiveId" clId="{4F4DF8E5-76BB-4814-93FA-AC11EF8C0E47}" dt="2023-07-12T16:25:45.536" v="5" actId="1076"/>
          <ac:picMkLst>
            <pc:docMk/>
            <pc:sldMk cId="1113336572" sldId="257"/>
            <ac:picMk id="7" creationId="{99EC56FE-BC8C-18C2-B74E-87FE5BE33938}"/>
          </ac:picMkLst>
        </pc:picChg>
        <pc:picChg chg="add del mod">
          <ac:chgData name="jaya christiyan" userId="8dacc1e1e7be58b5" providerId="LiveId" clId="{4F4DF8E5-76BB-4814-93FA-AC11EF8C0E47}" dt="2023-07-12T16:26:20.735" v="13" actId="22"/>
          <ac:picMkLst>
            <pc:docMk/>
            <pc:sldMk cId="1113336572" sldId="257"/>
            <ac:picMk id="9" creationId="{51EA081C-3B4C-EC25-DC11-BB9B4E4E7717}"/>
          </ac:picMkLst>
        </pc:picChg>
        <pc:picChg chg="add del mod">
          <ac:chgData name="jaya christiyan" userId="8dacc1e1e7be58b5" providerId="LiveId" clId="{4F4DF8E5-76BB-4814-93FA-AC11EF8C0E47}" dt="2023-07-12T16:26:18.810" v="11" actId="22"/>
          <ac:picMkLst>
            <pc:docMk/>
            <pc:sldMk cId="1113336572" sldId="257"/>
            <ac:picMk id="11" creationId="{10C43DA3-F5F2-34F0-E507-A9B662E311AF}"/>
          </ac:picMkLst>
        </pc:picChg>
        <pc:picChg chg="add mod">
          <ac:chgData name="jaya christiyan" userId="8dacc1e1e7be58b5" providerId="LiveId" clId="{4F4DF8E5-76BB-4814-93FA-AC11EF8C0E47}" dt="2023-07-12T16:26:31.793" v="16" actId="14100"/>
          <ac:picMkLst>
            <pc:docMk/>
            <pc:sldMk cId="1113336572" sldId="257"/>
            <ac:picMk id="13" creationId="{B75A1117-0C54-2B89-8C8B-7390A2E62C88}"/>
          </ac:picMkLst>
        </pc:picChg>
      </pc:sldChg>
      <pc:sldChg chg="addSp delSp modSp mod ord">
        <pc:chgData name="jaya christiyan" userId="8dacc1e1e7be58b5" providerId="LiveId" clId="{4F4DF8E5-76BB-4814-93FA-AC11EF8C0E47}" dt="2023-07-14T05:30:16.096" v="56" actId="122"/>
        <pc:sldMkLst>
          <pc:docMk/>
          <pc:sldMk cId="195605964" sldId="258"/>
        </pc:sldMkLst>
        <pc:spChg chg="mod">
          <ac:chgData name="jaya christiyan" userId="8dacc1e1e7be58b5" providerId="LiveId" clId="{4F4DF8E5-76BB-4814-93FA-AC11EF8C0E47}" dt="2023-07-14T05:30:16.096" v="56" actId="122"/>
          <ac:spMkLst>
            <pc:docMk/>
            <pc:sldMk cId="195605964" sldId="258"/>
            <ac:spMk id="2" creationId="{400A340E-7F9A-CAB4-C6AC-4DD3978CA68A}"/>
          </ac:spMkLst>
        </pc:spChg>
        <pc:spChg chg="del">
          <ac:chgData name="jaya christiyan" userId="8dacc1e1e7be58b5" providerId="LiveId" clId="{4F4DF8E5-76BB-4814-93FA-AC11EF8C0E47}" dt="2023-07-12T16:30:01.901" v="17" actId="22"/>
          <ac:spMkLst>
            <pc:docMk/>
            <pc:sldMk cId="195605964" sldId="258"/>
            <ac:spMk id="3" creationId="{529A2538-1CA6-FF64-D5A4-253692F45713}"/>
          </ac:spMkLst>
        </pc:spChg>
        <pc:picChg chg="add mod ord">
          <ac:chgData name="jaya christiyan" userId="8dacc1e1e7be58b5" providerId="LiveId" clId="{4F4DF8E5-76BB-4814-93FA-AC11EF8C0E47}" dt="2023-07-12T16:30:01.901" v="17" actId="22"/>
          <ac:picMkLst>
            <pc:docMk/>
            <pc:sldMk cId="195605964" sldId="258"/>
            <ac:picMk id="5" creationId="{6E080885-20A4-44B4-2296-C6F861D98BEB}"/>
          </ac:picMkLst>
        </pc:picChg>
        <pc:picChg chg="add mod">
          <ac:chgData name="jaya christiyan" userId="8dacc1e1e7be58b5" providerId="LiveId" clId="{4F4DF8E5-76BB-4814-93FA-AC11EF8C0E47}" dt="2023-07-12T16:30:14.104" v="21" actId="1076"/>
          <ac:picMkLst>
            <pc:docMk/>
            <pc:sldMk cId="195605964" sldId="258"/>
            <ac:picMk id="7" creationId="{298F04C1-717A-AED4-C0ED-04DD60145B54}"/>
          </ac:picMkLst>
        </pc:picChg>
      </pc:sldChg>
      <pc:sldChg chg="modSp mod">
        <pc:chgData name="jaya christiyan" userId="8dacc1e1e7be58b5" providerId="LiveId" clId="{4F4DF8E5-76BB-4814-93FA-AC11EF8C0E47}" dt="2023-07-14T05:29:43.120" v="43" actId="20577"/>
        <pc:sldMkLst>
          <pc:docMk/>
          <pc:sldMk cId="2100139040" sldId="259"/>
        </pc:sldMkLst>
        <pc:spChg chg="mod">
          <ac:chgData name="jaya christiyan" userId="8dacc1e1e7be58b5" providerId="LiveId" clId="{4F4DF8E5-76BB-4814-93FA-AC11EF8C0E47}" dt="2023-07-14T05:29:43.120" v="43" actId="20577"/>
          <ac:spMkLst>
            <pc:docMk/>
            <pc:sldMk cId="2100139040" sldId="259"/>
            <ac:spMk id="2" creationId="{3FE12D4B-BFDF-DCB5-5ACE-41A4C46ADD9A}"/>
          </ac:spMkLst>
        </pc:spChg>
        <pc:spChg chg="mod">
          <ac:chgData name="jaya christiyan" userId="8dacc1e1e7be58b5" providerId="LiveId" clId="{4F4DF8E5-76BB-4814-93FA-AC11EF8C0E47}" dt="2023-07-12T16:22:25.613" v="0"/>
          <ac:spMkLst>
            <pc:docMk/>
            <pc:sldMk cId="2100139040" sldId="259"/>
            <ac:spMk id="3" creationId="{3F231194-AE2A-6320-0070-AA39EB253C1C}"/>
          </ac:spMkLst>
        </pc:spChg>
      </pc:sldChg>
      <pc:sldChg chg="modSp new mod">
        <pc:chgData name="jaya christiyan" userId="8dacc1e1e7be58b5" providerId="LiveId" clId="{4F4DF8E5-76BB-4814-93FA-AC11EF8C0E47}" dt="2023-07-14T05:34:35.882" v="79" actId="12"/>
        <pc:sldMkLst>
          <pc:docMk/>
          <pc:sldMk cId="3470535529" sldId="260"/>
        </pc:sldMkLst>
        <pc:spChg chg="mod">
          <ac:chgData name="jaya christiyan" userId="8dacc1e1e7be58b5" providerId="LiveId" clId="{4F4DF8E5-76BB-4814-93FA-AC11EF8C0E47}" dt="2023-07-14T05:30:24.668" v="57" actId="108"/>
          <ac:spMkLst>
            <pc:docMk/>
            <pc:sldMk cId="3470535529" sldId="260"/>
            <ac:spMk id="2" creationId="{E84E68C2-788B-9837-0B47-A83C15CD9220}"/>
          </ac:spMkLst>
        </pc:spChg>
        <pc:spChg chg="mod">
          <ac:chgData name="jaya christiyan" userId="8dacc1e1e7be58b5" providerId="LiveId" clId="{4F4DF8E5-76BB-4814-93FA-AC11EF8C0E47}" dt="2023-07-14T05:34:35.882" v="79" actId="12"/>
          <ac:spMkLst>
            <pc:docMk/>
            <pc:sldMk cId="3470535529" sldId="260"/>
            <ac:spMk id="3" creationId="{F93933E4-AC3C-F364-D7A1-87866EF0F873}"/>
          </ac:spMkLst>
        </pc:spChg>
      </pc:sldChg>
      <pc:sldChg chg="modSp new mod">
        <pc:chgData name="jaya christiyan" userId="8dacc1e1e7be58b5" providerId="LiveId" clId="{4F4DF8E5-76BB-4814-93FA-AC11EF8C0E47}" dt="2023-07-14T05:32:36.920" v="66" actId="12"/>
        <pc:sldMkLst>
          <pc:docMk/>
          <pc:sldMk cId="369425175" sldId="261"/>
        </pc:sldMkLst>
        <pc:spChg chg="mod">
          <ac:chgData name="jaya christiyan" userId="8dacc1e1e7be58b5" providerId="LiveId" clId="{4F4DF8E5-76BB-4814-93FA-AC11EF8C0E47}" dt="2023-07-14T05:32:36.920" v="66" actId="12"/>
          <ac:spMkLst>
            <pc:docMk/>
            <pc:sldMk cId="369425175" sldId="261"/>
            <ac:spMk id="3" creationId="{08A5D92B-7C43-0B03-B6C0-6C4286424642}"/>
          </ac:spMkLst>
        </pc:spChg>
      </pc:sldChg>
      <pc:sldChg chg="modSp new mod">
        <pc:chgData name="jaya christiyan" userId="8dacc1e1e7be58b5" providerId="LiveId" clId="{4F4DF8E5-76BB-4814-93FA-AC11EF8C0E47}" dt="2023-07-14T05:33:16.159" v="69" actId="12"/>
        <pc:sldMkLst>
          <pc:docMk/>
          <pc:sldMk cId="1652217136" sldId="262"/>
        </pc:sldMkLst>
        <pc:spChg chg="mod">
          <ac:chgData name="jaya christiyan" userId="8dacc1e1e7be58b5" providerId="LiveId" clId="{4F4DF8E5-76BB-4814-93FA-AC11EF8C0E47}" dt="2023-07-14T05:33:16.159" v="69" actId="12"/>
          <ac:spMkLst>
            <pc:docMk/>
            <pc:sldMk cId="1652217136" sldId="262"/>
            <ac:spMk id="3" creationId="{3FD85AD4-E6B0-E2C7-8420-386CEC568DAD}"/>
          </ac:spMkLst>
        </pc:spChg>
      </pc:sldChg>
      <pc:sldChg chg="modSp new mod">
        <pc:chgData name="jaya christiyan" userId="8dacc1e1e7be58b5" providerId="LiveId" clId="{4F4DF8E5-76BB-4814-93FA-AC11EF8C0E47}" dt="2023-07-14T05:43:36.809" v="109" actId="123"/>
        <pc:sldMkLst>
          <pc:docMk/>
          <pc:sldMk cId="2644793623" sldId="263"/>
        </pc:sldMkLst>
        <pc:spChg chg="mod">
          <ac:chgData name="jaya christiyan" userId="8dacc1e1e7be58b5" providerId="LiveId" clId="{4F4DF8E5-76BB-4814-93FA-AC11EF8C0E47}" dt="2023-07-14T05:42:58.698" v="100" actId="108"/>
          <ac:spMkLst>
            <pc:docMk/>
            <pc:sldMk cId="2644793623" sldId="263"/>
            <ac:spMk id="2" creationId="{4D7D446F-1186-3963-38A4-D3FD987AD3C2}"/>
          </ac:spMkLst>
        </pc:spChg>
        <pc:spChg chg="mod">
          <ac:chgData name="jaya christiyan" userId="8dacc1e1e7be58b5" providerId="LiveId" clId="{4F4DF8E5-76BB-4814-93FA-AC11EF8C0E47}" dt="2023-07-14T05:43:36.809" v="109" actId="123"/>
          <ac:spMkLst>
            <pc:docMk/>
            <pc:sldMk cId="2644793623" sldId="263"/>
            <ac:spMk id="3" creationId="{7AADAEB9-A4F4-94F6-DA32-8C6452150905}"/>
          </ac:spMkLst>
        </pc:spChg>
      </pc:sldChg>
      <pc:sldChg chg="modSp add mod">
        <pc:chgData name="jaya christiyan" userId="8dacc1e1e7be58b5" providerId="LiveId" clId="{4F4DF8E5-76BB-4814-93FA-AC11EF8C0E47}" dt="2023-07-14T05:43:47.206" v="111" actId="27636"/>
        <pc:sldMkLst>
          <pc:docMk/>
          <pc:sldMk cId="915026015" sldId="264"/>
        </pc:sldMkLst>
        <pc:spChg chg="mod">
          <ac:chgData name="jaya christiyan" userId="8dacc1e1e7be58b5" providerId="LiveId" clId="{4F4DF8E5-76BB-4814-93FA-AC11EF8C0E47}" dt="2023-07-14T05:43:47.206" v="111" actId="27636"/>
          <ac:spMkLst>
            <pc:docMk/>
            <pc:sldMk cId="915026015" sldId="264"/>
            <ac:spMk id="3" creationId="{7AADAEB9-A4F4-94F6-DA32-8C645215090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44BBF-AE09-8EC9-DE27-0DDF691BFF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B94907-0F48-D110-A9E3-2E854B4E7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0634D1-2F95-D1F5-DE37-5895A13C0AC3}"/>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14A02997-9C78-C817-B26A-25FACF36C7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C30D97-D6B7-9131-9817-0852C8A2DE11}"/>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1063270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F213-F18E-B54D-084F-D8F3CDC78E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1A1119-76A6-25F3-73E1-57E8BF894B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31E9D0-CA56-F323-147A-9168F0D10F8C}"/>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B994E821-2A20-E437-8A80-D3C5C5864D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9C4FE3-3751-0771-8E12-CC61C3FC73E0}"/>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396220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9D12-119C-0A52-8559-820DFA0BAB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C74951-5837-CC8C-B249-40B0856791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18F67F-BF12-A961-373E-F3F8999107BA}"/>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18619F49-AEC2-C519-57ED-DAFB3A8DAD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44932D-B82D-F76A-476C-936CCCC670AE}"/>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1892243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8E933-52B6-514D-E2D6-C4975E9353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702CB-7579-CA3C-6173-609C6E3427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062143-E4F5-FE10-9E6A-2F31EBEB9E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990168-07BF-90A0-AB98-D36B337B4EC7}"/>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6" name="Footer Placeholder 5">
            <a:extLst>
              <a:ext uri="{FF2B5EF4-FFF2-40B4-BE49-F238E27FC236}">
                <a16:creationId xmlns:a16="http://schemas.microsoft.com/office/drawing/2014/main" id="{0ACB2B7F-F6F0-33DA-D725-F4CFB0E66F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5B4E6B-42EA-3379-CA88-4EDE1EDEE81C}"/>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281972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58ADF-3B12-F5D1-6297-AE8769504C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20DF0D-B582-B58B-59D1-7C3F0B90B7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CC6AE-757E-BB92-2688-31255B4D01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D78AEF-1E26-FD42-5FD6-D82A9A2B0B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FE03C-561F-D39E-FF9A-83F17264A7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551F3A-216D-CB70-7DC2-C203200558EC}"/>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8" name="Footer Placeholder 7">
            <a:extLst>
              <a:ext uri="{FF2B5EF4-FFF2-40B4-BE49-F238E27FC236}">
                <a16:creationId xmlns:a16="http://schemas.microsoft.com/office/drawing/2014/main" id="{B91C4D60-F240-188D-8F47-3259807FDF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B2F95D-3CE5-6B6A-6159-C38109FA83A6}"/>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4152491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358C-B56E-3289-4F27-A9F89525DD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9C3509-CE82-5C2A-C689-C2163B70CDDD}"/>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4" name="Footer Placeholder 3">
            <a:extLst>
              <a:ext uri="{FF2B5EF4-FFF2-40B4-BE49-F238E27FC236}">
                <a16:creationId xmlns:a16="http://schemas.microsoft.com/office/drawing/2014/main" id="{020C036F-AD2C-0701-F00C-8995A0AE80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83C56E-A454-0A69-404F-1C9D11358BBB}"/>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350288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66A7BB-54E4-A52B-1558-2CFEB5A00918}"/>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3" name="Footer Placeholder 2">
            <a:extLst>
              <a:ext uri="{FF2B5EF4-FFF2-40B4-BE49-F238E27FC236}">
                <a16:creationId xmlns:a16="http://schemas.microsoft.com/office/drawing/2014/main" id="{ABCB3DD4-1B56-6986-E6FE-56FC952CB5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262DB8-9476-CB24-BE38-B346D7A5CB8B}"/>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2887542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8477-3A4B-C4BE-3BF3-251958FAD8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E9D02E-8F57-58D0-3FC0-FBFC686061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5360C0-C567-A539-B446-632878103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1BA37F-5967-8252-F4C9-33A0DB1FA0B0}"/>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6" name="Footer Placeholder 5">
            <a:extLst>
              <a:ext uri="{FF2B5EF4-FFF2-40B4-BE49-F238E27FC236}">
                <a16:creationId xmlns:a16="http://schemas.microsoft.com/office/drawing/2014/main" id="{BE69ADF6-E65B-823D-2E15-0A93E32641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7768F2-F769-8BB0-DE31-2DCE40825DF8}"/>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186933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270C-CF64-C78B-FD78-153C62FCB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B7E554-7FC5-0509-65BB-69747389C7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7DC49D-E55A-3868-9EF7-6DB0CA5C01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790F4A-E345-BC3B-3AB2-898D46F57306}"/>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6" name="Footer Placeholder 5">
            <a:extLst>
              <a:ext uri="{FF2B5EF4-FFF2-40B4-BE49-F238E27FC236}">
                <a16:creationId xmlns:a16="http://schemas.microsoft.com/office/drawing/2014/main" id="{D3203D0E-5159-3154-29CC-6FD696CAF0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D9641-B890-F4BA-4D47-A492CE99315C}"/>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362287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A2F9-588A-72C3-D82D-91970809DC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E39F4F-F85A-C52E-6ED2-64C941A550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A012B7-AA94-F974-26EF-69ACA4007A54}"/>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42F20919-A6AD-D22D-7795-92A9BBE59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6A0B59-65A9-127D-F6FD-3DB07005796C}"/>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139596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BEFDA9-3817-CB52-8ABD-2CB46AD2CB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8679AE-DE1D-D77C-9BEB-51FB447480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2818F-1E90-010E-E157-480423CD5A26}"/>
              </a:ext>
            </a:extLst>
          </p:cNvPr>
          <p:cNvSpPr>
            <a:spLocks noGrp="1"/>
          </p:cNvSpPr>
          <p:nvPr>
            <p:ph type="dt" sz="half" idx="10"/>
          </p:nvPr>
        </p:nvSpPr>
        <p:spPr/>
        <p:txBody>
          <a:body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C8839AD4-E598-A82E-6D12-F316B65702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70DC85-4CCC-697E-15FF-6E6314C3550C}"/>
              </a:ext>
            </a:extLst>
          </p:cNvPr>
          <p:cNvSpPr>
            <a:spLocks noGrp="1"/>
          </p:cNvSpPr>
          <p:nvPr>
            <p:ph type="sldNum" sz="quarter" idx="12"/>
          </p:nvPr>
        </p:nvSpPr>
        <p:spPr/>
        <p:txBody>
          <a:bodyPr/>
          <a:lstStyle/>
          <a:p>
            <a:fld id="{27E7EC1F-A4D4-493D-A89F-504BFFD2F0BC}" type="slidenum">
              <a:rPr lang="en-IN" smtClean="0"/>
              <a:t>‹#›</a:t>
            </a:fld>
            <a:endParaRPr lang="en-IN"/>
          </a:p>
        </p:txBody>
      </p:sp>
    </p:spTree>
    <p:extLst>
      <p:ext uri="{BB962C8B-B14F-4D97-AF65-F5344CB8AC3E}">
        <p14:creationId xmlns:p14="http://schemas.microsoft.com/office/powerpoint/2010/main" val="94203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218F-E693-0AD3-8AEC-D2143C6CDD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370A31-6D35-4FEA-AE23-5A8638D0C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6B1312-55C8-B51E-286D-1B27BE668F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1DE429-6F6B-4259-9CC1-5317EFA5FD21}" type="datetimeFigureOut">
              <a:rPr lang="en-IN" smtClean="0"/>
              <a:t>14-07-2023</a:t>
            </a:fld>
            <a:endParaRPr lang="en-IN"/>
          </a:p>
        </p:txBody>
      </p:sp>
      <p:sp>
        <p:nvSpPr>
          <p:cNvPr id="5" name="Footer Placeholder 4">
            <a:extLst>
              <a:ext uri="{FF2B5EF4-FFF2-40B4-BE49-F238E27FC236}">
                <a16:creationId xmlns:a16="http://schemas.microsoft.com/office/drawing/2014/main" id="{CF5AC3AF-34CB-07E0-A6B7-A579975EE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C6D341-AF06-566F-E46C-527FCDC2F7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E7EC1F-A4D4-493D-A89F-504BFFD2F0BC}" type="slidenum">
              <a:rPr lang="en-IN" smtClean="0"/>
              <a:t>‹#›</a:t>
            </a:fld>
            <a:endParaRPr lang="en-IN"/>
          </a:p>
        </p:txBody>
      </p:sp>
    </p:spTree>
    <p:extLst>
      <p:ext uri="{BB962C8B-B14F-4D97-AF65-F5344CB8AC3E}">
        <p14:creationId xmlns:p14="http://schemas.microsoft.com/office/powerpoint/2010/main" val="660893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291C0-30C7-5FED-6039-362F84F3A5CC}"/>
              </a:ext>
            </a:extLst>
          </p:cNvPr>
          <p:cNvSpPr>
            <a:spLocks noGrp="1"/>
          </p:cNvSpPr>
          <p:nvPr>
            <p:ph type="title"/>
          </p:nvPr>
        </p:nvSpPr>
        <p:spPr/>
        <p:txBody>
          <a:bodyPr/>
          <a:lstStyle/>
          <a:p>
            <a:pPr algn="ctr"/>
            <a:r>
              <a:rPr lang="en-IN" b="1" i="0" dirty="0">
                <a:solidFill>
                  <a:srgbClr val="4D1341"/>
                </a:solidFill>
                <a:effectLst/>
                <a:latin typeface="Heebo" pitchFamily="2" charset="-79"/>
                <a:cs typeface="Heebo" pitchFamily="2" charset="-79"/>
              </a:rPr>
              <a:t>Python - Exceptions Handling</a:t>
            </a:r>
            <a:br>
              <a:rPr lang="en-IN" b="1" i="0" dirty="0">
                <a:solidFill>
                  <a:srgbClr val="303030"/>
                </a:solidFill>
                <a:effectLst/>
                <a:latin typeface="Heebo" pitchFamily="2" charset="-79"/>
                <a:cs typeface="Heebo" pitchFamily="2" charset="-79"/>
              </a:rPr>
            </a:br>
            <a:endParaRPr lang="en-IN" b="1" dirty="0"/>
          </a:p>
        </p:txBody>
      </p:sp>
      <p:sp>
        <p:nvSpPr>
          <p:cNvPr id="7" name="Content Placeholder 6">
            <a:extLst>
              <a:ext uri="{FF2B5EF4-FFF2-40B4-BE49-F238E27FC236}">
                <a16:creationId xmlns:a16="http://schemas.microsoft.com/office/drawing/2014/main" id="{5B7CE409-FCE1-E612-C7AA-C15515E6A657}"/>
              </a:ext>
            </a:extLst>
          </p:cNvPr>
          <p:cNvSpPr>
            <a:spLocks noGrp="1"/>
          </p:cNvSpPr>
          <p:nvPr>
            <p:ph idx="1"/>
          </p:nvPr>
        </p:nvSpPr>
        <p:spPr/>
        <p:txBody>
          <a:bodyPr/>
          <a:lstStyle/>
          <a:p>
            <a:pPr algn="just"/>
            <a:r>
              <a:rPr lang="en-US" b="0" i="0" dirty="0">
                <a:solidFill>
                  <a:srgbClr val="222222"/>
                </a:solidFill>
                <a:effectLst/>
                <a:latin typeface="Source Sans Pro" panose="020B0503030403020204" pitchFamily="34" charset="0"/>
              </a:rPr>
              <a:t>An exception is an error which happens at the time of execution of a program. However, while running a program, Python generates an exception that should be handled to avoid your program to crash. In Python language, exceptions trigger automatically on errors, or they can be triggered and intercepted by </a:t>
            </a:r>
            <a:r>
              <a:rPr lang="en-US" dirty="0">
                <a:solidFill>
                  <a:srgbClr val="222222"/>
                </a:solidFill>
                <a:latin typeface="Source Sans Pro" panose="020B0503030403020204" pitchFamily="34" charset="0"/>
              </a:rPr>
              <a:t>the </a:t>
            </a:r>
            <a:r>
              <a:rPr lang="en-US" b="0" i="0" dirty="0">
                <a:solidFill>
                  <a:srgbClr val="222222"/>
                </a:solidFill>
                <a:effectLst/>
                <a:latin typeface="Source Sans Pro" panose="020B0503030403020204" pitchFamily="34" charset="0"/>
              </a:rPr>
              <a:t>code.</a:t>
            </a:r>
          </a:p>
          <a:p>
            <a:pPr algn="just"/>
            <a:r>
              <a:rPr lang="en-US" b="0" i="0" dirty="0">
                <a:solidFill>
                  <a:srgbClr val="222222"/>
                </a:solidFill>
                <a:effectLst/>
                <a:latin typeface="Source Sans Pro" panose="020B0503030403020204" pitchFamily="34" charset="0"/>
              </a:rPr>
              <a:t>The exception indicates that, although the event can occur, this type of event happens infrequently. When the method is not able to handle the exception, it is thrown to its caller function. Eventually, when an exception is thrown out of the main function, the program is terminated abruptly.</a:t>
            </a:r>
          </a:p>
          <a:p>
            <a:endParaRPr lang="en-IN" dirty="0"/>
          </a:p>
        </p:txBody>
      </p:sp>
    </p:spTree>
    <p:extLst>
      <p:ext uri="{BB962C8B-B14F-4D97-AF65-F5344CB8AC3E}">
        <p14:creationId xmlns:p14="http://schemas.microsoft.com/office/powerpoint/2010/main" val="2122240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12D4B-BFDF-DCB5-5ACE-41A4C46ADD9A}"/>
              </a:ext>
            </a:extLst>
          </p:cNvPr>
          <p:cNvSpPr>
            <a:spLocks noGrp="1"/>
          </p:cNvSpPr>
          <p:nvPr>
            <p:ph type="title"/>
          </p:nvPr>
        </p:nvSpPr>
        <p:spPr/>
        <p:txBody>
          <a:bodyPr/>
          <a:lstStyle/>
          <a:p>
            <a:r>
              <a:rPr lang="en-IN" b="1" dirty="0">
                <a:solidFill>
                  <a:srgbClr val="4D1341"/>
                </a:solidFill>
                <a:latin typeface="Heebo" pitchFamily="2" charset="-79"/>
                <a:cs typeface="Heebo" pitchFamily="2" charset="-79"/>
              </a:rPr>
              <a:t>Common Examples of Exception</a:t>
            </a:r>
            <a:br>
              <a:rPr lang="en-IN" b="1" i="0" dirty="0">
                <a:solidFill>
                  <a:srgbClr val="222222"/>
                </a:solidFill>
                <a:effectLst/>
                <a:latin typeface="Source Sans Pro" panose="020B0503030403020204" pitchFamily="34" charset="0"/>
              </a:rPr>
            </a:br>
            <a:endParaRPr lang="en-IN" dirty="0"/>
          </a:p>
        </p:txBody>
      </p:sp>
      <p:sp>
        <p:nvSpPr>
          <p:cNvPr id="3" name="Content Placeholder 2">
            <a:extLst>
              <a:ext uri="{FF2B5EF4-FFF2-40B4-BE49-F238E27FC236}">
                <a16:creationId xmlns:a16="http://schemas.microsoft.com/office/drawing/2014/main" id="{3F231194-AE2A-6320-0070-AA39EB253C1C}"/>
              </a:ext>
            </a:extLst>
          </p:cNvPr>
          <p:cNvSpPr>
            <a:spLocks noGrp="1"/>
          </p:cNvSpPr>
          <p:nvPr>
            <p:ph idx="1"/>
          </p:nvPr>
        </p:nvSpPr>
        <p:spPr/>
        <p:txBody>
          <a:bodyPr/>
          <a:lstStyle/>
          <a:p>
            <a:pPr algn="l">
              <a:buFont typeface="Arial" panose="020B0604020202020204" pitchFamily="34" charset="0"/>
              <a:buChar char="•"/>
            </a:pPr>
            <a:r>
              <a:rPr lang="en-US" b="0" i="0" dirty="0">
                <a:solidFill>
                  <a:srgbClr val="222222"/>
                </a:solidFill>
                <a:effectLst/>
                <a:latin typeface="Source Sans Pro" panose="020B0503030403020204" pitchFamily="34" charset="0"/>
              </a:rPr>
              <a:t>Division by Zero</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Accessing a file which does not exist.</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Addition of two incompatible types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Trying to access a nonexistent index of a sequence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Removing the table from the disconnected database server.</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ATM withdrawal of more than the available amount</a:t>
            </a:r>
          </a:p>
          <a:p>
            <a:endParaRPr lang="en-IN" dirty="0"/>
          </a:p>
        </p:txBody>
      </p:sp>
    </p:spTree>
    <p:extLst>
      <p:ext uri="{BB962C8B-B14F-4D97-AF65-F5344CB8AC3E}">
        <p14:creationId xmlns:p14="http://schemas.microsoft.com/office/powerpoint/2010/main" val="2100139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440D-F9B7-BD71-EA5C-AEB406C1CC3E}"/>
              </a:ext>
            </a:extLst>
          </p:cNvPr>
          <p:cNvSpPr>
            <a:spLocks noGrp="1"/>
          </p:cNvSpPr>
          <p:nvPr>
            <p:ph type="title"/>
          </p:nvPr>
        </p:nvSpPr>
        <p:spPr/>
        <p:txBody>
          <a:bodyPr/>
          <a:lstStyle/>
          <a:p>
            <a:pPr algn="ctr"/>
            <a:r>
              <a:rPr lang="en-IN" b="1" dirty="0">
                <a:solidFill>
                  <a:srgbClr val="4D1341"/>
                </a:solidFill>
                <a:latin typeface="Heebo" pitchFamily="2" charset="-79"/>
                <a:cs typeface="Heebo" pitchFamily="2" charset="-79"/>
              </a:rPr>
              <a:t>Keywords</a:t>
            </a:r>
          </a:p>
        </p:txBody>
      </p:sp>
      <p:pic>
        <p:nvPicPr>
          <p:cNvPr id="5" name="Content Placeholder 4">
            <a:extLst>
              <a:ext uri="{FF2B5EF4-FFF2-40B4-BE49-F238E27FC236}">
                <a16:creationId xmlns:a16="http://schemas.microsoft.com/office/drawing/2014/main" id="{554E0052-F1DF-8D63-B20E-8F67AC8926F5}"/>
              </a:ext>
            </a:extLst>
          </p:cNvPr>
          <p:cNvPicPr>
            <a:picLocks noGrp="1" noChangeAspect="1"/>
          </p:cNvPicPr>
          <p:nvPr>
            <p:ph idx="1"/>
          </p:nvPr>
        </p:nvPicPr>
        <p:blipFill>
          <a:blip r:embed="rId2"/>
          <a:stretch>
            <a:fillRect/>
          </a:stretch>
        </p:blipFill>
        <p:spPr>
          <a:xfrm>
            <a:off x="6095997" y="4001290"/>
            <a:ext cx="6" cy="7"/>
          </a:xfrm>
        </p:spPr>
      </p:pic>
      <p:pic>
        <p:nvPicPr>
          <p:cNvPr id="7" name="Picture 6">
            <a:extLst>
              <a:ext uri="{FF2B5EF4-FFF2-40B4-BE49-F238E27FC236}">
                <a16:creationId xmlns:a16="http://schemas.microsoft.com/office/drawing/2014/main" id="{99EC56FE-BC8C-18C2-B74E-87FE5BE33938}"/>
              </a:ext>
            </a:extLst>
          </p:cNvPr>
          <p:cNvPicPr>
            <a:picLocks noChangeAspect="1"/>
          </p:cNvPicPr>
          <p:nvPr/>
        </p:nvPicPr>
        <p:blipFill>
          <a:blip r:embed="rId3"/>
          <a:stretch>
            <a:fillRect/>
          </a:stretch>
        </p:blipFill>
        <p:spPr>
          <a:xfrm>
            <a:off x="2743200" y="2180001"/>
            <a:ext cx="3743325" cy="4189778"/>
          </a:xfrm>
          <a:prstGeom prst="rect">
            <a:avLst/>
          </a:prstGeom>
        </p:spPr>
      </p:pic>
      <p:pic>
        <p:nvPicPr>
          <p:cNvPr id="13" name="Picture 12">
            <a:extLst>
              <a:ext uri="{FF2B5EF4-FFF2-40B4-BE49-F238E27FC236}">
                <a16:creationId xmlns:a16="http://schemas.microsoft.com/office/drawing/2014/main" id="{B75A1117-0C54-2B89-8C8B-7390A2E62C88}"/>
              </a:ext>
            </a:extLst>
          </p:cNvPr>
          <p:cNvPicPr>
            <a:picLocks noChangeAspect="1"/>
          </p:cNvPicPr>
          <p:nvPr/>
        </p:nvPicPr>
        <p:blipFill>
          <a:blip r:embed="rId4"/>
          <a:stretch>
            <a:fillRect/>
          </a:stretch>
        </p:blipFill>
        <p:spPr>
          <a:xfrm>
            <a:off x="7454184" y="3779129"/>
            <a:ext cx="2473353" cy="745246"/>
          </a:xfrm>
          <a:prstGeom prst="rect">
            <a:avLst/>
          </a:prstGeom>
        </p:spPr>
      </p:pic>
    </p:spTree>
    <p:extLst>
      <p:ext uri="{BB962C8B-B14F-4D97-AF65-F5344CB8AC3E}">
        <p14:creationId xmlns:p14="http://schemas.microsoft.com/office/powerpoint/2010/main" val="1113336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340E-7F9A-CAB4-C6AC-4DD3978CA68A}"/>
              </a:ext>
            </a:extLst>
          </p:cNvPr>
          <p:cNvSpPr>
            <a:spLocks noGrp="1"/>
          </p:cNvSpPr>
          <p:nvPr>
            <p:ph type="title"/>
          </p:nvPr>
        </p:nvSpPr>
        <p:spPr/>
        <p:txBody>
          <a:bodyPr/>
          <a:lstStyle/>
          <a:p>
            <a:pPr algn="ctr"/>
            <a:r>
              <a:rPr lang="en-IN" b="1" dirty="0">
                <a:solidFill>
                  <a:srgbClr val="4D1341"/>
                </a:solidFill>
                <a:latin typeface="Heebo" pitchFamily="2" charset="-79"/>
                <a:cs typeface="Heebo" pitchFamily="2" charset="-79"/>
              </a:rPr>
              <a:t>Syntax</a:t>
            </a:r>
            <a:endParaRPr lang="en-IN" dirty="0"/>
          </a:p>
        </p:txBody>
      </p:sp>
      <p:pic>
        <p:nvPicPr>
          <p:cNvPr id="5" name="Content Placeholder 4">
            <a:extLst>
              <a:ext uri="{FF2B5EF4-FFF2-40B4-BE49-F238E27FC236}">
                <a16:creationId xmlns:a16="http://schemas.microsoft.com/office/drawing/2014/main" id="{6E080885-20A4-44B4-2296-C6F861D98BEB}"/>
              </a:ext>
            </a:extLst>
          </p:cNvPr>
          <p:cNvPicPr>
            <a:picLocks noGrp="1" noChangeAspect="1"/>
          </p:cNvPicPr>
          <p:nvPr>
            <p:ph idx="1"/>
          </p:nvPr>
        </p:nvPicPr>
        <p:blipFill>
          <a:blip r:embed="rId2"/>
          <a:stretch>
            <a:fillRect/>
          </a:stretch>
        </p:blipFill>
        <p:spPr>
          <a:xfrm>
            <a:off x="6095990" y="4001285"/>
            <a:ext cx="19" cy="17"/>
          </a:xfrm>
        </p:spPr>
      </p:pic>
      <p:pic>
        <p:nvPicPr>
          <p:cNvPr id="7" name="Picture 6">
            <a:extLst>
              <a:ext uri="{FF2B5EF4-FFF2-40B4-BE49-F238E27FC236}">
                <a16:creationId xmlns:a16="http://schemas.microsoft.com/office/drawing/2014/main" id="{298F04C1-717A-AED4-C0ED-04DD60145B54}"/>
              </a:ext>
            </a:extLst>
          </p:cNvPr>
          <p:cNvPicPr>
            <a:picLocks noChangeAspect="1"/>
          </p:cNvPicPr>
          <p:nvPr/>
        </p:nvPicPr>
        <p:blipFill>
          <a:blip r:embed="rId3"/>
          <a:stretch>
            <a:fillRect/>
          </a:stretch>
        </p:blipFill>
        <p:spPr>
          <a:xfrm>
            <a:off x="3209925" y="1881918"/>
            <a:ext cx="5124450" cy="4765509"/>
          </a:xfrm>
          <a:prstGeom prst="rect">
            <a:avLst/>
          </a:prstGeom>
        </p:spPr>
      </p:pic>
    </p:spTree>
    <p:extLst>
      <p:ext uri="{BB962C8B-B14F-4D97-AF65-F5344CB8AC3E}">
        <p14:creationId xmlns:p14="http://schemas.microsoft.com/office/powerpoint/2010/main" val="195605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E68C2-788B-9837-0B47-A83C15CD9220}"/>
              </a:ext>
            </a:extLst>
          </p:cNvPr>
          <p:cNvSpPr>
            <a:spLocks noGrp="1"/>
          </p:cNvSpPr>
          <p:nvPr>
            <p:ph type="title"/>
          </p:nvPr>
        </p:nvSpPr>
        <p:spPr/>
        <p:txBody>
          <a:bodyPr/>
          <a:lstStyle/>
          <a:p>
            <a:r>
              <a:rPr lang="en-IN" b="1" dirty="0">
                <a:solidFill>
                  <a:srgbClr val="4D1341"/>
                </a:solidFill>
                <a:latin typeface="Heebo" pitchFamily="2" charset="-79"/>
                <a:cs typeface="Heebo" pitchFamily="2" charset="-79"/>
              </a:rPr>
              <a:t>Examples</a:t>
            </a:r>
          </a:p>
        </p:txBody>
      </p:sp>
      <p:sp>
        <p:nvSpPr>
          <p:cNvPr id="3" name="Content Placeholder 2">
            <a:extLst>
              <a:ext uri="{FF2B5EF4-FFF2-40B4-BE49-F238E27FC236}">
                <a16:creationId xmlns:a16="http://schemas.microsoft.com/office/drawing/2014/main" id="{F93933E4-AC3C-F364-D7A1-87866EF0F873}"/>
              </a:ext>
            </a:extLst>
          </p:cNvPr>
          <p:cNvSpPr>
            <a:spLocks noGrp="1"/>
          </p:cNvSpPr>
          <p:nvPr>
            <p:ph idx="1"/>
          </p:nvPr>
        </p:nvSpPr>
        <p:spPr/>
        <p:txBody>
          <a:bodyPr/>
          <a:lstStyle/>
          <a:p>
            <a:r>
              <a:rPr lang="en-IN" dirty="0"/>
              <a:t>print(2/5))</a:t>
            </a:r>
          </a:p>
          <a:p>
            <a:r>
              <a:rPr lang="en-IN" dirty="0"/>
              <a:t>print(2/0)</a:t>
            </a:r>
          </a:p>
          <a:p>
            <a:r>
              <a:rPr lang="en-IN" dirty="0"/>
              <a:t>print(name)</a:t>
            </a:r>
          </a:p>
          <a:p>
            <a:endParaRPr lang="en-IN" dirty="0"/>
          </a:p>
          <a:p>
            <a:pPr marL="914400" lvl="2" indent="0" algn="just">
              <a:buNone/>
            </a:pPr>
            <a:r>
              <a:rPr lang="en-IN" sz="3200" dirty="0" err="1"/>
              <a:t>abc</a:t>
            </a:r>
            <a:r>
              <a:rPr lang="en-IN" sz="3200" dirty="0"/>
              <a:t>=input()</a:t>
            </a:r>
          </a:p>
          <a:p>
            <a:pPr marL="914400" lvl="2" indent="0" algn="just">
              <a:buNone/>
            </a:pPr>
            <a:r>
              <a:rPr lang="en-IN" sz="3200" dirty="0"/>
              <a:t>print(abc1)</a:t>
            </a:r>
          </a:p>
          <a:p>
            <a:endParaRPr lang="en-IN" dirty="0"/>
          </a:p>
        </p:txBody>
      </p:sp>
    </p:spTree>
    <p:extLst>
      <p:ext uri="{BB962C8B-B14F-4D97-AF65-F5344CB8AC3E}">
        <p14:creationId xmlns:p14="http://schemas.microsoft.com/office/powerpoint/2010/main" val="3470535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71769-082A-B72D-7C4A-C45CE7C2F2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A5D92B-7C43-0B03-B6C0-6C4286424642}"/>
              </a:ext>
            </a:extLst>
          </p:cNvPr>
          <p:cNvSpPr>
            <a:spLocks noGrp="1"/>
          </p:cNvSpPr>
          <p:nvPr>
            <p:ph idx="1"/>
          </p:nvPr>
        </p:nvSpPr>
        <p:spPr/>
        <p:txBody>
          <a:bodyPr/>
          <a:lstStyle/>
          <a:p>
            <a:pPr marL="0" indent="0">
              <a:buNone/>
            </a:pPr>
            <a:r>
              <a:rPr lang="en-US" dirty="0"/>
              <a:t>try:</a:t>
            </a:r>
          </a:p>
          <a:p>
            <a:pPr marL="0" indent="0">
              <a:buNone/>
            </a:pPr>
            <a:r>
              <a:rPr lang="en-US" dirty="0"/>
              <a:t>    print(name)</a:t>
            </a:r>
          </a:p>
          <a:p>
            <a:pPr marL="0" indent="0">
              <a:buNone/>
            </a:pPr>
            <a:r>
              <a:rPr lang="en-US" dirty="0"/>
              <a:t>except </a:t>
            </a:r>
            <a:r>
              <a:rPr lang="en-US" dirty="0" err="1"/>
              <a:t>NameError</a:t>
            </a:r>
            <a:r>
              <a:rPr lang="en-US" dirty="0"/>
              <a:t> as e:</a:t>
            </a:r>
          </a:p>
          <a:p>
            <a:pPr marL="0" indent="0">
              <a:buNone/>
            </a:pPr>
            <a:r>
              <a:rPr lang="en-US" dirty="0"/>
              <a:t>    print(e)</a:t>
            </a:r>
            <a:endParaRPr lang="en-IN" dirty="0"/>
          </a:p>
        </p:txBody>
      </p:sp>
    </p:spTree>
    <p:extLst>
      <p:ext uri="{BB962C8B-B14F-4D97-AF65-F5344CB8AC3E}">
        <p14:creationId xmlns:p14="http://schemas.microsoft.com/office/powerpoint/2010/main" val="369425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86A29-E69D-72BA-C70D-44B1066473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D85AD4-E6B0-E2C7-8420-386CEC568DAD}"/>
              </a:ext>
            </a:extLst>
          </p:cNvPr>
          <p:cNvSpPr>
            <a:spLocks noGrp="1"/>
          </p:cNvSpPr>
          <p:nvPr>
            <p:ph idx="1"/>
          </p:nvPr>
        </p:nvSpPr>
        <p:spPr/>
        <p:txBody>
          <a:bodyPr/>
          <a:lstStyle/>
          <a:p>
            <a:pPr marL="0" indent="0">
              <a:buNone/>
            </a:pPr>
            <a:r>
              <a:rPr lang="en-US" dirty="0"/>
              <a:t>#Accessing a variable not present in  scope</a:t>
            </a:r>
          </a:p>
          <a:p>
            <a:pPr marL="0" indent="0">
              <a:buNone/>
            </a:pPr>
            <a:r>
              <a:rPr lang="en-US" dirty="0"/>
              <a:t>def </a:t>
            </a:r>
            <a:r>
              <a:rPr lang="en-US" dirty="0" err="1"/>
              <a:t>nameerror_func</a:t>
            </a:r>
            <a:r>
              <a:rPr lang="en-US" dirty="0"/>
              <a:t>():</a:t>
            </a:r>
          </a:p>
          <a:p>
            <a:pPr marL="0" indent="0">
              <a:buNone/>
            </a:pPr>
            <a:r>
              <a:rPr lang="en-US" dirty="0"/>
              <a:t>    name="MSRIT"</a:t>
            </a:r>
          </a:p>
          <a:p>
            <a:pPr marL="0" indent="0">
              <a:buNone/>
            </a:pPr>
            <a:r>
              <a:rPr lang="en-US" dirty="0"/>
              <a:t>try:</a:t>
            </a:r>
          </a:p>
          <a:p>
            <a:pPr marL="0" indent="0">
              <a:buNone/>
            </a:pPr>
            <a:r>
              <a:rPr lang="en-US" dirty="0"/>
              <a:t>    print(name)</a:t>
            </a:r>
          </a:p>
          <a:p>
            <a:pPr marL="0" indent="0">
              <a:buNone/>
            </a:pPr>
            <a:r>
              <a:rPr lang="en-US" dirty="0"/>
              <a:t>except </a:t>
            </a:r>
            <a:r>
              <a:rPr lang="en-US" dirty="0" err="1"/>
              <a:t>NameError</a:t>
            </a:r>
            <a:r>
              <a:rPr lang="en-US" dirty="0"/>
              <a:t> as e:</a:t>
            </a:r>
          </a:p>
          <a:p>
            <a:pPr marL="0" indent="0">
              <a:buNone/>
            </a:pPr>
            <a:r>
              <a:rPr lang="en-US" dirty="0"/>
              <a:t>    print(e)</a:t>
            </a:r>
            <a:endParaRPr lang="en-IN" dirty="0"/>
          </a:p>
        </p:txBody>
      </p:sp>
    </p:spTree>
    <p:extLst>
      <p:ext uri="{BB962C8B-B14F-4D97-AF65-F5344CB8AC3E}">
        <p14:creationId xmlns:p14="http://schemas.microsoft.com/office/powerpoint/2010/main" val="1652217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446F-1186-3963-38A4-D3FD987AD3C2}"/>
              </a:ext>
            </a:extLst>
          </p:cNvPr>
          <p:cNvSpPr>
            <a:spLocks noGrp="1"/>
          </p:cNvSpPr>
          <p:nvPr>
            <p:ph type="title"/>
          </p:nvPr>
        </p:nvSpPr>
        <p:spPr/>
        <p:txBody>
          <a:bodyPr/>
          <a:lstStyle/>
          <a:p>
            <a:r>
              <a:rPr lang="en-IN" b="1" dirty="0">
                <a:solidFill>
                  <a:srgbClr val="4D1341"/>
                </a:solidFill>
                <a:latin typeface="Heebo" pitchFamily="2" charset="-79"/>
                <a:cs typeface="Heebo" pitchFamily="2" charset="-79"/>
              </a:rPr>
              <a:t>Programs</a:t>
            </a:r>
          </a:p>
        </p:txBody>
      </p:sp>
      <p:sp>
        <p:nvSpPr>
          <p:cNvPr id="3" name="Content Placeholder 2">
            <a:extLst>
              <a:ext uri="{FF2B5EF4-FFF2-40B4-BE49-F238E27FC236}">
                <a16:creationId xmlns:a16="http://schemas.microsoft.com/office/drawing/2014/main" id="{7AADAEB9-A4F4-94F6-DA32-8C6452150905}"/>
              </a:ext>
            </a:extLst>
          </p:cNvPr>
          <p:cNvSpPr>
            <a:spLocks noGrp="1"/>
          </p:cNvSpPr>
          <p:nvPr>
            <p:ph idx="1"/>
          </p:nvPr>
        </p:nvSpPr>
        <p:spPr/>
        <p:txBody>
          <a:bodyPr>
            <a:normAutofit/>
          </a:bodyPr>
          <a:lstStyle/>
          <a:p>
            <a:pPr algn="just"/>
            <a:r>
              <a:rPr lang="en-IN" kern="100" dirty="0">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Develop a python program to demonstrate handling of following exception using try and except : </a:t>
            </a:r>
            <a:r>
              <a:rPr lang="en-IN" kern="100" dirty="0" err="1">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NameError</a:t>
            </a:r>
            <a:r>
              <a:rPr lang="en-IN" kern="100" dirty="0">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 </a:t>
            </a:r>
            <a:r>
              <a:rPr lang="en-IN" kern="100" dirty="0" err="1">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Indexerror</a:t>
            </a:r>
            <a:r>
              <a:rPr lang="en-IN" kern="100" dirty="0">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 </a:t>
            </a:r>
            <a:r>
              <a:rPr lang="en-IN" kern="100" dirty="0" err="1">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KeyError</a:t>
            </a:r>
            <a:r>
              <a:rPr lang="en-IN" kern="100" dirty="0">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 </a:t>
            </a:r>
            <a:r>
              <a:rPr lang="en-IN" kern="100" dirty="0" err="1">
                <a:solidFill>
                  <a:srgbClr val="343541"/>
                </a:solidFill>
                <a:effectLst/>
                <a:latin typeface="Segoe UI" panose="020B0502040204020203" pitchFamily="34" charset="0"/>
                <a:ea typeface="Calibri" panose="020F0502020204030204" pitchFamily="34" charset="0"/>
                <a:cs typeface="Times New Roman" panose="02020603050405020304" pitchFamily="18" charset="0"/>
              </a:rPr>
              <a:t>ZeroDivisionError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dirty="0">
                <a:solidFill>
                  <a:srgbClr val="343541"/>
                </a:solidFill>
                <a:effectLst/>
                <a:latin typeface="Segoe UI" panose="020B0502040204020203" pitchFamily="34" charset="0"/>
                <a:ea typeface="Calibri" panose="020F0502020204030204" pitchFamily="34" charset="0"/>
              </a:rPr>
              <a:t>Develop a python program to demonstrate handling multiple exception using try and except ,else and finally block statement</a:t>
            </a:r>
          </a:p>
          <a:p>
            <a:pPr algn="just"/>
            <a:r>
              <a:rPr lang="en-IN" dirty="0">
                <a:solidFill>
                  <a:srgbClr val="343541"/>
                </a:solidFill>
                <a:effectLst/>
                <a:latin typeface="Segoe UI" panose="020B0502040204020203" pitchFamily="34" charset="0"/>
                <a:ea typeface="Calibri" panose="020F0502020204030204" pitchFamily="34" charset="0"/>
              </a:rPr>
              <a:t>Develop a python program to read 5 integer values from the keyboard. Display the sum and average of these numbers. If the user enters any other value, then raise the </a:t>
            </a:r>
            <a:r>
              <a:rPr lang="en-IN" dirty="0" err="1">
                <a:solidFill>
                  <a:srgbClr val="343541"/>
                </a:solidFill>
                <a:effectLst/>
                <a:latin typeface="Segoe UI" panose="020B0502040204020203" pitchFamily="34" charset="0"/>
                <a:ea typeface="Calibri" panose="020F0502020204030204" pitchFamily="34" charset="0"/>
              </a:rPr>
              <a:t>valueError</a:t>
            </a:r>
            <a:r>
              <a:rPr lang="en-IN" dirty="0">
                <a:solidFill>
                  <a:srgbClr val="343541"/>
                </a:solidFill>
                <a:effectLst/>
                <a:latin typeface="Segoe UI" panose="020B0502040204020203" pitchFamily="34" charset="0"/>
                <a:ea typeface="Calibri" panose="020F0502020204030204" pitchFamily="34" charset="0"/>
              </a:rPr>
              <a:t> exception. Display appropriate messages.</a:t>
            </a:r>
          </a:p>
        </p:txBody>
      </p:sp>
    </p:spTree>
    <p:extLst>
      <p:ext uri="{BB962C8B-B14F-4D97-AF65-F5344CB8AC3E}">
        <p14:creationId xmlns:p14="http://schemas.microsoft.com/office/powerpoint/2010/main" val="2644793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446F-1186-3963-38A4-D3FD987AD3C2}"/>
              </a:ext>
            </a:extLst>
          </p:cNvPr>
          <p:cNvSpPr>
            <a:spLocks noGrp="1"/>
          </p:cNvSpPr>
          <p:nvPr>
            <p:ph type="title"/>
          </p:nvPr>
        </p:nvSpPr>
        <p:spPr/>
        <p:txBody>
          <a:bodyPr/>
          <a:lstStyle/>
          <a:p>
            <a:r>
              <a:rPr lang="en-IN" b="1" dirty="0">
                <a:solidFill>
                  <a:srgbClr val="4D1341"/>
                </a:solidFill>
                <a:latin typeface="Heebo" pitchFamily="2" charset="-79"/>
                <a:cs typeface="Heebo" pitchFamily="2" charset="-79"/>
              </a:rPr>
              <a:t>Programs</a:t>
            </a:r>
          </a:p>
        </p:txBody>
      </p:sp>
      <p:sp>
        <p:nvSpPr>
          <p:cNvPr id="3" name="Content Placeholder 2">
            <a:extLst>
              <a:ext uri="{FF2B5EF4-FFF2-40B4-BE49-F238E27FC236}">
                <a16:creationId xmlns:a16="http://schemas.microsoft.com/office/drawing/2014/main" id="{7AADAEB9-A4F4-94F6-DA32-8C6452150905}"/>
              </a:ext>
            </a:extLst>
          </p:cNvPr>
          <p:cNvSpPr>
            <a:spLocks noGrp="1"/>
          </p:cNvSpPr>
          <p:nvPr>
            <p:ph idx="1"/>
          </p:nvPr>
        </p:nvSpPr>
        <p:spPr/>
        <p:txBody>
          <a:bodyPr>
            <a:normAutofit fontScale="92500"/>
          </a:bodyPr>
          <a:lstStyle/>
          <a:p>
            <a:pPr algn="just"/>
            <a:r>
              <a:rPr lang="en-IN" kern="100" dirty="0">
                <a:solidFill>
                  <a:srgbClr val="343541"/>
                </a:solidFill>
                <a:latin typeface="Segoe UI" panose="020B0502040204020203" pitchFamily="34" charset="0"/>
                <a:ea typeface="Calibri" panose="020F0502020204030204" pitchFamily="34" charset="0"/>
                <a:cs typeface="Times New Roman" panose="02020603050405020304" pitchFamily="18" charset="0"/>
              </a:rPr>
              <a:t>Develop a python program to read the age of a person and display if he is eligible to vote or not. Raise the exception when the age range is less than 1 and greater than 150</a:t>
            </a:r>
          </a:p>
          <a:p>
            <a:pPr algn="just"/>
            <a:r>
              <a:rPr lang="en-IN" kern="100" dirty="0">
                <a:solidFill>
                  <a:srgbClr val="343541"/>
                </a:solidFill>
                <a:latin typeface="Segoe UI" panose="020B0502040204020203" pitchFamily="34" charset="0"/>
                <a:ea typeface="Calibri" panose="020F0502020204030204" pitchFamily="34" charset="0"/>
                <a:cs typeface="Times New Roman" panose="02020603050405020304" pitchFamily="18" charset="0"/>
              </a:rPr>
              <a:t>Write an interactive program to compute the square root of a number. The input value must be tested for validity. If it is negative, the user defined method </a:t>
            </a:r>
            <a:r>
              <a:rPr lang="en-IN" kern="100" dirty="0" err="1">
                <a:solidFill>
                  <a:srgbClr val="343541"/>
                </a:solidFill>
                <a:latin typeface="Segoe UI" panose="020B0502040204020203" pitchFamily="34" charset="0"/>
                <a:ea typeface="Calibri" panose="020F0502020204030204" pitchFamily="34" charset="0"/>
                <a:cs typeface="Times New Roman" panose="02020603050405020304" pitchFamily="18" charset="0"/>
              </a:rPr>
              <a:t>MySqrt</a:t>
            </a:r>
            <a:r>
              <a:rPr lang="en-IN" kern="100" dirty="0">
                <a:solidFill>
                  <a:srgbClr val="343541"/>
                </a:solidFill>
                <a:latin typeface="Segoe UI" panose="020B0502040204020203" pitchFamily="34" charset="0"/>
                <a:ea typeface="Calibri" panose="020F0502020204030204" pitchFamily="34" charset="0"/>
                <a:cs typeface="Times New Roman" panose="02020603050405020304" pitchFamily="18" charset="0"/>
              </a:rPr>
              <a:t>() should raise an exception</a:t>
            </a:r>
          </a:p>
          <a:p>
            <a:pPr algn="just"/>
            <a:r>
              <a:rPr lang="en-IN" kern="100" dirty="0">
                <a:solidFill>
                  <a:srgbClr val="343541"/>
                </a:solidFill>
                <a:latin typeface="Segoe UI" panose="020B0502040204020203" pitchFamily="34" charset="0"/>
                <a:ea typeface="Calibri" panose="020F0502020204030204" pitchFamily="34" charset="0"/>
                <a:cs typeface="Times New Roman" panose="02020603050405020304" pitchFamily="18" charset="0"/>
              </a:rPr>
              <a:t>Write a program to simulate saving account processing in a bank using constructors. Create </a:t>
            </a:r>
            <a:r>
              <a:rPr lang="en-IN" kern="100" dirty="0" err="1">
                <a:solidFill>
                  <a:srgbClr val="343541"/>
                </a:solidFill>
                <a:latin typeface="Segoe UI" panose="020B0502040204020203" pitchFamily="34" charset="0"/>
                <a:ea typeface="Calibri" panose="020F0502020204030204" pitchFamily="34" charset="0"/>
                <a:cs typeface="Times New Roman" panose="02020603050405020304" pitchFamily="18" charset="0"/>
              </a:rPr>
              <a:t>Deposite</a:t>
            </a:r>
            <a:r>
              <a:rPr lang="en-IN" kern="100" dirty="0">
                <a:solidFill>
                  <a:srgbClr val="343541"/>
                </a:solidFill>
                <a:latin typeface="Segoe UI" panose="020B0502040204020203" pitchFamily="34" charset="0"/>
                <a:ea typeface="Calibri" panose="020F0502020204030204" pitchFamily="34" charset="0"/>
                <a:cs typeface="Times New Roman" panose="02020603050405020304" pitchFamily="18" charset="0"/>
              </a:rPr>
              <a:t> and Withdraw with other member function and check for validation while withdrawing the amount. Raise the appropriate exceptions when depositing and withdrawing an incorrect amount. Display appropriate messages</a:t>
            </a:r>
          </a:p>
        </p:txBody>
      </p:sp>
    </p:spTree>
    <p:extLst>
      <p:ext uri="{BB962C8B-B14F-4D97-AF65-F5344CB8AC3E}">
        <p14:creationId xmlns:p14="http://schemas.microsoft.com/office/powerpoint/2010/main" val="915026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445</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Heebo</vt:lpstr>
      <vt:lpstr>Segoe UI</vt:lpstr>
      <vt:lpstr>Source Sans Pro</vt:lpstr>
      <vt:lpstr>Office Theme</vt:lpstr>
      <vt:lpstr>Python - Exceptions Handling </vt:lpstr>
      <vt:lpstr>Common Examples of Exception </vt:lpstr>
      <vt:lpstr>Keywords</vt:lpstr>
      <vt:lpstr>Syntax</vt:lpstr>
      <vt:lpstr>Examples</vt:lpstr>
      <vt:lpstr>PowerPoint Presentation</vt:lpstr>
      <vt:lpstr>PowerPoint Presentation</vt:lpstr>
      <vt:lpstr>Programs</vt:lpstr>
      <vt:lpstr>Programs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Exceptions Handling </dc:title>
  <dc:creator>jaya christiyan</dc:creator>
  <cp:lastModifiedBy>jaya christiyan</cp:lastModifiedBy>
  <cp:revision>1</cp:revision>
  <dcterms:created xsi:type="dcterms:W3CDTF">2023-07-12T15:37:52Z</dcterms:created>
  <dcterms:modified xsi:type="dcterms:W3CDTF">2023-07-14T05:43:51Z</dcterms:modified>
</cp:coreProperties>
</file>