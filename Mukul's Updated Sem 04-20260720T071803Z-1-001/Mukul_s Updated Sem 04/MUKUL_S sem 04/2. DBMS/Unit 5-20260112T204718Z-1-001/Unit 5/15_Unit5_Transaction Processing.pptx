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93" r:id="rId18"/>
    <p:sldId id="287" r:id="rId19"/>
    <p:sldId id="288" r:id="rId20"/>
    <p:sldId id="289" r:id="rId21"/>
    <p:sldId id="291" r:id="rId22"/>
    <p:sldId id="273" r:id="rId23"/>
    <p:sldId id="279" r:id="rId24"/>
    <p:sldId id="278" r:id="rId25"/>
    <p:sldId id="281" r:id="rId26"/>
    <p:sldId id="280" r:id="rId27"/>
    <p:sldId id="282" r:id="rId28"/>
    <p:sldId id="274" r:id="rId29"/>
    <p:sldId id="276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19813-BC16-4875-94BC-CEC1E8A5082A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03196-04B1-481B-9004-27109C74E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8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54183D-7067-42AD-B955-13E374F7BCF5}" type="slidenum">
              <a:rPr lang="en-CA" sz="1200" smtClean="0">
                <a:latin typeface="Tahoma" panose="020B0604030504040204" pitchFamily="34" charset="0"/>
              </a:rPr>
              <a:pPr/>
              <a:t>18</a:t>
            </a:fld>
            <a:endParaRPr lang="en-CA" sz="1200" smtClean="0">
              <a:latin typeface="Tahom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87520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0EA030-8C5E-46EC-8525-50FBB9C563F6}" type="slidenum">
              <a:rPr lang="en-CA" sz="1200" smtClean="0">
                <a:latin typeface="Tahoma" panose="020B0604030504040204" pitchFamily="34" charset="0"/>
              </a:rPr>
              <a:pPr/>
              <a:t>19</a:t>
            </a:fld>
            <a:endParaRPr lang="en-CA" sz="1200" smtClean="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9691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C268ED-4288-47FC-AC50-E7EF68646BB6}" type="slidenum">
              <a:rPr lang="en-CA" sz="1200" smtClean="0">
                <a:latin typeface="Tahoma" panose="020B0604030504040204" pitchFamily="34" charset="0"/>
              </a:rPr>
              <a:pPr/>
              <a:t>20</a:t>
            </a:fld>
            <a:endParaRPr lang="en-CA" sz="1200" smtClean="0"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91020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0751D4-5975-4B4E-ABA7-01BB87FC5FB9}" type="slidenum">
              <a:rPr lang="en-CA" sz="1200" smtClean="0">
                <a:latin typeface="Tahoma" panose="020B0604030504040204" pitchFamily="34" charset="0"/>
              </a:rPr>
              <a:pPr/>
              <a:t>21</a:t>
            </a:fld>
            <a:endParaRPr lang="en-CA" sz="1200" smtClean="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8439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3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1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8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3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7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5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9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C4D3A-2A41-4291-97B7-57A55891AFE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C4313-D6EA-41EA-B42E-B292A0C50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475" y="566670"/>
            <a:ext cx="8565046" cy="56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1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" y="669701"/>
            <a:ext cx="11132593" cy="507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5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536" y="463638"/>
            <a:ext cx="9747015" cy="605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5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21" y="595312"/>
            <a:ext cx="9491728" cy="584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5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42" y="114992"/>
            <a:ext cx="9206046" cy="614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8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32" y="203658"/>
            <a:ext cx="9685718" cy="586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6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83" y="322800"/>
            <a:ext cx="9355629" cy="582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5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361" y="580745"/>
            <a:ext cx="9612737" cy="333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2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61" y="220081"/>
            <a:ext cx="6862804" cy="642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4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334" y="828597"/>
            <a:ext cx="9584162" cy="308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9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27" y="197265"/>
            <a:ext cx="8409904" cy="62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4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055" y="378507"/>
            <a:ext cx="9342529" cy="45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8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071" y="158491"/>
            <a:ext cx="8620192" cy="610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9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650" y="3617409"/>
            <a:ext cx="8901113" cy="21594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256" y="434180"/>
            <a:ext cx="8965507" cy="287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0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602" y="399245"/>
            <a:ext cx="8391208" cy="577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6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526" y="502276"/>
            <a:ext cx="9602201" cy="47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2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Testing for serializability of a schedule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438400"/>
            <a:ext cx="7823226" cy="323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3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Constructing the Precedence Graphs</a:t>
            </a:r>
          </a:p>
        </p:txBody>
      </p:sp>
      <p:sp>
        <p:nvSpPr>
          <p:cNvPr id="3584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016126" y="1501776"/>
            <a:ext cx="8042275" cy="1698625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600"/>
              <a:t>FIGURE 17.7 Constructing the precedence graphs for schedules A and D from Figure 17.5 to test for conflict serializability.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/>
              <a:t>(a) Precedence graph for serial schedule A.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/>
              <a:t>(b) Precedence graph for serial schedule B.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/>
              <a:t>(c) Precedence graph for schedule C (not serializable).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/>
              <a:t>(d) Precedence graph for schedule D (serializable, equivalent to schedule A).</a:t>
            </a:r>
          </a:p>
        </p:txBody>
      </p:sp>
      <p:pic>
        <p:nvPicPr>
          <p:cNvPr id="3584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040064"/>
            <a:ext cx="7620000" cy="358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113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example of serializability Testing</a:t>
            </a:r>
          </a:p>
        </p:txBody>
      </p:sp>
      <p:pic>
        <p:nvPicPr>
          <p:cNvPr id="37892" name="Picture 9" descr="fig17_0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19400"/>
            <a:ext cx="8610600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86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Example of Serializability Testing</a:t>
            </a:r>
          </a:p>
        </p:txBody>
      </p:sp>
      <p:pic>
        <p:nvPicPr>
          <p:cNvPr id="39940" name="Picture 9" descr="fig17_08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209801"/>
            <a:ext cx="8213725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3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Example of Serializability Testing</a:t>
            </a:r>
          </a:p>
        </p:txBody>
      </p:sp>
      <p:pic>
        <p:nvPicPr>
          <p:cNvPr id="41988" name="Picture 9" descr="fig17_08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8382000" cy="3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491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95" y="570359"/>
            <a:ext cx="9430556" cy="56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31" y="519313"/>
            <a:ext cx="9241262" cy="28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8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49" y="153519"/>
            <a:ext cx="8847785" cy="62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6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0" y="472225"/>
            <a:ext cx="9936185" cy="544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3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65" y="413935"/>
            <a:ext cx="11030197" cy="50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2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43" y="367182"/>
            <a:ext cx="11038297" cy="497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4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2762"/>
          </a:xfrm>
        </p:spPr>
        <p:txBody>
          <a:bodyPr/>
          <a:lstStyle/>
          <a:p>
            <a:r>
              <a:rPr lang="en-US" dirty="0" smtClean="0"/>
              <a:t>Two phase commit protocol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553792" y="1159099"/>
            <a:ext cx="10800008" cy="5017864"/>
          </a:xfrm>
        </p:spPr>
        <p:txBody>
          <a:bodyPr/>
          <a:lstStyle/>
          <a:p>
            <a:r>
              <a:rPr lang="en-US" dirty="0" smtClean="0"/>
              <a:t>Atomic commitment protocol</a:t>
            </a:r>
          </a:p>
          <a:p>
            <a:r>
              <a:rPr lang="en-US" dirty="0" smtClean="0"/>
              <a:t>Distributed algorithm that coordinates all process and participate in a distributed atomic transaction, whether to commit or abort T</a:t>
            </a:r>
          </a:p>
          <a:p>
            <a:endParaRPr lang="en-US" dirty="0" smtClean="0"/>
          </a:p>
        </p:txBody>
      </p:sp>
      <p:pic>
        <p:nvPicPr>
          <p:cNvPr id="54277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080" y="2557586"/>
            <a:ext cx="4940122" cy="3641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84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Block Problem:</a:t>
            </a:r>
          </a:p>
          <a:p>
            <a:pPr marL="0" indent="0">
              <a:buNone/>
              <a:defRPr/>
            </a:pPr>
            <a:r>
              <a:rPr lang="en-US" dirty="0" smtClean="0"/>
              <a:t>		- Blocking reduces the availability of system since blocked transactions keep all the resources until they receive final command from coordinator.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4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67" y="183054"/>
            <a:ext cx="10487495" cy="54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3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92" y="385360"/>
            <a:ext cx="10938330" cy="50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7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136</Words>
  <Application>Microsoft Office PowerPoint</Application>
  <PresentationFormat>Widescreen</PresentationFormat>
  <Paragraphs>21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Characterizing Schedules Based on Serializability (cont’d.)</vt:lpstr>
      <vt:lpstr>Constructing the Precedence Graphs</vt:lpstr>
      <vt:lpstr>Another example of serializability Testing</vt:lpstr>
      <vt:lpstr>Another Example of Serializability Testing</vt:lpstr>
      <vt:lpstr>Another Example of Serializability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phase commit protocol</vt:lpstr>
      <vt:lpstr>Limitation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CSE-PG</dc:creator>
  <cp:lastModifiedBy>CSE-PG</cp:lastModifiedBy>
  <cp:revision>11</cp:revision>
  <dcterms:created xsi:type="dcterms:W3CDTF">2019-07-18T06:00:43Z</dcterms:created>
  <dcterms:modified xsi:type="dcterms:W3CDTF">2020-11-24T11:15:51Z</dcterms:modified>
</cp:coreProperties>
</file>