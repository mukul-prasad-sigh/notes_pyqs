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59" r:id="rId10"/>
    <p:sldId id="260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448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394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546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69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58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37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471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880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795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371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054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698C7-412E-4BE2-9C2A-6E2DB3F288D3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357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48139"/>
            <a:ext cx="9144000" cy="2968487"/>
          </a:xfrm>
        </p:spPr>
        <p:txBody>
          <a:bodyPr>
            <a:normAutofit fontScale="90000"/>
          </a:bodyPr>
          <a:lstStyle/>
          <a:p>
            <a:b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b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b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b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b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b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b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b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b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b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b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b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b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b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b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b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b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b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Communicative English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Faculty – Dr. Kiran Magavi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lang="en-IN" sz="2800" dirty="0">
                <a:solidFill>
                  <a:srgbClr val="0E101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Introduction to Communication &amp; process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812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 of the term – communication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Communication is as old as the human race. </a:t>
            </a:r>
          </a:p>
          <a:p>
            <a:r>
              <a:rPr lang="en-US" dirty="0"/>
              <a:t>Several communications scholars have stated that the word "communication" is derived from the Latin verb "</a:t>
            </a:r>
            <a:r>
              <a:rPr lang="en-US" i="1" dirty="0" err="1"/>
              <a:t>communicare</a:t>
            </a:r>
            <a:r>
              <a:rPr lang="en-US" dirty="0"/>
              <a:t>" which means " to make common" or " to share".</a:t>
            </a:r>
          </a:p>
          <a:p>
            <a:r>
              <a:rPr lang="en-US" dirty="0"/>
              <a:t> It is also believed to have been based on a Latin word, "</a:t>
            </a:r>
            <a:r>
              <a:rPr lang="en-US" i="1" dirty="0" err="1"/>
              <a:t>cummunis</a:t>
            </a:r>
            <a:r>
              <a:rPr lang="en-US" dirty="0"/>
              <a:t>", which means to communicate and share, to impart a piece of information, a message, an idea or concept.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457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Expanse or spread of communication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 baby sees its mother’s face for the first time, communication happens. </a:t>
            </a:r>
          </a:p>
          <a:p>
            <a:r>
              <a:rPr lang="en-US" dirty="0"/>
              <a:t>When someone steps out onto a beach and the air touches his nose and the smell of the ocean comes into his mind, communication happens. </a:t>
            </a:r>
          </a:p>
          <a:p>
            <a:r>
              <a:rPr lang="en-US" dirty="0"/>
              <a:t>When a Parliament passes and the President signs a new bill, communication happens. </a:t>
            </a:r>
          </a:p>
          <a:p>
            <a:r>
              <a:rPr lang="en-US" dirty="0"/>
              <a:t>When a computer in Delhi calls up a computer in Tokyo and transmits a message, communication happens.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056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6366"/>
          </a:xfrm>
        </p:spPr>
        <p:txBody>
          <a:bodyPr/>
          <a:lstStyle/>
          <a:p>
            <a:r>
              <a:rPr lang="en-US" dirty="0"/>
              <a:t>Points to ponder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2327"/>
            <a:ext cx="10515600" cy="5264728"/>
          </a:xfrm>
        </p:spPr>
        <p:txBody>
          <a:bodyPr>
            <a:normAutofit/>
          </a:bodyPr>
          <a:lstStyle/>
          <a:p>
            <a:r>
              <a:rPr lang="en-US" dirty="0"/>
              <a:t>Communication is the modus operandi of social and commercial intercourse.</a:t>
            </a:r>
          </a:p>
          <a:p>
            <a:r>
              <a:rPr lang="en-US" dirty="0"/>
              <a:t> It is communication, which gets the world going. It is the lifeblood of any organization. </a:t>
            </a:r>
          </a:p>
          <a:p>
            <a:r>
              <a:rPr lang="en-US" dirty="0"/>
              <a:t>It is the ability of mankind to communicate across barriers and beyond boundaries that has ushered the progress of mankind. </a:t>
            </a:r>
          </a:p>
          <a:p>
            <a:r>
              <a:rPr lang="en-US" dirty="0"/>
              <a:t>It is the ability of fostering speedy and effective communication around the world, which has shrunk the world and made ‘globalization’ a reality.  </a:t>
            </a:r>
          </a:p>
          <a:p>
            <a:r>
              <a:rPr lang="en-US" dirty="0"/>
              <a:t>Communication is at once the cause and the consequence of a powerful world. </a:t>
            </a:r>
          </a:p>
        </p:txBody>
      </p:sp>
    </p:spTree>
    <p:extLst>
      <p:ext uri="{BB962C8B-B14F-4D97-AF65-F5344CB8AC3E}">
        <p14:creationId xmlns:p14="http://schemas.microsoft.com/office/powerpoint/2010/main" val="2140186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need for communication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 is a social being. As a member of society he has to constantly interact with his fellow beings.</a:t>
            </a:r>
          </a:p>
          <a:p>
            <a:r>
              <a:rPr lang="en-US" dirty="0"/>
              <a:t> He has emotions, feelings, likes and dislikes. He has to give vent to all these.</a:t>
            </a:r>
          </a:p>
          <a:p>
            <a:r>
              <a:rPr lang="en-US" dirty="0"/>
              <a:t> He needs to convey and let others know what he feels. In other words, whatever be the environment in which a person is placed, he has to build links, establish relationships and have connections. </a:t>
            </a:r>
          </a:p>
          <a:p>
            <a:r>
              <a:rPr lang="en-US" dirty="0"/>
              <a:t>The need for communication arises from man’s desire to express himself in a meaningful manner. </a:t>
            </a:r>
          </a:p>
        </p:txBody>
      </p:sp>
    </p:spTree>
    <p:extLst>
      <p:ext uri="{BB962C8B-B14F-4D97-AF65-F5344CB8AC3E}">
        <p14:creationId xmlns:p14="http://schemas.microsoft.com/office/powerpoint/2010/main" val="2932506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Reality check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According to researchers,</a:t>
            </a:r>
          </a:p>
          <a:p>
            <a:pPr marL="0" indent="0">
              <a:buNone/>
            </a:pPr>
            <a:r>
              <a:rPr lang="en-US" dirty="0"/>
              <a:t>A normal person  spends 50%-80% of  waking hours in communication. Of this:</a:t>
            </a:r>
          </a:p>
          <a:p>
            <a:pPr marL="0" indent="0">
              <a:buNone/>
            </a:pPr>
            <a:r>
              <a:rPr lang="en-US" i="1" dirty="0"/>
              <a:t>About 45% is spent in listening; </a:t>
            </a:r>
          </a:p>
          <a:p>
            <a:pPr marL="0" indent="0">
              <a:buNone/>
            </a:pPr>
            <a:r>
              <a:rPr lang="en-US" i="1" dirty="0"/>
              <a:t>About 30% is spent in speaking; 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About 15% is spent in reading; and  	</a:t>
            </a:r>
          </a:p>
          <a:p>
            <a:pPr marL="0" indent="0">
              <a:buNone/>
            </a:pPr>
            <a:r>
              <a:rPr lang="en-US" i="1" dirty="0"/>
              <a:t>About 10% is spent in writing.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078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responsible for growing importance of communication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Global Business Environment</a:t>
            </a:r>
            <a:r>
              <a:rPr lang="en-US" dirty="0"/>
              <a:t> </a:t>
            </a:r>
          </a:p>
          <a:p>
            <a:r>
              <a:rPr lang="en-US" b="1" dirty="0"/>
              <a:t>Large-Scale Operations</a:t>
            </a:r>
          </a:p>
          <a:p>
            <a:r>
              <a:rPr lang="en-US" b="1" dirty="0"/>
              <a:t>Technological Advancement</a:t>
            </a:r>
          </a:p>
          <a:p>
            <a:r>
              <a:rPr lang="en-US" b="1" dirty="0"/>
              <a:t>Role of Information</a:t>
            </a:r>
          </a:p>
          <a:p>
            <a:r>
              <a:rPr lang="en-US" b="1" dirty="0"/>
              <a:t>Need for Better Human Relations </a:t>
            </a:r>
          </a:p>
          <a:p>
            <a:r>
              <a:rPr lang="en-US" b="1" dirty="0"/>
              <a:t>Increasing Social Role of modern businesses </a:t>
            </a:r>
          </a:p>
          <a:p>
            <a:r>
              <a:rPr lang="en-US" b="1" dirty="0"/>
              <a:t>Change in management style of business houses – participative </a:t>
            </a:r>
          </a:p>
          <a:p>
            <a:r>
              <a:rPr lang="en-US" b="1" dirty="0"/>
              <a:t>Diverse cultures and languages across the globe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418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communication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art of communication is as old as civilization. </a:t>
            </a:r>
          </a:p>
          <a:p>
            <a:r>
              <a:rPr lang="en-US" dirty="0"/>
              <a:t>The art of communication, in fact, is older than the written word or even the spoken word.</a:t>
            </a:r>
          </a:p>
          <a:p>
            <a:r>
              <a:rPr lang="en-US" dirty="0"/>
              <a:t> Man learnt to communicate even before he learnt to speak, read and write. And communication is not unique to human beings alone. </a:t>
            </a:r>
          </a:p>
          <a:p>
            <a:r>
              <a:rPr lang="en-US" dirty="0"/>
              <a:t>Communication pervades the animal world as well. Birds and animals also communicate. The sounds they make do carry meanings.</a:t>
            </a:r>
          </a:p>
          <a:p>
            <a:r>
              <a:rPr lang="en-US" dirty="0"/>
              <a:t>Much before he learnt to speak, man had learnt to express himself through sounds, gestures and actions. </a:t>
            </a:r>
          </a:p>
        </p:txBody>
      </p:sp>
    </p:spTree>
    <p:extLst>
      <p:ext uri="{BB962C8B-B14F-4D97-AF65-F5344CB8AC3E}">
        <p14:creationId xmlns:p14="http://schemas.microsoft.com/office/powerpoint/2010/main" val="2221961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of communication </a:t>
            </a:r>
          </a:p>
        </p:txBody>
      </p:sp>
      <p:pic>
        <p:nvPicPr>
          <p:cNvPr id="1026" name="Picture 2" descr="Introduction to Communication – Professional Communication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382" y="2161309"/>
            <a:ext cx="6788727" cy="3754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474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NTRODUCTION TO COMMUNICATION - WikiEducator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963" y="2104952"/>
            <a:ext cx="7647709" cy="3713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8649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ommunications: Process, Importance, Types, Barriers with Example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2010569"/>
            <a:ext cx="4762500" cy="398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3701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603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                  Communicative English Faculty – Dr. Kiran Magavi  </vt:lpstr>
      <vt:lpstr>Root of the term – communication </vt:lpstr>
      <vt:lpstr>Expanse or spread of communication </vt:lpstr>
      <vt:lpstr>Points to ponder  </vt:lpstr>
      <vt:lpstr>The need for communication </vt:lpstr>
      <vt:lpstr>Reality check </vt:lpstr>
      <vt:lpstr>Factors responsible for growing importance of communication </vt:lpstr>
      <vt:lpstr>Evolution of communication </vt:lpstr>
      <vt:lpstr>Process of communication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kiraaan</dc:creator>
  <cp:lastModifiedBy>Rishi Magavi</cp:lastModifiedBy>
  <cp:revision>15</cp:revision>
  <dcterms:created xsi:type="dcterms:W3CDTF">2020-11-11T03:02:26Z</dcterms:created>
  <dcterms:modified xsi:type="dcterms:W3CDTF">2022-02-07T16:20:26Z</dcterms:modified>
</cp:coreProperties>
</file>