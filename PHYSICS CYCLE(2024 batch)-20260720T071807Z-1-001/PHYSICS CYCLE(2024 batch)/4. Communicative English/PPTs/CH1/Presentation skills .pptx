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ipF5r5C3Uisfub2T5ifdt89Q0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34207"/>
            <a:ext cx="9144000" cy="21217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br>
              <a:rPr b="0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  </a:t>
            </a:r>
            <a:b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– Humanities and Social Sciences</a:t>
            </a:r>
            <a:r>
              <a:rPr lang="en-US" sz="5400"/>
              <a:t> 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Presentation Strategies 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are presentation skills?</a:t>
            </a:r>
            <a:br>
              <a:rPr lang="en-US"/>
            </a:b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3899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skills can be defined as a set of abilities that enable an individual to: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interact with the audience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transmit the messages with clarity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engage the audience in the presentation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interpret and understand the mindsets of the listeners.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Points to ponder 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do we need to know how to present information?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Public speaking is commonly feared by many people.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can be a nerve-racking experience, but anxiety can be minimized.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Skills to be a good presenter can be developed with preparation and practice.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*Preparation is key*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are the 4 types of presentation?</a:t>
            </a:r>
            <a:br>
              <a:rPr lang="en-US"/>
            </a:b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Informative – the purpose is to transmit information on a particular subject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Instructional - the purpose is to give specific directions or orders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Persuasive/ motivational – the purpose is to urge and encourage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Decision-making – the purpose is to enable to decide a or arrive at a  decision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 about these ….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makes a bad presentation?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makes a good presentation?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What makes an outstanding presentation?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4 Ps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1. Plan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2. Prepare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3. Practice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4. Present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238539"/>
            <a:ext cx="10515600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     Aspects of planning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Purpose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Audience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Structure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     Audience Analysis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In what is the audience interested?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 What does the audience want?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What does the audience already know?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What does the audience need to know?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What does the audience expect from this presentation?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How will the audience benefit from this presentation?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695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. Planning and Preparation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199" y="1351722"/>
            <a:ext cx="10850217" cy="540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Preparing a presentation is thinking about the needs of your audience.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Answering these questions will influence what information to include and how to best deliver it.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next step is to identify key talking points and build your presentation around those main points.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Remember, the audience came to learn something, so ask yourself, “If people learn something new from this presentation, what would it be?” and go from there.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Studies show that people retain little of what they see and hear. Listeners can easily lose the flow of a presentation jam-packed with raw data, so use visual aids to illustrate your points.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Vocal repetition and visual reinforcement help a great deal with retention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838200" y="371061"/>
            <a:ext cx="10515600" cy="5805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first few minutes are critical for success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Carefully design and master this while practicing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Good first impression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Rehearse well, but use natural speech and no reading, only refer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Get attention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Shock, humor, question, story, statistics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Be enthusiastic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Motivate audience to listen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type="title"/>
          </p:nvPr>
        </p:nvSpPr>
        <p:spPr>
          <a:xfrm>
            <a:off x="838200" y="365126"/>
            <a:ext cx="10515600" cy="827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Practice </a:t>
            </a:r>
            <a:endParaRPr/>
          </a:p>
        </p:txBody>
      </p:sp>
      <p:sp>
        <p:nvSpPr>
          <p:cNvPr id="137" name="Google Shape;137;p10"/>
          <p:cNvSpPr txBox="1"/>
          <p:nvPr>
            <p:ph idx="1" type="body"/>
          </p:nvPr>
        </p:nvSpPr>
        <p:spPr>
          <a:xfrm>
            <a:off x="838200" y="1285462"/>
            <a:ext cx="10515600" cy="5207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create a beautiful slide show and have strong data surrounding your speaking points, but without practice, the presentation is at risk of falling flat.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Presenters practice in a variety of ways: at home, alone, in front of a mirror, or in front of family.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front of a video camera is the most effective.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Self-reflection or sharing the video with a peer-coach provides you with the greatest insight.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you practice and review, pay attention to your facial expressions, voice, and body movements—and don’t be afraid to ask for feedback.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Practice the presentation as many times as you can so when it comes to the real deal you are as prepared as you can be!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Projecting the right voice – it is an A/V</a:t>
            </a:r>
            <a:endParaRPr/>
          </a:p>
        </p:txBody>
      </p:sp>
      <p:sp>
        <p:nvSpPr>
          <p:cNvPr id="143" name="Google Shape;143;p11"/>
          <p:cNvSpPr txBox="1"/>
          <p:nvPr>
            <p:ph idx="1" type="body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It’s common for presenters to focus more on the visuals and talking points as opposed to the auditory aspect of actually delivering the presentation.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Whether you are presenting to a room of 20 or 300, most people are unable to project with sufficient volume and still keep the message intelligible while presenting.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When the audience strains to hear the presenter, they become sidetracked.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You will see them busy on their smart device instead of being engaged.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an audio system when speaking to your audience.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838200" y="365126"/>
            <a:ext cx="10515600" cy="814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Present  with Pace, Pitch, Pauses</a:t>
            </a:r>
            <a:endParaRPr/>
          </a:p>
        </p:txBody>
      </p:sp>
      <p:sp>
        <p:nvSpPr>
          <p:cNvPr id="149" name="Google Shape;149;p12"/>
          <p:cNvSpPr txBox="1"/>
          <p:nvPr>
            <p:ph idx="1" type="body"/>
          </p:nvPr>
        </p:nvSpPr>
        <p:spPr>
          <a:xfrm>
            <a:off x="838200" y="1364974"/>
            <a:ext cx="10515600" cy="48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By varying your vocal volume, inflection, and pacing (and skillfully using pauses) you can avoid a dull, monotone delivery.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The speed of your presentation can help emphasize key points, build drama, and create excitement.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Pace can emphasize the importance of key words.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Controlling the pitch and tone of your voice helps control the emotional mood of the presentation and prevent you from sounding monotonous.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And while you should be meticulously prepared for what you are going to say, you should also smartly save periods of saying nothing at all.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Learning to pause before and after important points gives the audience time to understand and absorb what you have just said.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838200" y="365126"/>
            <a:ext cx="10515600" cy="107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br>
              <a:rPr lang="en-US"/>
            </a:br>
            <a:r>
              <a:rPr lang="en-US"/>
              <a:t>Example Structure for 20 minute presentation: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155" name="Google Shape;15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Opening: 2 minutes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Middle: 13 minutes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Ending: 2 minutes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Questions: 5 minutes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*Always leave time for questions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Middle of the presentation structure </a:t>
            </a:r>
            <a:endParaRPr/>
          </a:p>
        </p:txBody>
      </p:sp>
      <p:sp>
        <p:nvSpPr>
          <p:cNvPr id="161" name="Google Shape;16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Logical sequence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Understandable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Recaps (summaries) when appropriate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Visual aids (flip-charts, handouts)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838200" y="365125"/>
            <a:ext cx="10515600" cy="1026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Ending</a:t>
            </a:r>
            <a:endParaRPr/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838200" y="1391478"/>
            <a:ext cx="10515600" cy="4785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last few minutes are just as critical for success as the first few minutes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Summarize important points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Suggest action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What should the audience do now?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When should they do it?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Why?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How?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Proofread, proofread, proofread!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838200" y="365125"/>
            <a:ext cx="10515600" cy="70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Nonverbal Communication</a:t>
            </a:r>
            <a:endParaRPr/>
          </a:p>
        </p:txBody>
      </p:sp>
      <p:sp>
        <p:nvSpPr>
          <p:cNvPr id="173" name="Google Shape;173;p16"/>
          <p:cNvSpPr txBox="1"/>
          <p:nvPr>
            <p:ph idx="1" type="body"/>
          </p:nvPr>
        </p:nvSpPr>
        <p:spPr>
          <a:xfrm>
            <a:off x="838200" y="1825624"/>
            <a:ext cx="10515600" cy="4853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 active, Move around rather than stand stiffly in one spot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Controlled gestures, especially hand movements, don’t  play with hair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Where to keep hands?  </a:t>
            </a:r>
            <a:r>
              <a:rPr lang="en-US">
                <a:solidFill>
                  <a:srgbClr val="FF0000"/>
                </a:solidFill>
              </a:rPr>
              <a:t>Not in pockets !!!!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Occupy hands with notes or a pointer. Nervousness tends to show in our hand gestures.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Eye contact Look around from person to person while glancing at notes or presentation - </a:t>
            </a:r>
            <a:r>
              <a:rPr lang="en-US">
                <a:solidFill>
                  <a:srgbClr val="FF0000"/>
                </a:solidFill>
              </a:rPr>
              <a:t>Don’t stare or look at the walls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Face audience and maintain eye contact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583097" y="365125"/>
            <a:ext cx="1093304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become a more effective public speaker</a:t>
            </a:r>
            <a:endParaRPr/>
          </a:p>
        </p:txBody>
      </p:sp>
      <p:sp>
        <p:nvSpPr>
          <p:cNvPr id="179" name="Google Shape;179;p17"/>
          <p:cNvSpPr txBox="1"/>
          <p:nvPr>
            <p:ph idx="1" type="body"/>
          </p:nvPr>
        </p:nvSpPr>
        <p:spPr>
          <a:xfrm>
            <a:off x="838200" y="1802296"/>
            <a:ext cx="10515600" cy="4690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Being an effective speaker is much more than flipping through a fancy PowerPoint filled with facts and figures.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Good presenters are engaging, exciting, and connect with the audience while getting their point across.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Whether you’re a traveling presenter who speaks at many conferences a year or someone who has done a few smaller presentations a year -  you know that engaging the audience and teaching them something are the goals of presenting.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2020-11-11T03:02:26Z</dcterms:created>
  <dc:creator>kiraaan</dc:creator>
</cp:coreProperties>
</file>