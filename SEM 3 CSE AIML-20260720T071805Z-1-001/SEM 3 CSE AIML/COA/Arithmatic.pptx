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4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90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923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15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71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51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05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41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64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2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79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17486-5BCB-4D01-906C-04DD930AC033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74499-66BF-4410-877C-228BE7E14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75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1045" t="19788" r="8953" b="24746"/>
          <a:stretch/>
        </p:blipFill>
        <p:spPr>
          <a:xfrm>
            <a:off x="753034" y="839096"/>
            <a:ext cx="9864764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8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319" t="21421" r="7072" b="27505"/>
          <a:stretch/>
        </p:blipFill>
        <p:spPr>
          <a:xfrm>
            <a:off x="516367" y="978947"/>
            <a:ext cx="11467652" cy="437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5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498" t="15773" r="2914" b="25874"/>
          <a:stretch/>
        </p:blipFill>
        <p:spPr>
          <a:xfrm>
            <a:off x="355001" y="774550"/>
            <a:ext cx="11450647" cy="472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0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497" t="25562" r="48484" b="17215"/>
          <a:stretch/>
        </p:blipFill>
        <p:spPr>
          <a:xfrm>
            <a:off x="129092" y="268942"/>
            <a:ext cx="11252499" cy="643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497" t="25562" r="48484" b="17215"/>
          <a:stretch/>
        </p:blipFill>
        <p:spPr>
          <a:xfrm>
            <a:off x="129092" y="268942"/>
            <a:ext cx="11252499" cy="643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744" t="17770" r="8997" b="32126"/>
          <a:stretch/>
        </p:blipFill>
        <p:spPr>
          <a:xfrm>
            <a:off x="444500" y="825500"/>
            <a:ext cx="11557000" cy="429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744" t="17770" r="8997" b="32126"/>
          <a:stretch/>
        </p:blipFill>
        <p:spPr>
          <a:xfrm>
            <a:off x="444500" y="825500"/>
            <a:ext cx="11557000" cy="429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8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482" t="17704" r="3147" b="26741"/>
          <a:stretch/>
        </p:blipFill>
        <p:spPr>
          <a:xfrm>
            <a:off x="127000" y="660400"/>
            <a:ext cx="118872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9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148" t="18148" r="6667" b="29260"/>
          <a:stretch/>
        </p:blipFill>
        <p:spPr>
          <a:xfrm>
            <a:off x="355600" y="698500"/>
            <a:ext cx="11684000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3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907" t="20519" r="4721" b="26297"/>
          <a:stretch/>
        </p:blipFill>
        <p:spPr>
          <a:xfrm>
            <a:off x="177800" y="1016000"/>
            <a:ext cx="115951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2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870" t="21556" r="6389" b="27185"/>
          <a:stretch/>
        </p:blipFill>
        <p:spPr>
          <a:xfrm>
            <a:off x="1689100" y="990600"/>
            <a:ext cx="103886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2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648" t="19332" r="3056" b="22593"/>
          <a:stretch/>
        </p:blipFill>
        <p:spPr>
          <a:xfrm>
            <a:off x="12700" y="800100"/>
            <a:ext cx="1193800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5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5463" t="21407" r="4259" b="21111"/>
          <a:stretch/>
        </p:blipFill>
        <p:spPr>
          <a:xfrm>
            <a:off x="-12700" y="901700"/>
            <a:ext cx="118745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9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2025-11-24T09:44:33Z</dcterms:created>
  <dcterms:modified xsi:type="dcterms:W3CDTF">2025-11-25T04:24:59Z</dcterms:modified>
</cp:coreProperties>
</file>