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E190-F395-924E-B5F3-634752FDB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Listening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BBC9F-F54F-7107-8FF1-684E4C025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Comprehension </a:t>
            </a:r>
          </a:p>
        </p:txBody>
      </p:sp>
    </p:spTree>
    <p:extLst>
      <p:ext uri="{BB962C8B-B14F-4D97-AF65-F5344CB8AC3E}">
        <p14:creationId xmlns:p14="http://schemas.microsoft.com/office/powerpoint/2010/main" val="149624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C163-103D-BAF7-824C-AC6DEBC7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Listening Comprehension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43FE7-AE80-2199-DD20-3C268BA17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Listening comprehension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encompasses the multiple processes involved in understanding and making sense of spoken language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These include recognizing speech sounds, understanding the meaning of individual words, and/or understanding the syntax of sentences in which they are presented.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83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6841-899F-3D01-2E70-14F09E1C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LISTENING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9C3A-375F-8E87-5468-77A90D906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Informational listening.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Discriminative listening.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Biased listening.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Sympathetic listening.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Comprehensive listening.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Empathetic or therapeutic listening.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Critical listening.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05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EB9F-5436-9D22-C01A-0F32F451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LISTENING BARRIERS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6F51D-5F63-EEEE-DF83-A74F5654B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Anxiety;  Anxiety can take place from competing for personal worries and concerns.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Self-centeredness. This causes the listener to focus on his or her own thoughts rather than the speaker's words.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Mental laziness.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Boredom.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Sense of superiority.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Cognitive dissonance.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Impatience.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072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C372-89DD-49D7-FB6E-3009F93F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improve your listening skills?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F7011-07C4-9468-B9E6-265D60F30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Consider eye contact. 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Be alert, but not intense. 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Pay attention to nonverbal signs, such as body language and tone.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Make a mental image of what the speaker is saying.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Empathize with the speaker.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Provide feedback. 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Keep an open mind.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512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1501</TotalTime>
  <Words>180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</vt:lpstr>
      <vt:lpstr>Garamond</vt:lpstr>
      <vt:lpstr>Organic</vt:lpstr>
      <vt:lpstr>Listening </vt:lpstr>
      <vt:lpstr>Listening Comprehension </vt:lpstr>
      <vt:lpstr>TYPES OF LISTENING  </vt:lpstr>
      <vt:lpstr>LISTENING BARRIERS </vt:lpstr>
      <vt:lpstr>How to improve your listening skills?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Listening </dc:title>
  <dc:creator>Diwakar P</dc:creator>
  <cp:lastModifiedBy>Diwakar P</cp:lastModifiedBy>
  <cp:revision>2</cp:revision>
  <dcterms:created xsi:type="dcterms:W3CDTF">2023-02-16T04:10:23Z</dcterms:created>
  <dcterms:modified xsi:type="dcterms:W3CDTF">2023-02-22T05:04:08Z</dcterms:modified>
</cp:coreProperties>
</file>