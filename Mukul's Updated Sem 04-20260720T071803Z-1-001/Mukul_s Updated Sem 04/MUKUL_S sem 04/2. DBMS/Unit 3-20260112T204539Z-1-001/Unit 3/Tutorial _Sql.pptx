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97113-D0C2-4C0F-9695-DC36D987C00E}" type="datetimeFigureOut">
              <a:rPr lang="en-IN" smtClean="0"/>
              <a:t>06-01-2023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92391-1CE1-41E9-AF86-E75E93106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68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EC2F-017F-4162-BBAC-1FBB38A3D747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9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CF345-E8A2-4E7C-948A-551650F20EE9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1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78E3-BEFE-4BED-9B59-5CB2E6EDD0C0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1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6D8-32F5-49EF-A9C6-7C690D550653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8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C738E-3CBB-4C32-BA6E-0489AF126775}" type="datetime1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7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1A382-1097-4155-9593-815BF56C0298}" type="datetime1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7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0FA9A-0EC6-492E-A4FC-862F1811DD13}" type="datetime1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01CF-044F-4E59-B927-DC29B7432220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3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5944-AA61-4FD0-B12C-78AA7AAA858C}" type="datetime1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3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B0A89-A785-4351-892B-80ADF8EE44F8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2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74EFA-D8BB-498B-BDA7-910231942126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7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787B0-5E08-4FD5-A7ED-7E3D82FDB47C}" type="datetime1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Dr. Sini Anna Alex, CSE(AI&amp;ML), RIT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CA02E-D698-46F7-80F1-EBD5AF33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412" y="1207439"/>
            <a:ext cx="10515600" cy="4351338"/>
          </a:xfrm>
        </p:spPr>
        <p:txBody>
          <a:bodyPr/>
          <a:lstStyle/>
          <a:p>
            <a:r>
              <a:rPr lang="en-US" dirty="0"/>
              <a:t>For the following relation schema: </a:t>
            </a:r>
          </a:p>
          <a:p>
            <a:r>
              <a:rPr lang="en-US" dirty="0"/>
              <a:t>employee(</a:t>
            </a:r>
            <a:r>
              <a:rPr lang="en-US" u="sng" dirty="0"/>
              <a:t>employee-name</a:t>
            </a:r>
            <a:r>
              <a:rPr lang="en-US" dirty="0"/>
              <a:t>, street, city) </a:t>
            </a:r>
          </a:p>
          <a:p>
            <a:r>
              <a:rPr lang="en-US" dirty="0"/>
              <a:t>works(</a:t>
            </a:r>
            <a:r>
              <a:rPr lang="en-US" u="sng" dirty="0"/>
              <a:t>employee-name, company-name</a:t>
            </a:r>
            <a:r>
              <a:rPr lang="en-US" dirty="0"/>
              <a:t>, salary)</a:t>
            </a:r>
          </a:p>
          <a:p>
            <a:r>
              <a:rPr lang="en-US" dirty="0"/>
              <a:t> company(</a:t>
            </a:r>
            <a:r>
              <a:rPr lang="en-US" u="sng" dirty="0"/>
              <a:t>company-name</a:t>
            </a:r>
            <a:r>
              <a:rPr lang="en-US" dirty="0"/>
              <a:t>, city) </a:t>
            </a:r>
          </a:p>
          <a:p>
            <a:r>
              <a:rPr lang="en-US" dirty="0"/>
              <a:t>manages(</a:t>
            </a:r>
            <a:r>
              <a:rPr lang="en-US" u="sng" dirty="0"/>
              <a:t>employee-name, manager-name</a:t>
            </a:r>
            <a:r>
              <a:rPr lang="en-US" dirty="0"/>
              <a:t>) 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D49408-A94A-4605-9445-79A48A4A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4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86" y="115910"/>
            <a:ext cx="10735614" cy="6061053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1. Find the names, street address, and cities of residence for all employees who work for 'First Bank Corporation' and earn more than $10,000. </a:t>
            </a:r>
          </a:p>
          <a:p>
            <a:pPr marL="0" lvl="0" indent="0">
              <a:buNone/>
            </a:pPr>
            <a:r>
              <a:rPr lang="en-US" dirty="0"/>
              <a:t>2. Find the names of all employees in the database who live in the same cities as the companies for which they work. </a:t>
            </a:r>
          </a:p>
          <a:p>
            <a:pPr marL="0" indent="0">
              <a:buNone/>
            </a:pPr>
            <a:r>
              <a:rPr lang="en-US" dirty="0"/>
              <a:t>3. Find the names of all employees in the database who live in the same cities and on the same streets as do their managers. </a:t>
            </a:r>
          </a:p>
          <a:p>
            <a:pPr marL="0" indent="0">
              <a:buNone/>
            </a:pPr>
            <a:r>
              <a:rPr lang="en-US" dirty="0"/>
              <a:t>4. Find the names of all employees in the database who do not work for 'First Bank Corporation‘</a:t>
            </a:r>
          </a:p>
          <a:p>
            <a:pPr marL="0" lvl="0" indent="0">
              <a:buNone/>
            </a:pPr>
            <a:r>
              <a:rPr lang="en-US" dirty="0"/>
              <a:t>5. Find the names of all employees in the database who earn more than every employee of 'Small Bank Corporation'. Assume that all people work for at most one company. 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8E0EBC-7062-410B-9A41-F73D431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0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92" y="528034"/>
            <a:ext cx="10800008" cy="5648929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6. Assume that the companies may be located in several cities. Find all companies located in every city in which 'Small Bank Corporation' is located</a:t>
            </a:r>
          </a:p>
          <a:p>
            <a:pPr marL="0" lvl="0" indent="0">
              <a:buNone/>
            </a:pPr>
            <a:r>
              <a:rPr lang="en-US" dirty="0"/>
              <a:t>7. Find the names of all employees who earn more than the average salary of all employees of their company. Assume that all people work for at most one company. </a:t>
            </a:r>
          </a:p>
          <a:p>
            <a:pPr marL="0" lvl="0" indent="0">
              <a:buNone/>
            </a:pPr>
            <a:r>
              <a:rPr lang="en-US" dirty="0"/>
              <a:t>8. Find the name of the company that has the smallest payroll.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A5756B-6757-40BA-A98F-389F8800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1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700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1826"/>
            <a:ext cx="10515600" cy="5095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select </a:t>
            </a:r>
            <a:r>
              <a:rPr lang="en-US" dirty="0" err="1"/>
              <a:t>employee.employee</a:t>
            </a:r>
            <a:r>
              <a:rPr lang="en-US" dirty="0"/>
              <a:t>-name, </a:t>
            </a:r>
            <a:r>
              <a:rPr lang="en-US" dirty="0" err="1"/>
              <a:t>employee.street</a:t>
            </a:r>
            <a:r>
              <a:rPr lang="en-US" dirty="0"/>
              <a:t>, </a:t>
            </a:r>
            <a:r>
              <a:rPr lang="en-US" dirty="0" err="1"/>
              <a:t>employee.city</a:t>
            </a:r>
            <a:r>
              <a:rPr lang="en-US" dirty="0"/>
              <a:t> from employee, works where </a:t>
            </a:r>
            <a:r>
              <a:rPr lang="en-US" dirty="0" err="1"/>
              <a:t>employee.employee</a:t>
            </a:r>
            <a:r>
              <a:rPr lang="en-US" dirty="0"/>
              <a:t>-name=</a:t>
            </a:r>
            <a:r>
              <a:rPr lang="en-US" dirty="0" err="1"/>
              <a:t>works.employee</a:t>
            </a:r>
            <a:r>
              <a:rPr lang="en-US" dirty="0"/>
              <a:t>-name and company-name = 'First Bank Corporation' and salary &gt; 10000)</a:t>
            </a:r>
          </a:p>
          <a:p>
            <a:pPr marL="0" indent="0">
              <a:buNone/>
            </a:pPr>
            <a:r>
              <a:rPr lang="en-US" dirty="0"/>
              <a:t>2. select </a:t>
            </a:r>
            <a:r>
              <a:rPr lang="en-US" dirty="0" err="1"/>
              <a:t>e.employee</a:t>
            </a:r>
            <a:r>
              <a:rPr lang="en-US" dirty="0"/>
              <a:t>-name from employee e, works w, company c where </a:t>
            </a:r>
            <a:r>
              <a:rPr lang="en-US" dirty="0" err="1"/>
              <a:t>e.employee</a:t>
            </a:r>
            <a:r>
              <a:rPr lang="en-US" dirty="0"/>
              <a:t>-name = </a:t>
            </a:r>
            <a:r>
              <a:rPr lang="en-US" dirty="0" err="1"/>
              <a:t>w.employee</a:t>
            </a:r>
            <a:r>
              <a:rPr lang="en-US" dirty="0"/>
              <a:t>-name and </a:t>
            </a:r>
            <a:r>
              <a:rPr lang="en-US" dirty="0" err="1"/>
              <a:t>e.city</a:t>
            </a:r>
            <a:r>
              <a:rPr lang="en-US" dirty="0"/>
              <a:t> = </a:t>
            </a:r>
            <a:r>
              <a:rPr lang="en-US" dirty="0" err="1"/>
              <a:t>c.city</a:t>
            </a:r>
            <a:r>
              <a:rPr lang="en-US" dirty="0"/>
              <a:t> and </a:t>
            </a:r>
            <a:r>
              <a:rPr lang="en-US" dirty="0" err="1"/>
              <a:t>w.company</a:t>
            </a:r>
            <a:r>
              <a:rPr lang="en-US" dirty="0"/>
              <a:t>-name = </a:t>
            </a:r>
            <a:r>
              <a:rPr lang="en-US" dirty="0" err="1"/>
              <a:t>c.company</a:t>
            </a:r>
            <a:r>
              <a:rPr lang="en-US" dirty="0"/>
              <a:t>-name</a:t>
            </a:r>
          </a:p>
          <a:p>
            <a:pPr marL="0" indent="0">
              <a:buNone/>
            </a:pPr>
            <a:r>
              <a:rPr lang="en-US" dirty="0"/>
              <a:t>3. select </a:t>
            </a:r>
            <a:r>
              <a:rPr lang="en-US" dirty="0" err="1"/>
              <a:t>p.employee</a:t>
            </a:r>
            <a:r>
              <a:rPr lang="en-US" dirty="0"/>
              <a:t>-name from employee p, employee r, manages m where </a:t>
            </a:r>
            <a:r>
              <a:rPr lang="en-US" dirty="0" err="1"/>
              <a:t>p.employee</a:t>
            </a:r>
            <a:r>
              <a:rPr lang="en-US" dirty="0"/>
              <a:t>-name = </a:t>
            </a:r>
            <a:r>
              <a:rPr lang="en-US" dirty="0" err="1"/>
              <a:t>m.employee</a:t>
            </a:r>
            <a:r>
              <a:rPr lang="en-US" dirty="0"/>
              <a:t>-name and </a:t>
            </a:r>
            <a:r>
              <a:rPr lang="en-US" dirty="0" err="1"/>
              <a:t>m.manager</a:t>
            </a:r>
            <a:r>
              <a:rPr lang="en-US" dirty="0"/>
              <a:t>-name = </a:t>
            </a:r>
            <a:r>
              <a:rPr lang="en-US" dirty="0" err="1"/>
              <a:t>r.employee</a:t>
            </a:r>
            <a:r>
              <a:rPr lang="en-US" dirty="0"/>
              <a:t>-name and </a:t>
            </a:r>
            <a:r>
              <a:rPr lang="en-US" dirty="0" err="1"/>
              <a:t>p.street</a:t>
            </a:r>
            <a:r>
              <a:rPr lang="en-US" dirty="0"/>
              <a:t> = </a:t>
            </a:r>
            <a:r>
              <a:rPr lang="en-US" dirty="0" err="1"/>
              <a:t>r.street</a:t>
            </a:r>
            <a:r>
              <a:rPr lang="en-US" dirty="0"/>
              <a:t> and </a:t>
            </a:r>
            <a:r>
              <a:rPr lang="en-US" dirty="0" err="1"/>
              <a:t>p.city</a:t>
            </a:r>
            <a:r>
              <a:rPr lang="en-US" dirty="0"/>
              <a:t> = </a:t>
            </a:r>
            <a:r>
              <a:rPr lang="en-US" dirty="0" err="1"/>
              <a:t>r.city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4. select employee-name from works where company-name &lt;&gt; 'First Bank Corporation'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4D747-89FE-46F5-978E-185158AB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746975"/>
            <a:ext cx="10671220" cy="5429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5. select employee-name from works where salary &gt; all (select salary from works where company-name = 'Small Bank Corporation') </a:t>
            </a:r>
          </a:p>
          <a:p>
            <a:pPr marL="0" indent="0">
              <a:buNone/>
            </a:pPr>
            <a:r>
              <a:rPr lang="en-US" dirty="0"/>
              <a:t>6. select </a:t>
            </a:r>
            <a:r>
              <a:rPr lang="en-US" dirty="0" err="1"/>
              <a:t>s.company</a:t>
            </a:r>
            <a:r>
              <a:rPr lang="en-US" dirty="0"/>
              <a:t>-name from company s where not exists ((select city from company where company-name = 'Small Bank Corporation') except (select city from company t where </a:t>
            </a:r>
            <a:r>
              <a:rPr lang="en-US" dirty="0" err="1"/>
              <a:t>s.company</a:t>
            </a:r>
            <a:r>
              <a:rPr lang="en-US" dirty="0"/>
              <a:t>-name = </a:t>
            </a:r>
            <a:r>
              <a:rPr lang="en-US" dirty="0" err="1"/>
              <a:t>t.company</a:t>
            </a:r>
            <a:r>
              <a:rPr lang="en-US" dirty="0"/>
              <a:t>-name)) </a:t>
            </a:r>
          </a:p>
          <a:p>
            <a:pPr marL="0" indent="0">
              <a:buNone/>
            </a:pPr>
            <a:r>
              <a:rPr lang="en-US" dirty="0"/>
              <a:t>7. select employee-name from works t where salary &gt;(select </a:t>
            </a:r>
            <a:r>
              <a:rPr lang="en-US" dirty="0" err="1"/>
              <a:t>avg</a:t>
            </a:r>
            <a:r>
              <a:rPr lang="en-US" dirty="0"/>
              <a:t>(salary) from works s where </a:t>
            </a:r>
            <a:r>
              <a:rPr lang="en-US" dirty="0" err="1"/>
              <a:t>t.company</a:t>
            </a:r>
            <a:r>
              <a:rPr lang="en-US" dirty="0"/>
              <a:t>-name = </a:t>
            </a:r>
            <a:r>
              <a:rPr lang="en-US" dirty="0" err="1"/>
              <a:t>s.company</a:t>
            </a:r>
            <a:r>
              <a:rPr lang="en-US" dirty="0"/>
              <a:t>-name) </a:t>
            </a:r>
          </a:p>
          <a:p>
            <a:pPr marL="0" indent="0">
              <a:buNone/>
            </a:pPr>
            <a:r>
              <a:rPr lang="en-US" dirty="0"/>
              <a:t>8. select company-name from works group by company-name having sum(salary) &lt;= all (select sum(salary) from works group by company-name)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14E1A5-2817-495D-8BD3-F1078043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18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103030"/>
            <a:ext cx="11578107" cy="65682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CUSTOMER (</a:t>
            </a:r>
            <a:r>
              <a:rPr lang="en-US" u="sng" dirty="0" err="1"/>
              <a:t>cust</a:t>
            </a:r>
            <a:r>
              <a:rPr lang="en-US" u="sng" dirty="0"/>
              <a:t>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 , </a:t>
            </a:r>
            <a:r>
              <a:rPr lang="en-US" dirty="0" err="1"/>
              <a:t>cname</a:t>
            </a:r>
            <a:r>
              <a:rPr lang="en-US" dirty="0"/>
              <a:t>: string, city: string)</a:t>
            </a:r>
          </a:p>
          <a:p>
            <a:r>
              <a:rPr lang="en-US" dirty="0"/>
              <a:t>ORDER (</a:t>
            </a:r>
            <a:r>
              <a:rPr lang="en-US" u="sng" dirty="0"/>
              <a:t>order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odate</a:t>
            </a:r>
            <a:r>
              <a:rPr lang="en-US" dirty="0"/>
              <a:t>: date, </a:t>
            </a:r>
            <a:r>
              <a:rPr lang="en-US" dirty="0" err="1"/>
              <a:t>cust</a:t>
            </a:r>
            <a:r>
              <a:rPr lang="en-US" dirty="0"/>
              <a:t> #: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ord-Amt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ORDER – ITEM (</a:t>
            </a:r>
            <a:r>
              <a:rPr lang="en-US" u="sng" dirty="0"/>
              <a:t>order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u="sng" dirty="0"/>
              <a:t>Item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qty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ITEM (</a:t>
            </a:r>
            <a:r>
              <a:rPr lang="en-US" u="sng" dirty="0"/>
              <a:t>item #</a:t>
            </a:r>
            <a:r>
              <a:rPr lang="en-US" dirty="0"/>
              <a:t> : </a:t>
            </a:r>
            <a:r>
              <a:rPr lang="en-US" dirty="0" err="1"/>
              <a:t>int</a:t>
            </a:r>
            <a:r>
              <a:rPr lang="en-US" dirty="0"/>
              <a:t>, unit price: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SHIPMENT (</a:t>
            </a:r>
            <a:r>
              <a:rPr lang="en-US" u="sng" dirty="0"/>
              <a:t>order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u="sng" dirty="0"/>
              <a:t>warehouse#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ship-date: date)</a:t>
            </a:r>
          </a:p>
          <a:p>
            <a:r>
              <a:rPr lang="en-US" dirty="0"/>
              <a:t> WAREHOUSE (</a:t>
            </a:r>
            <a:r>
              <a:rPr lang="en-US" u="sng" dirty="0"/>
              <a:t>warehouse #</a:t>
            </a:r>
            <a:r>
              <a:rPr lang="en-US" dirty="0"/>
              <a:t>: </a:t>
            </a:r>
            <a:r>
              <a:rPr lang="en-US" dirty="0" err="1"/>
              <a:t>int</a:t>
            </a:r>
            <a:r>
              <a:rPr lang="en-US" dirty="0"/>
              <a:t>, city: string)</a:t>
            </a:r>
          </a:p>
          <a:p>
            <a:endParaRPr lang="en-US" dirty="0"/>
          </a:p>
          <a:p>
            <a:r>
              <a:rPr lang="en-US" dirty="0"/>
              <a:t>1. List the no. of order placed by customer no. 5</a:t>
            </a:r>
          </a:p>
          <a:p>
            <a:r>
              <a:rPr lang="en-US" dirty="0"/>
              <a:t>2. List item </a:t>
            </a:r>
            <a:r>
              <a:rPr lang="en-US" dirty="0" err="1"/>
              <a:t>nos</a:t>
            </a:r>
            <a:r>
              <a:rPr lang="en-US" dirty="0"/>
              <a:t> and </a:t>
            </a:r>
            <a:r>
              <a:rPr lang="en-US" dirty="0" err="1"/>
              <a:t>and</a:t>
            </a:r>
            <a:r>
              <a:rPr lang="en-US" dirty="0"/>
              <a:t> its quantity of order no. 5</a:t>
            </a:r>
          </a:p>
          <a:p>
            <a:r>
              <a:rPr lang="en-US" dirty="0"/>
              <a:t>3. List the average order amount where "for the current year“</a:t>
            </a:r>
          </a:p>
          <a:p>
            <a:r>
              <a:rPr lang="en-US" dirty="0"/>
              <a:t>4. List the no. of orders placed by each customer</a:t>
            </a:r>
          </a:p>
          <a:p>
            <a:r>
              <a:rPr lang="en-US" dirty="0"/>
              <a:t>5. List the customer names who have not ordered for item no. 10.</a:t>
            </a:r>
          </a:p>
          <a:p>
            <a:r>
              <a:rPr lang="en-US" dirty="0"/>
              <a:t>6. List customer details who has the largest order amount</a:t>
            </a:r>
          </a:p>
          <a:p>
            <a:r>
              <a:rPr lang="en-US" dirty="0"/>
              <a:t>7. List the names of customers who have ordered at least 10 items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7C3AF0-EFB4-4A89-BBA8-7A11A653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19" y="180303"/>
            <a:ext cx="11809927" cy="6529589"/>
          </a:xfrm>
        </p:spPr>
        <p:txBody>
          <a:bodyPr/>
          <a:lstStyle/>
          <a:p>
            <a:r>
              <a:rPr lang="en-US" dirty="0"/>
              <a:t>1. SELECT COUNT(CO.ORDERNO) FROM CORDER CO WHERE CO.CUSTNO = 5; </a:t>
            </a:r>
          </a:p>
          <a:p>
            <a:r>
              <a:rPr lang="en-US" dirty="0"/>
              <a:t>2. SELECT ITEMNO,QTY FROM ORDERITEM WHERE ORDERNO = 5;</a:t>
            </a:r>
          </a:p>
          <a:p>
            <a:r>
              <a:rPr lang="en-US" dirty="0"/>
              <a:t>3. SELECT AVG(ORDAMT) FROM CORDER WHERE ODATE LIKE '%13';</a:t>
            </a:r>
          </a:p>
          <a:p>
            <a:r>
              <a:rPr lang="en-US" dirty="0"/>
              <a:t>4. SELECT COUNT(*) FROM CORDER GROUP BY CUSTNO;</a:t>
            </a:r>
          </a:p>
          <a:p>
            <a:r>
              <a:rPr lang="en-US" dirty="0"/>
              <a:t>5. SELECT C.ENAME FROM CUSTOMER C,CORDER CO </a:t>
            </a:r>
          </a:p>
          <a:p>
            <a:pPr marL="0" indent="0">
              <a:buNone/>
            </a:pPr>
            <a:r>
              <a:rPr lang="en-US" dirty="0"/>
              <a:t>WHERE C.CUSTNO = CO.CUSTNO AND CO.ORDERNO != 10;</a:t>
            </a:r>
          </a:p>
          <a:p>
            <a:r>
              <a:rPr lang="en-US" dirty="0"/>
              <a:t>6. SELECT C.ENAME,C.CUSTNO,C.CITY FROM CUSTOMER C,CORDER CO</a:t>
            </a:r>
          </a:p>
          <a:p>
            <a:pPr marL="0" indent="0">
              <a:buNone/>
            </a:pPr>
            <a:r>
              <a:rPr lang="en-US" dirty="0"/>
              <a:t>WHERE C.CUSTNO = CO.CUSTNO AND CO.ORDAMT = </a:t>
            </a:r>
          </a:p>
          <a:p>
            <a:pPr marL="0" indent="0">
              <a:buNone/>
            </a:pPr>
            <a:r>
              <a:rPr lang="en-US" dirty="0"/>
              <a:t>(SELECT MAX(CO.ORDAMT)  FROM CORDER CO);</a:t>
            </a:r>
          </a:p>
          <a:p>
            <a:r>
              <a:rPr lang="en-US" dirty="0"/>
              <a:t>7. SELECT C.ENAME,COUNT(*) FROM CUSTOMER C,CORDER CO</a:t>
            </a:r>
          </a:p>
          <a:p>
            <a:pPr marL="0" indent="0">
              <a:buNone/>
            </a:pPr>
            <a:r>
              <a:rPr lang="en-US" dirty="0"/>
              <a:t>WHERE C.CUSTNO = CO.CUSTNO GROUP BY C.ENAME HAVING COUNT(*) &gt;= 10;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1B5D4C-1B41-4006-9F6A-F6D50AE5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Dr. Sini Anna Alex, CSE(AI&amp;ML), 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3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935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Solutions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CSE-PG</dc:creator>
  <cp:lastModifiedBy>ADMIN</cp:lastModifiedBy>
  <cp:revision>8</cp:revision>
  <dcterms:created xsi:type="dcterms:W3CDTF">2019-10-23T09:25:01Z</dcterms:created>
  <dcterms:modified xsi:type="dcterms:W3CDTF">2023-01-06T04:07:37Z</dcterms:modified>
</cp:coreProperties>
</file>