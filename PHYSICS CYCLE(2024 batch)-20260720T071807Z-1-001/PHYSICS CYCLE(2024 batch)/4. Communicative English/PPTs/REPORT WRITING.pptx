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8EBF91A-F726-41F7-945A-A1DAD3A1D489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181AA08-04EB-4B5C-9570-19EEA3A1F95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REPORT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report can be oral or written. The primary purpose of report is to give information to an individual or an organization about work that was assigned</a:t>
            </a:r>
          </a:p>
        </p:txBody>
      </p:sp>
    </p:spTree>
    <p:extLst>
      <p:ext uri="{BB962C8B-B14F-4D97-AF65-F5344CB8AC3E}">
        <p14:creationId xmlns:p14="http://schemas.microsoft.com/office/powerpoint/2010/main" val="93668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be written.</a:t>
            </a:r>
          </a:p>
          <a:p>
            <a:r>
              <a:rPr lang="en-US" dirty="0"/>
              <a:t>It will have structured format.</a:t>
            </a:r>
          </a:p>
          <a:p>
            <a:r>
              <a:rPr lang="en-US" dirty="0"/>
              <a:t>The aim to provide authentic information about a subject; could be an event or business. </a:t>
            </a:r>
          </a:p>
          <a:p>
            <a:r>
              <a:rPr lang="en-US" dirty="0"/>
              <a:t>Present an analysis of facts after careful investigation.</a:t>
            </a:r>
          </a:p>
          <a:p>
            <a:r>
              <a:rPr lang="en-US" dirty="0"/>
              <a:t>Present finding on  basis of analysis.</a:t>
            </a:r>
          </a:p>
          <a:p>
            <a:r>
              <a:rPr lang="en-US" dirty="0"/>
              <a:t>Can also represent data visually using graphs, tables, charts, etc.</a:t>
            </a:r>
          </a:p>
          <a:p>
            <a:r>
              <a:rPr lang="en-US" dirty="0"/>
              <a:t>Precise and Concise  </a:t>
            </a:r>
          </a:p>
        </p:txBody>
      </p:sp>
    </p:spTree>
    <p:extLst>
      <p:ext uri="{BB962C8B-B14F-4D97-AF65-F5344CB8AC3E}">
        <p14:creationId xmlns:p14="http://schemas.microsoft.com/office/powerpoint/2010/main" val="310199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record of events.</a:t>
            </a:r>
          </a:p>
          <a:p>
            <a:r>
              <a:rPr lang="en-US" dirty="0"/>
              <a:t>To assess a situation/events.</a:t>
            </a:r>
          </a:p>
          <a:p>
            <a:r>
              <a:rPr lang="en-US" dirty="0"/>
              <a:t>To persuade someone about the need for certain action.</a:t>
            </a:r>
          </a:p>
          <a:p>
            <a:r>
              <a:rPr lang="en-US" dirty="0"/>
              <a:t>To make a recommendation.</a:t>
            </a:r>
          </a:p>
          <a:p>
            <a:r>
              <a:rPr lang="en-US" dirty="0"/>
              <a:t>To evaluate the progress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285764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FORMAT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5486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From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To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Title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Terms of reference/introduction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Why the report was written.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Who it was written.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/>
              <a:t>What the scope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Procedure</a:t>
            </a:r>
          </a:p>
          <a:p>
            <a:pPr marL="0" indent="0">
              <a:buNone/>
            </a:pPr>
            <a:r>
              <a:rPr lang="en-US" sz="2400" dirty="0"/>
              <a:t>In this section, the writer explains the procedures used or processes involved. For example, visits to places/sites, interviews with people and so 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Findings</a:t>
            </a:r>
          </a:p>
          <a:p>
            <a:pPr marL="0" indent="0">
              <a:buNone/>
            </a:pPr>
            <a:r>
              <a:rPr lang="en-US" sz="2400" dirty="0"/>
              <a:t>This section is the main part because it gives facts and evidences collected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Conclusions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Recommendations</a:t>
            </a:r>
          </a:p>
          <a:p>
            <a:pPr marL="0" indent="0">
              <a:buNone/>
            </a:pPr>
            <a:r>
              <a:rPr lang="en-US" sz="2400" dirty="0"/>
              <a:t>This section is optional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Name: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Position: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236031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>
                <a:solidFill>
                  <a:srgbClr val="FF0000"/>
                </a:solidFill>
              </a:rPr>
              <a:t>MUSIC ACADEMY</a:t>
            </a:r>
          </a:p>
          <a:p>
            <a:r>
              <a:rPr lang="en-US" sz="2900" b="1" dirty="0">
                <a:solidFill>
                  <a:srgbClr val="FF0000"/>
                </a:solidFill>
              </a:rPr>
              <a:t>To: </a:t>
            </a:r>
            <a:r>
              <a:rPr lang="en-US" sz="2900" b="1" dirty="0" err="1">
                <a:solidFill>
                  <a:srgbClr val="FF0000"/>
                </a:solidFill>
              </a:rPr>
              <a:t>Shanker</a:t>
            </a:r>
            <a:r>
              <a:rPr lang="en-US" sz="2900" b="1" dirty="0">
                <a:solidFill>
                  <a:srgbClr val="FF0000"/>
                </a:solidFill>
              </a:rPr>
              <a:t> Das, Chairman</a:t>
            </a:r>
          </a:p>
          <a:p>
            <a:r>
              <a:rPr lang="en-US" sz="2900" b="1" dirty="0">
                <a:solidFill>
                  <a:srgbClr val="FF0000"/>
                </a:solidFill>
              </a:rPr>
              <a:t>Title: report on attendance fall </a:t>
            </a:r>
            <a:r>
              <a:rPr lang="en-US" sz="2900" b="1">
                <a:solidFill>
                  <a:srgbClr val="FF0000"/>
                </a:solidFill>
              </a:rPr>
              <a:t>at concert </a:t>
            </a:r>
            <a:endParaRPr lang="en-US" sz="2900" b="1" dirty="0">
              <a:solidFill>
                <a:srgbClr val="FF0000"/>
              </a:solidFill>
            </a:endParaRPr>
          </a:p>
          <a:p>
            <a:pPr marL="651510" indent="-514350">
              <a:buAutoNum type="arabicPeriod"/>
            </a:pPr>
            <a:r>
              <a:rPr lang="en-US" sz="2900" b="1" dirty="0">
                <a:solidFill>
                  <a:srgbClr val="FF0000"/>
                </a:solidFill>
              </a:rPr>
              <a:t>TERMS OF REFERENCE</a:t>
            </a:r>
          </a:p>
          <a:p>
            <a:pPr marL="137160" indent="0">
              <a:buNone/>
            </a:pPr>
            <a:r>
              <a:rPr lang="en-US" sz="2900" dirty="0"/>
              <a:t>      In January you asked us to investigate the reasons for the fall in attendance at concert.</a:t>
            </a:r>
          </a:p>
          <a:p>
            <a:pPr marL="651510" indent="-514350">
              <a:buAutoNum type="arabicPeriod" startAt="2"/>
            </a:pPr>
            <a:r>
              <a:rPr lang="en-US" sz="2900" b="1" dirty="0">
                <a:solidFill>
                  <a:srgbClr val="FF0000"/>
                </a:solidFill>
              </a:rPr>
              <a:t>PROCEDURE</a:t>
            </a:r>
          </a:p>
          <a:p>
            <a:pPr marL="137160" indent="0">
              <a:buNone/>
            </a:pPr>
            <a:r>
              <a:rPr lang="en-US" sz="2900" dirty="0"/>
              <a:t>      a. The attendance figure of previous year were obtained.</a:t>
            </a:r>
          </a:p>
          <a:p>
            <a:pPr marL="137160" indent="0">
              <a:buNone/>
            </a:pPr>
            <a:r>
              <a:rPr lang="en-US" sz="2900" dirty="0"/>
              <a:t>      b. Members of academy and some others were interviewed</a:t>
            </a:r>
          </a:p>
          <a:p>
            <a:pPr marL="137160" indent="0">
              <a:buNone/>
            </a:pPr>
            <a:r>
              <a:rPr lang="en-US" sz="2900" dirty="0"/>
              <a:t>      c. A questionnaire was sent to all the members.</a:t>
            </a:r>
          </a:p>
          <a:p>
            <a:pPr marL="137160" indent="0">
              <a:buNone/>
            </a:pPr>
            <a:r>
              <a:rPr lang="en-US" sz="2900" dirty="0"/>
              <a:t>3</a:t>
            </a:r>
            <a:r>
              <a:rPr lang="en-US" sz="2900" b="1" dirty="0"/>
              <a:t>.    </a:t>
            </a:r>
            <a:r>
              <a:rPr lang="en-US" sz="2900" b="1" dirty="0">
                <a:solidFill>
                  <a:srgbClr val="FF0000"/>
                </a:solidFill>
              </a:rPr>
              <a:t>FINDINGS</a:t>
            </a:r>
          </a:p>
          <a:p>
            <a:pPr marL="137160" indent="0">
              <a:buNone/>
            </a:pPr>
            <a:r>
              <a:rPr lang="en-US" sz="2900" dirty="0"/>
              <a:t>   A.   The attendance figures in previous year were as follows</a:t>
            </a:r>
          </a:p>
          <a:p>
            <a:pPr marL="137160" indent="0">
              <a:buNone/>
            </a:pPr>
            <a:r>
              <a:rPr lang="en-US" sz="2900" dirty="0"/>
              <a:t>          First quarter              3000</a:t>
            </a:r>
          </a:p>
          <a:p>
            <a:pPr marL="137160" indent="0">
              <a:buNone/>
            </a:pPr>
            <a:r>
              <a:rPr lang="en-US" sz="2900" dirty="0"/>
              <a:t>          Second quarter         2400</a:t>
            </a:r>
          </a:p>
          <a:p>
            <a:pPr marL="137160" indent="0">
              <a:buNone/>
            </a:pPr>
            <a:r>
              <a:rPr lang="en-US" sz="2900" dirty="0"/>
              <a:t>          Third quarter            1900   </a:t>
            </a:r>
          </a:p>
          <a:p>
            <a:pPr marL="137160" indent="0">
              <a:buNone/>
            </a:pPr>
            <a:r>
              <a:rPr lang="en-US" sz="2900" dirty="0"/>
              <a:t>          Fourth quarter          1300</a:t>
            </a:r>
          </a:p>
          <a:p>
            <a:pPr marL="137160" indent="0">
              <a:buNone/>
            </a:pPr>
            <a:r>
              <a:rPr lang="en-US" sz="2900" dirty="0"/>
              <a:t>   B.    Majority of the members are of the opinion that quality of music has deteriorated.</a:t>
            </a:r>
          </a:p>
          <a:p>
            <a:pPr marL="137160" indent="0">
              <a:buNone/>
            </a:pPr>
            <a:r>
              <a:rPr lang="en-US" sz="2900" dirty="0"/>
              <a:t>          Artists experimented on stage.</a:t>
            </a:r>
          </a:p>
          <a:p>
            <a:pPr marL="137160" indent="0">
              <a:buNone/>
            </a:pPr>
            <a:r>
              <a:rPr lang="en-US" sz="2900" dirty="0"/>
              <a:t>          Lack of will in the </a:t>
            </a:r>
            <a:r>
              <a:rPr lang="en-US" sz="2900" dirty="0" err="1"/>
              <a:t>programmes</a:t>
            </a:r>
            <a:r>
              <a:rPr lang="en-US" sz="2900" dirty="0"/>
              <a:t>. </a:t>
            </a:r>
          </a:p>
          <a:p>
            <a:pPr marL="137160" indent="0">
              <a:buNone/>
            </a:pPr>
            <a:r>
              <a:rPr lang="en-US" sz="2900" dirty="0"/>
              <a:t> </a:t>
            </a: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6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716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4. Conclusions</a:t>
            </a:r>
          </a:p>
          <a:p>
            <a:pPr marL="137160" indent="0">
              <a:buNone/>
            </a:pPr>
            <a:r>
              <a:rPr lang="en-US" sz="2200" dirty="0"/>
              <a:t>Attendance at concert shows a noticeable decline  because of dissatisfaction with quality of music and administrative lapses.</a:t>
            </a:r>
          </a:p>
          <a:p>
            <a:pPr marL="13716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5. Recommendations </a:t>
            </a:r>
          </a:p>
          <a:p>
            <a:pPr marL="651510" indent="-514350">
              <a:buAutoNum type="arabicPeriod"/>
            </a:pPr>
            <a:r>
              <a:rPr lang="en-US" sz="2200" dirty="0"/>
              <a:t>The </a:t>
            </a:r>
            <a:r>
              <a:rPr lang="en-US" sz="2200" dirty="0" err="1"/>
              <a:t>organising</a:t>
            </a:r>
            <a:r>
              <a:rPr lang="en-US" sz="2200" dirty="0"/>
              <a:t> committee should be objective in their selection of </a:t>
            </a:r>
            <a:r>
              <a:rPr lang="en-US" sz="2200" dirty="0" err="1"/>
              <a:t>programmes</a:t>
            </a:r>
            <a:endParaRPr lang="en-US" sz="2200" dirty="0"/>
          </a:p>
          <a:p>
            <a:pPr marL="651510" indent="-514350">
              <a:buAutoNum type="arabicPeriod"/>
            </a:pPr>
            <a:r>
              <a:rPr lang="en-US" sz="2200" dirty="0"/>
              <a:t>There should wide range of </a:t>
            </a:r>
            <a:r>
              <a:rPr lang="en-US" sz="2200" dirty="0" err="1"/>
              <a:t>programmes</a:t>
            </a:r>
            <a:r>
              <a:rPr lang="en-US" sz="2200" dirty="0"/>
              <a:t>.</a:t>
            </a:r>
          </a:p>
          <a:p>
            <a:pPr marL="651510" indent="-514350">
              <a:buAutoNum type="arabicPeriod"/>
            </a:pPr>
            <a:r>
              <a:rPr lang="en-US" sz="2200" dirty="0"/>
              <a:t>Members must be informed about the </a:t>
            </a:r>
            <a:r>
              <a:rPr lang="en-US" sz="2200" dirty="0" err="1"/>
              <a:t>programmmes</a:t>
            </a:r>
            <a:r>
              <a:rPr lang="en-US" sz="2200" dirty="0"/>
              <a:t>.</a:t>
            </a:r>
          </a:p>
          <a:p>
            <a:pPr marL="651510" indent="-514350">
              <a:buAutoNum type="arabicPeriod"/>
            </a:pPr>
            <a:r>
              <a:rPr lang="en-US" sz="2200" dirty="0"/>
              <a:t>The </a:t>
            </a:r>
            <a:r>
              <a:rPr lang="en-US" sz="2200" dirty="0" err="1"/>
              <a:t>programmes</a:t>
            </a:r>
            <a:r>
              <a:rPr lang="en-US" sz="2200" dirty="0"/>
              <a:t> should be given wider </a:t>
            </a:r>
            <a:r>
              <a:rPr lang="en-US" sz="2200" dirty="0" err="1"/>
              <a:t>publcity</a:t>
            </a:r>
            <a:r>
              <a:rPr lang="en-US" sz="2200" dirty="0"/>
              <a:t>.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Name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Position</a:t>
            </a:r>
          </a:p>
          <a:p>
            <a:pPr marL="13716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962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US" sz="2000" dirty="0"/>
              <a:t>                                                                                                        </a:t>
            </a:r>
            <a:r>
              <a:rPr lang="en-US" sz="2000" dirty="0">
                <a:solidFill>
                  <a:srgbClr val="FF0000"/>
                </a:solidFill>
              </a:rPr>
              <a:t>From</a:t>
            </a:r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To </a:t>
            </a:r>
          </a:p>
          <a:p>
            <a:pPr marL="13716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Shankar Das, Chairman</a:t>
            </a:r>
          </a:p>
          <a:p>
            <a:pPr marL="137160" indent="0">
              <a:buNone/>
            </a:pPr>
            <a:r>
              <a:rPr lang="en-US" sz="2000" b="1">
                <a:solidFill>
                  <a:srgbClr val="FF0000"/>
                </a:solidFill>
              </a:rPr>
              <a:t>Music Academy</a:t>
            </a:r>
            <a:endParaRPr lang="en-US" sz="2000" b="1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/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Dear sir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Sub: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Main Body: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Yours faithfully </a:t>
            </a: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137160" indent="0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46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212</TotalTime>
  <Words>430</Words>
  <Application>Microsoft Office PowerPoint</Application>
  <PresentationFormat>On-screen Show (4:3)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Book Antiqua</vt:lpstr>
      <vt:lpstr>Lucida Sans</vt:lpstr>
      <vt:lpstr>Wingdings</vt:lpstr>
      <vt:lpstr>Wingdings 2</vt:lpstr>
      <vt:lpstr>Wingdings 3</vt:lpstr>
      <vt:lpstr>Apex</vt:lpstr>
      <vt:lpstr>REPORT WRITING</vt:lpstr>
      <vt:lpstr>Characteristics of reports</vt:lpstr>
      <vt:lpstr>PURPOSE</vt:lpstr>
      <vt:lpstr>FORMAT REPORT</vt:lpstr>
      <vt:lpstr>Sample</vt:lpstr>
      <vt:lpstr>PowerPoint Presentation</vt:lpstr>
      <vt:lpstr>LETTER FORMAT</vt:lpstr>
    </vt:vector>
  </TitlesOfParts>
  <Company>SJEC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WRITING</dc:title>
  <dc:creator>Prof.Gracelet Stanly</dc:creator>
  <cp:lastModifiedBy>Diwakar P</cp:lastModifiedBy>
  <cp:revision>15</cp:revision>
  <dcterms:created xsi:type="dcterms:W3CDTF">2012-01-23T10:56:46Z</dcterms:created>
  <dcterms:modified xsi:type="dcterms:W3CDTF">2022-03-28T04:00:27Z</dcterms:modified>
</cp:coreProperties>
</file>