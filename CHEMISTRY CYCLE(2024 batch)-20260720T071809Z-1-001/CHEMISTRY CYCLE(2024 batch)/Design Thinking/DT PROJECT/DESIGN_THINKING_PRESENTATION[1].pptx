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8" r:id="rId3"/>
    <p:sldId id="256" r:id="rId4"/>
    <p:sldId id="257" r:id="rId5"/>
    <p:sldId id="262" r:id="rId6"/>
    <p:sldId id="259" r:id="rId7"/>
    <p:sldId id="274" r:id="rId8"/>
    <p:sldId id="276" r:id="rId9"/>
    <p:sldId id="278" r:id="rId10"/>
    <p:sldId id="260" r:id="rId11"/>
    <p:sldId id="279" r:id="rId12"/>
    <p:sldId id="275" r:id="rId13"/>
    <p:sldId id="280" r:id="rId14"/>
    <p:sldId id="261" r:id="rId15"/>
    <p:sldId id="264" r:id="rId16"/>
    <p:sldId id="263" r:id="rId17"/>
    <p:sldId id="265" r:id="rId18"/>
    <p:sldId id="267" r:id="rId19"/>
    <p:sldId id="268" r:id="rId20"/>
    <p:sldId id="269" r:id="rId21"/>
    <p:sldId id="270" r:id="rId22"/>
    <p:sldId id="271" r:id="rId23"/>
    <p:sldId id="281" r:id="rId24"/>
    <p:sldId id="282" r:id="rId25"/>
    <p:sldId id="272" r:id="rId26"/>
    <p:sldId id="273" r:id="rId27"/>
    <p:sldId id="277"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B44E1D-35DC-4F77-B92B-B88547BC6F1B}" v="25" dt="2024-12-31T00:57:33.2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40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esha Kulkarni" userId="fde0730f66b5c9fe" providerId="LiveId" clId="{74B44E1D-35DC-4F77-B92B-B88547BC6F1B}"/>
    <pc:docChg chg="custSel addSld modSld">
      <pc:chgData name="Eesha Kulkarni" userId="fde0730f66b5c9fe" providerId="LiveId" clId="{74B44E1D-35DC-4F77-B92B-B88547BC6F1B}" dt="2024-12-31T00:57:33.254" v="36"/>
      <pc:docMkLst>
        <pc:docMk/>
      </pc:docMkLst>
      <pc:sldChg chg="modTransition">
        <pc:chgData name="Eesha Kulkarni" userId="fde0730f66b5c9fe" providerId="LiveId" clId="{74B44E1D-35DC-4F77-B92B-B88547BC6F1B}" dt="2024-12-31T00:53:39.368" v="15"/>
        <pc:sldMkLst>
          <pc:docMk/>
          <pc:sldMk cId="2812810670" sldId="256"/>
        </pc:sldMkLst>
      </pc:sldChg>
      <pc:sldChg chg="modTransition">
        <pc:chgData name="Eesha Kulkarni" userId="fde0730f66b5c9fe" providerId="LiveId" clId="{74B44E1D-35DC-4F77-B92B-B88547BC6F1B}" dt="2024-12-31T00:53:54.288" v="16"/>
        <pc:sldMkLst>
          <pc:docMk/>
          <pc:sldMk cId="1765640296" sldId="257"/>
        </pc:sldMkLst>
      </pc:sldChg>
      <pc:sldChg chg="modTransition">
        <pc:chgData name="Eesha Kulkarni" userId="fde0730f66b5c9fe" providerId="LiveId" clId="{74B44E1D-35DC-4F77-B92B-B88547BC6F1B}" dt="2024-12-31T00:53:24.404" v="14"/>
        <pc:sldMkLst>
          <pc:docMk/>
          <pc:sldMk cId="3431244242" sldId="258"/>
        </pc:sldMkLst>
      </pc:sldChg>
      <pc:sldChg chg="modTransition">
        <pc:chgData name="Eesha Kulkarni" userId="fde0730f66b5c9fe" providerId="LiveId" clId="{74B44E1D-35DC-4F77-B92B-B88547BC6F1B}" dt="2024-12-31T00:54:09.304" v="18"/>
        <pc:sldMkLst>
          <pc:docMk/>
          <pc:sldMk cId="3251880891" sldId="259"/>
        </pc:sldMkLst>
      </pc:sldChg>
      <pc:sldChg chg="modTransition">
        <pc:chgData name="Eesha Kulkarni" userId="fde0730f66b5c9fe" providerId="LiveId" clId="{74B44E1D-35DC-4F77-B92B-B88547BC6F1B}" dt="2024-12-31T00:55:05.261" v="24"/>
        <pc:sldMkLst>
          <pc:docMk/>
          <pc:sldMk cId="174677077" sldId="260"/>
        </pc:sldMkLst>
      </pc:sldChg>
      <pc:sldChg chg="modTransition">
        <pc:chgData name="Eesha Kulkarni" userId="fde0730f66b5c9fe" providerId="LiveId" clId="{74B44E1D-35DC-4F77-B92B-B88547BC6F1B}" dt="2024-12-31T00:55:55.898" v="28"/>
        <pc:sldMkLst>
          <pc:docMk/>
          <pc:sldMk cId="1577095821" sldId="261"/>
        </pc:sldMkLst>
      </pc:sldChg>
      <pc:sldChg chg="modTransition">
        <pc:chgData name="Eesha Kulkarni" userId="fde0730f66b5c9fe" providerId="LiveId" clId="{74B44E1D-35DC-4F77-B92B-B88547BC6F1B}" dt="2024-12-31T00:54:01.997" v="17"/>
        <pc:sldMkLst>
          <pc:docMk/>
          <pc:sldMk cId="3929842061" sldId="262"/>
        </pc:sldMkLst>
      </pc:sldChg>
      <pc:sldChg chg="modTransition">
        <pc:chgData name="Eesha Kulkarni" userId="fde0730f66b5c9fe" providerId="LiveId" clId="{74B44E1D-35DC-4F77-B92B-B88547BC6F1B}" dt="2024-12-31T00:56:28.142" v="29"/>
        <pc:sldMkLst>
          <pc:docMk/>
          <pc:sldMk cId="1615945789" sldId="264"/>
        </pc:sldMkLst>
      </pc:sldChg>
      <pc:sldChg chg="modTransition">
        <pc:chgData name="Eesha Kulkarni" userId="fde0730f66b5c9fe" providerId="LiveId" clId="{74B44E1D-35DC-4F77-B92B-B88547BC6F1B}" dt="2024-12-31T00:56:38.943" v="30"/>
        <pc:sldMkLst>
          <pc:docMk/>
          <pc:sldMk cId="1011461523" sldId="267"/>
        </pc:sldMkLst>
      </pc:sldChg>
      <pc:sldChg chg="modTransition">
        <pc:chgData name="Eesha Kulkarni" userId="fde0730f66b5c9fe" providerId="LiveId" clId="{74B44E1D-35DC-4F77-B92B-B88547BC6F1B}" dt="2024-12-31T00:57:02.023" v="32"/>
        <pc:sldMkLst>
          <pc:docMk/>
          <pc:sldMk cId="2870257135" sldId="271"/>
        </pc:sldMkLst>
      </pc:sldChg>
      <pc:sldChg chg="modTransition">
        <pc:chgData name="Eesha Kulkarni" userId="fde0730f66b5c9fe" providerId="LiveId" clId="{74B44E1D-35DC-4F77-B92B-B88547BC6F1B}" dt="2024-12-31T00:57:24.529" v="35"/>
        <pc:sldMkLst>
          <pc:docMk/>
          <pc:sldMk cId="1193326680" sldId="272"/>
        </pc:sldMkLst>
      </pc:sldChg>
      <pc:sldChg chg="modTransition">
        <pc:chgData name="Eesha Kulkarni" userId="fde0730f66b5c9fe" providerId="LiveId" clId="{74B44E1D-35DC-4F77-B92B-B88547BC6F1B}" dt="2024-12-31T00:54:18.270" v="19"/>
        <pc:sldMkLst>
          <pc:docMk/>
          <pc:sldMk cId="2087485135" sldId="274"/>
        </pc:sldMkLst>
      </pc:sldChg>
      <pc:sldChg chg="modTransition">
        <pc:chgData name="Eesha Kulkarni" userId="fde0730f66b5c9fe" providerId="LiveId" clId="{74B44E1D-35DC-4F77-B92B-B88547BC6F1B}" dt="2024-12-31T00:55:38.530" v="27"/>
        <pc:sldMkLst>
          <pc:docMk/>
          <pc:sldMk cId="2065880627" sldId="275"/>
        </pc:sldMkLst>
      </pc:sldChg>
      <pc:sldChg chg="modTransition">
        <pc:chgData name="Eesha Kulkarni" userId="fde0730f66b5c9fe" providerId="LiveId" clId="{74B44E1D-35DC-4F77-B92B-B88547BC6F1B}" dt="2024-12-31T00:54:25.714" v="20"/>
        <pc:sldMkLst>
          <pc:docMk/>
          <pc:sldMk cId="9306444" sldId="276"/>
        </pc:sldMkLst>
      </pc:sldChg>
      <pc:sldChg chg="modTransition">
        <pc:chgData name="Eesha Kulkarni" userId="fde0730f66b5c9fe" providerId="LiveId" clId="{74B44E1D-35DC-4F77-B92B-B88547BC6F1B}" dt="2024-12-31T00:57:33.254" v="36"/>
        <pc:sldMkLst>
          <pc:docMk/>
          <pc:sldMk cId="1790593950" sldId="277"/>
        </pc:sldMkLst>
      </pc:sldChg>
      <pc:sldChg chg="modTransition">
        <pc:chgData name="Eesha Kulkarni" userId="fde0730f66b5c9fe" providerId="LiveId" clId="{74B44E1D-35DC-4F77-B92B-B88547BC6F1B}" dt="2024-12-31T00:54:30.511" v="21"/>
        <pc:sldMkLst>
          <pc:docMk/>
          <pc:sldMk cId="2275625444" sldId="278"/>
        </pc:sldMkLst>
      </pc:sldChg>
      <pc:sldChg chg="modTransition">
        <pc:chgData name="Eesha Kulkarni" userId="fde0730f66b5c9fe" providerId="LiveId" clId="{74B44E1D-35DC-4F77-B92B-B88547BC6F1B}" dt="2024-12-31T00:55:35.455" v="26"/>
        <pc:sldMkLst>
          <pc:docMk/>
          <pc:sldMk cId="3570438000" sldId="279"/>
        </pc:sldMkLst>
      </pc:sldChg>
      <pc:sldChg chg="addSp delSp modSp mod modTransition">
        <pc:chgData name="Eesha Kulkarni" userId="fde0730f66b5c9fe" providerId="LiveId" clId="{74B44E1D-35DC-4F77-B92B-B88547BC6F1B}" dt="2024-12-31T00:57:08.147" v="34"/>
        <pc:sldMkLst>
          <pc:docMk/>
          <pc:sldMk cId="3248836828" sldId="281"/>
        </pc:sldMkLst>
        <pc:picChg chg="add del mod">
          <ac:chgData name="Eesha Kulkarni" userId="fde0730f66b5c9fe" providerId="LiveId" clId="{74B44E1D-35DC-4F77-B92B-B88547BC6F1B}" dt="2024-12-31T00:46:04.712" v="13" actId="21"/>
          <ac:picMkLst>
            <pc:docMk/>
            <pc:sldMk cId="3248836828" sldId="281"/>
            <ac:picMk id="5" creationId="{0DB62C1D-1C56-DE4E-A3A7-4ECC4DE5EB12}"/>
          </ac:picMkLst>
        </pc:picChg>
      </pc:sldChg>
      <pc:sldChg chg="addSp modSp new mod">
        <pc:chgData name="Eesha Kulkarni" userId="fde0730f66b5c9fe" providerId="LiveId" clId="{74B44E1D-35DC-4F77-B92B-B88547BC6F1B}" dt="2024-12-31T00:45:56.303" v="12" actId="14100"/>
        <pc:sldMkLst>
          <pc:docMk/>
          <pc:sldMk cId="972422565" sldId="282"/>
        </pc:sldMkLst>
        <pc:picChg chg="add mod">
          <ac:chgData name="Eesha Kulkarni" userId="fde0730f66b5c9fe" providerId="LiveId" clId="{74B44E1D-35DC-4F77-B92B-B88547BC6F1B}" dt="2024-12-31T00:45:56.303" v="12" actId="14100"/>
          <ac:picMkLst>
            <pc:docMk/>
            <pc:sldMk cId="972422565" sldId="282"/>
            <ac:picMk id="2" creationId="{6CF114E3-9FD1-593F-B315-BA5039B5C710}"/>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54EA0D2-058C-48B3-88D9-5FF36AD679A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IN"/>
        </a:p>
      </dgm:t>
    </dgm:pt>
    <dgm:pt modelId="{1420BC02-4598-4C99-B6DF-F2C8D7823192}">
      <dgm:prSet/>
      <dgm:spPr/>
      <dgm:t>
        <a:bodyPr/>
        <a:lstStyle/>
        <a:p>
          <a:endParaRPr lang="en-IN"/>
        </a:p>
      </dgm:t>
    </dgm:pt>
    <dgm:pt modelId="{01499B32-F2D5-488E-96EE-D11F00B6F436}" type="parTrans" cxnId="{BE27D50B-9ED0-4EA5-B596-41554944EEFD}">
      <dgm:prSet/>
      <dgm:spPr/>
      <dgm:t>
        <a:bodyPr/>
        <a:lstStyle/>
        <a:p>
          <a:endParaRPr lang="en-IN"/>
        </a:p>
      </dgm:t>
    </dgm:pt>
    <dgm:pt modelId="{9738282B-4876-485F-A310-3BAC75BB8368}" type="sibTrans" cxnId="{BE27D50B-9ED0-4EA5-B596-41554944EEFD}">
      <dgm:prSet/>
      <dgm:spPr/>
      <dgm:t>
        <a:bodyPr/>
        <a:lstStyle/>
        <a:p>
          <a:endParaRPr lang="en-IN"/>
        </a:p>
      </dgm:t>
    </dgm:pt>
    <dgm:pt modelId="{022251B3-AC11-414A-852E-DE1D4D718727}">
      <dgm:prSet/>
      <dgm:spPr/>
      <dgm:t>
        <a:bodyPr/>
        <a:lstStyle/>
        <a:p>
          <a:r>
            <a:rPr lang="en-US" b="1"/>
            <a:t>Convenience:</a:t>
          </a:r>
          <a:r>
            <a:rPr lang="en-US"/>
            <a:t> Provides automatic lighting without the need for manual switches.</a:t>
          </a:r>
          <a:endParaRPr lang="en-IN"/>
        </a:p>
      </dgm:t>
    </dgm:pt>
    <dgm:pt modelId="{3891201C-5853-4CA9-997F-D8CEC81265CC}" type="parTrans" cxnId="{C3B00C0B-FBAE-4708-B23F-F87E4D57E1C8}">
      <dgm:prSet/>
      <dgm:spPr/>
      <dgm:t>
        <a:bodyPr/>
        <a:lstStyle/>
        <a:p>
          <a:endParaRPr lang="en-IN"/>
        </a:p>
      </dgm:t>
    </dgm:pt>
    <dgm:pt modelId="{150A0701-83B7-4FC2-AAF1-1F2CB4894B09}" type="sibTrans" cxnId="{C3B00C0B-FBAE-4708-B23F-F87E4D57E1C8}">
      <dgm:prSet/>
      <dgm:spPr/>
      <dgm:t>
        <a:bodyPr/>
        <a:lstStyle/>
        <a:p>
          <a:endParaRPr lang="en-IN"/>
        </a:p>
      </dgm:t>
    </dgm:pt>
    <dgm:pt modelId="{918CD2C0-2A52-4063-A318-7FB2E888AC2D}">
      <dgm:prSet/>
      <dgm:spPr/>
      <dgm:t>
        <a:bodyPr/>
        <a:lstStyle/>
        <a:p>
          <a:r>
            <a:rPr lang="en-US" b="1"/>
            <a:t>Safety:</a:t>
          </a:r>
          <a:r>
            <a:rPr lang="en-US"/>
            <a:t> Ensures well-lit pathways and entry points, reducing the risk of accidents.</a:t>
          </a:r>
          <a:endParaRPr lang="en-IN"/>
        </a:p>
      </dgm:t>
    </dgm:pt>
    <dgm:pt modelId="{D648C0F0-64EF-4990-B65A-74932B276B0F}" type="parTrans" cxnId="{9AE6CCE9-3182-4F21-A952-7E6FE5B5F144}">
      <dgm:prSet/>
      <dgm:spPr/>
      <dgm:t>
        <a:bodyPr/>
        <a:lstStyle/>
        <a:p>
          <a:endParaRPr lang="en-IN"/>
        </a:p>
      </dgm:t>
    </dgm:pt>
    <dgm:pt modelId="{164D9E1F-AB9A-4595-9624-6DB96367A2AD}" type="sibTrans" cxnId="{9AE6CCE9-3182-4F21-A952-7E6FE5B5F144}">
      <dgm:prSet/>
      <dgm:spPr/>
      <dgm:t>
        <a:bodyPr/>
        <a:lstStyle/>
        <a:p>
          <a:endParaRPr lang="en-IN"/>
        </a:p>
      </dgm:t>
    </dgm:pt>
    <dgm:pt modelId="{A8252251-DE8B-40DA-AA20-D2C4D58C5188}">
      <dgm:prSet/>
      <dgm:spPr/>
      <dgm:t>
        <a:bodyPr/>
        <a:lstStyle/>
        <a:p>
          <a:r>
            <a:rPr lang="en-US" b="1"/>
            <a:t>Security: </a:t>
          </a:r>
          <a:r>
            <a:rPr lang="en-US"/>
            <a:t>Deters intruders by illuminating dark areas upon detecting motion.</a:t>
          </a:r>
          <a:endParaRPr lang="en-IN"/>
        </a:p>
      </dgm:t>
    </dgm:pt>
    <dgm:pt modelId="{79211C26-54A5-4BD7-ABA8-94761E0E65F0}" type="parTrans" cxnId="{48CB4F7D-E32C-4B8E-B89D-FBD6A3B66886}">
      <dgm:prSet/>
      <dgm:spPr/>
      <dgm:t>
        <a:bodyPr/>
        <a:lstStyle/>
        <a:p>
          <a:endParaRPr lang="en-IN"/>
        </a:p>
      </dgm:t>
    </dgm:pt>
    <dgm:pt modelId="{013B13D7-4B97-4010-8B80-C96CAA7C0FBB}" type="sibTrans" cxnId="{48CB4F7D-E32C-4B8E-B89D-FBD6A3B66886}">
      <dgm:prSet/>
      <dgm:spPr/>
      <dgm:t>
        <a:bodyPr/>
        <a:lstStyle/>
        <a:p>
          <a:endParaRPr lang="en-IN"/>
        </a:p>
      </dgm:t>
    </dgm:pt>
    <dgm:pt modelId="{BCE9D8F6-4B6D-48A4-9B7E-53267C22070F}">
      <dgm:prSet/>
      <dgm:spPr/>
      <dgm:t>
        <a:bodyPr/>
        <a:lstStyle/>
        <a:p>
          <a:r>
            <a:rPr lang="en-US" b="1"/>
            <a:t>Energy Savings: </a:t>
          </a:r>
          <a:r>
            <a:rPr lang="en-US"/>
            <a:t>Minimizes electricity usage by only lighting areas when they are occupied or when motion is detected.</a:t>
          </a:r>
          <a:endParaRPr lang="en-IN"/>
        </a:p>
      </dgm:t>
    </dgm:pt>
    <dgm:pt modelId="{24828E33-39EA-4064-9E86-E93AD353055D}" type="parTrans" cxnId="{57334380-BDA3-49C7-958E-C7B94F472A6F}">
      <dgm:prSet/>
      <dgm:spPr/>
      <dgm:t>
        <a:bodyPr/>
        <a:lstStyle/>
        <a:p>
          <a:endParaRPr lang="en-IN"/>
        </a:p>
      </dgm:t>
    </dgm:pt>
    <dgm:pt modelId="{31856CD6-E636-445B-8C6D-7C696B1F5EF2}" type="sibTrans" cxnId="{57334380-BDA3-49C7-958E-C7B94F472A6F}">
      <dgm:prSet/>
      <dgm:spPr/>
      <dgm:t>
        <a:bodyPr/>
        <a:lstStyle/>
        <a:p>
          <a:endParaRPr lang="en-IN"/>
        </a:p>
      </dgm:t>
    </dgm:pt>
    <dgm:pt modelId="{E7837D86-B753-42DD-BAE6-F9CC8C2B0ABC}" type="pres">
      <dgm:prSet presAssocID="{954EA0D2-058C-48B3-88D9-5FF36AD679AA}" presName="linear" presStyleCnt="0">
        <dgm:presLayoutVars>
          <dgm:animLvl val="lvl"/>
          <dgm:resizeHandles val="exact"/>
        </dgm:presLayoutVars>
      </dgm:prSet>
      <dgm:spPr/>
    </dgm:pt>
    <dgm:pt modelId="{7217BA29-8986-437F-AAE3-D5DEC678EF5F}" type="pres">
      <dgm:prSet presAssocID="{1420BC02-4598-4C99-B6DF-F2C8D7823192}" presName="parentText" presStyleLbl="node1" presStyleIdx="0" presStyleCnt="5">
        <dgm:presLayoutVars>
          <dgm:chMax val="0"/>
          <dgm:bulletEnabled val="1"/>
        </dgm:presLayoutVars>
      </dgm:prSet>
      <dgm:spPr/>
    </dgm:pt>
    <dgm:pt modelId="{0AB19F75-8A3A-4F9B-B6B6-D3BBAB35AA15}" type="pres">
      <dgm:prSet presAssocID="{9738282B-4876-485F-A310-3BAC75BB8368}" presName="spacer" presStyleCnt="0"/>
      <dgm:spPr/>
    </dgm:pt>
    <dgm:pt modelId="{36446F7C-A19A-4581-B791-0C79EAA88D50}" type="pres">
      <dgm:prSet presAssocID="{022251B3-AC11-414A-852E-DE1D4D718727}" presName="parentText" presStyleLbl="node1" presStyleIdx="1" presStyleCnt="5">
        <dgm:presLayoutVars>
          <dgm:chMax val="0"/>
          <dgm:bulletEnabled val="1"/>
        </dgm:presLayoutVars>
      </dgm:prSet>
      <dgm:spPr/>
    </dgm:pt>
    <dgm:pt modelId="{67D769DB-1E42-4D35-B75A-CFD5E89D5B1C}" type="pres">
      <dgm:prSet presAssocID="{150A0701-83B7-4FC2-AAF1-1F2CB4894B09}" presName="spacer" presStyleCnt="0"/>
      <dgm:spPr/>
    </dgm:pt>
    <dgm:pt modelId="{91684DA3-050C-423D-B8EF-320113F6E07F}" type="pres">
      <dgm:prSet presAssocID="{918CD2C0-2A52-4063-A318-7FB2E888AC2D}" presName="parentText" presStyleLbl="node1" presStyleIdx="2" presStyleCnt="5">
        <dgm:presLayoutVars>
          <dgm:chMax val="0"/>
          <dgm:bulletEnabled val="1"/>
        </dgm:presLayoutVars>
      </dgm:prSet>
      <dgm:spPr/>
    </dgm:pt>
    <dgm:pt modelId="{8387A763-2AFC-4573-BC06-AF8089F7765F}" type="pres">
      <dgm:prSet presAssocID="{164D9E1F-AB9A-4595-9624-6DB96367A2AD}" presName="spacer" presStyleCnt="0"/>
      <dgm:spPr/>
    </dgm:pt>
    <dgm:pt modelId="{41A4214F-AAA4-49D8-AFDB-825B306FF353}" type="pres">
      <dgm:prSet presAssocID="{A8252251-DE8B-40DA-AA20-D2C4D58C5188}" presName="parentText" presStyleLbl="node1" presStyleIdx="3" presStyleCnt="5">
        <dgm:presLayoutVars>
          <dgm:chMax val="0"/>
          <dgm:bulletEnabled val="1"/>
        </dgm:presLayoutVars>
      </dgm:prSet>
      <dgm:spPr/>
    </dgm:pt>
    <dgm:pt modelId="{372C9B58-690B-41C6-8FC7-BDFCDEFF9A55}" type="pres">
      <dgm:prSet presAssocID="{013B13D7-4B97-4010-8B80-C96CAA7C0FBB}" presName="spacer" presStyleCnt="0"/>
      <dgm:spPr/>
    </dgm:pt>
    <dgm:pt modelId="{C120929F-6902-44F6-8162-DD83953A0DE6}" type="pres">
      <dgm:prSet presAssocID="{BCE9D8F6-4B6D-48A4-9B7E-53267C22070F}" presName="parentText" presStyleLbl="node1" presStyleIdx="4" presStyleCnt="5">
        <dgm:presLayoutVars>
          <dgm:chMax val="0"/>
          <dgm:bulletEnabled val="1"/>
        </dgm:presLayoutVars>
      </dgm:prSet>
      <dgm:spPr/>
    </dgm:pt>
  </dgm:ptLst>
  <dgm:cxnLst>
    <dgm:cxn modelId="{C3B00C0B-FBAE-4708-B23F-F87E4D57E1C8}" srcId="{954EA0D2-058C-48B3-88D9-5FF36AD679AA}" destId="{022251B3-AC11-414A-852E-DE1D4D718727}" srcOrd="1" destOrd="0" parTransId="{3891201C-5853-4CA9-997F-D8CEC81265CC}" sibTransId="{150A0701-83B7-4FC2-AAF1-1F2CB4894B09}"/>
    <dgm:cxn modelId="{BE27D50B-9ED0-4EA5-B596-41554944EEFD}" srcId="{954EA0D2-058C-48B3-88D9-5FF36AD679AA}" destId="{1420BC02-4598-4C99-B6DF-F2C8D7823192}" srcOrd="0" destOrd="0" parTransId="{01499B32-F2D5-488E-96EE-D11F00B6F436}" sibTransId="{9738282B-4876-485F-A310-3BAC75BB8368}"/>
    <dgm:cxn modelId="{0A473A12-6483-4B5A-A81D-D171943580CA}" type="presOf" srcId="{954EA0D2-058C-48B3-88D9-5FF36AD679AA}" destId="{E7837D86-B753-42DD-BAE6-F9CC8C2B0ABC}" srcOrd="0" destOrd="0" presId="urn:microsoft.com/office/officeart/2005/8/layout/vList2"/>
    <dgm:cxn modelId="{020C8C61-93B5-45BC-8E2A-8D03148BF832}" type="presOf" srcId="{BCE9D8F6-4B6D-48A4-9B7E-53267C22070F}" destId="{C120929F-6902-44F6-8162-DD83953A0DE6}" srcOrd="0" destOrd="0" presId="urn:microsoft.com/office/officeart/2005/8/layout/vList2"/>
    <dgm:cxn modelId="{48CB4F7D-E32C-4B8E-B89D-FBD6A3B66886}" srcId="{954EA0D2-058C-48B3-88D9-5FF36AD679AA}" destId="{A8252251-DE8B-40DA-AA20-D2C4D58C5188}" srcOrd="3" destOrd="0" parTransId="{79211C26-54A5-4BD7-ABA8-94761E0E65F0}" sibTransId="{013B13D7-4B97-4010-8B80-C96CAA7C0FBB}"/>
    <dgm:cxn modelId="{57334380-BDA3-49C7-958E-C7B94F472A6F}" srcId="{954EA0D2-058C-48B3-88D9-5FF36AD679AA}" destId="{BCE9D8F6-4B6D-48A4-9B7E-53267C22070F}" srcOrd="4" destOrd="0" parTransId="{24828E33-39EA-4064-9E86-E93AD353055D}" sibTransId="{31856CD6-E636-445B-8C6D-7C696B1F5EF2}"/>
    <dgm:cxn modelId="{57C8DFA5-9794-4427-A319-6B391F70E014}" type="presOf" srcId="{918CD2C0-2A52-4063-A318-7FB2E888AC2D}" destId="{91684DA3-050C-423D-B8EF-320113F6E07F}" srcOrd="0" destOrd="0" presId="urn:microsoft.com/office/officeart/2005/8/layout/vList2"/>
    <dgm:cxn modelId="{E794ABB7-8EA8-450D-8ADE-E445DA31E1F1}" type="presOf" srcId="{022251B3-AC11-414A-852E-DE1D4D718727}" destId="{36446F7C-A19A-4581-B791-0C79EAA88D50}" srcOrd="0" destOrd="0" presId="urn:microsoft.com/office/officeart/2005/8/layout/vList2"/>
    <dgm:cxn modelId="{91008DD6-4C1D-45A8-8339-58D151C7A678}" type="presOf" srcId="{A8252251-DE8B-40DA-AA20-D2C4D58C5188}" destId="{41A4214F-AAA4-49D8-AFDB-825B306FF353}" srcOrd="0" destOrd="0" presId="urn:microsoft.com/office/officeart/2005/8/layout/vList2"/>
    <dgm:cxn modelId="{64674AE8-8EF6-4ACC-A06E-1F92CAC9B80E}" type="presOf" srcId="{1420BC02-4598-4C99-B6DF-F2C8D7823192}" destId="{7217BA29-8986-437F-AAE3-D5DEC678EF5F}" srcOrd="0" destOrd="0" presId="urn:microsoft.com/office/officeart/2005/8/layout/vList2"/>
    <dgm:cxn modelId="{9AE6CCE9-3182-4F21-A952-7E6FE5B5F144}" srcId="{954EA0D2-058C-48B3-88D9-5FF36AD679AA}" destId="{918CD2C0-2A52-4063-A318-7FB2E888AC2D}" srcOrd="2" destOrd="0" parTransId="{D648C0F0-64EF-4990-B65A-74932B276B0F}" sibTransId="{164D9E1F-AB9A-4595-9624-6DB96367A2AD}"/>
    <dgm:cxn modelId="{3508B937-B908-4E0F-9AC8-247AC0D421B2}" type="presParOf" srcId="{E7837D86-B753-42DD-BAE6-F9CC8C2B0ABC}" destId="{7217BA29-8986-437F-AAE3-D5DEC678EF5F}" srcOrd="0" destOrd="0" presId="urn:microsoft.com/office/officeart/2005/8/layout/vList2"/>
    <dgm:cxn modelId="{AB3BE42C-9C68-4E09-A809-6AD3A5FD59E5}" type="presParOf" srcId="{E7837D86-B753-42DD-BAE6-F9CC8C2B0ABC}" destId="{0AB19F75-8A3A-4F9B-B6B6-D3BBAB35AA15}" srcOrd="1" destOrd="0" presId="urn:microsoft.com/office/officeart/2005/8/layout/vList2"/>
    <dgm:cxn modelId="{E1263573-D6ED-408D-AAF6-5C325E4DBC74}" type="presParOf" srcId="{E7837D86-B753-42DD-BAE6-F9CC8C2B0ABC}" destId="{36446F7C-A19A-4581-B791-0C79EAA88D50}" srcOrd="2" destOrd="0" presId="urn:microsoft.com/office/officeart/2005/8/layout/vList2"/>
    <dgm:cxn modelId="{7074577B-E47E-4AB0-A6FF-10E0EC16B64E}" type="presParOf" srcId="{E7837D86-B753-42DD-BAE6-F9CC8C2B0ABC}" destId="{67D769DB-1E42-4D35-B75A-CFD5E89D5B1C}" srcOrd="3" destOrd="0" presId="urn:microsoft.com/office/officeart/2005/8/layout/vList2"/>
    <dgm:cxn modelId="{BDD23F23-650E-421F-9C9A-B1430088A52E}" type="presParOf" srcId="{E7837D86-B753-42DD-BAE6-F9CC8C2B0ABC}" destId="{91684DA3-050C-423D-B8EF-320113F6E07F}" srcOrd="4" destOrd="0" presId="urn:microsoft.com/office/officeart/2005/8/layout/vList2"/>
    <dgm:cxn modelId="{A94EFD88-ABFC-4908-AB18-8170143FF215}" type="presParOf" srcId="{E7837D86-B753-42DD-BAE6-F9CC8C2B0ABC}" destId="{8387A763-2AFC-4573-BC06-AF8089F7765F}" srcOrd="5" destOrd="0" presId="urn:microsoft.com/office/officeart/2005/8/layout/vList2"/>
    <dgm:cxn modelId="{3A3C0976-4964-4971-B77B-26045F5AB4BB}" type="presParOf" srcId="{E7837D86-B753-42DD-BAE6-F9CC8C2B0ABC}" destId="{41A4214F-AAA4-49D8-AFDB-825B306FF353}" srcOrd="6" destOrd="0" presId="urn:microsoft.com/office/officeart/2005/8/layout/vList2"/>
    <dgm:cxn modelId="{2E4E1202-FD3D-4AFF-8615-54E27D46BF60}" type="presParOf" srcId="{E7837D86-B753-42DD-BAE6-F9CC8C2B0ABC}" destId="{372C9B58-690B-41C6-8FC7-BDFCDEFF9A55}" srcOrd="7" destOrd="0" presId="urn:microsoft.com/office/officeart/2005/8/layout/vList2"/>
    <dgm:cxn modelId="{4AB5F033-EB65-4314-84BB-FC14B7FBBF4C}" type="presParOf" srcId="{E7837D86-B753-42DD-BAE6-F9CC8C2B0ABC}" destId="{C120929F-6902-44F6-8162-DD83953A0DE6}"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17BA29-8986-437F-AAE3-D5DEC678EF5F}">
      <dsp:nvSpPr>
        <dsp:cNvPr id="0" name=""/>
        <dsp:cNvSpPr/>
      </dsp:nvSpPr>
      <dsp:spPr>
        <a:xfrm>
          <a:off x="0" y="70408"/>
          <a:ext cx="11329416" cy="87395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endParaRPr lang="en-IN" sz="2200" kern="1200"/>
        </a:p>
      </dsp:txBody>
      <dsp:txXfrm>
        <a:off x="42663" y="113071"/>
        <a:ext cx="11244090" cy="788627"/>
      </dsp:txXfrm>
    </dsp:sp>
    <dsp:sp modelId="{36446F7C-A19A-4581-B791-0C79EAA88D50}">
      <dsp:nvSpPr>
        <dsp:cNvPr id="0" name=""/>
        <dsp:cNvSpPr/>
      </dsp:nvSpPr>
      <dsp:spPr>
        <a:xfrm>
          <a:off x="0" y="1007721"/>
          <a:ext cx="11329416" cy="87395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Convenience:</a:t>
          </a:r>
          <a:r>
            <a:rPr lang="en-US" sz="2200" kern="1200"/>
            <a:t> Provides automatic lighting without the need for manual switches.</a:t>
          </a:r>
          <a:endParaRPr lang="en-IN" sz="2200" kern="1200"/>
        </a:p>
      </dsp:txBody>
      <dsp:txXfrm>
        <a:off x="42663" y="1050384"/>
        <a:ext cx="11244090" cy="788627"/>
      </dsp:txXfrm>
    </dsp:sp>
    <dsp:sp modelId="{91684DA3-050C-423D-B8EF-320113F6E07F}">
      <dsp:nvSpPr>
        <dsp:cNvPr id="0" name=""/>
        <dsp:cNvSpPr/>
      </dsp:nvSpPr>
      <dsp:spPr>
        <a:xfrm>
          <a:off x="0" y="1945035"/>
          <a:ext cx="11329416" cy="87395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Safety:</a:t>
          </a:r>
          <a:r>
            <a:rPr lang="en-US" sz="2200" kern="1200"/>
            <a:t> Ensures well-lit pathways and entry points, reducing the risk of accidents.</a:t>
          </a:r>
          <a:endParaRPr lang="en-IN" sz="2200" kern="1200"/>
        </a:p>
      </dsp:txBody>
      <dsp:txXfrm>
        <a:off x="42663" y="1987698"/>
        <a:ext cx="11244090" cy="788627"/>
      </dsp:txXfrm>
    </dsp:sp>
    <dsp:sp modelId="{41A4214F-AAA4-49D8-AFDB-825B306FF353}">
      <dsp:nvSpPr>
        <dsp:cNvPr id="0" name=""/>
        <dsp:cNvSpPr/>
      </dsp:nvSpPr>
      <dsp:spPr>
        <a:xfrm>
          <a:off x="0" y="2882348"/>
          <a:ext cx="11329416" cy="87395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Security: </a:t>
          </a:r>
          <a:r>
            <a:rPr lang="en-US" sz="2200" kern="1200"/>
            <a:t>Deters intruders by illuminating dark areas upon detecting motion.</a:t>
          </a:r>
          <a:endParaRPr lang="en-IN" sz="2200" kern="1200"/>
        </a:p>
      </dsp:txBody>
      <dsp:txXfrm>
        <a:off x="42663" y="2925011"/>
        <a:ext cx="11244090" cy="788627"/>
      </dsp:txXfrm>
    </dsp:sp>
    <dsp:sp modelId="{C120929F-6902-44F6-8162-DD83953A0DE6}">
      <dsp:nvSpPr>
        <dsp:cNvPr id="0" name=""/>
        <dsp:cNvSpPr/>
      </dsp:nvSpPr>
      <dsp:spPr>
        <a:xfrm>
          <a:off x="0" y="3819662"/>
          <a:ext cx="11329416" cy="87395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Energy Savings: </a:t>
          </a:r>
          <a:r>
            <a:rPr lang="en-US" sz="2200" kern="1200"/>
            <a:t>Minimizes electricity usage by only lighting areas when they are occupied or when motion is detected.</a:t>
          </a:r>
          <a:endParaRPr lang="en-IN" sz="2200" kern="1200"/>
        </a:p>
      </dsp:txBody>
      <dsp:txXfrm>
        <a:off x="42663" y="3862325"/>
        <a:ext cx="11244090" cy="78862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44B58-2C40-B292-3983-A011F15B87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98571AD-270E-C7BD-E9F6-88251EF7E3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63088A6-5911-197A-9D99-205FBF0059AF}"/>
              </a:ext>
            </a:extLst>
          </p:cNvPr>
          <p:cNvSpPr>
            <a:spLocks noGrp="1"/>
          </p:cNvSpPr>
          <p:nvPr>
            <p:ph type="dt" sz="half" idx="10"/>
          </p:nvPr>
        </p:nvSpPr>
        <p:spPr/>
        <p:txBody>
          <a:bodyPr/>
          <a:lstStyle/>
          <a:p>
            <a:fld id="{6728D3A9-3DBD-4B7D-8E97-4A1D95A50C44}" type="datetimeFigureOut">
              <a:rPr lang="en-IN" smtClean="0"/>
              <a:t>08-06-2025</a:t>
            </a:fld>
            <a:endParaRPr lang="en-IN"/>
          </a:p>
        </p:txBody>
      </p:sp>
      <p:sp>
        <p:nvSpPr>
          <p:cNvPr id="5" name="Footer Placeholder 4">
            <a:extLst>
              <a:ext uri="{FF2B5EF4-FFF2-40B4-BE49-F238E27FC236}">
                <a16:creationId xmlns:a16="http://schemas.microsoft.com/office/drawing/2014/main" id="{E1A4CBD7-DF96-9AD1-72FF-2573379667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02D725-6288-2F81-4B35-8EE0D23C3DF0}"/>
              </a:ext>
            </a:extLst>
          </p:cNvPr>
          <p:cNvSpPr>
            <a:spLocks noGrp="1"/>
          </p:cNvSpPr>
          <p:nvPr>
            <p:ph type="sldNum" sz="quarter" idx="12"/>
          </p:nvPr>
        </p:nvSpPr>
        <p:spPr/>
        <p:txBody>
          <a:bodyPr/>
          <a:lstStyle/>
          <a:p>
            <a:fld id="{74A7A8F5-8ED5-4C92-8EE0-84BBE2D40206}" type="slidenum">
              <a:rPr lang="en-IN" smtClean="0"/>
              <a:t>‹#›</a:t>
            </a:fld>
            <a:endParaRPr lang="en-IN"/>
          </a:p>
        </p:txBody>
      </p:sp>
    </p:spTree>
    <p:extLst>
      <p:ext uri="{BB962C8B-B14F-4D97-AF65-F5344CB8AC3E}">
        <p14:creationId xmlns:p14="http://schemas.microsoft.com/office/powerpoint/2010/main" val="7170103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B3AA1-FD28-16F9-5358-B363E49C1F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63781EA-44C2-67E5-2B71-9C808B5D773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7C7F15-B808-72B9-2AC3-F45E631FBAB7}"/>
              </a:ext>
            </a:extLst>
          </p:cNvPr>
          <p:cNvSpPr>
            <a:spLocks noGrp="1"/>
          </p:cNvSpPr>
          <p:nvPr>
            <p:ph type="dt" sz="half" idx="10"/>
          </p:nvPr>
        </p:nvSpPr>
        <p:spPr/>
        <p:txBody>
          <a:bodyPr/>
          <a:lstStyle/>
          <a:p>
            <a:fld id="{6728D3A9-3DBD-4B7D-8E97-4A1D95A50C44}" type="datetimeFigureOut">
              <a:rPr lang="en-IN" smtClean="0"/>
              <a:t>08-06-2025</a:t>
            </a:fld>
            <a:endParaRPr lang="en-IN"/>
          </a:p>
        </p:txBody>
      </p:sp>
      <p:sp>
        <p:nvSpPr>
          <p:cNvPr id="5" name="Footer Placeholder 4">
            <a:extLst>
              <a:ext uri="{FF2B5EF4-FFF2-40B4-BE49-F238E27FC236}">
                <a16:creationId xmlns:a16="http://schemas.microsoft.com/office/drawing/2014/main" id="{99461A96-4A60-324F-9C71-48BC303EA9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2024C1-3226-D9C8-A485-F69388AE0EC1}"/>
              </a:ext>
            </a:extLst>
          </p:cNvPr>
          <p:cNvSpPr>
            <a:spLocks noGrp="1"/>
          </p:cNvSpPr>
          <p:nvPr>
            <p:ph type="sldNum" sz="quarter" idx="12"/>
          </p:nvPr>
        </p:nvSpPr>
        <p:spPr/>
        <p:txBody>
          <a:bodyPr/>
          <a:lstStyle/>
          <a:p>
            <a:fld id="{74A7A8F5-8ED5-4C92-8EE0-84BBE2D40206}" type="slidenum">
              <a:rPr lang="en-IN" smtClean="0"/>
              <a:t>‹#›</a:t>
            </a:fld>
            <a:endParaRPr lang="en-IN"/>
          </a:p>
        </p:txBody>
      </p:sp>
    </p:spTree>
    <p:extLst>
      <p:ext uri="{BB962C8B-B14F-4D97-AF65-F5344CB8AC3E}">
        <p14:creationId xmlns:p14="http://schemas.microsoft.com/office/powerpoint/2010/main" val="34135251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94E0C-F1F2-0F0C-932B-EA5303A611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912D2A0-640D-D925-AA0B-5D1FDE9365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1D4673-E93E-7EA4-B50B-E70E6D0B8F20}"/>
              </a:ext>
            </a:extLst>
          </p:cNvPr>
          <p:cNvSpPr>
            <a:spLocks noGrp="1"/>
          </p:cNvSpPr>
          <p:nvPr>
            <p:ph type="dt" sz="half" idx="10"/>
          </p:nvPr>
        </p:nvSpPr>
        <p:spPr/>
        <p:txBody>
          <a:bodyPr/>
          <a:lstStyle/>
          <a:p>
            <a:fld id="{6728D3A9-3DBD-4B7D-8E97-4A1D95A50C44}" type="datetimeFigureOut">
              <a:rPr lang="en-IN" smtClean="0"/>
              <a:t>08-06-2025</a:t>
            </a:fld>
            <a:endParaRPr lang="en-IN"/>
          </a:p>
        </p:txBody>
      </p:sp>
      <p:sp>
        <p:nvSpPr>
          <p:cNvPr id="5" name="Footer Placeholder 4">
            <a:extLst>
              <a:ext uri="{FF2B5EF4-FFF2-40B4-BE49-F238E27FC236}">
                <a16:creationId xmlns:a16="http://schemas.microsoft.com/office/drawing/2014/main" id="{B630C83D-DCB8-69C1-28FD-D30312333A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5ECD96-794E-A5AE-6D55-D5E22DB191EB}"/>
              </a:ext>
            </a:extLst>
          </p:cNvPr>
          <p:cNvSpPr>
            <a:spLocks noGrp="1"/>
          </p:cNvSpPr>
          <p:nvPr>
            <p:ph type="sldNum" sz="quarter" idx="12"/>
          </p:nvPr>
        </p:nvSpPr>
        <p:spPr/>
        <p:txBody>
          <a:bodyPr/>
          <a:lstStyle/>
          <a:p>
            <a:fld id="{74A7A8F5-8ED5-4C92-8EE0-84BBE2D40206}" type="slidenum">
              <a:rPr lang="en-IN" smtClean="0"/>
              <a:t>‹#›</a:t>
            </a:fld>
            <a:endParaRPr lang="en-IN"/>
          </a:p>
        </p:txBody>
      </p:sp>
    </p:spTree>
    <p:extLst>
      <p:ext uri="{BB962C8B-B14F-4D97-AF65-F5344CB8AC3E}">
        <p14:creationId xmlns:p14="http://schemas.microsoft.com/office/powerpoint/2010/main" val="3128074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FD2CE-D17D-5880-909E-C2688F42FDD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D2D87EA-456C-9553-FDFD-3E6ED94036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32B36E4-F787-E4B7-D877-6FA09DB9D6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E15A26A-87D3-1E90-0D45-4E6D31E79639}"/>
              </a:ext>
            </a:extLst>
          </p:cNvPr>
          <p:cNvSpPr>
            <a:spLocks noGrp="1"/>
          </p:cNvSpPr>
          <p:nvPr>
            <p:ph type="dt" sz="half" idx="10"/>
          </p:nvPr>
        </p:nvSpPr>
        <p:spPr/>
        <p:txBody>
          <a:bodyPr/>
          <a:lstStyle/>
          <a:p>
            <a:fld id="{6728D3A9-3DBD-4B7D-8E97-4A1D95A50C44}" type="datetimeFigureOut">
              <a:rPr lang="en-IN" smtClean="0"/>
              <a:t>08-06-2025</a:t>
            </a:fld>
            <a:endParaRPr lang="en-IN"/>
          </a:p>
        </p:txBody>
      </p:sp>
      <p:sp>
        <p:nvSpPr>
          <p:cNvPr id="6" name="Footer Placeholder 5">
            <a:extLst>
              <a:ext uri="{FF2B5EF4-FFF2-40B4-BE49-F238E27FC236}">
                <a16:creationId xmlns:a16="http://schemas.microsoft.com/office/drawing/2014/main" id="{EB8032D0-5FC9-AAE5-4303-BFE37CF363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8C0C2C-86B9-C236-207E-CEDE9D0AA79A}"/>
              </a:ext>
            </a:extLst>
          </p:cNvPr>
          <p:cNvSpPr>
            <a:spLocks noGrp="1"/>
          </p:cNvSpPr>
          <p:nvPr>
            <p:ph type="sldNum" sz="quarter" idx="12"/>
          </p:nvPr>
        </p:nvSpPr>
        <p:spPr/>
        <p:txBody>
          <a:bodyPr/>
          <a:lstStyle/>
          <a:p>
            <a:fld id="{74A7A8F5-8ED5-4C92-8EE0-84BBE2D40206}" type="slidenum">
              <a:rPr lang="en-IN" smtClean="0"/>
              <a:t>‹#›</a:t>
            </a:fld>
            <a:endParaRPr lang="en-IN"/>
          </a:p>
        </p:txBody>
      </p:sp>
    </p:spTree>
    <p:extLst>
      <p:ext uri="{BB962C8B-B14F-4D97-AF65-F5344CB8AC3E}">
        <p14:creationId xmlns:p14="http://schemas.microsoft.com/office/powerpoint/2010/main" val="3295175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1E05E-4784-F963-F780-4EAEAA88003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94A9FD7-F831-3EAA-1D26-30B6D6BAF6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415772-427A-599D-3263-85CAED25DBC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594B53B-CC44-0B1F-C7B2-4AB8002280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AA4F79A-E03F-4E53-6D19-A25361D649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B0CB4A8-14F6-E540-4D36-98C359F9FC53}"/>
              </a:ext>
            </a:extLst>
          </p:cNvPr>
          <p:cNvSpPr>
            <a:spLocks noGrp="1"/>
          </p:cNvSpPr>
          <p:nvPr>
            <p:ph type="dt" sz="half" idx="10"/>
          </p:nvPr>
        </p:nvSpPr>
        <p:spPr/>
        <p:txBody>
          <a:bodyPr/>
          <a:lstStyle/>
          <a:p>
            <a:fld id="{6728D3A9-3DBD-4B7D-8E97-4A1D95A50C44}" type="datetimeFigureOut">
              <a:rPr lang="en-IN" smtClean="0"/>
              <a:t>08-06-2025</a:t>
            </a:fld>
            <a:endParaRPr lang="en-IN"/>
          </a:p>
        </p:txBody>
      </p:sp>
      <p:sp>
        <p:nvSpPr>
          <p:cNvPr id="8" name="Footer Placeholder 7">
            <a:extLst>
              <a:ext uri="{FF2B5EF4-FFF2-40B4-BE49-F238E27FC236}">
                <a16:creationId xmlns:a16="http://schemas.microsoft.com/office/drawing/2014/main" id="{358C476C-7461-7189-E67D-8E95EB533A9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A130F8B-C0AD-64E0-C813-BDC214DC77C2}"/>
              </a:ext>
            </a:extLst>
          </p:cNvPr>
          <p:cNvSpPr>
            <a:spLocks noGrp="1"/>
          </p:cNvSpPr>
          <p:nvPr>
            <p:ph type="sldNum" sz="quarter" idx="12"/>
          </p:nvPr>
        </p:nvSpPr>
        <p:spPr/>
        <p:txBody>
          <a:bodyPr/>
          <a:lstStyle/>
          <a:p>
            <a:fld id="{74A7A8F5-8ED5-4C92-8EE0-84BBE2D40206}" type="slidenum">
              <a:rPr lang="en-IN" smtClean="0"/>
              <a:t>‹#›</a:t>
            </a:fld>
            <a:endParaRPr lang="en-IN"/>
          </a:p>
        </p:txBody>
      </p:sp>
    </p:spTree>
    <p:extLst>
      <p:ext uri="{BB962C8B-B14F-4D97-AF65-F5344CB8AC3E}">
        <p14:creationId xmlns:p14="http://schemas.microsoft.com/office/powerpoint/2010/main" val="25810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ED1F3-8D61-7519-3278-4465CA1017C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1BE0826-5B50-DC80-5BF8-1D0C797048DE}"/>
              </a:ext>
            </a:extLst>
          </p:cNvPr>
          <p:cNvSpPr>
            <a:spLocks noGrp="1"/>
          </p:cNvSpPr>
          <p:nvPr>
            <p:ph type="dt" sz="half" idx="10"/>
          </p:nvPr>
        </p:nvSpPr>
        <p:spPr/>
        <p:txBody>
          <a:bodyPr/>
          <a:lstStyle/>
          <a:p>
            <a:fld id="{6728D3A9-3DBD-4B7D-8E97-4A1D95A50C44}" type="datetimeFigureOut">
              <a:rPr lang="en-IN" smtClean="0"/>
              <a:t>08-06-2025</a:t>
            </a:fld>
            <a:endParaRPr lang="en-IN"/>
          </a:p>
        </p:txBody>
      </p:sp>
      <p:sp>
        <p:nvSpPr>
          <p:cNvPr id="4" name="Footer Placeholder 3">
            <a:extLst>
              <a:ext uri="{FF2B5EF4-FFF2-40B4-BE49-F238E27FC236}">
                <a16:creationId xmlns:a16="http://schemas.microsoft.com/office/drawing/2014/main" id="{8443E12A-EA8B-D977-9790-079BA8C8F8B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98D1CEF-9EEA-9AC0-BCFD-5192DB4F4F51}"/>
              </a:ext>
            </a:extLst>
          </p:cNvPr>
          <p:cNvSpPr>
            <a:spLocks noGrp="1"/>
          </p:cNvSpPr>
          <p:nvPr>
            <p:ph type="sldNum" sz="quarter" idx="12"/>
          </p:nvPr>
        </p:nvSpPr>
        <p:spPr/>
        <p:txBody>
          <a:bodyPr/>
          <a:lstStyle/>
          <a:p>
            <a:fld id="{74A7A8F5-8ED5-4C92-8EE0-84BBE2D40206}" type="slidenum">
              <a:rPr lang="en-IN" smtClean="0"/>
              <a:t>‹#›</a:t>
            </a:fld>
            <a:endParaRPr lang="en-IN"/>
          </a:p>
        </p:txBody>
      </p:sp>
    </p:spTree>
    <p:extLst>
      <p:ext uri="{BB962C8B-B14F-4D97-AF65-F5344CB8AC3E}">
        <p14:creationId xmlns:p14="http://schemas.microsoft.com/office/powerpoint/2010/main" val="2694148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348BD3-3E84-F769-4F9C-E6E29422F6C7}"/>
              </a:ext>
            </a:extLst>
          </p:cNvPr>
          <p:cNvSpPr>
            <a:spLocks noGrp="1"/>
          </p:cNvSpPr>
          <p:nvPr>
            <p:ph type="dt" sz="half" idx="10"/>
          </p:nvPr>
        </p:nvSpPr>
        <p:spPr/>
        <p:txBody>
          <a:bodyPr/>
          <a:lstStyle/>
          <a:p>
            <a:fld id="{6728D3A9-3DBD-4B7D-8E97-4A1D95A50C44}" type="datetimeFigureOut">
              <a:rPr lang="en-IN" smtClean="0"/>
              <a:t>08-06-2025</a:t>
            </a:fld>
            <a:endParaRPr lang="en-IN"/>
          </a:p>
        </p:txBody>
      </p:sp>
      <p:sp>
        <p:nvSpPr>
          <p:cNvPr id="3" name="Footer Placeholder 2">
            <a:extLst>
              <a:ext uri="{FF2B5EF4-FFF2-40B4-BE49-F238E27FC236}">
                <a16:creationId xmlns:a16="http://schemas.microsoft.com/office/drawing/2014/main" id="{015E2BF1-4A1F-2B26-842E-33EB2E01F49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5A96D6C-7A36-0CE4-82B2-B56CF770EA19}"/>
              </a:ext>
            </a:extLst>
          </p:cNvPr>
          <p:cNvSpPr>
            <a:spLocks noGrp="1"/>
          </p:cNvSpPr>
          <p:nvPr>
            <p:ph type="sldNum" sz="quarter" idx="12"/>
          </p:nvPr>
        </p:nvSpPr>
        <p:spPr/>
        <p:txBody>
          <a:bodyPr/>
          <a:lstStyle/>
          <a:p>
            <a:fld id="{74A7A8F5-8ED5-4C92-8EE0-84BBE2D40206}" type="slidenum">
              <a:rPr lang="en-IN" smtClean="0"/>
              <a:t>‹#›</a:t>
            </a:fld>
            <a:endParaRPr lang="en-IN"/>
          </a:p>
        </p:txBody>
      </p:sp>
    </p:spTree>
    <p:extLst>
      <p:ext uri="{BB962C8B-B14F-4D97-AF65-F5344CB8AC3E}">
        <p14:creationId xmlns:p14="http://schemas.microsoft.com/office/powerpoint/2010/main" val="2015057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95DF7-087C-4BA0-4902-C2356A49E4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C298290-931D-778E-3D9D-7AD8EC80A8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0F31CF5-0907-DE40-1B95-0C23090FCE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6B9E37-BF33-9013-1EB0-47B1FA368D5B}"/>
              </a:ext>
            </a:extLst>
          </p:cNvPr>
          <p:cNvSpPr>
            <a:spLocks noGrp="1"/>
          </p:cNvSpPr>
          <p:nvPr>
            <p:ph type="dt" sz="half" idx="10"/>
          </p:nvPr>
        </p:nvSpPr>
        <p:spPr/>
        <p:txBody>
          <a:bodyPr/>
          <a:lstStyle/>
          <a:p>
            <a:fld id="{6728D3A9-3DBD-4B7D-8E97-4A1D95A50C44}" type="datetimeFigureOut">
              <a:rPr lang="en-IN" smtClean="0"/>
              <a:t>08-06-2025</a:t>
            </a:fld>
            <a:endParaRPr lang="en-IN"/>
          </a:p>
        </p:txBody>
      </p:sp>
      <p:sp>
        <p:nvSpPr>
          <p:cNvPr id="6" name="Footer Placeholder 5">
            <a:extLst>
              <a:ext uri="{FF2B5EF4-FFF2-40B4-BE49-F238E27FC236}">
                <a16:creationId xmlns:a16="http://schemas.microsoft.com/office/drawing/2014/main" id="{488F8971-2D28-6D9B-2C73-BF10D1D353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61222B-4189-DBD1-65C4-49C4DB8EE226}"/>
              </a:ext>
            </a:extLst>
          </p:cNvPr>
          <p:cNvSpPr>
            <a:spLocks noGrp="1"/>
          </p:cNvSpPr>
          <p:nvPr>
            <p:ph type="sldNum" sz="quarter" idx="12"/>
          </p:nvPr>
        </p:nvSpPr>
        <p:spPr/>
        <p:txBody>
          <a:bodyPr/>
          <a:lstStyle/>
          <a:p>
            <a:fld id="{74A7A8F5-8ED5-4C92-8EE0-84BBE2D40206}" type="slidenum">
              <a:rPr lang="en-IN" smtClean="0"/>
              <a:t>‹#›</a:t>
            </a:fld>
            <a:endParaRPr lang="en-IN"/>
          </a:p>
        </p:txBody>
      </p:sp>
    </p:spTree>
    <p:extLst>
      <p:ext uri="{BB962C8B-B14F-4D97-AF65-F5344CB8AC3E}">
        <p14:creationId xmlns:p14="http://schemas.microsoft.com/office/powerpoint/2010/main" val="31695934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CE5C0-59B1-08CE-825C-9D3C353DB2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B9E344E-02F3-F88D-B499-987FEEBFAD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C736C11-DCD8-22B8-5877-B66DDD9727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BE34C7-9712-E793-2D17-B476B55CDD59}"/>
              </a:ext>
            </a:extLst>
          </p:cNvPr>
          <p:cNvSpPr>
            <a:spLocks noGrp="1"/>
          </p:cNvSpPr>
          <p:nvPr>
            <p:ph type="dt" sz="half" idx="10"/>
          </p:nvPr>
        </p:nvSpPr>
        <p:spPr/>
        <p:txBody>
          <a:bodyPr/>
          <a:lstStyle/>
          <a:p>
            <a:fld id="{6728D3A9-3DBD-4B7D-8E97-4A1D95A50C44}" type="datetimeFigureOut">
              <a:rPr lang="en-IN" smtClean="0"/>
              <a:t>08-06-2025</a:t>
            </a:fld>
            <a:endParaRPr lang="en-IN"/>
          </a:p>
        </p:txBody>
      </p:sp>
      <p:sp>
        <p:nvSpPr>
          <p:cNvPr id="6" name="Footer Placeholder 5">
            <a:extLst>
              <a:ext uri="{FF2B5EF4-FFF2-40B4-BE49-F238E27FC236}">
                <a16:creationId xmlns:a16="http://schemas.microsoft.com/office/drawing/2014/main" id="{BC18DFF4-FE2F-DB26-4DD0-2727D0ECDD2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B68EC64-B798-D800-F0A9-D977B8D6D3D5}"/>
              </a:ext>
            </a:extLst>
          </p:cNvPr>
          <p:cNvSpPr>
            <a:spLocks noGrp="1"/>
          </p:cNvSpPr>
          <p:nvPr>
            <p:ph type="sldNum" sz="quarter" idx="12"/>
          </p:nvPr>
        </p:nvSpPr>
        <p:spPr/>
        <p:txBody>
          <a:bodyPr/>
          <a:lstStyle/>
          <a:p>
            <a:fld id="{74A7A8F5-8ED5-4C92-8EE0-84BBE2D40206}" type="slidenum">
              <a:rPr lang="en-IN" smtClean="0"/>
              <a:t>‹#›</a:t>
            </a:fld>
            <a:endParaRPr lang="en-IN"/>
          </a:p>
        </p:txBody>
      </p:sp>
    </p:spTree>
    <p:extLst>
      <p:ext uri="{BB962C8B-B14F-4D97-AF65-F5344CB8AC3E}">
        <p14:creationId xmlns:p14="http://schemas.microsoft.com/office/powerpoint/2010/main" val="3682161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89A5F-A761-B29B-BCD6-78CD086B28B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221B1E4-4870-F1B2-8552-AAB70881D5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A9958B-B474-739E-F5FE-A6ADB73C2615}"/>
              </a:ext>
            </a:extLst>
          </p:cNvPr>
          <p:cNvSpPr>
            <a:spLocks noGrp="1"/>
          </p:cNvSpPr>
          <p:nvPr>
            <p:ph type="dt" sz="half" idx="10"/>
          </p:nvPr>
        </p:nvSpPr>
        <p:spPr/>
        <p:txBody>
          <a:bodyPr/>
          <a:lstStyle/>
          <a:p>
            <a:fld id="{6728D3A9-3DBD-4B7D-8E97-4A1D95A50C44}" type="datetimeFigureOut">
              <a:rPr lang="en-IN" smtClean="0"/>
              <a:t>08-06-2025</a:t>
            </a:fld>
            <a:endParaRPr lang="en-IN"/>
          </a:p>
        </p:txBody>
      </p:sp>
      <p:sp>
        <p:nvSpPr>
          <p:cNvPr id="5" name="Footer Placeholder 4">
            <a:extLst>
              <a:ext uri="{FF2B5EF4-FFF2-40B4-BE49-F238E27FC236}">
                <a16:creationId xmlns:a16="http://schemas.microsoft.com/office/drawing/2014/main" id="{4AD6B2C8-2506-F972-41B9-7242ABBDC2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703848-D8F0-B399-0810-2EAF852FBF8B}"/>
              </a:ext>
            </a:extLst>
          </p:cNvPr>
          <p:cNvSpPr>
            <a:spLocks noGrp="1"/>
          </p:cNvSpPr>
          <p:nvPr>
            <p:ph type="sldNum" sz="quarter" idx="12"/>
          </p:nvPr>
        </p:nvSpPr>
        <p:spPr/>
        <p:txBody>
          <a:bodyPr/>
          <a:lstStyle/>
          <a:p>
            <a:fld id="{74A7A8F5-8ED5-4C92-8EE0-84BBE2D40206}" type="slidenum">
              <a:rPr lang="en-IN" smtClean="0"/>
              <a:t>‹#›</a:t>
            </a:fld>
            <a:endParaRPr lang="en-IN"/>
          </a:p>
        </p:txBody>
      </p:sp>
    </p:spTree>
    <p:extLst>
      <p:ext uri="{BB962C8B-B14F-4D97-AF65-F5344CB8AC3E}">
        <p14:creationId xmlns:p14="http://schemas.microsoft.com/office/powerpoint/2010/main" val="14540838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011F7C-57A0-CF59-38A7-A0DDBDC99A5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6BAE982-94AC-D027-6008-65BBB4E9296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BAA2B9-46BF-AE4E-89D3-DED39528E0AB}"/>
              </a:ext>
            </a:extLst>
          </p:cNvPr>
          <p:cNvSpPr>
            <a:spLocks noGrp="1"/>
          </p:cNvSpPr>
          <p:nvPr>
            <p:ph type="dt" sz="half" idx="10"/>
          </p:nvPr>
        </p:nvSpPr>
        <p:spPr/>
        <p:txBody>
          <a:bodyPr/>
          <a:lstStyle/>
          <a:p>
            <a:fld id="{6728D3A9-3DBD-4B7D-8E97-4A1D95A50C44}" type="datetimeFigureOut">
              <a:rPr lang="en-IN" smtClean="0"/>
              <a:t>08-06-2025</a:t>
            </a:fld>
            <a:endParaRPr lang="en-IN"/>
          </a:p>
        </p:txBody>
      </p:sp>
      <p:sp>
        <p:nvSpPr>
          <p:cNvPr id="5" name="Footer Placeholder 4">
            <a:extLst>
              <a:ext uri="{FF2B5EF4-FFF2-40B4-BE49-F238E27FC236}">
                <a16:creationId xmlns:a16="http://schemas.microsoft.com/office/drawing/2014/main" id="{6C3E6CFF-FC53-A9F1-BF71-0EE1E130E8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9E425A-2E0C-BC3A-6E0F-8C2E0E43CB23}"/>
              </a:ext>
            </a:extLst>
          </p:cNvPr>
          <p:cNvSpPr>
            <a:spLocks noGrp="1"/>
          </p:cNvSpPr>
          <p:nvPr>
            <p:ph type="sldNum" sz="quarter" idx="12"/>
          </p:nvPr>
        </p:nvSpPr>
        <p:spPr/>
        <p:txBody>
          <a:bodyPr/>
          <a:lstStyle/>
          <a:p>
            <a:fld id="{74A7A8F5-8ED5-4C92-8EE0-84BBE2D40206}" type="slidenum">
              <a:rPr lang="en-IN" smtClean="0"/>
              <a:t>‹#›</a:t>
            </a:fld>
            <a:endParaRPr lang="en-IN"/>
          </a:p>
        </p:txBody>
      </p:sp>
    </p:spTree>
    <p:extLst>
      <p:ext uri="{BB962C8B-B14F-4D97-AF65-F5344CB8AC3E}">
        <p14:creationId xmlns:p14="http://schemas.microsoft.com/office/powerpoint/2010/main" val="17558058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B7F06-F9BE-8FEE-B5E3-DD956FC4F8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6B0A545-71F3-7AF2-4B8A-2188EAF913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4494970-9E89-9691-B7E3-EBF2F949AFF7}"/>
              </a:ext>
            </a:extLst>
          </p:cNvPr>
          <p:cNvSpPr>
            <a:spLocks noGrp="1"/>
          </p:cNvSpPr>
          <p:nvPr>
            <p:ph type="dt" sz="half" idx="10"/>
          </p:nvPr>
        </p:nvSpPr>
        <p:spPr/>
        <p:txBody>
          <a:bodyPr/>
          <a:lstStyle/>
          <a:p>
            <a:fld id="{07B9F016-D177-42DB-88C6-6ADF2640E25C}" type="datetimeFigureOut">
              <a:rPr lang="en-IN" smtClean="0"/>
              <a:t>08-06-2025</a:t>
            </a:fld>
            <a:endParaRPr lang="en-IN"/>
          </a:p>
        </p:txBody>
      </p:sp>
      <p:sp>
        <p:nvSpPr>
          <p:cNvPr id="5" name="Footer Placeholder 4">
            <a:extLst>
              <a:ext uri="{FF2B5EF4-FFF2-40B4-BE49-F238E27FC236}">
                <a16:creationId xmlns:a16="http://schemas.microsoft.com/office/drawing/2014/main" id="{74F5710A-271F-333D-16AE-9E9F71CDD9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AE10CB-E020-0116-B355-12C2391A9A46}"/>
              </a:ext>
            </a:extLst>
          </p:cNvPr>
          <p:cNvSpPr>
            <a:spLocks noGrp="1"/>
          </p:cNvSpPr>
          <p:nvPr>
            <p:ph type="sldNum" sz="quarter" idx="12"/>
          </p:nvPr>
        </p:nvSpPr>
        <p:spPr/>
        <p:txBody>
          <a:bodyPr/>
          <a:lstStyle/>
          <a:p>
            <a:fld id="{5C7271F0-992D-476E-907C-5B4D5B2384C0}" type="slidenum">
              <a:rPr lang="en-IN" smtClean="0"/>
              <a:t>‹#›</a:t>
            </a:fld>
            <a:endParaRPr lang="en-IN"/>
          </a:p>
        </p:txBody>
      </p:sp>
    </p:spTree>
    <p:extLst>
      <p:ext uri="{BB962C8B-B14F-4D97-AF65-F5344CB8AC3E}">
        <p14:creationId xmlns:p14="http://schemas.microsoft.com/office/powerpoint/2010/main" val="31039767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418C6-9B01-224F-45F7-FA5574FA273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4D27DAF-7995-A618-C5FA-8D48E9F634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04AE55-E840-F446-71D8-5902B34FB735}"/>
              </a:ext>
            </a:extLst>
          </p:cNvPr>
          <p:cNvSpPr>
            <a:spLocks noGrp="1"/>
          </p:cNvSpPr>
          <p:nvPr>
            <p:ph type="dt" sz="half" idx="10"/>
          </p:nvPr>
        </p:nvSpPr>
        <p:spPr/>
        <p:txBody>
          <a:bodyPr/>
          <a:lstStyle/>
          <a:p>
            <a:fld id="{07B9F016-D177-42DB-88C6-6ADF2640E25C}" type="datetimeFigureOut">
              <a:rPr lang="en-IN" smtClean="0"/>
              <a:t>08-06-2025</a:t>
            </a:fld>
            <a:endParaRPr lang="en-IN"/>
          </a:p>
        </p:txBody>
      </p:sp>
      <p:sp>
        <p:nvSpPr>
          <p:cNvPr id="5" name="Footer Placeholder 4">
            <a:extLst>
              <a:ext uri="{FF2B5EF4-FFF2-40B4-BE49-F238E27FC236}">
                <a16:creationId xmlns:a16="http://schemas.microsoft.com/office/drawing/2014/main" id="{FF8698AD-7EC0-B305-322F-A53CA0A5BE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9591EF-1A93-AA5D-0706-1830866216E1}"/>
              </a:ext>
            </a:extLst>
          </p:cNvPr>
          <p:cNvSpPr>
            <a:spLocks noGrp="1"/>
          </p:cNvSpPr>
          <p:nvPr>
            <p:ph type="sldNum" sz="quarter" idx="12"/>
          </p:nvPr>
        </p:nvSpPr>
        <p:spPr/>
        <p:txBody>
          <a:bodyPr/>
          <a:lstStyle/>
          <a:p>
            <a:fld id="{5C7271F0-992D-476E-907C-5B4D5B2384C0}" type="slidenum">
              <a:rPr lang="en-IN" smtClean="0"/>
              <a:t>‹#›</a:t>
            </a:fld>
            <a:endParaRPr lang="en-IN"/>
          </a:p>
        </p:txBody>
      </p:sp>
    </p:spTree>
    <p:extLst>
      <p:ext uri="{BB962C8B-B14F-4D97-AF65-F5344CB8AC3E}">
        <p14:creationId xmlns:p14="http://schemas.microsoft.com/office/powerpoint/2010/main" val="32198745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5C5E7-358C-3169-3F62-49B2C7B2F4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DE97FF1-DAEB-7FEC-B693-BDF365FF4E0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B77118-6FCC-838E-053C-A6D084E09964}"/>
              </a:ext>
            </a:extLst>
          </p:cNvPr>
          <p:cNvSpPr>
            <a:spLocks noGrp="1"/>
          </p:cNvSpPr>
          <p:nvPr>
            <p:ph type="dt" sz="half" idx="10"/>
          </p:nvPr>
        </p:nvSpPr>
        <p:spPr/>
        <p:txBody>
          <a:bodyPr/>
          <a:lstStyle/>
          <a:p>
            <a:fld id="{07B9F016-D177-42DB-88C6-6ADF2640E25C}" type="datetimeFigureOut">
              <a:rPr lang="en-IN" smtClean="0"/>
              <a:t>08-06-2025</a:t>
            </a:fld>
            <a:endParaRPr lang="en-IN"/>
          </a:p>
        </p:txBody>
      </p:sp>
      <p:sp>
        <p:nvSpPr>
          <p:cNvPr id="5" name="Footer Placeholder 4">
            <a:extLst>
              <a:ext uri="{FF2B5EF4-FFF2-40B4-BE49-F238E27FC236}">
                <a16:creationId xmlns:a16="http://schemas.microsoft.com/office/drawing/2014/main" id="{D6A52729-DD7E-5820-43B7-332C7554B9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8335E2-211B-7587-DA3C-1E30003EBEAD}"/>
              </a:ext>
            </a:extLst>
          </p:cNvPr>
          <p:cNvSpPr>
            <a:spLocks noGrp="1"/>
          </p:cNvSpPr>
          <p:nvPr>
            <p:ph type="sldNum" sz="quarter" idx="12"/>
          </p:nvPr>
        </p:nvSpPr>
        <p:spPr/>
        <p:txBody>
          <a:bodyPr/>
          <a:lstStyle/>
          <a:p>
            <a:fld id="{5C7271F0-992D-476E-907C-5B4D5B2384C0}" type="slidenum">
              <a:rPr lang="en-IN" smtClean="0"/>
              <a:t>‹#›</a:t>
            </a:fld>
            <a:endParaRPr lang="en-IN"/>
          </a:p>
        </p:txBody>
      </p:sp>
    </p:spTree>
    <p:extLst>
      <p:ext uri="{BB962C8B-B14F-4D97-AF65-F5344CB8AC3E}">
        <p14:creationId xmlns:p14="http://schemas.microsoft.com/office/powerpoint/2010/main" val="32534478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B34D6-FC46-FEAA-CE60-8FFBE9D08D7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7FDCC6C-5BAF-BD38-3876-2EE52663E7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7997052-FE1C-5A4B-2953-85A6ADCA3E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E32D2C5-34CB-3B7F-BCEA-947E06F4FEFC}"/>
              </a:ext>
            </a:extLst>
          </p:cNvPr>
          <p:cNvSpPr>
            <a:spLocks noGrp="1"/>
          </p:cNvSpPr>
          <p:nvPr>
            <p:ph type="dt" sz="half" idx="10"/>
          </p:nvPr>
        </p:nvSpPr>
        <p:spPr/>
        <p:txBody>
          <a:bodyPr/>
          <a:lstStyle/>
          <a:p>
            <a:fld id="{07B9F016-D177-42DB-88C6-6ADF2640E25C}" type="datetimeFigureOut">
              <a:rPr lang="en-IN" smtClean="0"/>
              <a:t>08-06-2025</a:t>
            </a:fld>
            <a:endParaRPr lang="en-IN"/>
          </a:p>
        </p:txBody>
      </p:sp>
      <p:sp>
        <p:nvSpPr>
          <p:cNvPr id="6" name="Footer Placeholder 5">
            <a:extLst>
              <a:ext uri="{FF2B5EF4-FFF2-40B4-BE49-F238E27FC236}">
                <a16:creationId xmlns:a16="http://schemas.microsoft.com/office/drawing/2014/main" id="{02AD8539-0255-08F0-CCFD-CAE7E88F799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722147-3AD5-32E7-CE9F-FF3C712E3071}"/>
              </a:ext>
            </a:extLst>
          </p:cNvPr>
          <p:cNvSpPr>
            <a:spLocks noGrp="1"/>
          </p:cNvSpPr>
          <p:nvPr>
            <p:ph type="sldNum" sz="quarter" idx="12"/>
          </p:nvPr>
        </p:nvSpPr>
        <p:spPr/>
        <p:txBody>
          <a:bodyPr/>
          <a:lstStyle/>
          <a:p>
            <a:fld id="{5C7271F0-992D-476E-907C-5B4D5B2384C0}" type="slidenum">
              <a:rPr lang="en-IN" smtClean="0"/>
              <a:t>‹#›</a:t>
            </a:fld>
            <a:endParaRPr lang="en-IN"/>
          </a:p>
        </p:txBody>
      </p:sp>
    </p:spTree>
    <p:extLst>
      <p:ext uri="{BB962C8B-B14F-4D97-AF65-F5344CB8AC3E}">
        <p14:creationId xmlns:p14="http://schemas.microsoft.com/office/powerpoint/2010/main" val="1152620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75E7B-E568-AF6A-8D8C-274917E39A5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99EEEB9-0A9E-220B-ACDF-95CB1E0B76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3D96B5-9A67-310F-964C-9C61C36CB1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C52FD28-9AF9-EDF7-E23D-76CB7A64C6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2F2639-4576-13C4-B871-310935DE1F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E93E13B-167E-29D8-C85C-36007F2F25DA}"/>
              </a:ext>
            </a:extLst>
          </p:cNvPr>
          <p:cNvSpPr>
            <a:spLocks noGrp="1"/>
          </p:cNvSpPr>
          <p:nvPr>
            <p:ph type="dt" sz="half" idx="10"/>
          </p:nvPr>
        </p:nvSpPr>
        <p:spPr/>
        <p:txBody>
          <a:bodyPr/>
          <a:lstStyle/>
          <a:p>
            <a:fld id="{07B9F016-D177-42DB-88C6-6ADF2640E25C}" type="datetimeFigureOut">
              <a:rPr lang="en-IN" smtClean="0"/>
              <a:t>08-06-2025</a:t>
            </a:fld>
            <a:endParaRPr lang="en-IN"/>
          </a:p>
        </p:txBody>
      </p:sp>
      <p:sp>
        <p:nvSpPr>
          <p:cNvPr id="8" name="Footer Placeholder 7">
            <a:extLst>
              <a:ext uri="{FF2B5EF4-FFF2-40B4-BE49-F238E27FC236}">
                <a16:creationId xmlns:a16="http://schemas.microsoft.com/office/drawing/2014/main" id="{D95A5642-832E-AA76-D202-41694CB335F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237BA8B-211C-6E3B-7BDB-066F456415A7}"/>
              </a:ext>
            </a:extLst>
          </p:cNvPr>
          <p:cNvSpPr>
            <a:spLocks noGrp="1"/>
          </p:cNvSpPr>
          <p:nvPr>
            <p:ph type="sldNum" sz="quarter" idx="12"/>
          </p:nvPr>
        </p:nvSpPr>
        <p:spPr/>
        <p:txBody>
          <a:bodyPr/>
          <a:lstStyle/>
          <a:p>
            <a:fld id="{5C7271F0-992D-476E-907C-5B4D5B2384C0}" type="slidenum">
              <a:rPr lang="en-IN" smtClean="0"/>
              <a:t>‹#›</a:t>
            </a:fld>
            <a:endParaRPr lang="en-IN"/>
          </a:p>
        </p:txBody>
      </p:sp>
    </p:spTree>
    <p:extLst>
      <p:ext uri="{BB962C8B-B14F-4D97-AF65-F5344CB8AC3E}">
        <p14:creationId xmlns:p14="http://schemas.microsoft.com/office/powerpoint/2010/main" val="39323048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C2C9E-5182-1306-4061-59E86FA513C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0A232DD-D734-81B0-6F3C-C0380436E880}"/>
              </a:ext>
            </a:extLst>
          </p:cNvPr>
          <p:cNvSpPr>
            <a:spLocks noGrp="1"/>
          </p:cNvSpPr>
          <p:nvPr>
            <p:ph type="dt" sz="half" idx="10"/>
          </p:nvPr>
        </p:nvSpPr>
        <p:spPr/>
        <p:txBody>
          <a:bodyPr/>
          <a:lstStyle/>
          <a:p>
            <a:fld id="{07B9F016-D177-42DB-88C6-6ADF2640E25C}" type="datetimeFigureOut">
              <a:rPr lang="en-IN" smtClean="0"/>
              <a:t>08-06-2025</a:t>
            </a:fld>
            <a:endParaRPr lang="en-IN"/>
          </a:p>
        </p:txBody>
      </p:sp>
      <p:sp>
        <p:nvSpPr>
          <p:cNvPr id="4" name="Footer Placeholder 3">
            <a:extLst>
              <a:ext uri="{FF2B5EF4-FFF2-40B4-BE49-F238E27FC236}">
                <a16:creationId xmlns:a16="http://schemas.microsoft.com/office/drawing/2014/main" id="{65BCAB4E-9032-3D9B-5275-7E09CD549E6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662B02B-CC1D-F817-9D74-24E0183A44D0}"/>
              </a:ext>
            </a:extLst>
          </p:cNvPr>
          <p:cNvSpPr>
            <a:spLocks noGrp="1"/>
          </p:cNvSpPr>
          <p:nvPr>
            <p:ph type="sldNum" sz="quarter" idx="12"/>
          </p:nvPr>
        </p:nvSpPr>
        <p:spPr/>
        <p:txBody>
          <a:bodyPr/>
          <a:lstStyle/>
          <a:p>
            <a:fld id="{5C7271F0-992D-476E-907C-5B4D5B2384C0}" type="slidenum">
              <a:rPr lang="en-IN" smtClean="0"/>
              <a:t>‹#›</a:t>
            </a:fld>
            <a:endParaRPr lang="en-IN"/>
          </a:p>
        </p:txBody>
      </p:sp>
    </p:spTree>
    <p:extLst>
      <p:ext uri="{BB962C8B-B14F-4D97-AF65-F5344CB8AC3E}">
        <p14:creationId xmlns:p14="http://schemas.microsoft.com/office/powerpoint/2010/main" val="4604348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C45D4D-8CBF-D1F2-A6F5-2F5A3728861F}"/>
              </a:ext>
            </a:extLst>
          </p:cNvPr>
          <p:cNvSpPr>
            <a:spLocks noGrp="1"/>
          </p:cNvSpPr>
          <p:nvPr>
            <p:ph type="dt" sz="half" idx="10"/>
          </p:nvPr>
        </p:nvSpPr>
        <p:spPr/>
        <p:txBody>
          <a:bodyPr/>
          <a:lstStyle/>
          <a:p>
            <a:fld id="{07B9F016-D177-42DB-88C6-6ADF2640E25C}" type="datetimeFigureOut">
              <a:rPr lang="en-IN" smtClean="0"/>
              <a:t>08-06-2025</a:t>
            </a:fld>
            <a:endParaRPr lang="en-IN"/>
          </a:p>
        </p:txBody>
      </p:sp>
      <p:sp>
        <p:nvSpPr>
          <p:cNvPr id="3" name="Footer Placeholder 2">
            <a:extLst>
              <a:ext uri="{FF2B5EF4-FFF2-40B4-BE49-F238E27FC236}">
                <a16:creationId xmlns:a16="http://schemas.microsoft.com/office/drawing/2014/main" id="{144D6CE1-A3FC-F756-F55B-115FD302172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4F0FA9A-8328-AE71-173F-97FE8E6FEEB0}"/>
              </a:ext>
            </a:extLst>
          </p:cNvPr>
          <p:cNvSpPr>
            <a:spLocks noGrp="1"/>
          </p:cNvSpPr>
          <p:nvPr>
            <p:ph type="sldNum" sz="quarter" idx="12"/>
          </p:nvPr>
        </p:nvSpPr>
        <p:spPr/>
        <p:txBody>
          <a:bodyPr/>
          <a:lstStyle/>
          <a:p>
            <a:fld id="{5C7271F0-992D-476E-907C-5B4D5B2384C0}" type="slidenum">
              <a:rPr lang="en-IN" smtClean="0"/>
              <a:t>‹#›</a:t>
            </a:fld>
            <a:endParaRPr lang="en-IN"/>
          </a:p>
        </p:txBody>
      </p:sp>
    </p:spTree>
    <p:extLst>
      <p:ext uri="{BB962C8B-B14F-4D97-AF65-F5344CB8AC3E}">
        <p14:creationId xmlns:p14="http://schemas.microsoft.com/office/powerpoint/2010/main" val="30023083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CCDE6-9655-0042-5AA8-B19D8ABAD5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3D6D109-CF10-A0A0-EE5B-A41884E0F0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171FD9C-EAA4-BA4E-E684-D1703118FD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78F710-FA0A-FAD9-8B7D-A30D319A383B}"/>
              </a:ext>
            </a:extLst>
          </p:cNvPr>
          <p:cNvSpPr>
            <a:spLocks noGrp="1"/>
          </p:cNvSpPr>
          <p:nvPr>
            <p:ph type="dt" sz="half" idx="10"/>
          </p:nvPr>
        </p:nvSpPr>
        <p:spPr/>
        <p:txBody>
          <a:bodyPr/>
          <a:lstStyle/>
          <a:p>
            <a:fld id="{07B9F016-D177-42DB-88C6-6ADF2640E25C}" type="datetimeFigureOut">
              <a:rPr lang="en-IN" smtClean="0"/>
              <a:t>08-06-2025</a:t>
            </a:fld>
            <a:endParaRPr lang="en-IN"/>
          </a:p>
        </p:txBody>
      </p:sp>
      <p:sp>
        <p:nvSpPr>
          <p:cNvPr id="6" name="Footer Placeholder 5">
            <a:extLst>
              <a:ext uri="{FF2B5EF4-FFF2-40B4-BE49-F238E27FC236}">
                <a16:creationId xmlns:a16="http://schemas.microsoft.com/office/drawing/2014/main" id="{11831D94-2FAC-B896-D722-6553BEC3FF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9A7F688-0613-630F-D20A-17B7B03738B8}"/>
              </a:ext>
            </a:extLst>
          </p:cNvPr>
          <p:cNvSpPr>
            <a:spLocks noGrp="1"/>
          </p:cNvSpPr>
          <p:nvPr>
            <p:ph type="sldNum" sz="quarter" idx="12"/>
          </p:nvPr>
        </p:nvSpPr>
        <p:spPr/>
        <p:txBody>
          <a:bodyPr/>
          <a:lstStyle/>
          <a:p>
            <a:fld id="{5C7271F0-992D-476E-907C-5B4D5B2384C0}" type="slidenum">
              <a:rPr lang="en-IN" smtClean="0"/>
              <a:t>‹#›</a:t>
            </a:fld>
            <a:endParaRPr lang="en-IN"/>
          </a:p>
        </p:txBody>
      </p:sp>
    </p:spTree>
    <p:extLst>
      <p:ext uri="{BB962C8B-B14F-4D97-AF65-F5344CB8AC3E}">
        <p14:creationId xmlns:p14="http://schemas.microsoft.com/office/powerpoint/2010/main" val="24743736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47B6F-5289-912D-2BCC-76EB0F057E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BD3EE86-CF4B-5FEC-CC11-4BBCCB8A38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4AEB4E5-D4AD-7020-5C5E-BF261911C6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45E576-0F72-1B6D-DF4C-DFD1405357B4}"/>
              </a:ext>
            </a:extLst>
          </p:cNvPr>
          <p:cNvSpPr>
            <a:spLocks noGrp="1"/>
          </p:cNvSpPr>
          <p:nvPr>
            <p:ph type="dt" sz="half" idx="10"/>
          </p:nvPr>
        </p:nvSpPr>
        <p:spPr/>
        <p:txBody>
          <a:bodyPr/>
          <a:lstStyle/>
          <a:p>
            <a:fld id="{07B9F016-D177-42DB-88C6-6ADF2640E25C}" type="datetimeFigureOut">
              <a:rPr lang="en-IN" smtClean="0"/>
              <a:t>08-06-2025</a:t>
            </a:fld>
            <a:endParaRPr lang="en-IN"/>
          </a:p>
        </p:txBody>
      </p:sp>
      <p:sp>
        <p:nvSpPr>
          <p:cNvPr id="6" name="Footer Placeholder 5">
            <a:extLst>
              <a:ext uri="{FF2B5EF4-FFF2-40B4-BE49-F238E27FC236}">
                <a16:creationId xmlns:a16="http://schemas.microsoft.com/office/drawing/2014/main" id="{7E80885B-5F46-3118-3DF9-C726347D63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8543DD4-40B1-6527-9AE7-C5A7D19CDA0F}"/>
              </a:ext>
            </a:extLst>
          </p:cNvPr>
          <p:cNvSpPr>
            <a:spLocks noGrp="1"/>
          </p:cNvSpPr>
          <p:nvPr>
            <p:ph type="sldNum" sz="quarter" idx="12"/>
          </p:nvPr>
        </p:nvSpPr>
        <p:spPr/>
        <p:txBody>
          <a:bodyPr/>
          <a:lstStyle/>
          <a:p>
            <a:fld id="{5C7271F0-992D-476E-907C-5B4D5B2384C0}" type="slidenum">
              <a:rPr lang="en-IN" smtClean="0"/>
              <a:t>‹#›</a:t>
            </a:fld>
            <a:endParaRPr lang="en-IN"/>
          </a:p>
        </p:txBody>
      </p:sp>
    </p:spTree>
    <p:extLst>
      <p:ext uri="{BB962C8B-B14F-4D97-AF65-F5344CB8AC3E}">
        <p14:creationId xmlns:p14="http://schemas.microsoft.com/office/powerpoint/2010/main" val="3565892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A33BD-B077-38F6-8225-BF76A0AFEE6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DE15A50-33B2-DB9C-9034-33D0699FB7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ABC8BC-EF52-A644-0EDC-12ECC4F681B5}"/>
              </a:ext>
            </a:extLst>
          </p:cNvPr>
          <p:cNvSpPr>
            <a:spLocks noGrp="1"/>
          </p:cNvSpPr>
          <p:nvPr>
            <p:ph type="dt" sz="half" idx="10"/>
          </p:nvPr>
        </p:nvSpPr>
        <p:spPr/>
        <p:txBody>
          <a:bodyPr/>
          <a:lstStyle/>
          <a:p>
            <a:fld id="{07B9F016-D177-42DB-88C6-6ADF2640E25C}" type="datetimeFigureOut">
              <a:rPr lang="en-IN" smtClean="0"/>
              <a:t>08-06-2025</a:t>
            </a:fld>
            <a:endParaRPr lang="en-IN"/>
          </a:p>
        </p:txBody>
      </p:sp>
      <p:sp>
        <p:nvSpPr>
          <p:cNvPr id="5" name="Footer Placeholder 4">
            <a:extLst>
              <a:ext uri="{FF2B5EF4-FFF2-40B4-BE49-F238E27FC236}">
                <a16:creationId xmlns:a16="http://schemas.microsoft.com/office/drawing/2014/main" id="{C9BE3586-CCA1-642C-189E-306A408F75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56EC58-E9D8-33C3-E121-13EE9141D124}"/>
              </a:ext>
            </a:extLst>
          </p:cNvPr>
          <p:cNvSpPr>
            <a:spLocks noGrp="1"/>
          </p:cNvSpPr>
          <p:nvPr>
            <p:ph type="sldNum" sz="quarter" idx="12"/>
          </p:nvPr>
        </p:nvSpPr>
        <p:spPr/>
        <p:txBody>
          <a:bodyPr/>
          <a:lstStyle/>
          <a:p>
            <a:fld id="{5C7271F0-992D-476E-907C-5B4D5B2384C0}" type="slidenum">
              <a:rPr lang="en-IN" smtClean="0"/>
              <a:t>‹#›</a:t>
            </a:fld>
            <a:endParaRPr lang="en-IN"/>
          </a:p>
        </p:txBody>
      </p:sp>
    </p:spTree>
    <p:extLst>
      <p:ext uri="{BB962C8B-B14F-4D97-AF65-F5344CB8AC3E}">
        <p14:creationId xmlns:p14="http://schemas.microsoft.com/office/powerpoint/2010/main" val="24255098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1AA732-989E-0329-5E36-30BD6CB11D5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74EE5E7-2C77-F410-18A4-21522067AB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B7DCB7E-BF5D-BBFC-14D7-6327D153D86B}"/>
              </a:ext>
            </a:extLst>
          </p:cNvPr>
          <p:cNvSpPr>
            <a:spLocks noGrp="1"/>
          </p:cNvSpPr>
          <p:nvPr>
            <p:ph type="dt" sz="half" idx="10"/>
          </p:nvPr>
        </p:nvSpPr>
        <p:spPr/>
        <p:txBody>
          <a:bodyPr/>
          <a:lstStyle/>
          <a:p>
            <a:fld id="{07B9F016-D177-42DB-88C6-6ADF2640E25C}" type="datetimeFigureOut">
              <a:rPr lang="en-IN" smtClean="0"/>
              <a:t>08-06-2025</a:t>
            </a:fld>
            <a:endParaRPr lang="en-IN"/>
          </a:p>
        </p:txBody>
      </p:sp>
      <p:sp>
        <p:nvSpPr>
          <p:cNvPr id="5" name="Footer Placeholder 4">
            <a:extLst>
              <a:ext uri="{FF2B5EF4-FFF2-40B4-BE49-F238E27FC236}">
                <a16:creationId xmlns:a16="http://schemas.microsoft.com/office/drawing/2014/main" id="{E8E6679C-2053-9777-72A4-7E51F005ED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EC73F5-3426-0886-7315-5D339167ECB1}"/>
              </a:ext>
            </a:extLst>
          </p:cNvPr>
          <p:cNvSpPr>
            <a:spLocks noGrp="1"/>
          </p:cNvSpPr>
          <p:nvPr>
            <p:ph type="sldNum" sz="quarter" idx="12"/>
          </p:nvPr>
        </p:nvSpPr>
        <p:spPr/>
        <p:txBody>
          <a:bodyPr/>
          <a:lstStyle/>
          <a:p>
            <a:fld id="{5C7271F0-992D-476E-907C-5B4D5B2384C0}" type="slidenum">
              <a:rPr lang="en-IN" smtClean="0"/>
              <a:t>‹#›</a:t>
            </a:fld>
            <a:endParaRPr lang="en-IN"/>
          </a:p>
        </p:txBody>
      </p:sp>
    </p:spTree>
    <p:extLst>
      <p:ext uri="{BB962C8B-B14F-4D97-AF65-F5344CB8AC3E}">
        <p14:creationId xmlns:p14="http://schemas.microsoft.com/office/powerpoint/2010/main" val="4145199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6FF38D-DC2D-4B84-75A4-8E8E98D7F2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466E8A4-21BA-6F34-E6E2-D566087B6D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29067F-82D5-5EBA-C530-573A2136F0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28D3A9-3DBD-4B7D-8E97-4A1D95A50C44}" type="datetimeFigureOut">
              <a:rPr lang="en-IN" smtClean="0"/>
              <a:t>08-06-2025</a:t>
            </a:fld>
            <a:endParaRPr lang="en-IN"/>
          </a:p>
        </p:txBody>
      </p:sp>
      <p:sp>
        <p:nvSpPr>
          <p:cNvPr id="5" name="Footer Placeholder 4">
            <a:extLst>
              <a:ext uri="{FF2B5EF4-FFF2-40B4-BE49-F238E27FC236}">
                <a16:creationId xmlns:a16="http://schemas.microsoft.com/office/drawing/2014/main" id="{38811D3F-8FC5-1F4C-F313-EED7249FC7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C2DFE7B-BFE6-328A-282B-5C859D19AC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A7A8F5-8ED5-4C92-8EE0-84BBE2D40206}" type="slidenum">
              <a:rPr lang="en-IN" smtClean="0"/>
              <a:t>‹#›</a:t>
            </a:fld>
            <a:endParaRPr lang="en-IN"/>
          </a:p>
        </p:txBody>
      </p:sp>
    </p:spTree>
    <p:extLst>
      <p:ext uri="{BB962C8B-B14F-4D97-AF65-F5344CB8AC3E}">
        <p14:creationId xmlns:p14="http://schemas.microsoft.com/office/powerpoint/2010/main" val="57643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B68B3B-6CF5-D4E3-68F6-C58472BC39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7FCC79F-C40D-9A82-D890-2E13773282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B9BCCA-5282-052A-CF45-BA412C1F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7B9F016-D177-42DB-88C6-6ADF2640E25C}" type="datetimeFigureOut">
              <a:rPr lang="en-IN" smtClean="0"/>
              <a:t>08-06-2025</a:t>
            </a:fld>
            <a:endParaRPr lang="en-IN"/>
          </a:p>
        </p:txBody>
      </p:sp>
      <p:sp>
        <p:nvSpPr>
          <p:cNvPr id="5" name="Footer Placeholder 4">
            <a:extLst>
              <a:ext uri="{FF2B5EF4-FFF2-40B4-BE49-F238E27FC236}">
                <a16:creationId xmlns:a16="http://schemas.microsoft.com/office/drawing/2014/main" id="{BF1B154E-BFE5-A093-FC95-3513E35EA1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51FEF52-4506-8ECB-FF15-9558231C7C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C7271F0-992D-476E-907C-5B4D5B2384C0}" type="slidenum">
              <a:rPr lang="en-IN" smtClean="0"/>
              <a:t>‹#›</a:t>
            </a:fld>
            <a:endParaRPr lang="en-IN"/>
          </a:p>
        </p:txBody>
      </p:sp>
    </p:spTree>
    <p:extLst>
      <p:ext uri="{BB962C8B-B14F-4D97-AF65-F5344CB8AC3E}">
        <p14:creationId xmlns:p14="http://schemas.microsoft.com/office/powerpoint/2010/main" val="41904416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hyperlink" Target="https://pxhere.com/en/photo/861757"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hyperlink" Target="https://www.rawpixel.com/search/helping%20hands" TargetMode="External"/><Relationship Id="rId2" Type="http://schemas.openxmlformats.org/officeDocument/2006/relationships/image" Target="../media/image3.jpe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www.pexels.com/photo/positive-male-classmates-working-together-for-studies-5553048/" TargetMode="External"/><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s://ecampusontario.pressbooks.pub/commbusprofcdn/chapter/group-problem-solving/" TargetMode="External"/><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13.xml"/><Relationship Id="rId5" Type="http://schemas.openxmlformats.org/officeDocument/2006/relationships/image" Target="../media/image16.sv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13.xml"/><Relationship Id="rId5" Type="http://schemas.openxmlformats.org/officeDocument/2006/relationships/image" Target="../media/image20.sv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13.xml"/><Relationship Id="rId5" Type="http://schemas.openxmlformats.org/officeDocument/2006/relationships/image" Target="../media/image24.sv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hyperlink" Target="https://forum.arduino.cc/t/motion-sensor-that-lights-a-led/1156262" TargetMode="External"/><Relationship Id="rId2" Type="http://schemas.openxmlformats.org/officeDocument/2006/relationships/hyperlink" Target="https://www.sciencedirect.com/science/article/abs/pii/S1096751603000885" TargetMode="Externa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hyperlink" Target="https://www.picpedia.org/chalkboard/t/thank-you.html" TargetMode="External"/><Relationship Id="rId2" Type="http://schemas.openxmlformats.org/officeDocument/2006/relationships/image" Target="../media/image27.jpe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logo with a logo and text&#10;&#10;Description automatically generated with medium confidence">
            <a:extLst>
              <a:ext uri="{FF2B5EF4-FFF2-40B4-BE49-F238E27FC236}">
                <a16:creationId xmlns:a16="http://schemas.microsoft.com/office/drawing/2014/main" id="{F0965F74-34BF-0B7B-D7C7-26041C6D7AE2}"/>
              </a:ext>
            </a:extLst>
          </p:cNvPr>
          <p:cNvPicPr>
            <a:picLocks noChangeAspect="1"/>
          </p:cNvPicPr>
          <p:nvPr/>
        </p:nvPicPr>
        <p:blipFill>
          <a:blip r:embed="rId2">
            <a:extLst>
              <a:ext uri="{28A0092B-C50C-407E-A947-70E740481C1C}">
                <a14:useLocalDpi xmlns:a14="http://schemas.microsoft.com/office/drawing/2010/main" val="0"/>
              </a:ext>
            </a:extLst>
          </a:blip>
          <a:srcRect t="35209" r="812"/>
          <a:stretch/>
        </p:blipFill>
        <p:spPr>
          <a:xfrm>
            <a:off x="268357" y="119270"/>
            <a:ext cx="3399183" cy="1858617"/>
          </a:xfrm>
          <a:prstGeom prst="rect">
            <a:avLst/>
          </a:prstGeom>
        </p:spPr>
      </p:pic>
      <p:cxnSp>
        <p:nvCxnSpPr>
          <p:cNvPr id="7" name="Straight Connector 6">
            <a:extLst>
              <a:ext uri="{FF2B5EF4-FFF2-40B4-BE49-F238E27FC236}">
                <a16:creationId xmlns:a16="http://schemas.microsoft.com/office/drawing/2014/main" id="{AE7CC7A3-1BB1-C60B-297C-B4AAEC12A2FD}"/>
              </a:ext>
            </a:extLst>
          </p:cNvPr>
          <p:cNvCxnSpPr>
            <a:cxnSpLocks/>
          </p:cNvCxnSpPr>
          <p:nvPr/>
        </p:nvCxnSpPr>
        <p:spPr>
          <a:xfrm>
            <a:off x="3786807" y="476934"/>
            <a:ext cx="0" cy="665922"/>
          </a:xfrm>
          <a:prstGeom prst="line">
            <a:avLst/>
          </a:prstGeom>
        </p:spPr>
        <p:style>
          <a:lnRef idx="2">
            <a:schemeClr val="dk1"/>
          </a:lnRef>
          <a:fillRef idx="0">
            <a:schemeClr val="dk1"/>
          </a:fillRef>
          <a:effectRef idx="1">
            <a:schemeClr val="dk1"/>
          </a:effectRef>
          <a:fontRef idx="minor">
            <a:schemeClr val="tx1"/>
          </a:fontRef>
        </p:style>
      </p:cxnSp>
      <p:sp>
        <p:nvSpPr>
          <p:cNvPr id="13" name="TextBox 12">
            <a:extLst>
              <a:ext uri="{FF2B5EF4-FFF2-40B4-BE49-F238E27FC236}">
                <a16:creationId xmlns:a16="http://schemas.microsoft.com/office/drawing/2014/main" id="{F082E47F-A45A-994A-C02C-24C31E1EC7C1}"/>
              </a:ext>
            </a:extLst>
          </p:cNvPr>
          <p:cNvSpPr txBox="1"/>
          <p:nvPr/>
        </p:nvSpPr>
        <p:spPr>
          <a:xfrm>
            <a:off x="3806686" y="476934"/>
            <a:ext cx="4579010"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DEPARTMENT OF ELECTRONICS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AND COMMUNICATION ENGINEERING</a:t>
            </a:r>
            <a:endParaRPr kumimoji="0" lang="en-IN" sz="18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4" name="TextBox 13">
            <a:extLst>
              <a:ext uri="{FF2B5EF4-FFF2-40B4-BE49-F238E27FC236}">
                <a16:creationId xmlns:a16="http://schemas.microsoft.com/office/drawing/2014/main" id="{4F1AF304-905B-DBD6-136B-784192D6C7DD}"/>
              </a:ext>
            </a:extLst>
          </p:cNvPr>
          <p:cNvSpPr txBox="1"/>
          <p:nvPr/>
        </p:nvSpPr>
        <p:spPr>
          <a:xfrm>
            <a:off x="536713" y="1977887"/>
            <a:ext cx="348909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SUBJECT</a:t>
            </a:r>
            <a:r>
              <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 DESIGN THINKING</a:t>
            </a:r>
            <a:endParaRPr kumimoji="0" lang="en-IN"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5" name="TextBox 14">
            <a:extLst>
              <a:ext uri="{FF2B5EF4-FFF2-40B4-BE49-F238E27FC236}">
                <a16:creationId xmlns:a16="http://schemas.microsoft.com/office/drawing/2014/main" id="{53B0041C-399C-A91E-D0B7-D812F60CDE1B}"/>
              </a:ext>
            </a:extLst>
          </p:cNvPr>
          <p:cNvSpPr txBox="1"/>
          <p:nvPr/>
        </p:nvSpPr>
        <p:spPr>
          <a:xfrm>
            <a:off x="8488018" y="1977887"/>
            <a:ext cx="295696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SUBJECT CODE </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AECC17</a:t>
            </a:r>
            <a:endPar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6" name="TextBox 15">
            <a:extLst>
              <a:ext uri="{FF2B5EF4-FFF2-40B4-BE49-F238E27FC236}">
                <a16:creationId xmlns:a16="http://schemas.microsoft.com/office/drawing/2014/main" id="{71D62C4C-B537-78CA-6A82-AAF0F603A82F}"/>
              </a:ext>
            </a:extLst>
          </p:cNvPr>
          <p:cNvSpPr txBox="1"/>
          <p:nvPr/>
        </p:nvSpPr>
        <p:spPr>
          <a:xfrm>
            <a:off x="3745566" y="4042133"/>
            <a:ext cx="4742452" cy="175432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TEAM : IDEA INCUBATORS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 EESHA KULKARNI        (1MS24EC047-T)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 JEEVAN S                        (1MS24EC034-T)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3) JIYA AGRAWAL              (1MS24EC055-T)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4) K ARUN KUMAR RAO  (1MS24EC117-T)</a:t>
            </a:r>
          </a:p>
        </p:txBody>
      </p:sp>
      <p:sp>
        <p:nvSpPr>
          <p:cNvPr id="2" name="TextBox 1">
            <a:extLst>
              <a:ext uri="{FF2B5EF4-FFF2-40B4-BE49-F238E27FC236}">
                <a16:creationId xmlns:a16="http://schemas.microsoft.com/office/drawing/2014/main" id="{5EA8C45D-62A3-9068-E4C0-36C133F45DD6}"/>
              </a:ext>
            </a:extLst>
          </p:cNvPr>
          <p:cNvSpPr txBox="1"/>
          <p:nvPr/>
        </p:nvSpPr>
        <p:spPr>
          <a:xfrm>
            <a:off x="1109875" y="2698115"/>
            <a:ext cx="10335106" cy="646331"/>
          </a:xfrm>
          <a:prstGeom prst="rect">
            <a:avLst/>
          </a:prstGeom>
          <a:noFill/>
        </p:spPr>
        <p:txBody>
          <a:bodyPr wrap="square" rtlCol="0">
            <a:spAutoFit/>
          </a:bodyPr>
          <a:lstStyle/>
          <a:p>
            <a:pPr algn="ctr"/>
            <a:r>
              <a:rPr lang="en-US" sz="3600" dirty="0">
                <a:latin typeface="Times New Roman" panose="02020603050405020304" pitchFamily="18" charset="0"/>
                <a:cs typeface="Times New Roman" panose="02020603050405020304" pitchFamily="18" charset="0"/>
              </a:rPr>
              <a:t>MOTION SENSOR LIGHT</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124424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0B820-DA5B-5060-4637-625AB3E7EE93}"/>
              </a:ext>
            </a:extLst>
          </p:cNvPr>
          <p:cNvSpPr>
            <a:spLocks noGrp="1"/>
          </p:cNvSpPr>
          <p:nvPr>
            <p:ph type="ctrTitle"/>
          </p:nvPr>
        </p:nvSpPr>
        <p:spPr>
          <a:xfrm>
            <a:off x="1856232" y="245522"/>
            <a:ext cx="8720328" cy="1315403"/>
          </a:xfrm>
        </p:spPr>
        <p:txBody>
          <a:bodyPr/>
          <a:lstStyle/>
          <a:p>
            <a:r>
              <a:rPr lang="en-US"/>
              <a:t>INTRODUCTION</a:t>
            </a:r>
            <a:endParaRPr lang="en-IN"/>
          </a:p>
        </p:txBody>
      </p:sp>
      <p:sp>
        <p:nvSpPr>
          <p:cNvPr id="3" name="Subtitle 2">
            <a:extLst>
              <a:ext uri="{FF2B5EF4-FFF2-40B4-BE49-F238E27FC236}">
                <a16:creationId xmlns:a16="http://schemas.microsoft.com/office/drawing/2014/main" id="{D6D40C20-195A-7530-9046-8FFE9850615E}"/>
              </a:ext>
            </a:extLst>
          </p:cNvPr>
          <p:cNvSpPr>
            <a:spLocks noGrp="1"/>
          </p:cNvSpPr>
          <p:nvPr>
            <p:ph type="subTitle" idx="1"/>
          </p:nvPr>
        </p:nvSpPr>
        <p:spPr>
          <a:xfrm>
            <a:off x="740664" y="1783080"/>
            <a:ext cx="11210544" cy="4160520"/>
          </a:xfrm>
        </p:spPr>
        <p:txBody>
          <a:bodyPr/>
          <a:lstStyle/>
          <a:p>
            <a:pPr algn="l"/>
            <a:r>
              <a:rPr lang="en-US" dirty="0"/>
              <a:t>Motion sensor lights are innovative and energy-efficient lighting solutions designed to automatically activate illumination in response to movement within a specified area. These systems are widely used in residential, commercial, and industrial settings for purposes ranging from convenience and safety to security and energy conservation.</a:t>
            </a:r>
            <a:endParaRPr lang="en-IN" dirty="0"/>
          </a:p>
        </p:txBody>
      </p:sp>
      <p:pic>
        <p:nvPicPr>
          <p:cNvPr id="5" name="Picture 4">
            <a:extLst>
              <a:ext uri="{FF2B5EF4-FFF2-40B4-BE49-F238E27FC236}">
                <a16:creationId xmlns:a16="http://schemas.microsoft.com/office/drawing/2014/main" id="{ADF52A15-FF9E-B434-7CFC-2C75962847C0}"/>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534912" y="3300984"/>
            <a:ext cx="4572000" cy="3429000"/>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81281067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18BE6-AFBF-26B5-B7BA-363F289D14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E2F460-20B4-8858-6BB1-47AFD0B710EC}"/>
              </a:ext>
            </a:extLst>
          </p:cNvPr>
          <p:cNvSpPr>
            <a:spLocks noGrp="1"/>
          </p:cNvSpPr>
          <p:nvPr>
            <p:ph type="ctrTitle"/>
          </p:nvPr>
        </p:nvSpPr>
        <p:spPr>
          <a:xfrm>
            <a:off x="0" y="82295"/>
            <a:ext cx="12192000" cy="1417321"/>
          </a:xfrm>
        </p:spPr>
        <p:txBody>
          <a:bodyPr>
            <a:normAutofit fontScale="90000"/>
          </a:bodyPr>
          <a:lstStyle/>
          <a:p>
            <a:r>
              <a:rPr lang="en-US"/>
              <a:t>How does solving this problem benefit us?</a:t>
            </a:r>
            <a:endParaRPr lang="en-IN"/>
          </a:p>
        </p:txBody>
      </p:sp>
      <p:graphicFrame>
        <p:nvGraphicFramePr>
          <p:cNvPr id="4" name="Diagram 3">
            <a:extLst>
              <a:ext uri="{FF2B5EF4-FFF2-40B4-BE49-F238E27FC236}">
                <a16:creationId xmlns:a16="http://schemas.microsoft.com/office/drawing/2014/main" id="{C1020134-0ED8-9ED7-52DB-1594EC7FF502}"/>
              </a:ext>
            </a:extLst>
          </p:cNvPr>
          <p:cNvGraphicFramePr/>
          <p:nvPr/>
        </p:nvGraphicFramePr>
        <p:xfrm>
          <a:off x="502920" y="1499616"/>
          <a:ext cx="11329416" cy="47640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65640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7055B-711C-DFCE-83AE-F1EAC0B7DB07}"/>
              </a:ext>
            </a:extLst>
          </p:cNvPr>
          <p:cNvSpPr>
            <a:spLocks noGrp="1"/>
          </p:cNvSpPr>
          <p:nvPr>
            <p:ph type="title"/>
          </p:nvPr>
        </p:nvSpPr>
        <p:spPr>
          <a:xfrm>
            <a:off x="472440" y="1736726"/>
            <a:ext cx="10515600" cy="2852737"/>
          </a:xfrm>
        </p:spPr>
        <p:txBody>
          <a:bodyPr/>
          <a:lstStyle/>
          <a:p>
            <a:r>
              <a:rPr lang="en-US"/>
              <a:t>EMPATHY PHASE</a:t>
            </a:r>
            <a:endParaRPr lang="en-IN"/>
          </a:p>
        </p:txBody>
      </p:sp>
      <p:sp>
        <p:nvSpPr>
          <p:cNvPr id="3" name="Text Placeholder 2">
            <a:extLst>
              <a:ext uri="{FF2B5EF4-FFF2-40B4-BE49-F238E27FC236}">
                <a16:creationId xmlns:a16="http://schemas.microsoft.com/office/drawing/2014/main" id="{129EF9E7-BC94-6095-98B1-E04E449EAC1A}"/>
              </a:ext>
            </a:extLst>
          </p:cNvPr>
          <p:cNvSpPr>
            <a:spLocks noGrp="1"/>
          </p:cNvSpPr>
          <p:nvPr>
            <p:ph type="body" idx="1"/>
          </p:nvPr>
        </p:nvSpPr>
        <p:spPr/>
        <p:txBody>
          <a:bodyPr/>
          <a:lstStyle/>
          <a:p>
            <a:endParaRPr lang="en-IN"/>
          </a:p>
        </p:txBody>
      </p:sp>
      <p:pic>
        <p:nvPicPr>
          <p:cNvPr id="17" name="Picture 16">
            <a:extLst>
              <a:ext uri="{FF2B5EF4-FFF2-40B4-BE49-F238E27FC236}">
                <a16:creationId xmlns:a16="http://schemas.microsoft.com/office/drawing/2014/main" id="{52061ABE-E1FB-7FBC-A259-B1C4591EE73A}"/>
              </a:ext>
            </a:extLst>
          </p:cNvPr>
          <p:cNvPicPr>
            <a:picLocks noChangeAspect="1"/>
          </p:cNvPicPr>
          <p:nvPr/>
        </p:nvPicPr>
        <p:blipFill>
          <a:blip r:embed="rId2">
            <a:alphaModFix amt="35000"/>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12262104" cy="6858000"/>
          </a:xfrm>
          <a:prstGeom prst="rect">
            <a:avLst/>
          </a:prstGeom>
        </p:spPr>
      </p:pic>
    </p:spTree>
    <p:extLst>
      <p:ext uri="{BB962C8B-B14F-4D97-AF65-F5344CB8AC3E}">
        <p14:creationId xmlns:p14="http://schemas.microsoft.com/office/powerpoint/2010/main" val="392984206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EC403-F69E-6A23-4D44-7440AC3E9951}"/>
              </a:ext>
            </a:extLst>
          </p:cNvPr>
          <p:cNvSpPr>
            <a:spLocks noGrp="1"/>
          </p:cNvSpPr>
          <p:nvPr>
            <p:ph type="title"/>
          </p:nvPr>
        </p:nvSpPr>
        <p:spPr>
          <a:xfrm>
            <a:off x="365760" y="0"/>
            <a:ext cx="10424160" cy="1118403"/>
          </a:xfrm>
        </p:spPr>
        <p:txBody>
          <a:bodyPr/>
          <a:lstStyle/>
          <a:p>
            <a:r>
              <a:rPr lang="en-US"/>
              <a:t>TARGET USERS</a:t>
            </a:r>
            <a:endParaRPr lang="en-IN"/>
          </a:p>
        </p:txBody>
      </p:sp>
      <p:sp>
        <p:nvSpPr>
          <p:cNvPr id="3" name="Rectangle 1">
            <a:extLst>
              <a:ext uri="{FF2B5EF4-FFF2-40B4-BE49-F238E27FC236}">
                <a16:creationId xmlns:a16="http://schemas.microsoft.com/office/drawing/2014/main" id="{900397B4-3C1D-C419-D965-63BB2A1030AA}"/>
              </a:ext>
            </a:extLst>
          </p:cNvPr>
          <p:cNvSpPr>
            <a:spLocks noGrp="1" noChangeArrowheads="1"/>
          </p:cNvSpPr>
          <p:nvPr>
            <p:ph idx="1"/>
          </p:nvPr>
        </p:nvSpPr>
        <p:spPr bwMode="auto">
          <a:xfrm>
            <a:off x="365760" y="1001813"/>
            <a:ext cx="1133094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Homeowners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Apartment Complex Managers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Commercial Property Owners and Managers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Industrial and Warehouse Operators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Retail and Hospitality Businesses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Educational Institutions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Hospitals and Healthcare Facilities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Government and Public Buildings</a:t>
            </a:r>
          </a:p>
        </p:txBody>
      </p:sp>
    </p:spTree>
    <p:extLst>
      <p:ext uri="{BB962C8B-B14F-4D97-AF65-F5344CB8AC3E}">
        <p14:creationId xmlns:p14="http://schemas.microsoft.com/office/powerpoint/2010/main" val="325188089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descr="Research with solid fill">
            <a:extLst>
              <a:ext uri="{FF2B5EF4-FFF2-40B4-BE49-F238E27FC236}">
                <a16:creationId xmlns:a16="http://schemas.microsoft.com/office/drawing/2014/main" id="{83FE8923-BFD1-820F-A43C-75ECCD688C6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64280" y="74985"/>
            <a:ext cx="914400" cy="914400"/>
          </a:xfrm>
          <a:prstGeom prst="rect">
            <a:avLst/>
          </a:prstGeom>
        </p:spPr>
      </p:pic>
      <p:sp>
        <p:nvSpPr>
          <p:cNvPr id="3" name="TextBox 2">
            <a:extLst>
              <a:ext uri="{FF2B5EF4-FFF2-40B4-BE49-F238E27FC236}">
                <a16:creationId xmlns:a16="http://schemas.microsoft.com/office/drawing/2014/main" id="{6F9E1F35-2CD5-E6BB-5EAB-B33E1D50E99B}"/>
              </a:ext>
            </a:extLst>
          </p:cNvPr>
          <p:cNvSpPr txBox="1"/>
          <p:nvPr/>
        </p:nvSpPr>
        <p:spPr>
          <a:xfrm>
            <a:off x="441064" y="1841888"/>
            <a:ext cx="11466576" cy="4524315"/>
          </a:xfrm>
          <a:prstGeom prst="rect">
            <a:avLst/>
          </a:prstGeom>
          <a:noFill/>
        </p:spPr>
        <p:txBody>
          <a:bodyPr wrap="square" rtlCol="0">
            <a:spAutoFit/>
          </a:bodyPr>
          <a:lstStyle/>
          <a:p>
            <a:pPr marL="342900" indent="-342900">
              <a:buAutoNum type="arabicPeriod"/>
            </a:pPr>
            <a:r>
              <a:rPr lang="en-US" sz="2400" b="1" dirty="0"/>
              <a:t>Can you describe your current lighting setup? What are some challenges you face with it?</a:t>
            </a:r>
          </a:p>
          <a:p>
            <a:r>
              <a:rPr lang="en-US" sz="2400" dirty="0"/>
              <a:t>Answer: "My current lighting setup includes traditional light switches for all the indoor and outdoor lights. One major challenge is forgetting to turn off the lights, which leads to high energy bills. Also, it can be inconvenient to find the light switch in the dark, especially in hallways and staircases.“</a:t>
            </a:r>
          </a:p>
          <a:p>
            <a:endParaRPr lang="en-US" sz="2400" dirty="0"/>
          </a:p>
          <a:p>
            <a:r>
              <a:rPr lang="en-US" sz="2400" b="1" dirty="0"/>
              <a:t>2. How important is security to you in your home or workplace? Have you experienced situations where better lighting could have helped improve security?</a:t>
            </a:r>
          </a:p>
          <a:p>
            <a:r>
              <a:rPr lang="en-US" sz="2400" dirty="0"/>
              <a:t>Answer: "Security is very important to me. There have been instances where having better lighting could have prevented intrusions or at least made me feel safer. Dark areas around my home, like the backyard and driveway, feel risky, especially at night."</a:t>
            </a:r>
            <a:endParaRPr lang="en-IN" sz="2400" dirty="0"/>
          </a:p>
        </p:txBody>
      </p:sp>
      <p:sp>
        <p:nvSpPr>
          <p:cNvPr id="5" name="TextBox 4">
            <a:extLst>
              <a:ext uri="{FF2B5EF4-FFF2-40B4-BE49-F238E27FC236}">
                <a16:creationId xmlns:a16="http://schemas.microsoft.com/office/drawing/2014/main" id="{20FA6977-67AD-6648-BF1D-DE8DC5EC12E0}"/>
              </a:ext>
            </a:extLst>
          </p:cNvPr>
          <p:cNvSpPr txBox="1"/>
          <p:nvPr/>
        </p:nvSpPr>
        <p:spPr>
          <a:xfrm>
            <a:off x="1075765" y="272534"/>
            <a:ext cx="8600022" cy="707886"/>
          </a:xfrm>
          <a:prstGeom prst="rect">
            <a:avLst/>
          </a:prstGeom>
          <a:noFill/>
        </p:spPr>
        <p:txBody>
          <a:bodyPr wrap="square" rtlCol="0">
            <a:spAutoFit/>
          </a:bodyPr>
          <a:lstStyle/>
          <a:p>
            <a:pPr algn="ctr"/>
            <a:r>
              <a:rPr lang="en-US" sz="4000" b="1" dirty="0"/>
              <a:t>INTERVIEW</a:t>
            </a:r>
            <a:endParaRPr lang="en-IN" sz="4000" b="1" dirty="0"/>
          </a:p>
        </p:txBody>
      </p:sp>
    </p:spTree>
    <p:extLst>
      <p:ext uri="{BB962C8B-B14F-4D97-AF65-F5344CB8AC3E}">
        <p14:creationId xmlns:p14="http://schemas.microsoft.com/office/powerpoint/2010/main" val="208748513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352BBD-ECD8-8D3A-6265-ACCC404A6219}"/>
              </a:ext>
            </a:extLst>
          </p:cNvPr>
          <p:cNvSpPr>
            <a:spLocks noGrp="1"/>
          </p:cNvSpPr>
          <p:nvPr>
            <p:ph idx="1"/>
          </p:nvPr>
        </p:nvSpPr>
        <p:spPr>
          <a:xfrm>
            <a:off x="170329" y="71719"/>
            <a:ext cx="11851341" cy="6517340"/>
          </a:xfrm>
        </p:spPr>
        <p:txBody>
          <a:bodyPr>
            <a:noAutofit/>
          </a:bodyPr>
          <a:lstStyle/>
          <a:p>
            <a:pPr marL="0" indent="0">
              <a:buNone/>
            </a:pPr>
            <a:endParaRPr kumimoji="0" lang="en-US" sz="2400" b="1" i="0" u="none" strike="noStrike" kern="1200" cap="none" spc="0" normalizeH="0" baseline="0" noProof="0" dirty="0">
              <a:ln>
                <a:noFill/>
              </a:ln>
              <a:solidFill>
                <a:prstClr val="black"/>
              </a:solidFill>
              <a:effectLst/>
              <a:uLnTx/>
              <a:uFillTx/>
              <a:latin typeface="Aptos" panose="02110004020202020204"/>
              <a:ea typeface="+mn-ea"/>
              <a:cs typeface="+mn-cs"/>
            </a:endParaRPr>
          </a:p>
          <a:p>
            <a:pPr marL="0" indent="0">
              <a:buNone/>
            </a:pPr>
            <a:r>
              <a:rPr kumimoji="0" lang="en-US" sz="2400" b="1" i="0" u="none" strike="noStrike" kern="1200" cap="none" spc="0" normalizeH="0" baseline="0" noProof="0" dirty="0">
                <a:ln>
                  <a:noFill/>
                </a:ln>
                <a:solidFill>
                  <a:prstClr val="black"/>
                </a:solidFill>
                <a:effectLst/>
                <a:uLnTx/>
                <a:uFillTx/>
                <a:latin typeface="Aptos" panose="02110004020202020204"/>
                <a:ea typeface="+mn-ea"/>
                <a:cs typeface="+mn-cs"/>
              </a:rPr>
              <a:t>3. How concerned are you about energy consumption in your lighting system? Do you take any measures to reduce energy usage, and if so, what are they?</a:t>
            </a:r>
          </a:p>
          <a:p>
            <a:pPr marL="0" indent="0">
              <a:buNone/>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Answer: "I am very concerned about energy consumption. I try to use energy-efficient bulbs and remind my family to turn off lights when they are not in use. However, this isn't always effective, and sometimes lights are left on accidentally.“</a:t>
            </a:r>
          </a:p>
          <a:p>
            <a:pPr marL="0" indent="0">
              <a:buNone/>
            </a:pPr>
            <a:endParaRPr lang="en-US" sz="2400" dirty="0">
              <a:solidFill>
                <a:prstClr val="black"/>
              </a:solidFill>
              <a:latin typeface="Aptos" panose="02110004020202020204"/>
            </a:endParaRPr>
          </a:p>
          <a:p>
            <a:pPr marL="0" indent="0">
              <a:buNone/>
            </a:pP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indent="0">
              <a:buNone/>
            </a:pPr>
            <a:r>
              <a:rPr kumimoji="0" lang="en-US" sz="2400" b="1" i="0" u="none" strike="noStrike" kern="1200" cap="none" spc="0" normalizeH="0" baseline="0" noProof="0" dirty="0">
                <a:ln>
                  <a:noFill/>
                </a:ln>
                <a:solidFill>
                  <a:prstClr val="black"/>
                </a:solidFill>
                <a:effectLst/>
                <a:uLnTx/>
                <a:uFillTx/>
                <a:latin typeface="Aptos" panose="02110004020202020204"/>
                <a:ea typeface="+mn-ea"/>
                <a:cs typeface="+mn-cs"/>
              </a:rPr>
              <a:t>4. Have you ever installed or used motion sensor lights before? If so, what was your experience like? Were there any difficulties or frustrations?</a:t>
            </a:r>
          </a:p>
          <a:p>
            <a:pPr marL="0" indent="0">
              <a:buNone/>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Answer: "I have installed motion sensor lights before, mainly for outdoor areas like the garage and front porch. The experience was mostly positive, but I did face difficulties with adjusting the sensitivity and the duration the light stays on. Sometimes, the sensor would detect false positives, like small animals, which was frustrating.“</a:t>
            </a:r>
          </a:p>
        </p:txBody>
      </p:sp>
    </p:spTree>
    <p:extLst>
      <p:ext uri="{BB962C8B-B14F-4D97-AF65-F5344CB8AC3E}">
        <p14:creationId xmlns:p14="http://schemas.microsoft.com/office/powerpoint/2010/main" val="9306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55685C-EFC5-4492-9072-5DDCB570F057}"/>
              </a:ext>
            </a:extLst>
          </p:cNvPr>
          <p:cNvSpPr txBox="1"/>
          <p:nvPr/>
        </p:nvSpPr>
        <p:spPr>
          <a:xfrm>
            <a:off x="667870" y="367553"/>
            <a:ext cx="10856259" cy="2881879"/>
          </a:xfrm>
          <a:prstGeom prst="rect">
            <a:avLst/>
          </a:prstGeom>
          <a:noFill/>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prstClr val="black"/>
                </a:solidFill>
                <a:effectLst/>
                <a:uLnTx/>
                <a:uFillTx/>
                <a:latin typeface="Aptos" panose="02110004020202020204"/>
                <a:ea typeface="+mn-ea"/>
                <a:cs typeface="+mn-cs"/>
              </a:rPr>
              <a:t>5. What features would you find most beneficial in a motion sensor light (e.g., adjustable sensitivity, duration settings, integration with other smart devices)? Why are these features important to you?</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a:ln>
                  <a:noFill/>
                </a:ln>
                <a:solidFill>
                  <a:prstClr val="black"/>
                </a:solidFill>
                <a:effectLst/>
                <a:uLnTx/>
                <a:uFillTx/>
                <a:latin typeface="Aptos" panose="02110004020202020204"/>
                <a:ea typeface="+mn-ea"/>
                <a:cs typeface="+mn-cs"/>
              </a:rPr>
              <a:t>Answer: "I would find adjustable sensitivity and duration settings very beneficial, as they allow customization based on specific needs and areas. Integration with other smart devices would also be great for creating a connected home system. These features are important because they provide flexibility and control, ensuring that the lighting system is both effective and energy-efficient."</a:t>
            </a: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7562544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30D41D2-F8AA-2568-79C0-4798ABAD9D91}"/>
              </a:ext>
            </a:extLst>
          </p:cNvPr>
          <p:cNvSpPr txBox="1"/>
          <p:nvPr/>
        </p:nvSpPr>
        <p:spPr>
          <a:xfrm>
            <a:off x="197224" y="295835"/>
            <a:ext cx="10291482" cy="707886"/>
          </a:xfrm>
          <a:prstGeom prst="rect">
            <a:avLst/>
          </a:prstGeom>
          <a:noFill/>
        </p:spPr>
        <p:txBody>
          <a:bodyPr wrap="square" rtlCol="0">
            <a:spAutoFit/>
          </a:bodyPr>
          <a:lstStyle/>
          <a:p>
            <a:pPr algn="ctr"/>
            <a:r>
              <a:rPr lang="en-US" sz="4000" b="1" dirty="0"/>
              <a:t>OBSERVATION</a:t>
            </a:r>
            <a:endParaRPr lang="en-IN" sz="4000" b="1" dirty="0"/>
          </a:p>
        </p:txBody>
      </p:sp>
      <p:sp>
        <p:nvSpPr>
          <p:cNvPr id="5" name="TextBox 4">
            <a:extLst>
              <a:ext uri="{FF2B5EF4-FFF2-40B4-BE49-F238E27FC236}">
                <a16:creationId xmlns:a16="http://schemas.microsoft.com/office/drawing/2014/main" id="{9C8F2E56-FAF7-EFB8-6B43-84247BCA063C}"/>
              </a:ext>
            </a:extLst>
          </p:cNvPr>
          <p:cNvSpPr txBox="1"/>
          <p:nvPr/>
        </p:nvSpPr>
        <p:spPr>
          <a:xfrm>
            <a:off x="528917" y="952328"/>
            <a:ext cx="11134165" cy="5078313"/>
          </a:xfrm>
          <a:prstGeom prst="rect">
            <a:avLst/>
          </a:prstGeom>
          <a:noFill/>
        </p:spPr>
        <p:txBody>
          <a:bodyPr wrap="square" rtlCol="0">
            <a:spAutoFit/>
          </a:bodyPr>
          <a:lstStyle/>
          <a:p>
            <a:r>
              <a:rPr lang="en-US" sz="2400" b="1" dirty="0"/>
              <a:t>KEY ASPECTS TO OBSERVATION INCLUDES:</a:t>
            </a:r>
          </a:p>
          <a:p>
            <a:endParaRPr lang="en-US" sz="2400" b="1" dirty="0"/>
          </a:p>
          <a:p>
            <a:r>
              <a:rPr lang="en-US" sz="2000" b="1" dirty="0"/>
              <a:t>Current Lighting Solutions</a:t>
            </a:r>
          </a:p>
          <a:p>
            <a:endParaRPr lang="en-US" sz="2000" dirty="0"/>
          </a:p>
          <a:p>
            <a:r>
              <a:rPr lang="en-US" sz="2000" b="1" dirty="0"/>
              <a:t>User Interaction</a:t>
            </a:r>
          </a:p>
          <a:p>
            <a:endParaRPr lang="en-US" sz="2000" dirty="0"/>
          </a:p>
          <a:p>
            <a:r>
              <a:rPr lang="en-US" sz="2000" b="1" dirty="0"/>
              <a:t>Pain Points</a:t>
            </a:r>
          </a:p>
          <a:p>
            <a:endParaRPr lang="en-US" sz="2000" b="1" dirty="0"/>
          </a:p>
          <a:p>
            <a:r>
              <a:rPr lang="en-IN" sz="2000" b="1" dirty="0" err="1"/>
              <a:t>Behavioral</a:t>
            </a:r>
            <a:r>
              <a:rPr lang="en-IN" sz="2000" b="1" dirty="0"/>
              <a:t> Patterns</a:t>
            </a:r>
          </a:p>
          <a:p>
            <a:endParaRPr lang="en-IN" sz="2000" b="1" dirty="0"/>
          </a:p>
          <a:p>
            <a:r>
              <a:rPr lang="en-IN" sz="2000" b="1" dirty="0"/>
              <a:t>Environmental Factors</a:t>
            </a:r>
          </a:p>
          <a:p>
            <a:endParaRPr lang="en-IN" sz="2400" b="1" dirty="0"/>
          </a:p>
          <a:p>
            <a:endParaRPr lang="en-IN" b="1" dirty="0"/>
          </a:p>
          <a:p>
            <a:endParaRPr lang="en-US" dirty="0"/>
          </a:p>
          <a:p>
            <a:endParaRPr lang="en-US" dirty="0"/>
          </a:p>
          <a:p>
            <a:pPr>
              <a:buFont typeface="Arial" panose="020B0604020202020204" pitchFamily="34" charset="0"/>
              <a:buChar char="•"/>
            </a:pPr>
            <a:endParaRPr lang="en-US" dirty="0"/>
          </a:p>
        </p:txBody>
      </p:sp>
    </p:spTree>
    <p:extLst>
      <p:ext uri="{BB962C8B-B14F-4D97-AF65-F5344CB8AC3E}">
        <p14:creationId xmlns:p14="http://schemas.microsoft.com/office/powerpoint/2010/main" val="1746770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5E3EC22-AFF9-AE51-951F-97BA2C205D52}"/>
              </a:ext>
            </a:extLst>
          </p:cNvPr>
          <p:cNvSpPr txBox="1"/>
          <p:nvPr/>
        </p:nvSpPr>
        <p:spPr>
          <a:xfrm>
            <a:off x="268941" y="439271"/>
            <a:ext cx="11663083" cy="4893647"/>
          </a:xfrm>
          <a:prstGeom prst="rect">
            <a:avLst/>
          </a:prstGeom>
          <a:noFill/>
        </p:spPr>
        <p:txBody>
          <a:bodyPr wrap="square" rtlCol="0">
            <a:spAutoFit/>
          </a:bodyPr>
          <a:lstStyle/>
          <a:p>
            <a:r>
              <a:rPr lang="en-US" sz="2400" b="1" dirty="0"/>
              <a:t>Homeowners:</a:t>
            </a:r>
            <a:r>
              <a:rPr lang="en-US" sz="2400" dirty="0"/>
              <a:t> Notice that homeowners often struggle to find light switches in the dark, leading to safety concerns and inconvenience. They also forget to turn off lights, resulting in high electricity bills.</a:t>
            </a:r>
          </a:p>
          <a:p>
            <a:r>
              <a:rPr lang="en-US" sz="2400" b="1" dirty="0"/>
              <a:t>Apartment Complex Managers</a:t>
            </a:r>
            <a:r>
              <a:rPr lang="en-US" sz="2400" dirty="0"/>
              <a:t>: Observe that common areas like hallways and parking lots are often either over-lit or poorly lit, causing both energy wastage and security issues.</a:t>
            </a:r>
          </a:p>
          <a:p>
            <a:r>
              <a:rPr lang="en-US" sz="2400" b="1" dirty="0"/>
              <a:t>Commercial Property Owners</a:t>
            </a:r>
            <a:r>
              <a:rPr lang="en-US" sz="2400" dirty="0"/>
              <a:t>: Note that office buildings have areas that remain lit even when unoccupied, leading to unnecessary energy consumption.</a:t>
            </a:r>
          </a:p>
          <a:p>
            <a:r>
              <a:rPr lang="en-US" sz="2400" b="1" dirty="0"/>
              <a:t>Warehouse Operators:</a:t>
            </a:r>
            <a:r>
              <a:rPr lang="en-US" sz="2400" dirty="0"/>
              <a:t> See that warehouses need consistent lighting for safety, but lights are often left on even when the area is not in use, leading to high operational costs.</a:t>
            </a:r>
          </a:p>
          <a:p>
            <a:r>
              <a:rPr lang="en-US" sz="2400" b="1" dirty="0"/>
              <a:t>Public Buildings</a:t>
            </a:r>
            <a:r>
              <a:rPr lang="en-US" sz="2400" dirty="0"/>
              <a:t>: Identify that public areas like parks and restrooms require adequate lighting for safety, but the current systems do not always provide sufficient illumination.</a:t>
            </a:r>
            <a:endParaRPr lang="en-IN" sz="2400" dirty="0"/>
          </a:p>
        </p:txBody>
      </p:sp>
    </p:spTree>
    <p:extLst>
      <p:ext uri="{BB962C8B-B14F-4D97-AF65-F5344CB8AC3E}">
        <p14:creationId xmlns:p14="http://schemas.microsoft.com/office/powerpoint/2010/main" val="35704380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5C2A1F-500F-9C5D-DB1A-D2A82C122558}"/>
              </a:ext>
            </a:extLst>
          </p:cNvPr>
          <p:cNvSpPr txBox="1"/>
          <p:nvPr/>
        </p:nvSpPr>
        <p:spPr>
          <a:xfrm>
            <a:off x="415636" y="405245"/>
            <a:ext cx="20719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lang="en-US" b="1" u="sng" dirty="0">
                <a:solidFill>
                  <a:prstClr val="black"/>
                </a:solidFill>
                <a:latin typeface="Times New Roman" panose="02020603050405020304" pitchFamily="18" charset="0"/>
                <a:cs typeface="Times New Roman" panose="02020603050405020304" pitchFamily="18" charset="0"/>
              </a:rPr>
              <a:t>(PAIN POINTS):-</a:t>
            </a:r>
            <a:r>
              <a:rPr kumimoji="0" lang="en-US" sz="1800" b="1" i="0" u="sng"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endParaRPr kumimoji="0" lang="en-IN" sz="1800" b="1" i="0" u="sng"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7" name="TextBox 6">
            <a:extLst>
              <a:ext uri="{FF2B5EF4-FFF2-40B4-BE49-F238E27FC236}">
                <a16:creationId xmlns:a16="http://schemas.microsoft.com/office/drawing/2014/main" id="{E70BAF7C-5B2A-C0BA-891C-30771564169E}"/>
              </a:ext>
            </a:extLst>
          </p:cNvPr>
          <p:cNvSpPr txBox="1"/>
          <p:nvPr/>
        </p:nvSpPr>
        <p:spPr>
          <a:xfrm>
            <a:off x="268941" y="1011178"/>
            <a:ext cx="11465859" cy="5324535"/>
          </a:xfrm>
          <a:prstGeom prst="rect">
            <a:avLst/>
          </a:prstGeom>
          <a:noFill/>
        </p:spPr>
        <p:txBody>
          <a:bodyPr wrap="square" rtlCol="0">
            <a:spAutoFit/>
          </a:bodyPr>
          <a:lstStyle/>
          <a:p>
            <a:pPr marL="342900" indent="-342900">
              <a:buFont typeface="+mj-lt"/>
              <a:buAutoNum type="arabicPeriod"/>
            </a:pPr>
            <a:r>
              <a:rPr lang="en-US" sz="2000" b="1" dirty="0"/>
              <a:t>Inconsistent Detection:</a:t>
            </a:r>
          </a:p>
          <a:p>
            <a:pPr marL="285750" indent="-285750">
              <a:buFont typeface="Wingdings" panose="05000000000000000000" pitchFamily="2" charset="2"/>
              <a:buChar char="§"/>
            </a:pPr>
            <a:r>
              <a:rPr lang="en-US" sz="2000" b="1" dirty="0"/>
              <a:t>False Positives</a:t>
            </a:r>
            <a:r>
              <a:rPr lang="en-US" sz="2000" dirty="0"/>
              <a:t>: Motion sensors sometimes activate the light due to non-human movements like small animals, leaves, or environmental changes.</a:t>
            </a:r>
          </a:p>
          <a:p>
            <a:pPr marL="285750" indent="-285750">
              <a:buFont typeface="Wingdings" panose="05000000000000000000" pitchFamily="2" charset="2"/>
              <a:buChar char="§"/>
            </a:pPr>
            <a:r>
              <a:rPr lang="en-US" sz="2000" b="1" dirty="0"/>
              <a:t>Missed Detections</a:t>
            </a:r>
            <a:r>
              <a:rPr lang="en-US" sz="2000" dirty="0"/>
              <a:t>: The sensor may fail to detect motion in certain conditions, such as extreme temperatures or if the movement is too slow.</a:t>
            </a:r>
          </a:p>
          <a:p>
            <a:pPr marL="285750" indent="-285750">
              <a:buFont typeface="Wingdings" panose="05000000000000000000" pitchFamily="2" charset="2"/>
              <a:buChar char="§"/>
            </a:pPr>
            <a:endParaRPr lang="en-US" sz="2000" dirty="0"/>
          </a:p>
          <a:p>
            <a:r>
              <a:rPr lang="en-US" sz="2000" b="1" dirty="0"/>
              <a:t>2.  Energy Consumption:</a:t>
            </a:r>
          </a:p>
          <a:p>
            <a:pPr marL="285750" indent="-285750">
              <a:buFont typeface="Wingdings" panose="05000000000000000000" pitchFamily="2" charset="2"/>
              <a:buChar char="§"/>
            </a:pPr>
            <a:r>
              <a:rPr lang="en-US" sz="2000" b="1" dirty="0"/>
              <a:t>High Energy Bills</a:t>
            </a:r>
            <a:r>
              <a:rPr lang="en-US" sz="2000" dirty="0"/>
              <a:t>: Users often forget to turn off lights, leading to increased energy usage and higher electricity costs.</a:t>
            </a:r>
          </a:p>
          <a:p>
            <a:pPr marL="285750" indent="-285750">
              <a:buFont typeface="Wingdings" panose="05000000000000000000" pitchFamily="2" charset="2"/>
              <a:buChar char="§"/>
            </a:pPr>
            <a:r>
              <a:rPr lang="en-US" sz="2000" b="1" dirty="0"/>
              <a:t>Inefficient Lighting: </a:t>
            </a:r>
            <a:r>
              <a:rPr lang="en-US" sz="2000" dirty="0"/>
              <a:t>Lights remain on for longer than necessary, especially in areas that are infrequently used.</a:t>
            </a:r>
          </a:p>
          <a:p>
            <a:pPr marL="285750" indent="-285750">
              <a:buFont typeface="Wingdings" panose="05000000000000000000" pitchFamily="2" charset="2"/>
              <a:buChar char="§"/>
            </a:pPr>
            <a:endParaRPr lang="en-US" sz="2000" dirty="0"/>
          </a:p>
          <a:p>
            <a:r>
              <a:rPr lang="en-US" sz="2000" b="1" dirty="0"/>
              <a:t>3.  Installation and Maintenance</a:t>
            </a:r>
            <a:r>
              <a:rPr lang="en-US" sz="2000" dirty="0"/>
              <a:t>:</a:t>
            </a:r>
          </a:p>
          <a:p>
            <a:pPr marL="285750" indent="-285750">
              <a:buFont typeface="Wingdings" panose="05000000000000000000" pitchFamily="2" charset="2"/>
              <a:buChar char="§"/>
            </a:pPr>
            <a:r>
              <a:rPr lang="en-US" sz="2000" b="1" dirty="0"/>
              <a:t>Complex Installation</a:t>
            </a:r>
            <a:r>
              <a:rPr lang="en-US" sz="2000" dirty="0"/>
              <a:t>: Users find it challenging to install motion sensor lights, especially if the setup requires wiring or technical adjustments.</a:t>
            </a:r>
          </a:p>
          <a:p>
            <a:pPr marL="285750" indent="-285750">
              <a:buFont typeface="Wingdings" panose="05000000000000000000" pitchFamily="2" charset="2"/>
              <a:buChar char="§"/>
            </a:pPr>
            <a:r>
              <a:rPr lang="en-US" sz="2000" b="1" dirty="0"/>
              <a:t>Maintenance Issues</a:t>
            </a:r>
            <a:r>
              <a:rPr lang="en-US" sz="2000" dirty="0"/>
              <a:t>: Frequent maintenance is needed to ensure the sensors and lights are functioning correctly, which can be time-consuming and costly.</a:t>
            </a:r>
          </a:p>
        </p:txBody>
      </p:sp>
    </p:spTree>
    <p:extLst>
      <p:ext uri="{BB962C8B-B14F-4D97-AF65-F5344CB8AC3E}">
        <p14:creationId xmlns:p14="http://schemas.microsoft.com/office/powerpoint/2010/main" val="2065880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94D32F-646D-91CA-D9EF-C1E9A89D23E5}"/>
              </a:ext>
            </a:extLst>
          </p:cNvPr>
          <p:cNvSpPr>
            <a:spLocks noGrp="1"/>
          </p:cNvSpPr>
          <p:nvPr>
            <p:ph idx="1"/>
          </p:nvPr>
        </p:nvSpPr>
        <p:spPr>
          <a:xfrm>
            <a:off x="394447" y="313764"/>
            <a:ext cx="11528612" cy="6284259"/>
          </a:xfrm>
        </p:spPr>
        <p:txBody>
          <a:bodyPr>
            <a:normAutofit/>
          </a:bodyPr>
          <a:lstStyle/>
          <a:p>
            <a:pPr marL="0" indent="0">
              <a:buNone/>
            </a:pPr>
            <a:endParaRPr lang="en-US" sz="1800" b="1"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ptos" panose="02110004020202020204"/>
                <a:ea typeface="+mn-ea"/>
                <a:cs typeface="+mn-cs"/>
              </a:rPr>
              <a:t>4.  Limited Customization: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000" b="1" i="0" u="none" strike="noStrike" kern="1200" cap="none" spc="0" normalizeH="0" baseline="0" noProof="0" dirty="0">
                <a:ln>
                  <a:noFill/>
                </a:ln>
                <a:solidFill>
                  <a:prstClr val="black"/>
                </a:solidFill>
                <a:effectLst/>
                <a:uLnTx/>
                <a:uFillTx/>
                <a:latin typeface="Aptos" panose="02110004020202020204"/>
                <a:ea typeface="+mn-ea"/>
                <a:cs typeface="+mn-cs"/>
              </a:rPr>
              <a:t>Fixed Settings:</a:t>
            </a: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 Users are frustrated by the inability to adjust sensor sensitivity, light duration, and coverage area according to their specific needs.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000" b="1" i="0" u="none" strike="noStrike" kern="1200" cap="none" spc="0" normalizeH="0" baseline="0" noProof="0" dirty="0">
                <a:ln>
                  <a:noFill/>
                </a:ln>
                <a:solidFill>
                  <a:prstClr val="black"/>
                </a:solidFill>
                <a:effectLst/>
                <a:uLnTx/>
                <a:uFillTx/>
                <a:latin typeface="Aptos" panose="02110004020202020204"/>
                <a:ea typeface="+mn-ea"/>
                <a:cs typeface="+mn-cs"/>
              </a:rPr>
              <a:t>Lack of Integration</a:t>
            </a: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 Difficulty in integrating motion sensor lights with other smart home devices and systems.</a:t>
            </a:r>
            <a:endParaRPr kumimoji="0" lang="en-IN" sz="20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indent="0">
              <a:buNone/>
            </a:pPr>
            <a:endParaRPr lang="en-US" sz="2000" b="1" dirty="0"/>
          </a:p>
          <a:p>
            <a:pPr marL="0" indent="0">
              <a:buNone/>
            </a:pPr>
            <a:r>
              <a:rPr lang="en-US" sz="2000" b="1" dirty="0"/>
              <a:t>5. Security Concerns:</a:t>
            </a:r>
          </a:p>
          <a:p>
            <a:pPr>
              <a:buFont typeface="Wingdings" panose="05000000000000000000" pitchFamily="2" charset="2"/>
              <a:buChar char="§"/>
            </a:pPr>
            <a:r>
              <a:rPr lang="en-US" sz="2000" b="1" dirty="0"/>
              <a:t>Insufficient Lighting</a:t>
            </a:r>
            <a:r>
              <a:rPr lang="en-US" sz="2000" dirty="0"/>
              <a:t>: Poorly lit areas pose security risks, making it difficult to detect intruders or navigate safely in the dark.</a:t>
            </a:r>
          </a:p>
          <a:p>
            <a:pPr>
              <a:buFont typeface="Wingdings" panose="05000000000000000000" pitchFamily="2" charset="2"/>
              <a:buChar char="§"/>
            </a:pPr>
            <a:r>
              <a:rPr lang="en-US" sz="2000" b="1" dirty="0"/>
              <a:t>Delayed Response: </a:t>
            </a:r>
            <a:r>
              <a:rPr lang="en-US" sz="2000" dirty="0"/>
              <a:t>Delays in the sensor response time can reduce the effectiveness of the lighting system in preventing security breaches.</a:t>
            </a:r>
          </a:p>
          <a:p>
            <a:pPr>
              <a:buFont typeface="Wingdings" panose="05000000000000000000" pitchFamily="2" charset="2"/>
              <a:buChar char="§"/>
            </a:pPr>
            <a:endParaRPr lang="en-US" sz="2000" dirty="0"/>
          </a:p>
          <a:p>
            <a:pPr marL="0" indent="0">
              <a:buNone/>
            </a:pPr>
            <a:r>
              <a:rPr lang="en-US" sz="2000" b="1" dirty="0"/>
              <a:t>6. Durability and Reliability:</a:t>
            </a:r>
          </a:p>
          <a:p>
            <a:pPr>
              <a:buFont typeface="Wingdings" panose="05000000000000000000" pitchFamily="2" charset="2"/>
              <a:buChar char="§"/>
            </a:pPr>
            <a:r>
              <a:rPr lang="en-US" sz="2000" b="1" dirty="0"/>
              <a:t>Environmental Factors: </a:t>
            </a:r>
            <a:r>
              <a:rPr lang="en-US" sz="2000" dirty="0"/>
              <a:t>Motion sensors and lights may not perform well in harsh weather conditions or extreme temperatures.</a:t>
            </a:r>
          </a:p>
          <a:p>
            <a:pPr>
              <a:buFont typeface="Wingdings" panose="05000000000000000000" pitchFamily="2" charset="2"/>
              <a:buChar char="§"/>
            </a:pPr>
            <a:r>
              <a:rPr lang="en-US" sz="2000" b="1" dirty="0"/>
              <a:t>Component Failures</a:t>
            </a:r>
            <a:r>
              <a:rPr lang="en-US" sz="2000" dirty="0"/>
              <a:t>: Users experience issues with sensor malfunctions or light bulb failures, leading to inconsistent performance.</a:t>
            </a:r>
          </a:p>
          <a:p>
            <a:pPr>
              <a:buFont typeface="Wingdings" panose="05000000000000000000" pitchFamily="2" charset="2"/>
              <a:buChar char="§"/>
            </a:pPr>
            <a:endParaRPr lang="en-US" sz="2000" dirty="0"/>
          </a:p>
          <a:p>
            <a:pPr>
              <a:buFont typeface="Wingdings" panose="05000000000000000000" pitchFamily="2" charset="2"/>
              <a:buChar char="§"/>
            </a:pPr>
            <a:endParaRPr lang="en-IN" sz="1800" dirty="0"/>
          </a:p>
        </p:txBody>
      </p:sp>
    </p:spTree>
    <p:extLst>
      <p:ext uri="{BB962C8B-B14F-4D97-AF65-F5344CB8AC3E}">
        <p14:creationId xmlns:p14="http://schemas.microsoft.com/office/powerpoint/2010/main" val="32208208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5C652366-8DF8-9E9B-DE45-2DC49974C0F3}"/>
              </a:ext>
            </a:extLst>
          </p:cNvPr>
          <p:cNvSpPr/>
          <p:nvPr/>
        </p:nvSpPr>
        <p:spPr>
          <a:xfrm>
            <a:off x="4149090" y="2304288"/>
            <a:ext cx="3776472" cy="2542032"/>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
        <p:nvSpPr>
          <p:cNvPr id="4" name="TextBox 3">
            <a:extLst>
              <a:ext uri="{FF2B5EF4-FFF2-40B4-BE49-F238E27FC236}">
                <a16:creationId xmlns:a16="http://schemas.microsoft.com/office/drawing/2014/main" id="{04F53D43-E7C8-2BB1-11DB-F0D7DCA7F360}"/>
              </a:ext>
            </a:extLst>
          </p:cNvPr>
          <p:cNvSpPr txBox="1"/>
          <p:nvPr/>
        </p:nvSpPr>
        <p:spPr>
          <a:xfrm>
            <a:off x="4701540" y="3136612"/>
            <a:ext cx="2788920" cy="584775"/>
          </a:xfrm>
          <a:prstGeom prst="rect">
            <a:avLst/>
          </a:prstGeom>
          <a:noFill/>
        </p:spPr>
        <p:txBody>
          <a:bodyPr wrap="square" rtlCol="0">
            <a:spAutoFit/>
          </a:bodyPr>
          <a:lstStyle/>
          <a:p>
            <a:pPr algn="ctr"/>
            <a:r>
              <a:rPr lang="en-US" sz="3200"/>
              <a:t>EMPATHY MAP</a:t>
            </a:r>
            <a:endParaRPr lang="en-IN" sz="3200"/>
          </a:p>
        </p:txBody>
      </p:sp>
      <p:sp>
        <p:nvSpPr>
          <p:cNvPr id="5" name="Rectangle 4">
            <a:extLst>
              <a:ext uri="{FF2B5EF4-FFF2-40B4-BE49-F238E27FC236}">
                <a16:creationId xmlns:a16="http://schemas.microsoft.com/office/drawing/2014/main" id="{D415148F-1140-4006-DA17-2CC0281A50E5}"/>
              </a:ext>
            </a:extLst>
          </p:cNvPr>
          <p:cNvSpPr/>
          <p:nvPr/>
        </p:nvSpPr>
        <p:spPr>
          <a:xfrm>
            <a:off x="7863840" y="182880"/>
            <a:ext cx="4105656" cy="2734056"/>
          </a:xfrm>
          <a:prstGeom prst="rect">
            <a:avLst/>
          </a:prstGeom>
          <a:effectLst>
            <a:glow rad="2286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5967905D-3573-700A-AAC2-2F4400A999FD}"/>
              </a:ext>
            </a:extLst>
          </p:cNvPr>
          <p:cNvPicPr>
            <a:picLocks noChangeAspect="1"/>
          </p:cNvPicPr>
          <p:nvPr/>
        </p:nvPicPr>
        <p:blipFill>
          <a:blip r:embed="rId2"/>
          <a:stretch>
            <a:fillRect/>
          </a:stretch>
        </p:blipFill>
        <p:spPr>
          <a:xfrm>
            <a:off x="89559" y="249698"/>
            <a:ext cx="4121253" cy="2749534"/>
          </a:xfrm>
          <a:prstGeom prst="rect">
            <a:avLst/>
          </a:prstGeom>
          <a:effectLst>
            <a:glow rad="228600">
              <a:schemeClr val="accent4">
                <a:satMod val="175000"/>
                <a:alpha val="40000"/>
              </a:schemeClr>
            </a:glow>
          </a:effectLst>
        </p:spPr>
      </p:pic>
      <p:pic>
        <p:nvPicPr>
          <p:cNvPr id="7" name="Picture 6">
            <a:extLst>
              <a:ext uri="{FF2B5EF4-FFF2-40B4-BE49-F238E27FC236}">
                <a16:creationId xmlns:a16="http://schemas.microsoft.com/office/drawing/2014/main" id="{D855BE4B-2220-6E21-8868-CFD59D1DC1A3}"/>
              </a:ext>
            </a:extLst>
          </p:cNvPr>
          <p:cNvPicPr>
            <a:picLocks noChangeAspect="1"/>
          </p:cNvPicPr>
          <p:nvPr/>
        </p:nvPicPr>
        <p:blipFill>
          <a:blip r:embed="rId2"/>
          <a:stretch>
            <a:fillRect/>
          </a:stretch>
        </p:blipFill>
        <p:spPr>
          <a:xfrm>
            <a:off x="58698" y="4011049"/>
            <a:ext cx="4121253" cy="2749534"/>
          </a:xfrm>
          <a:prstGeom prst="rect">
            <a:avLst/>
          </a:prstGeom>
          <a:effectLst>
            <a:glow rad="228600">
              <a:schemeClr val="accent6">
                <a:satMod val="175000"/>
                <a:alpha val="40000"/>
              </a:schemeClr>
            </a:glow>
          </a:effectLst>
        </p:spPr>
      </p:pic>
      <p:pic>
        <p:nvPicPr>
          <p:cNvPr id="8" name="Picture 7">
            <a:extLst>
              <a:ext uri="{FF2B5EF4-FFF2-40B4-BE49-F238E27FC236}">
                <a16:creationId xmlns:a16="http://schemas.microsoft.com/office/drawing/2014/main" id="{F083B38C-1D9E-9185-D781-E8445F7DDFC3}"/>
              </a:ext>
            </a:extLst>
          </p:cNvPr>
          <p:cNvPicPr>
            <a:picLocks noChangeAspect="1"/>
          </p:cNvPicPr>
          <p:nvPr/>
        </p:nvPicPr>
        <p:blipFill>
          <a:blip r:embed="rId2"/>
          <a:stretch>
            <a:fillRect/>
          </a:stretch>
        </p:blipFill>
        <p:spPr>
          <a:xfrm>
            <a:off x="8012049" y="4011049"/>
            <a:ext cx="4121253" cy="2749534"/>
          </a:xfrm>
          <a:prstGeom prst="rect">
            <a:avLst/>
          </a:prstGeom>
          <a:effectLst>
            <a:glow rad="228600">
              <a:schemeClr val="accent5">
                <a:satMod val="175000"/>
                <a:alpha val="40000"/>
              </a:schemeClr>
            </a:glow>
          </a:effectLst>
        </p:spPr>
      </p:pic>
      <p:sp>
        <p:nvSpPr>
          <p:cNvPr id="9" name="TextBox 8">
            <a:extLst>
              <a:ext uri="{FF2B5EF4-FFF2-40B4-BE49-F238E27FC236}">
                <a16:creationId xmlns:a16="http://schemas.microsoft.com/office/drawing/2014/main" id="{D2FD3220-5E14-E55B-08A0-DEDBC6D6F188}"/>
              </a:ext>
            </a:extLst>
          </p:cNvPr>
          <p:cNvSpPr txBox="1"/>
          <p:nvPr/>
        </p:nvSpPr>
        <p:spPr>
          <a:xfrm>
            <a:off x="297468" y="722203"/>
            <a:ext cx="3843147" cy="2031325"/>
          </a:xfrm>
          <a:prstGeom prst="rect">
            <a:avLst/>
          </a:prstGeom>
          <a:noFill/>
        </p:spPr>
        <p:txBody>
          <a:bodyPr wrap="square" rtlCol="0">
            <a:spAutoFit/>
          </a:bodyPr>
          <a:lstStyle/>
          <a:p>
            <a:r>
              <a:rPr lang="en-US" b="1" dirty="0"/>
              <a:t>WHAT DOES THE USER SAY?</a:t>
            </a:r>
          </a:p>
          <a:p>
            <a:pPr marL="285750" indent="-285750">
              <a:buFont typeface="Wingdings" panose="05000000000000000000" pitchFamily="2" charset="2"/>
              <a:buChar char="§"/>
            </a:pPr>
            <a:r>
              <a:rPr lang="en-US" dirty="0"/>
              <a:t>“I often forget to turn off the lights.</a:t>
            </a:r>
          </a:p>
          <a:p>
            <a:pPr marL="285750" indent="-285750">
              <a:buFont typeface="Wingdings" panose="05000000000000000000" pitchFamily="2" charset="2"/>
              <a:buChar char="§"/>
            </a:pPr>
            <a:r>
              <a:rPr lang="en-US" dirty="0"/>
              <a:t>“My energy bills are too high because of the lights.”</a:t>
            </a:r>
          </a:p>
          <a:p>
            <a:pPr marL="285750" indent="-285750">
              <a:buFont typeface="Wingdings" panose="05000000000000000000" pitchFamily="2" charset="2"/>
              <a:buChar char="§"/>
            </a:pPr>
            <a:r>
              <a:rPr lang="en-US" dirty="0"/>
              <a:t>“The lights don't always detect motion accurately”</a:t>
            </a:r>
            <a:endParaRPr lang="en-US" b="1" dirty="0"/>
          </a:p>
          <a:p>
            <a:endParaRPr lang="en-US" dirty="0"/>
          </a:p>
        </p:txBody>
      </p:sp>
      <p:sp>
        <p:nvSpPr>
          <p:cNvPr id="11" name="TextBox 10">
            <a:extLst>
              <a:ext uri="{FF2B5EF4-FFF2-40B4-BE49-F238E27FC236}">
                <a16:creationId xmlns:a16="http://schemas.microsoft.com/office/drawing/2014/main" id="{77CE6446-D2CC-6831-8C9B-3D7ACFA822DC}"/>
              </a:ext>
            </a:extLst>
          </p:cNvPr>
          <p:cNvSpPr txBox="1"/>
          <p:nvPr/>
        </p:nvSpPr>
        <p:spPr>
          <a:xfrm>
            <a:off x="105156" y="4218551"/>
            <a:ext cx="3957447" cy="2031325"/>
          </a:xfrm>
          <a:prstGeom prst="rect">
            <a:avLst/>
          </a:prstGeom>
          <a:noFill/>
        </p:spPr>
        <p:txBody>
          <a:bodyPr wrap="square" rtlCol="0">
            <a:spAutoFit/>
          </a:bodyPr>
          <a:lstStyle/>
          <a:p>
            <a:r>
              <a:rPr lang="en-US" b="1" dirty="0"/>
              <a:t>WHAT DOES THE USER DO?</a:t>
            </a:r>
          </a:p>
          <a:p>
            <a:endParaRPr lang="en-US" dirty="0"/>
          </a:p>
          <a:p>
            <a:endParaRPr lang="en-US" dirty="0"/>
          </a:p>
          <a:p>
            <a:pPr marL="285750" indent="-285750">
              <a:buFont typeface="Wingdings" panose="05000000000000000000" pitchFamily="2" charset="2"/>
              <a:buChar char="§"/>
            </a:pPr>
            <a:r>
              <a:rPr lang="en-US" dirty="0"/>
              <a:t>"I adjust or manually override settings frequently.“</a:t>
            </a:r>
          </a:p>
          <a:p>
            <a:pPr marL="285750" indent="-285750">
              <a:buFont typeface="Wingdings" panose="05000000000000000000" pitchFamily="2" charset="2"/>
              <a:buChar char="§"/>
            </a:pPr>
            <a:r>
              <a:rPr lang="en-US" dirty="0"/>
              <a:t>"I install additional lighting in poorly lit areas."</a:t>
            </a:r>
          </a:p>
        </p:txBody>
      </p:sp>
    </p:spTree>
    <p:extLst>
      <p:ext uri="{BB962C8B-B14F-4D97-AF65-F5344CB8AC3E}">
        <p14:creationId xmlns:p14="http://schemas.microsoft.com/office/powerpoint/2010/main" val="157709582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29B4C-E4C1-C6DA-A706-B4383ECF093B}"/>
              </a:ext>
            </a:extLst>
          </p:cNvPr>
          <p:cNvSpPr>
            <a:spLocks noGrp="1"/>
          </p:cNvSpPr>
          <p:nvPr>
            <p:ph type="title"/>
          </p:nvPr>
        </p:nvSpPr>
        <p:spPr/>
        <p:txBody>
          <a:bodyPr/>
          <a:lstStyle/>
          <a:p>
            <a:r>
              <a:rPr lang="en-US"/>
              <a:t>DEFINE PHASE</a:t>
            </a:r>
            <a:endParaRPr lang="en-IN"/>
          </a:p>
        </p:txBody>
      </p:sp>
      <p:sp>
        <p:nvSpPr>
          <p:cNvPr id="3" name="Text Placeholder 2">
            <a:extLst>
              <a:ext uri="{FF2B5EF4-FFF2-40B4-BE49-F238E27FC236}">
                <a16:creationId xmlns:a16="http://schemas.microsoft.com/office/drawing/2014/main" id="{1CDC54B0-0233-4BCB-3B1A-1B53134A21DE}"/>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AF7ABCCD-2BC3-E933-42A8-F16BCEE42198}"/>
              </a:ext>
            </a:extLst>
          </p:cNvPr>
          <p:cNvPicPr>
            <a:picLocks noChangeAspect="1"/>
          </p:cNvPicPr>
          <p:nvPr/>
        </p:nvPicPr>
        <p:blipFill>
          <a:blip r:embed="rId2">
            <a:alphaModFix amt="20000"/>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615945789"/>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AD8C2-436B-07E7-8692-A1B2AC73FBF3}"/>
              </a:ext>
            </a:extLst>
          </p:cNvPr>
          <p:cNvSpPr>
            <a:spLocks noGrp="1"/>
          </p:cNvSpPr>
          <p:nvPr>
            <p:ph type="title"/>
          </p:nvPr>
        </p:nvSpPr>
        <p:spPr>
          <a:xfrm>
            <a:off x="365390" y="-323273"/>
            <a:ext cx="10668370" cy="1667091"/>
          </a:xfrm>
        </p:spPr>
        <p:txBody>
          <a:bodyPr/>
          <a:lstStyle/>
          <a:p>
            <a:r>
              <a:rPr lang="en-US"/>
              <a:t>PROBLEM STATEMENT</a:t>
            </a:r>
            <a:endParaRPr lang="en-IN"/>
          </a:p>
        </p:txBody>
      </p:sp>
      <p:sp>
        <p:nvSpPr>
          <p:cNvPr id="3" name="Content Placeholder 2">
            <a:extLst>
              <a:ext uri="{FF2B5EF4-FFF2-40B4-BE49-F238E27FC236}">
                <a16:creationId xmlns:a16="http://schemas.microsoft.com/office/drawing/2014/main" id="{5BF3D712-DA09-2471-D40D-C377243BC4A8}"/>
              </a:ext>
            </a:extLst>
          </p:cNvPr>
          <p:cNvSpPr>
            <a:spLocks noGrp="1"/>
          </p:cNvSpPr>
          <p:nvPr>
            <p:ph idx="1"/>
          </p:nvPr>
        </p:nvSpPr>
        <p:spPr>
          <a:xfrm>
            <a:off x="365390" y="1076610"/>
            <a:ext cx="11109960" cy="4704779"/>
          </a:xfrm>
        </p:spPr>
        <p:txBody>
          <a:bodyPr>
            <a:normAutofit/>
          </a:bodyPr>
          <a:lstStyle/>
          <a:p>
            <a:r>
              <a:rPr lang="en-US" dirty="0"/>
              <a:t>Design and develop a motion sensor light prototype that automatically turns on a light when motion is detected within a specified range and turns off after a set period of inactivity. The system should be energy-efficient, cost-effective, and easy to install in residential or commercial settings.</a:t>
            </a:r>
          </a:p>
        </p:txBody>
      </p:sp>
      <p:pic>
        <p:nvPicPr>
          <p:cNvPr id="10" name="Picture 9">
            <a:extLst>
              <a:ext uri="{FF2B5EF4-FFF2-40B4-BE49-F238E27FC236}">
                <a16:creationId xmlns:a16="http://schemas.microsoft.com/office/drawing/2014/main" id="{70D256DE-CB7E-82D7-D51D-62384958C955}"/>
              </a:ext>
            </a:extLst>
          </p:cNvPr>
          <p:cNvPicPr>
            <a:picLocks noChangeAspect="1"/>
          </p:cNvPicPr>
          <p:nvPr/>
        </p:nvPicPr>
        <p:blipFill>
          <a:blip r:embed="rId2">
            <a:alphaModFix amt="35000"/>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12192000" cy="7114232"/>
          </a:xfrm>
          <a:prstGeom prst="rect">
            <a:avLst/>
          </a:prstGeom>
        </p:spPr>
      </p:pic>
      <p:sp>
        <p:nvSpPr>
          <p:cNvPr id="11" name="TextBox 10">
            <a:extLst>
              <a:ext uri="{FF2B5EF4-FFF2-40B4-BE49-F238E27FC236}">
                <a16:creationId xmlns:a16="http://schemas.microsoft.com/office/drawing/2014/main" id="{82133B61-C10A-3381-BDEA-8A1967248551}"/>
              </a:ext>
            </a:extLst>
          </p:cNvPr>
          <p:cNvSpPr txBox="1"/>
          <p:nvPr/>
        </p:nvSpPr>
        <p:spPr>
          <a:xfrm>
            <a:off x="0" y="6781800"/>
            <a:ext cx="12192000" cy="230832"/>
          </a:xfrm>
          <a:prstGeom prst="rect">
            <a:avLst/>
          </a:prstGeom>
          <a:noFill/>
        </p:spPr>
        <p:txBody>
          <a:bodyPr wrap="square" rtlCol="0">
            <a:spAutoFit/>
          </a:bodyPr>
          <a:lstStyle/>
          <a:p>
            <a:r>
              <a:rPr lang="en-IN" sz="900">
                <a:hlinkClick r:id="rId3" tooltip="https://ecampusontario.pressbooks.pub/commbusprofcdn/chapter/group-problem-solving/"/>
              </a:rPr>
              <a:t>This Photo</a:t>
            </a:r>
            <a:r>
              <a:rPr lang="en-IN" sz="900"/>
              <a:t> by Unknown Author is licensed under </a:t>
            </a:r>
            <a:r>
              <a:rPr lang="en-IN" sz="900">
                <a:hlinkClick r:id="rId4" tooltip="https://creativecommons.org/licenses/by-sa/3.0/"/>
              </a:rPr>
              <a:t>CC BY-SA</a:t>
            </a:r>
            <a:endParaRPr lang="en-IN" sz="900"/>
          </a:p>
        </p:txBody>
      </p:sp>
    </p:spTree>
    <p:extLst>
      <p:ext uri="{BB962C8B-B14F-4D97-AF65-F5344CB8AC3E}">
        <p14:creationId xmlns:p14="http://schemas.microsoft.com/office/powerpoint/2010/main" val="8061704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EDF911-6E5F-2555-E21A-FA87C99F6FC9}"/>
              </a:ext>
            </a:extLst>
          </p:cNvPr>
          <p:cNvSpPr>
            <a:spLocks noGrp="1"/>
          </p:cNvSpPr>
          <p:nvPr>
            <p:ph idx="1"/>
          </p:nvPr>
        </p:nvSpPr>
        <p:spPr>
          <a:xfrm>
            <a:off x="443960" y="405390"/>
            <a:ext cx="11329416" cy="5422392"/>
          </a:xfrm>
        </p:spPr>
        <p:txBody>
          <a:bodyPr>
            <a:normAutofit/>
          </a:bodyPr>
          <a:lstStyle/>
          <a:p>
            <a:pPr marL="0" indent="0">
              <a:buNone/>
            </a:pPr>
            <a:r>
              <a:rPr lang="en-US" sz="3600" b="1" i="1" dirty="0"/>
              <a:t>“HOW MIGHT WE FORM”:</a:t>
            </a:r>
          </a:p>
          <a:p>
            <a:pPr marL="0" indent="0">
              <a:buNone/>
            </a:pPr>
            <a:endParaRPr lang="en-US" sz="3600" b="1" i="1" dirty="0"/>
          </a:p>
          <a:p>
            <a:pPr marL="0" indent="0">
              <a:buNone/>
            </a:pPr>
            <a:r>
              <a:rPr lang="en-US" sz="2400" b="1" i="1" dirty="0">
                <a:solidFill>
                  <a:srgbClr val="FF0000"/>
                </a:solidFill>
              </a:rPr>
              <a:t>How might we create a motion sensor light prototype that efficiently detects motion within a specified range, automatically illuminates the area, and turns off after a set period of inactivity, while ensuring the system is energy-efficient, cost-effective, and easy to install in both residential and commercial settings?</a:t>
            </a:r>
          </a:p>
          <a:p>
            <a:pPr marL="0" indent="0">
              <a:buNone/>
            </a:pPr>
            <a:endParaRPr lang="en-US" sz="2400" dirty="0"/>
          </a:p>
          <a:p>
            <a:pPr marL="0" indent="0">
              <a:buNone/>
            </a:pPr>
            <a:endParaRPr lang="en-US" sz="2400" b="1" i="1" dirty="0"/>
          </a:p>
          <a:p>
            <a:pPr marL="0" indent="0">
              <a:buNone/>
            </a:pPr>
            <a:r>
              <a:rPr lang="en-US" sz="2400" dirty="0"/>
              <a:t>By framing the problem statement in this way, we invite creative solutions and innovative approaches to address the challenge effectively</a:t>
            </a:r>
            <a:endParaRPr lang="en-US" sz="3600" b="1" i="1" dirty="0"/>
          </a:p>
        </p:txBody>
      </p:sp>
    </p:spTree>
    <p:extLst>
      <p:ext uri="{BB962C8B-B14F-4D97-AF65-F5344CB8AC3E}">
        <p14:creationId xmlns:p14="http://schemas.microsoft.com/office/powerpoint/2010/main" val="1228939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19AAD-2519-E119-B42D-E4124CDC309A}"/>
              </a:ext>
            </a:extLst>
          </p:cNvPr>
          <p:cNvSpPr>
            <a:spLocks noGrp="1"/>
          </p:cNvSpPr>
          <p:nvPr>
            <p:ph type="title"/>
          </p:nvPr>
        </p:nvSpPr>
        <p:spPr/>
        <p:txBody>
          <a:bodyPr/>
          <a:lstStyle/>
          <a:p>
            <a:r>
              <a:rPr lang="en-US"/>
              <a:t>IDEATE PHASE</a:t>
            </a:r>
            <a:endParaRPr lang="en-IN"/>
          </a:p>
        </p:txBody>
      </p:sp>
      <p:sp>
        <p:nvSpPr>
          <p:cNvPr id="3" name="Text Placeholder 2">
            <a:extLst>
              <a:ext uri="{FF2B5EF4-FFF2-40B4-BE49-F238E27FC236}">
                <a16:creationId xmlns:a16="http://schemas.microsoft.com/office/drawing/2014/main" id="{2BA88C06-5110-B324-FFA5-3EC03AF520E1}"/>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0114615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B644B-52EF-CD47-8A51-7275BA330AFC}"/>
              </a:ext>
            </a:extLst>
          </p:cNvPr>
          <p:cNvSpPr>
            <a:spLocks noGrp="1"/>
          </p:cNvSpPr>
          <p:nvPr>
            <p:ph type="title"/>
          </p:nvPr>
        </p:nvSpPr>
        <p:spPr>
          <a:xfrm>
            <a:off x="12718472" y="1967127"/>
            <a:ext cx="179001" cy="794545"/>
          </a:xfrm>
        </p:spPr>
        <p:txBody>
          <a:bodyPr>
            <a:normAutofit/>
          </a:bodyPr>
          <a:lstStyle/>
          <a:p>
            <a:endParaRPr lang="en-IN"/>
          </a:p>
        </p:txBody>
      </p:sp>
      <p:sp>
        <p:nvSpPr>
          <p:cNvPr id="3" name="Content Placeholder 2">
            <a:extLst>
              <a:ext uri="{FF2B5EF4-FFF2-40B4-BE49-F238E27FC236}">
                <a16:creationId xmlns:a16="http://schemas.microsoft.com/office/drawing/2014/main" id="{B6B588B4-8FE5-AE6C-FDC3-39C15D4FBCDE}"/>
              </a:ext>
            </a:extLst>
          </p:cNvPr>
          <p:cNvSpPr>
            <a:spLocks noGrp="1"/>
          </p:cNvSpPr>
          <p:nvPr>
            <p:ph idx="1"/>
          </p:nvPr>
        </p:nvSpPr>
        <p:spPr>
          <a:xfrm>
            <a:off x="249383" y="203200"/>
            <a:ext cx="11683538" cy="6142735"/>
          </a:xfrm>
        </p:spPr>
        <p:txBody>
          <a:bodyPr>
            <a:normAutofit/>
          </a:bodyPr>
          <a:lstStyle/>
          <a:p>
            <a:pPr marL="0" indent="0">
              <a:buNone/>
            </a:pPr>
            <a:r>
              <a:rPr lang="en-US" b="1" dirty="0"/>
              <a:t>1. Customizable Sensitivity Settings</a:t>
            </a:r>
          </a:p>
          <a:p>
            <a:r>
              <a:rPr lang="en-US" b="1" dirty="0"/>
              <a:t>Idea</a:t>
            </a:r>
            <a:r>
              <a:rPr lang="en-US" dirty="0"/>
              <a:t>: Develop a motion sensor light with adjustable sensitivity settings to accommodate various environments and user preferences. </a:t>
            </a:r>
          </a:p>
          <a:p>
            <a:r>
              <a:rPr lang="en-US" b="1" dirty="0"/>
              <a:t>Benefit</a:t>
            </a:r>
            <a:r>
              <a:rPr lang="en-US" dirty="0"/>
              <a:t>: Users can fine-tune the sensor to detect movement accurately, reducing false positives and missed detections.</a:t>
            </a:r>
          </a:p>
          <a:p>
            <a:endParaRPr lang="en-US" dirty="0"/>
          </a:p>
          <a:p>
            <a:pPr marL="0" indent="0">
              <a:buNone/>
            </a:pPr>
            <a:r>
              <a:rPr lang="en-US" b="1" dirty="0"/>
              <a:t>2. Integration with Smart Home Systems</a:t>
            </a:r>
          </a:p>
          <a:p>
            <a:r>
              <a:rPr lang="en-US" b="1" dirty="0"/>
              <a:t>Idea</a:t>
            </a:r>
            <a:r>
              <a:rPr lang="en-US" dirty="0"/>
              <a:t>: Design the motion sensor light to integrate with popular smart home systems (e.g., Alexa, Google Home). </a:t>
            </a:r>
          </a:p>
          <a:p>
            <a:r>
              <a:rPr lang="en-US" b="1" dirty="0"/>
              <a:t>Benefit</a:t>
            </a:r>
            <a:r>
              <a:rPr lang="en-US" dirty="0"/>
              <a:t>: Users can control and monitor the light through their smart devices, enhancing convenience and automation.</a:t>
            </a:r>
          </a:p>
          <a:p>
            <a:endParaRPr lang="en-IN" dirty="0"/>
          </a:p>
        </p:txBody>
      </p:sp>
      <p:pic>
        <p:nvPicPr>
          <p:cNvPr id="8" name="Graphic 7" descr="Thought bubble with solid fill">
            <a:extLst>
              <a:ext uri="{FF2B5EF4-FFF2-40B4-BE49-F238E27FC236}">
                <a16:creationId xmlns:a16="http://schemas.microsoft.com/office/drawing/2014/main" id="{B5B6EE56-77BA-22DB-2D19-ED4DB7A2594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23739" y="0"/>
            <a:ext cx="835890" cy="835890"/>
          </a:xfrm>
          <a:prstGeom prst="rect">
            <a:avLst/>
          </a:prstGeom>
        </p:spPr>
      </p:pic>
      <p:pic>
        <p:nvPicPr>
          <p:cNvPr id="10" name="Graphic 9" descr="Lightbulb with solid fill">
            <a:extLst>
              <a:ext uri="{FF2B5EF4-FFF2-40B4-BE49-F238E27FC236}">
                <a16:creationId xmlns:a16="http://schemas.microsoft.com/office/drawing/2014/main" id="{F67BBFF3-25BB-0CE2-0A6B-6A9D95EC23D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69046" y="2727312"/>
            <a:ext cx="863600" cy="863600"/>
          </a:xfrm>
          <a:prstGeom prst="rect">
            <a:avLst/>
          </a:prstGeom>
        </p:spPr>
      </p:pic>
    </p:spTree>
    <p:extLst>
      <p:ext uri="{BB962C8B-B14F-4D97-AF65-F5344CB8AC3E}">
        <p14:creationId xmlns:p14="http://schemas.microsoft.com/office/powerpoint/2010/main" val="39796936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C29FB6-713D-C957-64F0-40A112F32592}"/>
              </a:ext>
            </a:extLst>
          </p:cNvPr>
          <p:cNvSpPr>
            <a:spLocks noGrp="1"/>
          </p:cNvSpPr>
          <p:nvPr>
            <p:ph idx="1"/>
          </p:nvPr>
        </p:nvSpPr>
        <p:spPr>
          <a:xfrm>
            <a:off x="329184" y="896112"/>
            <a:ext cx="11558016" cy="5596762"/>
          </a:xfrm>
        </p:spPr>
        <p:txBody>
          <a:bodyPr>
            <a:normAutofit/>
          </a:bodyPr>
          <a:lstStyle/>
          <a:p>
            <a:pPr marL="0" indent="0">
              <a:buNone/>
            </a:pPr>
            <a:r>
              <a:rPr lang="en-US" b="1" dirty="0"/>
              <a:t>3. Solar-Powered Motion Sensor Light</a:t>
            </a:r>
          </a:p>
          <a:p>
            <a:r>
              <a:rPr lang="en-US" b="1" dirty="0"/>
              <a:t>Idea</a:t>
            </a:r>
            <a:r>
              <a:rPr lang="en-US" dirty="0"/>
              <a:t>: Create a solar-powered version of the motion sensor light for outdoor use. </a:t>
            </a:r>
          </a:p>
          <a:p>
            <a:r>
              <a:rPr lang="en-US" b="1" dirty="0"/>
              <a:t>Benefit</a:t>
            </a:r>
            <a:r>
              <a:rPr lang="en-US" dirty="0"/>
              <a:t>: Harnessing solar energy reduces electricity costs and makes the system environmentally friendly.</a:t>
            </a:r>
          </a:p>
          <a:p>
            <a:pPr marL="0" indent="0">
              <a:buNone/>
            </a:pPr>
            <a:endParaRPr lang="en-US" b="1" dirty="0"/>
          </a:p>
          <a:p>
            <a:pPr marL="0" indent="0">
              <a:buNone/>
            </a:pPr>
            <a:r>
              <a:rPr lang="en-US" b="1" dirty="0"/>
              <a:t>4. Enhanced Security Features</a:t>
            </a:r>
          </a:p>
          <a:p>
            <a:r>
              <a:rPr lang="en-US" b="1" dirty="0"/>
              <a:t>Idea</a:t>
            </a:r>
            <a:r>
              <a:rPr lang="en-US" dirty="0"/>
              <a:t>: Incorporate additional security features, such as an alarm or notification system, that activates when motion is detected.</a:t>
            </a:r>
          </a:p>
          <a:p>
            <a:r>
              <a:rPr lang="en-US" dirty="0"/>
              <a:t> </a:t>
            </a:r>
            <a:r>
              <a:rPr lang="en-US" b="1" dirty="0"/>
              <a:t>Benefit</a:t>
            </a:r>
            <a:r>
              <a:rPr lang="en-US" dirty="0"/>
              <a:t>: Provides an added layer of security, alerting users to potential intruders in real-time.</a:t>
            </a:r>
          </a:p>
          <a:p>
            <a:endParaRPr lang="en-IN" dirty="0"/>
          </a:p>
        </p:txBody>
      </p:sp>
      <p:pic>
        <p:nvPicPr>
          <p:cNvPr id="9" name="Graphic 8" descr="Head with gears with solid fill">
            <a:extLst>
              <a:ext uri="{FF2B5EF4-FFF2-40B4-BE49-F238E27FC236}">
                <a16:creationId xmlns:a16="http://schemas.microsoft.com/office/drawing/2014/main" id="{52A4E09A-FF74-D6D4-F6EA-A4CEE045CE2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42303" y="517526"/>
            <a:ext cx="914400" cy="914400"/>
          </a:xfrm>
          <a:prstGeom prst="rect">
            <a:avLst/>
          </a:prstGeom>
        </p:spPr>
      </p:pic>
      <p:pic>
        <p:nvPicPr>
          <p:cNvPr id="11" name="Graphic 10" descr="Lightbulb and gear with solid fill">
            <a:extLst>
              <a:ext uri="{FF2B5EF4-FFF2-40B4-BE49-F238E27FC236}">
                <a16:creationId xmlns:a16="http://schemas.microsoft.com/office/drawing/2014/main" id="{DB3FF962-9F5B-C50E-C983-2992DA9182D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87788" y="3237293"/>
            <a:ext cx="914400" cy="914400"/>
          </a:xfrm>
          <a:prstGeom prst="rect">
            <a:avLst/>
          </a:prstGeom>
        </p:spPr>
      </p:pic>
    </p:spTree>
    <p:extLst>
      <p:ext uri="{BB962C8B-B14F-4D97-AF65-F5344CB8AC3E}">
        <p14:creationId xmlns:p14="http://schemas.microsoft.com/office/powerpoint/2010/main" val="17080563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EE247-3F65-B614-D89F-15993689DA28}"/>
              </a:ext>
            </a:extLst>
          </p:cNvPr>
          <p:cNvSpPr>
            <a:spLocks noGrp="1"/>
          </p:cNvSpPr>
          <p:nvPr>
            <p:ph type="title"/>
          </p:nvPr>
        </p:nvSpPr>
        <p:spPr>
          <a:xfrm>
            <a:off x="765048" y="218821"/>
            <a:ext cx="10329672" cy="348107"/>
          </a:xfrm>
        </p:spPr>
        <p:txBody>
          <a:bodyPr>
            <a:normAutofit fontScale="90000"/>
          </a:bodyPr>
          <a:lstStyle/>
          <a:p>
            <a:endParaRPr lang="en-IN"/>
          </a:p>
        </p:txBody>
      </p:sp>
      <p:sp>
        <p:nvSpPr>
          <p:cNvPr id="3" name="Content Placeholder 2">
            <a:extLst>
              <a:ext uri="{FF2B5EF4-FFF2-40B4-BE49-F238E27FC236}">
                <a16:creationId xmlns:a16="http://schemas.microsoft.com/office/drawing/2014/main" id="{3B1B47E8-AF09-72CD-636C-C2763A6743C7}"/>
              </a:ext>
            </a:extLst>
          </p:cNvPr>
          <p:cNvSpPr>
            <a:spLocks noGrp="1"/>
          </p:cNvSpPr>
          <p:nvPr>
            <p:ph idx="1"/>
          </p:nvPr>
        </p:nvSpPr>
        <p:spPr>
          <a:xfrm>
            <a:off x="219456" y="758952"/>
            <a:ext cx="11814048" cy="5788152"/>
          </a:xfrm>
        </p:spPr>
        <p:txBody>
          <a:bodyPr>
            <a:normAutofit/>
          </a:bodyPr>
          <a:lstStyle/>
          <a:p>
            <a:r>
              <a:rPr lang="en-US" b="1" dirty="0"/>
              <a:t>5. Compact and Aesthetic Design</a:t>
            </a:r>
          </a:p>
          <a:p>
            <a:r>
              <a:rPr lang="en-US" b="1" dirty="0"/>
              <a:t>Idea</a:t>
            </a:r>
            <a:r>
              <a:rPr lang="en-US" dirty="0"/>
              <a:t>: Focus on creating a sleek, compact, and aesthetically pleasing design for the motion sensor light. </a:t>
            </a:r>
          </a:p>
          <a:p>
            <a:r>
              <a:rPr lang="en-US" b="1" dirty="0"/>
              <a:t>Benefit</a:t>
            </a:r>
            <a:r>
              <a:rPr lang="en-US" dirty="0"/>
              <a:t>: Ensures the light blends seamlessly with various interior and exterior decors, enhancing user satisfaction.</a:t>
            </a:r>
          </a:p>
          <a:p>
            <a:endParaRPr lang="en-US" dirty="0"/>
          </a:p>
          <a:p>
            <a:r>
              <a:rPr lang="en-US" b="1" dirty="0"/>
              <a:t>6. Long-Range Detection</a:t>
            </a:r>
          </a:p>
          <a:p>
            <a:r>
              <a:rPr lang="en-US" b="1" dirty="0"/>
              <a:t>Idea</a:t>
            </a:r>
            <a:r>
              <a:rPr lang="en-US" dirty="0"/>
              <a:t>: Equip the motion sensor light with a long-range detection capability to cover larger areas effectively. </a:t>
            </a:r>
          </a:p>
          <a:p>
            <a:r>
              <a:rPr lang="en-US" b="1" dirty="0"/>
              <a:t>Benefit</a:t>
            </a:r>
            <a:r>
              <a:rPr lang="en-US" dirty="0"/>
              <a:t>: Ideal for expansive spaces like parking lots, warehouses, and large yards, providing comprehensive coverage.</a:t>
            </a:r>
          </a:p>
          <a:p>
            <a:endParaRPr lang="en-IN" dirty="0"/>
          </a:p>
        </p:txBody>
      </p:sp>
      <p:pic>
        <p:nvPicPr>
          <p:cNvPr id="6" name="Graphic 5" descr="Bullseye with solid fill">
            <a:extLst>
              <a:ext uri="{FF2B5EF4-FFF2-40B4-BE49-F238E27FC236}">
                <a16:creationId xmlns:a16="http://schemas.microsoft.com/office/drawing/2014/main" id="{1639FE8A-B1F4-7AEE-7234-88EDA53E922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25788" y="3195828"/>
            <a:ext cx="914400" cy="914400"/>
          </a:xfrm>
          <a:prstGeom prst="rect">
            <a:avLst/>
          </a:prstGeom>
        </p:spPr>
      </p:pic>
      <p:pic>
        <p:nvPicPr>
          <p:cNvPr id="9" name="Graphic 8" descr="Home with solid fill">
            <a:extLst>
              <a:ext uri="{FF2B5EF4-FFF2-40B4-BE49-F238E27FC236}">
                <a16:creationId xmlns:a16="http://schemas.microsoft.com/office/drawing/2014/main" id="{C40A8233-62FA-6809-6540-653D1302192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934097" y="369077"/>
            <a:ext cx="914400" cy="914400"/>
          </a:xfrm>
          <a:prstGeom prst="rect">
            <a:avLst/>
          </a:prstGeom>
        </p:spPr>
      </p:pic>
    </p:spTree>
    <p:extLst>
      <p:ext uri="{BB962C8B-B14F-4D97-AF65-F5344CB8AC3E}">
        <p14:creationId xmlns:p14="http://schemas.microsoft.com/office/powerpoint/2010/main" val="29156847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69D79-DF56-578D-3470-A087DADA7F98}"/>
              </a:ext>
            </a:extLst>
          </p:cNvPr>
          <p:cNvSpPr>
            <a:spLocks noGrp="1"/>
          </p:cNvSpPr>
          <p:nvPr>
            <p:ph type="title"/>
          </p:nvPr>
        </p:nvSpPr>
        <p:spPr>
          <a:xfrm>
            <a:off x="838200" y="136526"/>
            <a:ext cx="10238232" cy="315912"/>
          </a:xfrm>
        </p:spPr>
        <p:txBody>
          <a:bodyPr>
            <a:normAutofit fontScale="90000"/>
          </a:bodyPr>
          <a:lstStyle/>
          <a:p>
            <a:endParaRPr lang="en-IN"/>
          </a:p>
        </p:txBody>
      </p:sp>
      <p:sp>
        <p:nvSpPr>
          <p:cNvPr id="3" name="Content Placeholder 2">
            <a:extLst>
              <a:ext uri="{FF2B5EF4-FFF2-40B4-BE49-F238E27FC236}">
                <a16:creationId xmlns:a16="http://schemas.microsoft.com/office/drawing/2014/main" id="{233F1391-D349-2CAE-CE6F-3A503600A934}"/>
              </a:ext>
            </a:extLst>
          </p:cNvPr>
          <p:cNvSpPr>
            <a:spLocks noGrp="1"/>
          </p:cNvSpPr>
          <p:nvPr>
            <p:ph idx="1"/>
          </p:nvPr>
        </p:nvSpPr>
        <p:spPr>
          <a:xfrm>
            <a:off x="155448" y="731520"/>
            <a:ext cx="11841480" cy="5843016"/>
          </a:xfrm>
        </p:spPr>
        <p:txBody>
          <a:bodyPr/>
          <a:lstStyle/>
          <a:p>
            <a:r>
              <a:rPr lang="en-US" b="1" dirty="0"/>
              <a:t>7. Multi-Sensor Integration</a:t>
            </a:r>
          </a:p>
          <a:p>
            <a:r>
              <a:rPr lang="en-US" b="1" dirty="0"/>
              <a:t>Idea</a:t>
            </a:r>
            <a:r>
              <a:rPr lang="en-US" dirty="0"/>
              <a:t>: Combine multiple sensors (e.g., PIR, microwave) to improve detection accuracy and reliability.</a:t>
            </a:r>
          </a:p>
          <a:p>
            <a:r>
              <a:rPr lang="en-US" dirty="0"/>
              <a:t> </a:t>
            </a:r>
            <a:r>
              <a:rPr lang="en-US" b="1" dirty="0"/>
              <a:t>Benefit</a:t>
            </a:r>
            <a:r>
              <a:rPr lang="en-US" dirty="0"/>
              <a:t>: Reduces the likelihood of false positives and ensures the light activates only when necessary.</a:t>
            </a:r>
          </a:p>
          <a:p>
            <a:endParaRPr lang="en-US" dirty="0"/>
          </a:p>
          <a:p>
            <a:r>
              <a:rPr lang="en-US" b="1" dirty="0"/>
              <a:t>8. User-Friendly Installation Kit</a:t>
            </a:r>
          </a:p>
          <a:p>
            <a:r>
              <a:rPr lang="en-US" b="1" dirty="0"/>
              <a:t>Idea</a:t>
            </a:r>
            <a:r>
              <a:rPr lang="en-US" dirty="0"/>
              <a:t>: Include an installation kit with clear instructions and all necessary components for easy setup. </a:t>
            </a:r>
          </a:p>
          <a:p>
            <a:r>
              <a:rPr lang="en-US" b="1" dirty="0"/>
              <a:t>Benefit</a:t>
            </a:r>
            <a:r>
              <a:rPr lang="en-US" dirty="0"/>
              <a:t>: Simplifies the installation process, making it accessible to users with varying technical skills.</a:t>
            </a:r>
          </a:p>
          <a:p>
            <a:endParaRPr lang="en-IN" dirty="0"/>
          </a:p>
        </p:txBody>
      </p:sp>
      <p:pic>
        <p:nvPicPr>
          <p:cNvPr id="7" name="Graphic 6" descr="Brain with solid fill">
            <a:extLst>
              <a:ext uri="{FF2B5EF4-FFF2-40B4-BE49-F238E27FC236}">
                <a16:creationId xmlns:a16="http://schemas.microsoft.com/office/drawing/2014/main" id="{6ADF5898-0AC1-94EA-8DD5-F1F1BEBC34C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00116" y="3195828"/>
            <a:ext cx="914400" cy="914400"/>
          </a:xfrm>
          <a:prstGeom prst="rect">
            <a:avLst/>
          </a:prstGeom>
        </p:spPr>
      </p:pic>
      <p:pic>
        <p:nvPicPr>
          <p:cNvPr id="6" name="Graphic 5" descr="Clapping hands with solid fill">
            <a:extLst>
              <a:ext uri="{FF2B5EF4-FFF2-40B4-BE49-F238E27FC236}">
                <a16:creationId xmlns:a16="http://schemas.microsoft.com/office/drawing/2014/main" id="{028146AE-2D20-F9DE-E7EC-7CD672144C5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796119" y="312992"/>
            <a:ext cx="914400" cy="914400"/>
          </a:xfrm>
          <a:prstGeom prst="rect">
            <a:avLst/>
          </a:prstGeom>
        </p:spPr>
      </p:pic>
    </p:spTree>
    <p:extLst>
      <p:ext uri="{BB962C8B-B14F-4D97-AF65-F5344CB8AC3E}">
        <p14:creationId xmlns:p14="http://schemas.microsoft.com/office/powerpoint/2010/main" val="28702571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D2C2C-332B-A313-215B-620E3746EF6A}"/>
              </a:ext>
            </a:extLst>
          </p:cNvPr>
          <p:cNvSpPr>
            <a:spLocks noGrp="1"/>
          </p:cNvSpPr>
          <p:nvPr>
            <p:ph type="title"/>
          </p:nvPr>
        </p:nvSpPr>
        <p:spPr/>
        <p:txBody>
          <a:bodyPr/>
          <a:lstStyle/>
          <a:p>
            <a:r>
              <a:rPr lang="en-US" dirty="0"/>
              <a:t>PROTOTYPE</a:t>
            </a:r>
            <a:endParaRPr lang="en-IN" dirty="0"/>
          </a:p>
        </p:txBody>
      </p:sp>
      <p:sp>
        <p:nvSpPr>
          <p:cNvPr id="3" name="Content Placeholder 2">
            <a:extLst>
              <a:ext uri="{FF2B5EF4-FFF2-40B4-BE49-F238E27FC236}">
                <a16:creationId xmlns:a16="http://schemas.microsoft.com/office/drawing/2014/main" id="{32FFF90E-1C87-7C54-5D6B-1483EAB1D38D}"/>
              </a:ext>
            </a:extLst>
          </p:cNvPr>
          <p:cNvSpPr>
            <a:spLocks noGrp="1"/>
          </p:cNvSpPr>
          <p:nvPr>
            <p:ph idx="1"/>
          </p:nvPr>
        </p:nvSpPr>
        <p:spPr/>
        <p:txBody>
          <a:bodyPr/>
          <a:lstStyle/>
          <a:p>
            <a:r>
              <a:rPr lang="en-US" dirty="0"/>
              <a:t>Our motion sensor prototype is designed using a breadboard, jumper wires, an Arduino board, a PIR motion sensor, and an LED. We connected the components to create a circuit where the PIR sensor detects motion and sends a signal to the Arduino board. The board then processes the signal and activates the LED, demonstrating the motion detection functionality. This setup showcases a simple yet effective implementation of motion-sensing technology using readily available components.</a:t>
            </a:r>
            <a:endParaRPr lang="en-IN" dirty="0"/>
          </a:p>
        </p:txBody>
      </p:sp>
    </p:spTree>
    <p:extLst>
      <p:ext uri="{BB962C8B-B14F-4D97-AF65-F5344CB8AC3E}">
        <p14:creationId xmlns:p14="http://schemas.microsoft.com/office/powerpoint/2010/main" val="3248836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CF114E3-9FD1-593F-B315-BA5039B5C710}"/>
              </a:ext>
            </a:extLst>
          </p:cNvPr>
          <p:cNvPicPr>
            <a:picLocks noChangeAspect="1"/>
          </p:cNvPicPr>
          <p:nvPr/>
        </p:nvPicPr>
        <p:blipFill>
          <a:blip r:embed="rId2"/>
          <a:stretch>
            <a:fillRect/>
          </a:stretch>
        </p:blipFill>
        <p:spPr>
          <a:xfrm rot="16200000">
            <a:off x="2711534" y="-1458807"/>
            <a:ext cx="6811603" cy="9729216"/>
          </a:xfrm>
          <a:prstGeom prst="rect">
            <a:avLst/>
          </a:prstGeom>
        </p:spPr>
      </p:pic>
    </p:spTree>
    <p:extLst>
      <p:ext uri="{BB962C8B-B14F-4D97-AF65-F5344CB8AC3E}">
        <p14:creationId xmlns:p14="http://schemas.microsoft.com/office/powerpoint/2010/main" val="9724225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E81F6-FC0F-A991-CC24-352121CF7612}"/>
              </a:ext>
            </a:extLst>
          </p:cNvPr>
          <p:cNvSpPr>
            <a:spLocks noGrp="1"/>
          </p:cNvSpPr>
          <p:nvPr>
            <p:ph type="title"/>
          </p:nvPr>
        </p:nvSpPr>
        <p:spPr/>
        <p:txBody>
          <a:bodyPr/>
          <a:lstStyle/>
          <a:p>
            <a:r>
              <a:rPr lang="en-US"/>
              <a:t>CONCLUSION</a:t>
            </a:r>
            <a:endParaRPr lang="en-IN"/>
          </a:p>
        </p:txBody>
      </p:sp>
      <p:sp>
        <p:nvSpPr>
          <p:cNvPr id="3" name="Content Placeholder 2">
            <a:extLst>
              <a:ext uri="{FF2B5EF4-FFF2-40B4-BE49-F238E27FC236}">
                <a16:creationId xmlns:a16="http://schemas.microsoft.com/office/drawing/2014/main" id="{7B942C50-714A-8777-7D44-D83F8D83D568}"/>
              </a:ext>
            </a:extLst>
          </p:cNvPr>
          <p:cNvSpPr>
            <a:spLocks noGrp="1"/>
          </p:cNvSpPr>
          <p:nvPr>
            <p:ph idx="1"/>
          </p:nvPr>
        </p:nvSpPr>
        <p:spPr>
          <a:xfrm>
            <a:off x="332509" y="1524001"/>
            <a:ext cx="11720946" cy="4525818"/>
          </a:xfrm>
        </p:spPr>
        <p:txBody>
          <a:bodyPr/>
          <a:lstStyle/>
          <a:p>
            <a:r>
              <a:rPr lang="en-US" dirty="0"/>
              <a:t>Creating a motion sensor light prototype means addressing user needs and solving their pain points. We learned that users often struggle with high energy bills, complex installations, and inconsistent detection.</a:t>
            </a:r>
          </a:p>
          <a:p>
            <a:r>
              <a:rPr lang="en-US" dirty="0"/>
              <a:t>In the ideation phase, we came up with innovative solutions like adjustable sensitivity settings, solar power, and smart home integration.</a:t>
            </a:r>
          </a:p>
          <a:p>
            <a:r>
              <a:rPr lang="en-US" dirty="0"/>
              <a:t>The goal is to design a reliable, energy-efficient, and easy-to-install motion sensor light that automatically turns on with motion and off after inactivity, providing convenience, safety, and energy savings.</a:t>
            </a:r>
          </a:p>
          <a:p>
            <a:r>
              <a:rPr lang="en-US" dirty="0"/>
              <a:t>By focusing on these aspects, we aim to deliver a practical and user-friendly lighting solution. </a:t>
            </a:r>
          </a:p>
          <a:p>
            <a:endParaRPr lang="en-IN" dirty="0"/>
          </a:p>
        </p:txBody>
      </p:sp>
      <p:pic>
        <p:nvPicPr>
          <p:cNvPr id="12" name="Picture 11" descr="Stopwatch">
            <a:extLst>
              <a:ext uri="{FF2B5EF4-FFF2-40B4-BE49-F238E27FC236}">
                <a16:creationId xmlns:a16="http://schemas.microsoft.com/office/drawing/2014/main" id="{3FB8EDF0-2A0D-9194-EB24-E98D5B5329F6}"/>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193326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A8FC-DAC2-2D41-27D9-2A9E6F843414}"/>
              </a:ext>
            </a:extLst>
          </p:cNvPr>
          <p:cNvSpPr>
            <a:spLocks noGrp="1"/>
          </p:cNvSpPr>
          <p:nvPr>
            <p:ph type="title"/>
          </p:nvPr>
        </p:nvSpPr>
        <p:spPr/>
        <p:txBody>
          <a:bodyPr/>
          <a:lstStyle/>
          <a:p>
            <a:r>
              <a:rPr lang="en-US"/>
              <a:t>REFERENCES</a:t>
            </a:r>
            <a:endParaRPr lang="en-IN"/>
          </a:p>
        </p:txBody>
      </p:sp>
      <p:sp>
        <p:nvSpPr>
          <p:cNvPr id="3" name="Content Placeholder 2">
            <a:extLst>
              <a:ext uri="{FF2B5EF4-FFF2-40B4-BE49-F238E27FC236}">
                <a16:creationId xmlns:a16="http://schemas.microsoft.com/office/drawing/2014/main" id="{0144CA89-9382-A103-00FA-B3C45957B066}"/>
              </a:ext>
            </a:extLst>
          </p:cNvPr>
          <p:cNvSpPr>
            <a:spLocks noGrp="1"/>
          </p:cNvSpPr>
          <p:nvPr>
            <p:ph idx="1"/>
          </p:nvPr>
        </p:nvSpPr>
        <p:spPr/>
        <p:txBody>
          <a:bodyPr/>
          <a:lstStyle/>
          <a:p>
            <a:r>
              <a:rPr lang="en-IN" dirty="0">
                <a:hlinkClick r:id="rId2"/>
              </a:rPr>
              <a:t>https://circuitdigest.com/microcontroller-projects/how-to-build-pir-motion-sensor-light</a:t>
            </a:r>
          </a:p>
          <a:p>
            <a:r>
              <a:rPr lang="en-IN" dirty="0">
                <a:hlinkClick r:id="rId2"/>
              </a:rPr>
              <a:t>https://www.instructables.com/PIR-sensor-with-LED-for-Beginners/</a:t>
            </a:r>
          </a:p>
          <a:p>
            <a:r>
              <a:rPr lang="en-IN" dirty="0"/>
              <a:t>Wikipedia</a:t>
            </a:r>
          </a:p>
          <a:p>
            <a:r>
              <a:rPr lang="en-IN" dirty="0"/>
              <a:t>Design Thinking in the classroom by David Lee</a:t>
            </a:r>
          </a:p>
          <a:p>
            <a:r>
              <a:rPr lang="en-IN" dirty="0">
                <a:hlinkClick r:id="rId3"/>
              </a:rPr>
              <a:t>https://forum.arduino.cc/t/motion-sensor-that-lights-a-led/1156262</a:t>
            </a:r>
            <a:endParaRPr lang="en-IN" dirty="0"/>
          </a:p>
          <a:p>
            <a:endParaRPr lang="en-IN" dirty="0"/>
          </a:p>
        </p:txBody>
      </p:sp>
    </p:spTree>
    <p:extLst>
      <p:ext uri="{BB962C8B-B14F-4D97-AF65-F5344CB8AC3E}">
        <p14:creationId xmlns:p14="http://schemas.microsoft.com/office/powerpoint/2010/main" val="13704099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chalkboard with a message on it&#10;&#10;Description automatically generated">
            <a:extLst>
              <a:ext uri="{FF2B5EF4-FFF2-40B4-BE49-F238E27FC236}">
                <a16:creationId xmlns:a16="http://schemas.microsoft.com/office/drawing/2014/main" id="{0584FBDB-C1F7-7BE6-14CB-C1DE25519FA1}"/>
              </a:ext>
            </a:extLst>
          </p:cNvPr>
          <p:cNvPicPr>
            <a:picLocks noChangeAspect="1"/>
          </p:cNvPicPr>
          <p:nvPr/>
        </p:nvPicPr>
        <p:blipFill>
          <a:blip r:embed="rId2">
            <a:extLst>
              <a:ext uri="{837473B0-CC2E-450A-ABE3-18F120FF3D39}">
                <a1611:picAttrSrcUrl xmlns:a1611="http://schemas.microsoft.com/office/drawing/2016/11/main" r:id="rId3"/>
              </a:ext>
            </a:extLst>
          </a:blip>
          <a:srcRect r="23298" b="9091"/>
          <a:stretch/>
        </p:blipFill>
        <p:spPr>
          <a:xfrm>
            <a:off x="3523488" y="10"/>
            <a:ext cx="8668512" cy="6857990"/>
          </a:xfrm>
          <a:prstGeom prst="rect">
            <a:avLst/>
          </a:prstGeom>
          <a:ln>
            <a:noFill/>
          </a:ln>
          <a:effectLst>
            <a:softEdge rad="112500"/>
          </a:effectLst>
        </p:spPr>
      </p:pic>
      <p:sp>
        <p:nvSpPr>
          <p:cNvPr id="11" name="Rectangle 10">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6B87479-6338-5A84-9AD6-FE4187F522CD}"/>
              </a:ext>
            </a:extLst>
          </p:cNvPr>
          <p:cNvSpPr txBox="1"/>
          <p:nvPr/>
        </p:nvSpPr>
        <p:spPr>
          <a:xfrm>
            <a:off x="477981" y="1122363"/>
            <a:ext cx="4023360" cy="3204134"/>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4800" b="1" i="1">
                <a:latin typeface="+mj-lt"/>
                <a:ea typeface="+mj-ea"/>
                <a:cs typeface="+mj-cs"/>
              </a:rPr>
              <a:t>THANK YOU FOR LISTENING!!</a:t>
            </a: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0593950"/>
      </p:ext>
    </p:extLst>
  </p:cSld>
  <p:clrMapOvr>
    <a:masterClrMapping/>
  </p:clrMapOvr>
  <p:transition spd="slow">
    <p:randomBar dir="ver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4388</TotalTime>
  <Words>1882</Words>
  <Application>Microsoft Office PowerPoint</Application>
  <PresentationFormat>Widescreen</PresentationFormat>
  <Paragraphs>157</Paragraphs>
  <Slides>26</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26</vt:i4>
      </vt:variant>
    </vt:vector>
  </HeadingPairs>
  <TitlesOfParts>
    <vt:vector size="35" baseType="lpstr">
      <vt:lpstr>Aptos</vt:lpstr>
      <vt:lpstr>Aptos Display</vt:lpstr>
      <vt:lpstr>Arial</vt:lpstr>
      <vt:lpstr>Calibri</vt:lpstr>
      <vt:lpstr>Calibri Light</vt:lpstr>
      <vt:lpstr>Times New Roman</vt:lpstr>
      <vt:lpstr>Wingdings</vt:lpstr>
      <vt:lpstr>Office Theme</vt:lpstr>
      <vt:lpstr>1_Office Theme</vt:lpstr>
      <vt:lpstr>PowerPoint Presentation</vt:lpstr>
      <vt:lpstr>INTRODUCTION</vt:lpstr>
      <vt:lpstr>How does solving this problem benefit us?</vt:lpstr>
      <vt:lpstr>EMPATHY PHASE</vt:lpstr>
      <vt:lpstr>TARGET USERS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DEFINE PHASE</vt:lpstr>
      <vt:lpstr>PROBLEM STATEMENT</vt:lpstr>
      <vt:lpstr>PowerPoint Presentation</vt:lpstr>
      <vt:lpstr>IDEATE PHASE</vt:lpstr>
      <vt:lpstr>PowerPoint Presentation</vt:lpstr>
      <vt:lpstr>PowerPoint Presentation</vt:lpstr>
      <vt:lpstr>PowerPoint Presentation</vt:lpstr>
      <vt:lpstr>PowerPoint Presentation</vt:lpstr>
      <vt:lpstr>PROTOTYPE</vt:lpstr>
      <vt:lpstr>PowerPoint Presentation</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Eesha Kulkarni</dc:creator>
  <cp:lastModifiedBy>mukulprasad958@gmail.com</cp:lastModifiedBy>
  <cp:revision>4</cp:revision>
  <dcterms:created xsi:type="dcterms:W3CDTF">2024-12-14T09:13:33Z</dcterms:created>
  <dcterms:modified xsi:type="dcterms:W3CDTF">2025-06-11T16:43:05Z</dcterms:modified>
</cp:coreProperties>
</file>