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89" r:id="rId4"/>
    <p:sldId id="281" r:id="rId5"/>
    <p:sldId id="287" r:id="rId6"/>
    <p:sldId id="288" r:id="rId7"/>
    <p:sldId id="290" r:id="rId8"/>
    <p:sldId id="283" r:id="rId9"/>
    <p:sldId id="291" r:id="rId10"/>
    <p:sldId id="284" r:id="rId11"/>
    <p:sldId id="285" r:id="rId12"/>
    <p:sldId id="286" r:id="rId13"/>
    <p:sldId id="292" r:id="rId14"/>
    <p:sldId id="293" r:id="rId15"/>
    <p:sldId id="294" r:id="rId16"/>
    <p:sldId id="295" r:id="rId17"/>
    <p:sldId id="28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4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94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4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69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58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37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7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80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95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7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5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57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34207"/>
            <a:ext cx="9144000" cy="2121755"/>
          </a:xfrm>
        </p:spPr>
        <p:txBody>
          <a:bodyPr>
            <a:normAutofit fontScale="90000"/>
          </a:bodyPr>
          <a:lstStyle/>
          <a:p>
            <a:br>
              <a:rPr kumimoji="0" lang="en-US" sz="3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n-US" sz="3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Communicative English  </a:t>
            </a:r>
            <a:b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Faculty – Dr. Kiran Magavi</a:t>
            </a:r>
            <a:b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Department – Humanities and Social Sciences</a:t>
            </a:r>
            <a:r>
              <a:rPr lang="en-US" sz="5400" dirty="0"/>
              <a:t>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Presentation Strategies 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812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5BE81-3B19-460C-9FA2-363025B49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presentation skills?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B298A-737D-4F6D-ABED-B7F6BBF59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99314"/>
          </a:xfrm>
        </p:spPr>
        <p:txBody>
          <a:bodyPr/>
          <a:lstStyle/>
          <a:p>
            <a:r>
              <a:rPr lang="en-US" dirty="0"/>
              <a:t>Presentation skills can be defined as a set of abilities that enable an individual to: </a:t>
            </a:r>
          </a:p>
          <a:p>
            <a:r>
              <a:rPr lang="en-US" dirty="0"/>
              <a:t>interact with the audience</a:t>
            </a:r>
          </a:p>
          <a:p>
            <a:r>
              <a:rPr lang="en-US" dirty="0"/>
              <a:t> transmit the messages with clarity</a:t>
            </a:r>
          </a:p>
          <a:p>
            <a:r>
              <a:rPr lang="en-US" dirty="0"/>
              <a:t>engage the audience in the presentation</a:t>
            </a:r>
          </a:p>
          <a:p>
            <a:r>
              <a:rPr lang="en-US" dirty="0"/>
              <a:t>and interpret and understand the mindsets of the listeners.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2552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A840F-4388-494A-96D9-28722ED73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Points to ponder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F7CBC-0FC2-43E8-9422-C0B07B90C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do we need to know how to present information?</a:t>
            </a:r>
          </a:p>
          <a:p>
            <a:r>
              <a:rPr lang="en-US" dirty="0"/>
              <a:t> Public speaking is commonly feared by many people.</a:t>
            </a:r>
          </a:p>
          <a:p>
            <a:r>
              <a:rPr lang="en-US" dirty="0"/>
              <a:t> It can be a nerve-racking experience, but anxiety can be minimized. </a:t>
            </a:r>
          </a:p>
          <a:p>
            <a:r>
              <a:rPr lang="en-US" dirty="0"/>
              <a:t>Skills to be a good presenter can be developed with preparation and practice. 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*Preparation is key*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2258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5EAAE-1934-4F1A-9EDC-3C26E94B3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4 types of presentation?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21678-FC7D-4934-AB33-84AC40D68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Informative – the purpose is to transmit information on a particular subject</a:t>
            </a:r>
          </a:p>
          <a:p>
            <a:r>
              <a:rPr lang="en-US" dirty="0"/>
              <a:t>Instructional - the purpose is to give specific directions or orders</a:t>
            </a:r>
          </a:p>
          <a:p>
            <a:r>
              <a:rPr lang="en-US" dirty="0"/>
              <a:t>Persuasive/ motivational – the purpose is to urge and encourage</a:t>
            </a:r>
          </a:p>
          <a:p>
            <a:r>
              <a:rPr lang="en-US" dirty="0"/>
              <a:t>Decision-making – the purpose is to enable to decide a or arrive at a  decision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718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EBA0-DB44-4901-A528-A4D0368E6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Think about these 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69EEF-A696-42A8-8419-3579097D6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What makes a bad presentation?</a:t>
            </a:r>
          </a:p>
          <a:p>
            <a:r>
              <a:rPr lang="en-US" dirty="0"/>
              <a:t>What makes a good presentation?</a:t>
            </a:r>
          </a:p>
          <a:p>
            <a:r>
              <a:rPr lang="en-US" dirty="0"/>
              <a:t> What makes an outstanding presentation?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4767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D003F-B6EE-4AEB-BCBA-01EDEDB74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4 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3A603-2267-4E04-906C-273167959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1. Plan</a:t>
            </a:r>
          </a:p>
          <a:p>
            <a:r>
              <a:rPr lang="en-US" dirty="0"/>
              <a:t>2. Prepare</a:t>
            </a:r>
          </a:p>
          <a:p>
            <a:r>
              <a:rPr lang="en-US" dirty="0"/>
              <a:t>3. Practice</a:t>
            </a:r>
          </a:p>
          <a:p>
            <a:r>
              <a:rPr lang="en-US" dirty="0"/>
              <a:t>4. Present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0889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DA914-8B04-4083-93DF-3382F817D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539"/>
            <a:ext cx="10515600" cy="59384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                                          Aspects of planning </a:t>
            </a:r>
          </a:p>
          <a:p>
            <a:r>
              <a:rPr lang="en-US" dirty="0"/>
              <a:t>Purpose</a:t>
            </a:r>
          </a:p>
          <a:p>
            <a:r>
              <a:rPr lang="en-US" dirty="0"/>
              <a:t> Audience</a:t>
            </a:r>
          </a:p>
          <a:p>
            <a:r>
              <a:rPr lang="en-US" dirty="0"/>
              <a:t> Structure</a:t>
            </a:r>
          </a:p>
          <a:p>
            <a:pPr marL="0" indent="0">
              <a:buNone/>
            </a:pPr>
            <a:r>
              <a:rPr lang="en-US" dirty="0"/>
              <a:t>                                           Audience Analysis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In what is the audience interested?</a:t>
            </a:r>
          </a:p>
          <a:p>
            <a:pPr marL="514350" indent="-514350">
              <a:buAutoNum type="arabicPeriod"/>
            </a:pPr>
            <a:r>
              <a:rPr lang="en-US" dirty="0"/>
              <a:t> What does the audience want?</a:t>
            </a:r>
          </a:p>
          <a:p>
            <a:pPr marL="514350" indent="-514350">
              <a:buAutoNum type="arabicPeriod"/>
            </a:pPr>
            <a:r>
              <a:rPr lang="en-US" dirty="0"/>
              <a:t>What does the audience already know?</a:t>
            </a:r>
          </a:p>
          <a:p>
            <a:pPr marL="514350" indent="-514350">
              <a:buAutoNum type="arabicPeriod"/>
            </a:pPr>
            <a:r>
              <a:rPr lang="en-US" dirty="0"/>
              <a:t>What does the audience need to know?</a:t>
            </a:r>
          </a:p>
          <a:p>
            <a:pPr marL="514350" indent="-514350">
              <a:buAutoNum type="arabicPeriod"/>
            </a:pPr>
            <a:r>
              <a:rPr lang="en-US" dirty="0"/>
              <a:t>What does the audience expect from this presentation?</a:t>
            </a:r>
          </a:p>
          <a:p>
            <a:pPr marL="514350" indent="-514350">
              <a:buAutoNum type="arabicPeriod"/>
            </a:pPr>
            <a:r>
              <a:rPr lang="en-US" dirty="0"/>
              <a:t>How will the audience benefit from this presentation?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7093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62560-9D93-4D06-83A4-9F03D5564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/>
          <a:lstStyle/>
          <a:p>
            <a:r>
              <a:rPr lang="en-IN" dirty="0"/>
              <a:t>. Planning and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24A9E-D4C7-498D-9281-F3D5F52D3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51722"/>
            <a:ext cx="10850217" cy="54068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Preparing a presentation is thinking about the needs of your audience.</a:t>
            </a:r>
          </a:p>
          <a:p>
            <a:r>
              <a:rPr lang="en-US" dirty="0"/>
              <a:t>Answering these questions will influence what information to include and how to best deliver it. </a:t>
            </a:r>
          </a:p>
          <a:p>
            <a:r>
              <a:rPr lang="en-US" dirty="0"/>
              <a:t>The next step is to identify key talking points and build your presentation around those main points. </a:t>
            </a:r>
          </a:p>
          <a:p>
            <a:r>
              <a:rPr lang="en-US" dirty="0"/>
              <a:t>Remember, the audience came to learn something, so ask yourself, “If people learn something new from this presentation, what would it be?” and go from there.</a:t>
            </a:r>
          </a:p>
          <a:p>
            <a:r>
              <a:rPr lang="en-US" dirty="0"/>
              <a:t>Studies show that people retain little of what they see and hear. Listeners can easily lose the flow of a presentation jam-packed with raw data, so use visual aids to illustrate your points. </a:t>
            </a:r>
          </a:p>
          <a:p>
            <a:r>
              <a:rPr lang="en-US" dirty="0"/>
              <a:t>Vocal repetition and visual reinforcement help a great deal with retention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1390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E3F4-B8DE-4430-9420-AE7B3A664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1061"/>
            <a:ext cx="10515600" cy="580590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Opening </a:t>
            </a:r>
          </a:p>
          <a:p>
            <a:r>
              <a:rPr lang="en-US" dirty="0"/>
              <a:t>the first few minutes are critical for success</a:t>
            </a:r>
          </a:p>
          <a:p>
            <a:r>
              <a:rPr lang="en-US" dirty="0"/>
              <a:t>Carefully design and master this while practicing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 Good first impression</a:t>
            </a:r>
          </a:p>
          <a:p>
            <a:r>
              <a:rPr lang="en-US" dirty="0"/>
              <a:t>Rehearse well, but use natural speech and no reading, only refer</a:t>
            </a:r>
          </a:p>
          <a:p>
            <a:r>
              <a:rPr lang="en-US" dirty="0"/>
              <a:t> Get attention </a:t>
            </a:r>
          </a:p>
          <a:p>
            <a:r>
              <a:rPr lang="en-US" dirty="0"/>
              <a:t>Shock, humor, question, story, statistics</a:t>
            </a:r>
          </a:p>
          <a:p>
            <a:r>
              <a:rPr lang="en-US" dirty="0"/>
              <a:t> Be enthusiastic</a:t>
            </a:r>
          </a:p>
          <a:p>
            <a:r>
              <a:rPr lang="en-US" dirty="0"/>
              <a:t> Motivate audience to listen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0036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EE1A8-55DB-489A-9EB3-B104C778D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7570"/>
          </a:xfrm>
        </p:spPr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C65C2-88DB-4C92-8492-22C095C02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462"/>
            <a:ext cx="10515600" cy="52074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 can create a beautiful slide show and have strong data surrounding your speaking points, but without practice, the presentation is at risk of falling flat. </a:t>
            </a:r>
          </a:p>
          <a:p>
            <a:r>
              <a:rPr lang="en-US" dirty="0"/>
              <a:t>Presenters practice in a variety of ways: at home, alone, in front of a mirror, or in front of family. </a:t>
            </a:r>
          </a:p>
          <a:p>
            <a:r>
              <a:rPr lang="en-US" dirty="0"/>
              <a:t>In front of a video camera is the most effective.</a:t>
            </a:r>
          </a:p>
          <a:p>
            <a:r>
              <a:rPr lang="en-US" dirty="0"/>
              <a:t> Self-reflection or sharing the video with a peer-coach provides you with the greatest insight.</a:t>
            </a:r>
          </a:p>
          <a:p>
            <a:r>
              <a:rPr lang="en-US" dirty="0"/>
              <a:t>When you practice and review, pay attention to your facial expressions, voice, and body movements—and don’t be afraid to ask for feedback.</a:t>
            </a:r>
          </a:p>
          <a:p>
            <a:r>
              <a:rPr lang="en-US" dirty="0"/>
              <a:t> Practice the presentation as many times as you can so when it comes to the real deal you are as prepared as you can be!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5602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DF71F-9FC4-4128-B44A-5DC1CD45B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Projecting the right voice – it is an A/V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9B682-5D76-412A-9866-7DCC8A6CB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It’s common for presenters to focus more on the visuals and talking points as opposed to the auditory aspect of actually delivering the presentation.</a:t>
            </a:r>
          </a:p>
          <a:p>
            <a:r>
              <a:rPr lang="en-US" dirty="0"/>
              <a:t> Whether you are presenting to a room of 20 or 300, most people are unable to project with sufficient volume and still keep the message intelligible while presenting.</a:t>
            </a:r>
          </a:p>
          <a:p>
            <a:r>
              <a:rPr lang="en-US" dirty="0"/>
              <a:t> When the audience strains to hear the presenter, they become sidetracked.</a:t>
            </a:r>
          </a:p>
          <a:p>
            <a:r>
              <a:rPr lang="en-US" dirty="0"/>
              <a:t> You will see them busy on their smart device instead of being engaged.</a:t>
            </a:r>
          </a:p>
          <a:p>
            <a:r>
              <a:rPr lang="en-US" dirty="0"/>
              <a:t>Use an audio system when speaking to your audience.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666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AEC9B-F502-4738-8819-9E976E2CA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318"/>
          </a:xfrm>
        </p:spPr>
        <p:txBody>
          <a:bodyPr/>
          <a:lstStyle/>
          <a:p>
            <a:r>
              <a:rPr lang="en-IN" dirty="0"/>
              <a:t>Present  with Pace, Pitch, Pauses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02A80-8D06-4E29-AED1-867234DBF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974"/>
            <a:ext cx="10515600" cy="4811989"/>
          </a:xfrm>
        </p:spPr>
        <p:txBody>
          <a:bodyPr>
            <a:normAutofit fontScale="92500"/>
          </a:bodyPr>
          <a:lstStyle/>
          <a:p>
            <a:r>
              <a:rPr lang="en-US" dirty="0"/>
              <a:t>By varying your vocal volume, inflection, and pacing (and skillfully using pauses) you can avoid a dull, monotone delivery.</a:t>
            </a:r>
          </a:p>
          <a:p>
            <a:r>
              <a:rPr lang="en-US" dirty="0"/>
              <a:t> The speed of your presentation can help emphasize key points, build drama, and create excitement. </a:t>
            </a:r>
          </a:p>
          <a:p>
            <a:r>
              <a:rPr lang="en-US" dirty="0"/>
              <a:t>Pace can emphasize the importance of key words. </a:t>
            </a:r>
          </a:p>
          <a:p>
            <a:r>
              <a:rPr lang="en-US" dirty="0"/>
              <a:t>Controlling the pitch and tone of your voice helps control the emotional mood of the presentation and prevent you from sounding monotonous.</a:t>
            </a:r>
          </a:p>
          <a:p>
            <a:r>
              <a:rPr lang="en-US" dirty="0"/>
              <a:t>And while you should be meticulously prepared for what you are going to say, you should also smartly save periods of saying nothing at all.</a:t>
            </a:r>
          </a:p>
          <a:p>
            <a:r>
              <a:rPr lang="en-US" dirty="0"/>
              <a:t> Learning to pause before and after important points gives the audience time to understand and absorb what you have just said.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4213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29ACE-B613-47D9-B52A-A90BE7640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9362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r>
              <a:rPr lang="en-IN" dirty="0"/>
              <a:t>Example Structure for 20 minute presentation: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AEF83-F33F-479F-A40E-2B23FAB72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Opening: 2 minutes</a:t>
            </a:r>
          </a:p>
          <a:p>
            <a:r>
              <a:rPr lang="en-US" dirty="0"/>
              <a:t> Middle: 13 minutes</a:t>
            </a:r>
          </a:p>
          <a:p>
            <a:r>
              <a:rPr lang="en-US" dirty="0"/>
              <a:t> Ending: 2 minutes</a:t>
            </a:r>
          </a:p>
          <a:p>
            <a:r>
              <a:rPr lang="en-US" dirty="0"/>
              <a:t> Questions: 5 minutes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*Always leave time for questions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930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C5226-E2A4-4118-B7F3-820148213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 of the presentation structure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55B67-4AC4-4F17-A591-B5A3DB64C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 Logical sequence</a:t>
            </a:r>
          </a:p>
          <a:p>
            <a:r>
              <a:rPr lang="en-US" dirty="0"/>
              <a:t> Understandable</a:t>
            </a:r>
          </a:p>
          <a:p>
            <a:r>
              <a:rPr lang="en-US" dirty="0"/>
              <a:t> Recaps (summaries) when appropriate</a:t>
            </a:r>
          </a:p>
          <a:p>
            <a:r>
              <a:rPr lang="en-US" dirty="0"/>
              <a:t> Visual aids (flip-charts, handouts)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028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BDA5C-3456-49DA-96EE-4F1B8BDF0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6353"/>
          </a:xfrm>
        </p:spPr>
        <p:txBody>
          <a:bodyPr/>
          <a:lstStyle/>
          <a:p>
            <a:r>
              <a:rPr lang="en-IN" dirty="0"/>
              <a:t>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A08BF-719A-45A9-A994-D539543B3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478"/>
            <a:ext cx="10515600" cy="4785485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the last few minutes are just as critical for success as the first few minutes</a:t>
            </a:r>
          </a:p>
          <a:p>
            <a:r>
              <a:rPr lang="en-US" dirty="0"/>
              <a:t> Summarize important points</a:t>
            </a:r>
          </a:p>
          <a:p>
            <a:r>
              <a:rPr lang="en-US" dirty="0"/>
              <a:t> Suggest action</a:t>
            </a:r>
          </a:p>
          <a:p>
            <a:r>
              <a:rPr lang="en-US" dirty="0"/>
              <a:t> What should the audience do now? </a:t>
            </a:r>
          </a:p>
          <a:p>
            <a:r>
              <a:rPr lang="en-US" dirty="0"/>
              <a:t> When should they do it?</a:t>
            </a:r>
          </a:p>
          <a:p>
            <a:r>
              <a:rPr lang="en-US" dirty="0"/>
              <a:t> Why?</a:t>
            </a:r>
          </a:p>
          <a:p>
            <a:r>
              <a:rPr lang="en-US" dirty="0"/>
              <a:t> How?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Proofread, proofread, proofread!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15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BF187-3DEE-4849-B2BA-4D7687565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301"/>
          </a:xfrm>
        </p:spPr>
        <p:txBody>
          <a:bodyPr/>
          <a:lstStyle/>
          <a:p>
            <a:r>
              <a:rPr lang="en-IN" dirty="0"/>
              <a:t>Nonverbal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26429-84D7-4BBF-85FD-98F2DEA4C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3471"/>
          </a:xfrm>
        </p:spPr>
        <p:txBody>
          <a:bodyPr>
            <a:normAutofit/>
          </a:bodyPr>
          <a:lstStyle/>
          <a:p>
            <a:r>
              <a:rPr lang="en-US" dirty="0"/>
              <a:t>Be active, Move around rather than stand stiffly in one spot</a:t>
            </a:r>
          </a:p>
          <a:p>
            <a:r>
              <a:rPr lang="en-US" dirty="0"/>
              <a:t>Controlled gestures, especially hand movements, don’t  play with hair</a:t>
            </a:r>
          </a:p>
          <a:p>
            <a:r>
              <a:rPr lang="en-US" dirty="0"/>
              <a:t>Where to keep hands?  </a:t>
            </a:r>
            <a:r>
              <a:rPr lang="en-US" dirty="0">
                <a:solidFill>
                  <a:srgbClr val="FF0000"/>
                </a:solidFill>
              </a:rPr>
              <a:t>Not in pockets !!!!</a:t>
            </a:r>
          </a:p>
          <a:p>
            <a:r>
              <a:rPr lang="en-US" dirty="0"/>
              <a:t>Occupy hands with notes or a pointer. Nervousness tends to show in our hand gestures.</a:t>
            </a:r>
          </a:p>
          <a:p>
            <a:r>
              <a:rPr lang="en-US" dirty="0"/>
              <a:t>Eye contact Look around from person to person while glancing at notes or presentation - </a:t>
            </a:r>
            <a:r>
              <a:rPr lang="en-US" dirty="0">
                <a:solidFill>
                  <a:srgbClr val="FF0000"/>
                </a:solidFill>
              </a:rPr>
              <a:t>Don’t stare or look at the walls </a:t>
            </a:r>
          </a:p>
          <a:p>
            <a:r>
              <a:rPr lang="en-US" dirty="0"/>
              <a:t>Face audience and maintain eye contact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9419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DD5FC-E95E-4B1D-AECC-4A52D9928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097" y="365125"/>
            <a:ext cx="10933042" cy="1325563"/>
          </a:xfrm>
        </p:spPr>
        <p:txBody>
          <a:bodyPr/>
          <a:lstStyle/>
          <a:p>
            <a:r>
              <a:rPr lang="en-US" dirty="0"/>
              <a:t>How to become a more effective public speaker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3764E-666D-481A-850F-5693B5241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2296"/>
            <a:ext cx="10515600" cy="4690579"/>
          </a:xfrm>
        </p:spPr>
        <p:txBody>
          <a:bodyPr/>
          <a:lstStyle/>
          <a:p>
            <a:r>
              <a:rPr lang="en-US" dirty="0"/>
              <a:t>Being an effective speaker is much more than flipping through a fancy PowerPoint filled with facts and figures. </a:t>
            </a:r>
          </a:p>
          <a:p>
            <a:r>
              <a:rPr lang="en-US" dirty="0"/>
              <a:t>Good presenters are engaging, exciting, and connect with the audience while getting their point across.</a:t>
            </a:r>
          </a:p>
          <a:p>
            <a:r>
              <a:rPr lang="en-US" dirty="0"/>
              <a:t> Whether you’re a traveling presenter who speaks at many conferences a year or someone who has done a few smaller presentations a year -  you know that engaging the audience and teaching them something are the goals of presenting.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7974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</TotalTime>
  <Words>1114</Words>
  <Application>Microsoft Office PowerPoint</Application>
  <PresentationFormat>Widescreen</PresentationFormat>
  <Paragraphs>119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 Communicative English   Faculty – Dr. Kiran Magavi Department – Humanities and Social Sciences  </vt:lpstr>
      <vt:lpstr>What are presentation skills? </vt:lpstr>
      <vt:lpstr>Points to ponder </vt:lpstr>
      <vt:lpstr>What are the 4 types of presentation? </vt:lpstr>
      <vt:lpstr>Think about these ….</vt:lpstr>
      <vt:lpstr>The 4 Ps</vt:lpstr>
      <vt:lpstr>PowerPoint Presentation</vt:lpstr>
      <vt:lpstr>. Planning and Preparation</vt:lpstr>
      <vt:lpstr>PowerPoint Presentation</vt:lpstr>
      <vt:lpstr>Practice </vt:lpstr>
      <vt:lpstr>Projecting the right voice – it is an A/V</vt:lpstr>
      <vt:lpstr>Present  with Pace, Pitch, Pauses</vt:lpstr>
      <vt:lpstr>  Example Structure for 20 minute presentation:  </vt:lpstr>
      <vt:lpstr>Middle of the presentation structure </vt:lpstr>
      <vt:lpstr>Ending</vt:lpstr>
      <vt:lpstr>Nonverbal Communication</vt:lpstr>
      <vt:lpstr>How to become a more effective public speaker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kiraaan</dc:creator>
  <cp:lastModifiedBy>Rishi Magavi</cp:lastModifiedBy>
  <cp:revision>35</cp:revision>
  <dcterms:created xsi:type="dcterms:W3CDTF">2020-11-11T03:02:26Z</dcterms:created>
  <dcterms:modified xsi:type="dcterms:W3CDTF">2022-02-07T17:40:36Z</dcterms:modified>
</cp:coreProperties>
</file>