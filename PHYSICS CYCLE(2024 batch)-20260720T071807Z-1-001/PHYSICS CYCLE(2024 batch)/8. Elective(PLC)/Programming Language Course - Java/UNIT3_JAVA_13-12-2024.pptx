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3"/>
  </p:notesMasterIdLst>
  <p:sldIdLst>
    <p:sldId id="257" r:id="rId2"/>
    <p:sldId id="258" r:id="rId3"/>
    <p:sldId id="259" r:id="rId4"/>
    <p:sldId id="260" r:id="rId5"/>
    <p:sldId id="261" r:id="rId6"/>
    <p:sldId id="262" r:id="rId7"/>
    <p:sldId id="263" r:id="rId8"/>
    <p:sldId id="264" r:id="rId9"/>
    <p:sldId id="265" r:id="rId10"/>
    <p:sldId id="321" r:id="rId11"/>
    <p:sldId id="267" r:id="rId12"/>
    <p:sldId id="268" r:id="rId13"/>
    <p:sldId id="269" r:id="rId14"/>
    <p:sldId id="270" r:id="rId15"/>
    <p:sldId id="271" r:id="rId16"/>
    <p:sldId id="273" r:id="rId17"/>
    <p:sldId id="274" r:id="rId18"/>
    <p:sldId id="275" r:id="rId19"/>
    <p:sldId id="276" r:id="rId20"/>
    <p:sldId id="277" r:id="rId21"/>
    <p:sldId id="326" r:id="rId22"/>
    <p:sldId id="278" r:id="rId23"/>
    <p:sldId id="280" r:id="rId24"/>
    <p:sldId id="281" r:id="rId25"/>
    <p:sldId id="328" r:id="rId26"/>
    <p:sldId id="329" r:id="rId27"/>
    <p:sldId id="330" r:id="rId28"/>
    <p:sldId id="327" r:id="rId29"/>
    <p:sldId id="282" r:id="rId30"/>
    <p:sldId id="322" r:id="rId31"/>
    <p:sldId id="323" r:id="rId32"/>
    <p:sldId id="324" r:id="rId33"/>
    <p:sldId id="325" r:id="rId34"/>
    <p:sldId id="283" r:id="rId35"/>
    <p:sldId id="284" r:id="rId36"/>
    <p:sldId id="285" r:id="rId37"/>
    <p:sldId id="331" r:id="rId38"/>
    <p:sldId id="332" r:id="rId39"/>
    <p:sldId id="287" r:id="rId40"/>
    <p:sldId id="286" r:id="rId41"/>
    <p:sldId id="333"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34" r:id="rId56"/>
    <p:sldId id="303" r:id="rId57"/>
    <p:sldId id="335" r:id="rId58"/>
    <p:sldId id="304" r:id="rId59"/>
    <p:sldId id="305" r:id="rId60"/>
    <p:sldId id="306" r:id="rId61"/>
    <p:sldId id="336" r:id="rId62"/>
    <p:sldId id="356" r:id="rId63"/>
    <p:sldId id="337" r:id="rId64"/>
    <p:sldId id="338" r:id="rId65"/>
    <p:sldId id="355" r:id="rId66"/>
    <p:sldId id="339" r:id="rId67"/>
    <p:sldId id="340" r:id="rId68"/>
    <p:sldId id="341" r:id="rId69"/>
    <p:sldId id="342" r:id="rId70"/>
    <p:sldId id="343" r:id="rId71"/>
    <p:sldId id="344" r:id="rId72"/>
    <p:sldId id="345" r:id="rId73"/>
    <p:sldId id="346" r:id="rId74"/>
    <p:sldId id="347" r:id="rId75"/>
    <p:sldId id="348" r:id="rId76"/>
    <p:sldId id="349" r:id="rId77"/>
    <p:sldId id="350" r:id="rId78"/>
    <p:sldId id="351" r:id="rId79"/>
    <p:sldId id="352" r:id="rId80"/>
    <p:sldId id="353" r:id="rId81"/>
    <p:sldId id="354" r:id="rId82"/>
  </p:sldIdLst>
  <p:sldSz cx="10693400" cy="7556500"/>
  <p:notesSz cx="10693400" cy="7556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1" d="100"/>
          <a:sy n="71" d="100"/>
        </p:scale>
        <p:origin x="1440" y="5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633913" cy="379413"/>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057900" y="0"/>
            <a:ext cx="4632325" cy="379413"/>
          </a:xfrm>
          <a:prstGeom prst="rect">
            <a:avLst/>
          </a:prstGeom>
        </p:spPr>
        <p:txBody>
          <a:bodyPr vert="horz" lIns="91440" tIns="45720" rIns="91440" bIns="45720" rtlCol="0"/>
          <a:lstStyle>
            <a:lvl1pPr algn="r">
              <a:defRPr sz="1200"/>
            </a:lvl1pPr>
          </a:lstStyle>
          <a:p>
            <a:fld id="{F5654CE7-C7E3-4270-8273-0817E0B8756B}" type="datetimeFigureOut">
              <a:rPr lang="en-IN" smtClean="0"/>
              <a:t>29-12-2024</a:t>
            </a:fld>
            <a:endParaRPr lang="en-IN"/>
          </a:p>
        </p:txBody>
      </p:sp>
      <p:sp>
        <p:nvSpPr>
          <p:cNvPr id="4" name="Slide Image Placeholder 3"/>
          <p:cNvSpPr>
            <a:spLocks noGrp="1" noRot="1" noChangeAspect="1"/>
          </p:cNvSpPr>
          <p:nvPr>
            <p:ph type="sldImg" idx="2"/>
          </p:nvPr>
        </p:nvSpPr>
        <p:spPr>
          <a:xfrm>
            <a:off x="3541713" y="944563"/>
            <a:ext cx="3609975" cy="2551112"/>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69975" y="3636963"/>
            <a:ext cx="8553450" cy="29749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177088"/>
            <a:ext cx="4633913" cy="379412"/>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057900" y="7177088"/>
            <a:ext cx="4632325" cy="379412"/>
          </a:xfrm>
          <a:prstGeom prst="rect">
            <a:avLst/>
          </a:prstGeom>
        </p:spPr>
        <p:txBody>
          <a:bodyPr vert="horz" lIns="91440" tIns="45720" rIns="91440" bIns="45720" rtlCol="0" anchor="b"/>
          <a:lstStyle>
            <a:lvl1pPr algn="r">
              <a:defRPr sz="1200"/>
            </a:lvl1pPr>
          </a:lstStyle>
          <a:p>
            <a:fld id="{0F4A89E1-23E3-44FC-B0B6-C958618B0B61}" type="slidenum">
              <a:rPr lang="en-IN" smtClean="0"/>
              <a:t>‹#›</a:t>
            </a:fld>
            <a:endParaRPr lang="en-IN"/>
          </a:p>
        </p:txBody>
      </p:sp>
    </p:spTree>
    <p:extLst>
      <p:ext uri="{BB962C8B-B14F-4D97-AF65-F5344CB8AC3E}">
        <p14:creationId xmlns:p14="http://schemas.microsoft.com/office/powerpoint/2010/main" val="13525554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0F4A89E1-23E3-44FC-B0B6-C958618B0B61}" type="slidenum">
              <a:rPr lang="en-IN" smtClean="0"/>
              <a:t>71</a:t>
            </a:fld>
            <a:endParaRPr lang="en-IN"/>
          </a:p>
        </p:txBody>
      </p:sp>
    </p:spTree>
    <p:extLst>
      <p:ext uri="{BB962C8B-B14F-4D97-AF65-F5344CB8AC3E}">
        <p14:creationId xmlns:p14="http://schemas.microsoft.com/office/powerpoint/2010/main" val="16982567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02005" y="2342515"/>
            <a:ext cx="9089390" cy="1586865"/>
          </a:xfrm>
          <a:prstGeom prst="rect">
            <a:avLst/>
          </a:prstGeom>
        </p:spPr>
        <p:txBody>
          <a:bodyPr wrap="square" lIns="0" tIns="0" rIns="0" bIns="0">
            <a:spAutoFit/>
          </a:bodyPr>
          <a:lstStyle>
            <a:lvl1pPr>
              <a:defRPr sz="4150" b="0" i="0">
                <a:solidFill>
                  <a:srgbClr val="030303"/>
                </a:solidFill>
                <a:latin typeface="Arial"/>
                <a:cs typeface="Arial"/>
              </a:defRPr>
            </a:lvl1pPr>
          </a:lstStyle>
          <a:p>
            <a:endParaRPr/>
          </a:p>
        </p:txBody>
      </p:sp>
      <p:sp>
        <p:nvSpPr>
          <p:cNvPr id="3" name="Holder 3"/>
          <p:cNvSpPr>
            <a:spLocks noGrp="1"/>
          </p:cNvSpPr>
          <p:nvPr>
            <p:ph type="subTitle" idx="4"/>
          </p:nvPr>
        </p:nvSpPr>
        <p:spPr>
          <a:xfrm>
            <a:off x="1604010" y="4231640"/>
            <a:ext cx="7485380" cy="188912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12/29/2024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150" b="0" i="0">
                <a:solidFill>
                  <a:srgbClr val="030303"/>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12/29/2024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150" b="0" i="0">
                <a:solidFill>
                  <a:srgbClr val="030303"/>
                </a:solidFill>
                <a:latin typeface="Arial"/>
                <a:cs typeface="Arial"/>
              </a:defRPr>
            </a:lvl1pPr>
          </a:lstStyle>
          <a:p>
            <a:endParaRPr/>
          </a:p>
        </p:txBody>
      </p:sp>
      <p:sp>
        <p:nvSpPr>
          <p:cNvPr id="3" name="Holder 3"/>
          <p:cNvSpPr>
            <a:spLocks noGrp="1"/>
          </p:cNvSpPr>
          <p:nvPr>
            <p:ph sz="half" idx="2"/>
          </p:nvPr>
        </p:nvSpPr>
        <p:spPr>
          <a:xfrm>
            <a:off x="534670" y="1737995"/>
            <a:ext cx="4651629" cy="498729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507101" y="1737995"/>
            <a:ext cx="4651629" cy="498729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12/29/2024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563032" y="1823055"/>
            <a:ext cx="1468946" cy="1083030"/>
          </a:xfrm>
          <a:prstGeom prst="rect">
            <a:avLst/>
          </a:prstGeom>
        </p:spPr>
      </p:pic>
      <p:sp>
        <p:nvSpPr>
          <p:cNvPr id="17" name="bg object 17"/>
          <p:cNvSpPr/>
          <p:nvPr/>
        </p:nvSpPr>
        <p:spPr>
          <a:xfrm>
            <a:off x="2028785" y="1851807"/>
            <a:ext cx="8101965" cy="0"/>
          </a:xfrm>
          <a:custGeom>
            <a:avLst/>
            <a:gdLst/>
            <a:ahLst/>
            <a:cxnLst/>
            <a:rect l="l" t="t" r="r" b="b"/>
            <a:pathLst>
              <a:path w="8101965">
                <a:moveTo>
                  <a:pt x="0" y="0"/>
                </a:moveTo>
                <a:lnTo>
                  <a:pt x="8101559" y="0"/>
                </a:lnTo>
              </a:path>
            </a:pathLst>
          </a:custGeom>
          <a:ln w="15973">
            <a:solidFill>
              <a:srgbClr val="000000"/>
            </a:solidFill>
          </a:ln>
        </p:spPr>
        <p:txBody>
          <a:bodyPr wrap="square" lIns="0" tIns="0" rIns="0" bIns="0" rtlCol="0"/>
          <a:lstStyle/>
          <a:p>
            <a:endParaRPr/>
          </a:p>
        </p:txBody>
      </p:sp>
      <p:sp>
        <p:nvSpPr>
          <p:cNvPr id="18" name="bg object 18"/>
          <p:cNvSpPr/>
          <p:nvPr/>
        </p:nvSpPr>
        <p:spPr>
          <a:xfrm>
            <a:off x="2028785" y="2874136"/>
            <a:ext cx="8101965" cy="0"/>
          </a:xfrm>
          <a:custGeom>
            <a:avLst/>
            <a:gdLst/>
            <a:ahLst/>
            <a:cxnLst/>
            <a:rect l="l" t="t" r="r" b="b"/>
            <a:pathLst>
              <a:path w="8101965">
                <a:moveTo>
                  <a:pt x="0" y="0"/>
                </a:moveTo>
                <a:lnTo>
                  <a:pt x="8101559" y="0"/>
                </a:lnTo>
              </a:path>
            </a:pathLst>
          </a:custGeom>
          <a:ln w="19168">
            <a:solidFill>
              <a:srgbClr val="000000"/>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150" b="0" i="0">
                <a:solidFill>
                  <a:srgbClr val="030303"/>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12/29/2024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12/29/2024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1179351" y="1506772"/>
            <a:ext cx="8941412" cy="245998"/>
          </a:xfrm>
          <a:prstGeom prst="rect">
            <a:avLst/>
          </a:prstGeom>
        </p:spPr>
      </p:pic>
      <p:sp>
        <p:nvSpPr>
          <p:cNvPr id="2" name="Holder 2"/>
          <p:cNvSpPr>
            <a:spLocks noGrp="1"/>
          </p:cNvSpPr>
          <p:nvPr>
            <p:ph type="title"/>
          </p:nvPr>
        </p:nvSpPr>
        <p:spPr>
          <a:xfrm>
            <a:off x="1276567" y="575905"/>
            <a:ext cx="8465820" cy="690244"/>
          </a:xfrm>
          <a:prstGeom prst="rect">
            <a:avLst/>
          </a:prstGeom>
        </p:spPr>
        <p:txBody>
          <a:bodyPr wrap="square" lIns="0" tIns="0" rIns="0" bIns="0">
            <a:spAutoFit/>
          </a:bodyPr>
          <a:lstStyle>
            <a:lvl1pPr>
              <a:defRPr sz="4150" b="0" i="0">
                <a:solidFill>
                  <a:srgbClr val="030303"/>
                </a:solidFill>
                <a:latin typeface="Arial"/>
                <a:cs typeface="Arial"/>
              </a:defRPr>
            </a:lvl1pPr>
          </a:lstStyle>
          <a:p>
            <a:endParaRPr/>
          </a:p>
        </p:txBody>
      </p:sp>
      <p:sp>
        <p:nvSpPr>
          <p:cNvPr id="3" name="Holder 3"/>
          <p:cNvSpPr>
            <a:spLocks noGrp="1"/>
          </p:cNvSpPr>
          <p:nvPr>
            <p:ph type="body" idx="1"/>
          </p:nvPr>
        </p:nvSpPr>
        <p:spPr>
          <a:xfrm>
            <a:off x="1792698" y="2634528"/>
            <a:ext cx="5725795" cy="3023234"/>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635756" y="7027545"/>
            <a:ext cx="3421888" cy="37782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34670" y="7027545"/>
            <a:ext cx="2459482" cy="37782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12/29/2024</a:t>
            </a:fld>
            <a:endParaRPr lang="en-US"/>
          </a:p>
        </p:txBody>
      </p:sp>
      <p:sp>
        <p:nvSpPr>
          <p:cNvPr id="6" name="Holder 6"/>
          <p:cNvSpPr>
            <a:spLocks noGrp="1"/>
          </p:cNvSpPr>
          <p:nvPr>
            <p:ph type="sldNum" sz="quarter" idx="7"/>
          </p:nvPr>
        </p:nvSpPr>
        <p:spPr>
          <a:xfrm>
            <a:off x="7699248" y="7027545"/>
            <a:ext cx="2459482" cy="37782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2884805">
              <a:lnSpc>
                <a:spcPct val="100000"/>
              </a:lnSpc>
              <a:spcBef>
                <a:spcPts val="110"/>
              </a:spcBef>
            </a:pPr>
            <a:r>
              <a:rPr sz="4400" b="1" spc="295" dirty="0">
                <a:solidFill>
                  <a:srgbClr val="755D52"/>
                </a:solidFill>
                <a:latin typeface="Times New Roman"/>
                <a:cs typeface="Times New Roman"/>
              </a:rPr>
              <a:t>UNIT-</a:t>
            </a:r>
            <a:r>
              <a:rPr sz="4400" b="1" spc="-100" dirty="0">
                <a:solidFill>
                  <a:srgbClr val="755D52"/>
                </a:solidFill>
                <a:latin typeface="Times New Roman"/>
                <a:cs typeface="Times New Roman"/>
              </a:rPr>
              <a:t> </a:t>
            </a:r>
            <a:r>
              <a:rPr spc="105" dirty="0">
                <a:solidFill>
                  <a:srgbClr val="755D52"/>
                </a:solidFill>
              </a:rPr>
              <a:t>III</a:t>
            </a:r>
            <a:endParaRPr sz="4400">
              <a:latin typeface="Times New Roman"/>
              <a:cs typeface="Times New Roman"/>
            </a:endParaRPr>
          </a:p>
        </p:txBody>
      </p:sp>
      <p:sp>
        <p:nvSpPr>
          <p:cNvPr id="3" name="object 3"/>
          <p:cNvSpPr txBox="1"/>
          <p:nvPr/>
        </p:nvSpPr>
        <p:spPr>
          <a:xfrm>
            <a:off x="521921" y="1021245"/>
            <a:ext cx="367665" cy="1125855"/>
          </a:xfrm>
          <a:prstGeom prst="rect">
            <a:avLst/>
          </a:prstGeom>
        </p:spPr>
        <p:txBody>
          <a:bodyPr vert="horz" wrap="square" lIns="0" tIns="15240" rIns="0" bIns="0" rtlCol="0">
            <a:spAutoFit/>
          </a:bodyPr>
          <a:lstStyle/>
          <a:p>
            <a:pPr marL="12700">
              <a:lnSpc>
                <a:spcPct val="100000"/>
              </a:lnSpc>
              <a:spcBef>
                <a:spcPts val="120"/>
              </a:spcBef>
            </a:pPr>
            <a:r>
              <a:rPr sz="7200" spc="290" dirty="0">
                <a:solidFill>
                  <a:srgbClr val="DD7E42"/>
                </a:solidFill>
                <a:latin typeface="Arial"/>
                <a:cs typeface="Arial"/>
              </a:rPr>
              <a:t>-</a:t>
            </a:r>
            <a:endParaRPr sz="7200">
              <a:latin typeface="Arial"/>
              <a:cs typeface="Arial"/>
            </a:endParaRPr>
          </a:p>
        </p:txBody>
      </p:sp>
      <p:sp>
        <p:nvSpPr>
          <p:cNvPr id="4" name="object 4"/>
          <p:cNvSpPr txBox="1"/>
          <p:nvPr/>
        </p:nvSpPr>
        <p:spPr>
          <a:xfrm>
            <a:off x="1276913" y="1728648"/>
            <a:ext cx="8405495" cy="1600835"/>
          </a:xfrm>
          <a:prstGeom prst="rect">
            <a:avLst/>
          </a:prstGeom>
        </p:spPr>
        <p:txBody>
          <a:bodyPr vert="horz" wrap="square" lIns="0" tIns="167640" rIns="0" bIns="0" rtlCol="0">
            <a:spAutoFit/>
          </a:bodyPr>
          <a:lstStyle/>
          <a:p>
            <a:pPr marL="353695" indent="-340995">
              <a:lnSpc>
                <a:spcPct val="100000"/>
              </a:lnSpc>
              <a:spcBef>
                <a:spcPts val="1320"/>
              </a:spcBef>
              <a:buClr>
                <a:srgbClr val="DD7E42"/>
              </a:buClr>
              <a:buSzPct val="102777"/>
              <a:buFont typeface="Arial"/>
              <a:buChar char="□"/>
              <a:tabLst>
                <a:tab pos="353695" algn="l"/>
              </a:tabLst>
            </a:pPr>
            <a:r>
              <a:rPr sz="3600" b="1" spc="-10" dirty="0">
                <a:solidFill>
                  <a:srgbClr val="030303"/>
                </a:solidFill>
                <a:latin typeface="Times New Roman"/>
                <a:cs typeface="Times New Roman"/>
              </a:rPr>
              <a:t>Syllabus</a:t>
            </a:r>
            <a:endParaRPr sz="3600">
              <a:latin typeface="Times New Roman"/>
              <a:cs typeface="Times New Roman"/>
            </a:endParaRPr>
          </a:p>
          <a:p>
            <a:pPr marL="21590" marR="5080" indent="-1270">
              <a:lnSpc>
                <a:spcPct val="101800"/>
              </a:lnSpc>
              <a:spcBef>
                <a:spcPts val="755"/>
              </a:spcBef>
              <a:tabLst>
                <a:tab pos="1048385" algn="l"/>
                <a:tab pos="1906270" algn="l"/>
                <a:tab pos="2327275" algn="l"/>
                <a:tab pos="3102610" algn="l"/>
                <a:tab pos="4588510" algn="l"/>
                <a:tab pos="5625465" algn="l"/>
                <a:tab pos="7106284" algn="l"/>
              </a:tabLst>
            </a:pPr>
            <a:r>
              <a:rPr sz="2400" b="1" dirty="0">
                <a:solidFill>
                  <a:srgbClr val="030303"/>
                </a:solidFill>
                <a:latin typeface="Times New Roman"/>
                <a:cs typeface="Times New Roman"/>
              </a:rPr>
              <a:t>Introducing</a:t>
            </a:r>
            <a:r>
              <a:rPr sz="2400" b="1" spc="425" dirty="0">
                <a:solidFill>
                  <a:srgbClr val="030303"/>
                </a:solidFill>
                <a:latin typeface="Times New Roman"/>
                <a:cs typeface="Times New Roman"/>
              </a:rPr>
              <a:t> </a:t>
            </a:r>
            <a:r>
              <a:rPr sz="2400" b="1" dirty="0">
                <a:solidFill>
                  <a:srgbClr val="030303"/>
                </a:solidFill>
                <a:latin typeface="Times New Roman"/>
                <a:cs typeface="Times New Roman"/>
              </a:rPr>
              <a:t>Classes:</a:t>
            </a:r>
            <a:r>
              <a:rPr sz="2400" b="1" spc="415" dirty="0">
                <a:solidFill>
                  <a:srgbClr val="030303"/>
                </a:solidFill>
                <a:latin typeface="Times New Roman"/>
                <a:cs typeface="Times New Roman"/>
              </a:rPr>
              <a:t> </a:t>
            </a:r>
            <a:r>
              <a:rPr sz="2450" dirty="0">
                <a:solidFill>
                  <a:srgbClr val="030303"/>
                </a:solidFill>
                <a:latin typeface="Times New Roman"/>
                <a:cs typeface="Times New Roman"/>
              </a:rPr>
              <a:t>Class</a:t>
            </a:r>
            <a:r>
              <a:rPr sz="2450" spc="300" dirty="0">
                <a:solidFill>
                  <a:srgbClr val="030303"/>
                </a:solidFill>
                <a:latin typeface="Times New Roman"/>
                <a:cs typeface="Times New Roman"/>
              </a:rPr>
              <a:t> </a:t>
            </a:r>
            <a:r>
              <a:rPr sz="2450" dirty="0">
                <a:solidFill>
                  <a:srgbClr val="030303"/>
                </a:solidFill>
                <a:latin typeface="Times New Roman"/>
                <a:cs typeface="Times New Roman"/>
              </a:rPr>
              <a:t>Fundamentals,</a:t>
            </a:r>
            <a:r>
              <a:rPr sz="2450" spc="459" dirty="0">
                <a:solidFill>
                  <a:srgbClr val="030303"/>
                </a:solidFill>
                <a:latin typeface="Times New Roman"/>
                <a:cs typeface="Times New Roman"/>
              </a:rPr>
              <a:t> </a:t>
            </a:r>
            <a:r>
              <a:rPr sz="2450" dirty="0">
                <a:solidFill>
                  <a:srgbClr val="030303"/>
                </a:solidFill>
                <a:latin typeface="Times New Roman"/>
                <a:cs typeface="Times New Roman"/>
              </a:rPr>
              <a:t>Declaring</a:t>
            </a:r>
            <a:r>
              <a:rPr sz="2450" spc="330" dirty="0">
                <a:solidFill>
                  <a:srgbClr val="030303"/>
                </a:solidFill>
                <a:latin typeface="Times New Roman"/>
                <a:cs typeface="Times New Roman"/>
              </a:rPr>
              <a:t> </a:t>
            </a:r>
            <a:r>
              <a:rPr sz="2450" dirty="0">
                <a:solidFill>
                  <a:srgbClr val="030303"/>
                </a:solidFill>
                <a:latin typeface="Times New Roman"/>
                <a:cs typeface="Times New Roman"/>
              </a:rPr>
              <a:t>Objects,</a:t>
            </a:r>
            <a:r>
              <a:rPr sz="2450" spc="365" dirty="0">
                <a:solidFill>
                  <a:srgbClr val="030303"/>
                </a:solidFill>
                <a:latin typeface="Times New Roman"/>
                <a:cs typeface="Times New Roman"/>
              </a:rPr>
              <a:t> </a:t>
            </a:r>
            <a:r>
              <a:rPr sz="2450" spc="20" dirty="0">
                <a:solidFill>
                  <a:srgbClr val="030303"/>
                </a:solidFill>
                <a:latin typeface="Times New Roman"/>
                <a:cs typeface="Times New Roman"/>
              </a:rPr>
              <a:t>A </a:t>
            </a:r>
            <a:r>
              <a:rPr sz="2450" spc="-10" dirty="0">
                <a:solidFill>
                  <a:srgbClr val="030303"/>
                </a:solidFill>
                <a:latin typeface="Times New Roman"/>
                <a:cs typeface="Times New Roman"/>
              </a:rPr>
              <a:t>Closer</a:t>
            </a:r>
            <a:r>
              <a:rPr sz="2450" dirty="0">
                <a:solidFill>
                  <a:srgbClr val="030303"/>
                </a:solidFill>
                <a:latin typeface="Times New Roman"/>
                <a:cs typeface="Times New Roman"/>
              </a:rPr>
              <a:t>	</a:t>
            </a:r>
            <a:r>
              <a:rPr sz="2450" spc="-20" dirty="0">
                <a:solidFill>
                  <a:srgbClr val="030303"/>
                </a:solidFill>
                <a:latin typeface="Times New Roman"/>
                <a:cs typeface="Times New Roman"/>
              </a:rPr>
              <a:t>Look</a:t>
            </a:r>
            <a:r>
              <a:rPr sz="2450" dirty="0">
                <a:solidFill>
                  <a:srgbClr val="030303"/>
                </a:solidFill>
                <a:latin typeface="Times New Roman"/>
                <a:cs typeface="Times New Roman"/>
              </a:rPr>
              <a:t>	</a:t>
            </a:r>
            <a:r>
              <a:rPr sz="2450" spc="-25" dirty="0">
                <a:solidFill>
                  <a:srgbClr val="030303"/>
                </a:solidFill>
                <a:latin typeface="Times New Roman"/>
                <a:cs typeface="Times New Roman"/>
              </a:rPr>
              <a:t>at</a:t>
            </a:r>
            <a:r>
              <a:rPr sz="2450" dirty="0">
                <a:solidFill>
                  <a:srgbClr val="030303"/>
                </a:solidFill>
                <a:latin typeface="Times New Roman"/>
                <a:cs typeface="Times New Roman"/>
              </a:rPr>
              <a:t>	</a:t>
            </a:r>
            <a:r>
              <a:rPr sz="2450" spc="-20" dirty="0">
                <a:solidFill>
                  <a:srgbClr val="030303"/>
                </a:solidFill>
                <a:latin typeface="Times New Roman"/>
                <a:cs typeface="Times New Roman"/>
              </a:rPr>
              <a:t>new,</a:t>
            </a:r>
            <a:r>
              <a:rPr sz="2450" dirty="0">
                <a:solidFill>
                  <a:srgbClr val="030303"/>
                </a:solidFill>
                <a:latin typeface="Times New Roman"/>
                <a:cs typeface="Times New Roman"/>
              </a:rPr>
              <a:t>	</a:t>
            </a:r>
            <a:r>
              <a:rPr sz="2450" spc="-10" dirty="0">
                <a:solidFill>
                  <a:srgbClr val="030303"/>
                </a:solidFill>
                <a:latin typeface="Times New Roman"/>
                <a:cs typeface="Times New Roman"/>
              </a:rPr>
              <a:t>Assigning</a:t>
            </a:r>
            <a:r>
              <a:rPr sz="2450" dirty="0">
                <a:solidFill>
                  <a:srgbClr val="030303"/>
                </a:solidFill>
                <a:latin typeface="Times New Roman"/>
                <a:cs typeface="Times New Roman"/>
              </a:rPr>
              <a:t>	</a:t>
            </a:r>
            <a:r>
              <a:rPr sz="2450" spc="-10" dirty="0">
                <a:solidFill>
                  <a:srgbClr val="030303"/>
                </a:solidFill>
                <a:latin typeface="Times New Roman"/>
                <a:cs typeface="Times New Roman"/>
              </a:rPr>
              <a:t>Object</a:t>
            </a:r>
            <a:r>
              <a:rPr sz="2450" dirty="0">
                <a:solidFill>
                  <a:srgbClr val="030303"/>
                </a:solidFill>
                <a:latin typeface="Times New Roman"/>
                <a:cs typeface="Times New Roman"/>
              </a:rPr>
              <a:t>	</a:t>
            </a:r>
            <a:r>
              <a:rPr sz="2450" spc="-10" dirty="0">
                <a:solidFill>
                  <a:srgbClr val="030303"/>
                </a:solidFill>
                <a:latin typeface="Times New Roman"/>
                <a:cs typeface="Times New Roman"/>
              </a:rPr>
              <a:t>Reference</a:t>
            </a:r>
            <a:r>
              <a:rPr sz="2450" dirty="0">
                <a:solidFill>
                  <a:srgbClr val="030303"/>
                </a:solidFill>
                <a:latin typeface="Times New Roman"/>
                <a:cs typeface="Times New Roman"/>
              </a:rPr>
              <a:t>	</a:t>
            </a:r>
            <a:r>
              <a:rPr sz="2450" spc="-10" dirty="0">
                <a:solidFill>
                  <a:srgbClr val="030303"/>
                </a:solidFill>
                <a:latin typeface="Times New Roman"/>
                <a:cs typeface="Times New Roman"/>
              </a:rPr>
              <a:t>Variables,</a:t>
            </a:r>
            <a:endParaRPr sz="2450">
              <a:latin typeface="Times New Roman"/>
              <a:cs typeface="Times New Roman"/>
            </a:endParaRPr>
          </a:p>
        </p:txBody>
      </p:sp>
      <p:sp>
        <p:nvSpPr>
          <p:cNvPr id="5" name="object 5"/>
          <p:cNvSpPr txBox="1"/>
          <p:nvPr/>
        </p:nvSpPr>
        <p:spPr>
          <a:xfrm>
            <a:off x="1285030" y="3312990"/>
            <a:ext cx="8364855" cy="2786380"/>
          </a:xfrm>
          <a:prstGeom prst="rect">
            <a:avLst/>
          </a:prstGeom>
        </p:spPr>
        <p:txBody>
          <a:bodyPr vert="horz" wrap="square" lIns="0" tIns="1905" rIns="0" bIns="0" rtlCol="0">
            <a:spAutoFit/>
          </a:bodyPr>
          <a:lstStyle/>
          <a:p>
            <a:pPr marL="12700" marR="12700" indent="1270" algn="just">
              <a:lnSpc>
                <a:spcPct val="103099"/>
              </a:lnSpc>
              <a:spcBef>
                <a:spcPts val="15"/>
              </a:spcBef>
            </a:pPr>
            <a:r>
              <a:rPr sz="2450" dirty="0">
                <a:solidFill>
                  <a:srgbClr val="030303"/>
                </a:solidFill>
                <a:latin typeface="Times New Roman"/>
                <a:cs typeface="Times New Roman"/>
              </a:rPr>
              <a:t>Introducing</a:t>
            </a:r>
            <a:r>
              <a:rPr sz="2450" spc="470" dirty="0">
                <a:solidFill>
                  <a:srgbClr val="030303"/>
                </a:solidFill>
                <a:latin typeface="Times New Roman"/>
                <a:cs typeface="Times New Roman"/>
              </a:rPr>
              <a:t> </a:t>
            </a:r>
            <a:r>
              <a:rPr sz="2450" dirty="0">
                <a:solidFill>
                  <a:srgbClr val="030303"/>
                </a:solidFill>
                <a:latin typeface="Times New Roman"/>
                <a:cs typeface="Times New Roman"/>
              </a:rPr>
              <a:t>Methods,</a:t>
            </a:r>
            <a:r>
              <a:rPr sz="2450" spc="450" dirty="0">
                <a:solidFill>
                  <a:srgbClr val="030303"/>
                </a:solidFill>
                <a:latin typeface="Times New Roman"/>
                <a:cs typeface="Times New Roman"/>
              </a:rPr>
              <a:t> </a:t>
            </a:r>
            <a:r>
              <a:rPr sz="2450" dirty="0">
                <a:solidFill>
                  <a:srgbClr val="030303"/>
                </a:solidFill>
                <a:latin typeface="Times New Roman"/>
                <a:cs typeface="Times New Roman"/>
              </a:rPr>
              <a:t>Constructors,</a:t>
            </a:r>
            <a:r>
              <a:rPr sz="2450" spc="520" dirty="0">
                <a:solidFill>
                  <a:srgbClr val="030303"/>
                </a:solidFill>
                <a:latin typeface="Times New Roman"/>
                <a:cs typeface="Times New Roman"/>
              </a:rPr>
              <a:t> </a:t>
            </a:r>
            <a:r>
              <a:rPr sz="2450" dirty="0">
                <a:solidFill>
                  <a:srgbClr val="030303"/>
                </a:solidFill>
                <a:latin typeface="Times New Roman"/>
                <a:cs typeface="Times New Roman"/>
              </a:rPr>
              <a:t>Parameterized</a:t>
            </a:r>
            <a:r>
              <a:rPr sz="2450" spc="480" dirty="0">
                <a:solidFill>
                  <a:srgbClr val="030303"/>
                </a:solidFill>
                <a:latin typeface="Times New Roman"/>
                <a:cs typeface="Times New Roman"/>
              </a:rPr>
              <a:t> </a:t>
            </a:r>
            <a:r>
              <a:rPr sz="2450" spc="-10" dirty="0">
                <a:solidFill>
                  <a:srgbClr val="030303"/>
                </a:solidFill>
                <a:latin typeface="Times New Roman"/>
                <a:cs typeface="Times New Roman"/>
              </a:rPr>
              <a:t>Constructors, </a:t>
            </a:r>
            <a:r>
              <a:rPr sz="2450" dirty="0">
                <a:solidFill>
                  <a:srgbClr val="030303"/>
                </a:solidFill>
                <a:latin typeface="Times New Roman"/>
                <a:cs typeface="Times New Roman"/>
              </a:rPr>
              <a:t>The</a:t>
            </a:r>
            <a:r>
              <a:rPr sz="2450" spc="254" dirty="0">
                <a:solidFill>
                  <a:srgbClr val="030303"/>
                </a:solidFill>
                <a:latin typeface="Times New Roman"/>
                <a:cs typeface="Times New Roman"/>
              </a:rPr>
              <a:t>   </a:t>
            </a:r>
            <a:r>
              <a:rPr sz="2450" dirty="0">
                <a:solidFill>
                  <a:srgbClr val="030303"/>
                </a:solidFill>
                <a:latin typeface="Times New Roman"/>
                <a:cs typeface="Times New Roman"/>
              </a:rPr>
              <a:t>this</a:t>
            </a:r>
            <a:r>
              <a:rPr sz="2450" spc="240" dirty="0">
                <a:solidFill>
                  <a:srgbClr val="030303"/>
                </a:solidFill>
                <a:latin typeface="Times New Roman"/>
                <a:cs typeface="Times New Roman"/>
              </a:rPr>
              <a:t>   </a:t>
            </a:r>
            <a:r>
              <a:rPr sz="2450" dirty="0">
                <a:solidFill>
                  <a:srgbClr val="030303"/>
                </a:solidFill>
                <a:latin typeface="Times New Roman"/>
                <a:cs typeface="Times New Roman"/>
              </a:rPr>
              <a:t>Keyword,</a:t>
            </a:r>
            <a:r>
              <a:rPr sz="2450" spc="295" dirty="0">
                <a:solidFill>
                  <a:srgbClr val="030303"/>
                </a:solidFill>
                <a:latin typeface="Times New Roman"/>
                <a:cs typeface="Times New Roman"/>
              </a:rPr>
              <a:t>   </a:t>
            </a:r>
            <a:r>
              <a:rPr sz="2450" dirty="0">
                <a:solidFill>
                  <a:srgbClr val="030303"/>
                </a:solidFill>
                <a:latin typeface="Times New Roman"/>
                <a:cs typeface="Times New Roman"/>
              </a:rPr>
              <a:t>Instance</a:t>
            </a:r>
            <a:r>
              <a:rPr sz="2450" spc="290" dirty="0">
                <a:solidFill>
                  <a:srgbClr val="030303"/>
                </a:solidFill>
                <a:latin typeface="Times New Roman"/>
                <a:cs typeface="Times New Roman"/>
              </a:rPr>
              <a:t>   </a:t>
            </a:r>
            <a:r>
              <a:rPr sz="2450" dirty="0">
                <a:solidFill>
                  <a:srgbClr val="030303"/>
                </a:solidFill>
                <a:latin typeface="Times New Roman"/>
                <a:cs typeface="Times New Roman"/>
              </a:rPr>
              <a:t>Variable</a:t>
            </a:r>
            <a:r>
              <a:rPr sz="2450" spc="285" dirty="0">
                <a:solidFill>
                  <a:srgbClr val="030303"/>
                </a:solidFill>
                <a:latin typeface="Times New Roman"/>
                <a:cs typeface="Times New Roman"/>
              </a:rPr>
              <a:t>   </a:t>
            </a:r>
            <a:r>
              <a:rPr sz="2450" dirty="0">
                <a:solidFill>
                  <a:srgbClr val="030303"/>
                </a:solidFill>
                <a:latin typeface="Times New Roman"/>
                <a:cs typeface="Times New Roman"/>
              </a:rPr>
              <a:t>Hiding,</a:t>
            </a:r>
            <a:r>
              <a:rPr sz="2450" spc="270" dirty="0">
                <a:solidFill>
                  <a:srgbClr val="030303"/>
                </a:solidFill>
                <a:latin typeface="Times New Roman"/>
                <a:cs typeface="Times New Roman"/>
              </a:rPr>
              <a:t>   </a:t>
            </a:r>
            <a:r>
              <a:rPr sz="2450" spc="-10" dirty="0">
                <a:solidFill>
                  <a:srgbClr val="030303"/>
                </a:solidFill>
                <a:latin typeface="Times New Roman"/>
                <a:cs typeface="Times New Roman"/>
              </a:rPr>
              <a:t>Garbage </a:t>
            </a:r>
            <a:r>
              <a:rPr sz="2450" dirty="0">
                <a:solidFill>
                  <a:srgbClr val="030303"/>
                </a:solidFill>
                <a:latin typeface="Times New Roman"/>
                <a:cs typeface="Times New Roman"/>
              </a:rPr>
              <a:t>Collection,</a:t>
            </a:r>
            <a:r>
              <a:rPr sz="2450" spc="190" dirty="0">
                <a:solidFill>
                  <a:srgbClr val="030303"/>
                </a:solidFill>
                <a:latin typeface="Times New Roman"/>
                <a:cs typeface="Times New Roman"/>
              </a:rPr>
              <a:t> </a:t>
            </a:r>
            <a:r>
              <a:rPr sz="2450" dirty="0">
                <a:solidFill>
                  <a:srgbClr val="030303"/>
                </a:solidFill>
                <a:latin typeface="Times New Roman"/>
                <a:cs typeface="Times New Roman"/>
              </a:rPr>
              <a:t>The</a:t>
            </a:r>
            <a:r>
              <a:rPr sz="2450" spc="114" dirty="0">
                <a:solidFill>
                  <a:srgbClr val="030303"/>
                </a:solidFill>
                <a:latin typeface="Times New Roman"/>
                <a:cs typeface="Times New Roman"/>
              </a:rPr>
              <a:t> </a:t>
            </a:r>
            <a:r>
              <a:rPr sz="2450" dirty="0">
                <a:solidFill>
                  <a:srgbClr val="030303"/>
                </a:solidFill>
                <a:latin typeface="Times New Roman"/>
                <a:cs typeface="Times New Roman"/>
              </a:rPr>
              <a:t>finalize</a:t>
            </a:r>
            <a:r>
              <a:rPr sz="2450" spc="140" dirty="0">
                <a:solidFill>
                  <a:srgbClr val="030303"/>
                </a:solidFill>
                <a:latin typeface="Times New Roman"/>
                <a:cs typeface="Times New Roman"/>
              </a:rPr>
              <a:t> </a:t>
            </a:r>
            <a:r>
              <a:rPr sz="2450" spc="-10" dirty="0">
                <a:solidFill>
                  <a:srgbClr val="030303"/>
                </a:solidFill>
                <a:latin typeface="Times New Roman"/>
                <a:cs typeface="Times New Roman"/>
              </a:rPr>
              <a:t>Method.</a:t>
            </a:r>
            <a:endParaRPr sz="2450">
              <a:latin typeface="Times New Roman"/>
              <a:cs typeface="Times New Roman"/>
            </a:endParaRPr>
          </a:p>
          <a:p>
            <a:pPr marL="13335" marR="5080" indent="-635" algn="just">
              <a:lnSpc>
                <a:spcPct val="102099"/>
              </a:lnSpc>
              <a:spcBef>
                <a:spcPts val="720"/>
              </a:spcBef>
            </a:pPr>
            <a:r>
              <a:rPr sz="2450" spc="50" dirty="0">
                <a:solidFill>
                  <a:srgbClr val="030303"/>
                </a:solidFill>
                <a:latin typeface="Times New Roman"/>
                <a:cs typeface="Times New Roman"/>
              </a:rPr>
              <a:t>A</a:t>
            </a:r>
            <a:r>
              <a:rPr sz="2450" spc="250" dirty="0">
                <a:solidFill>
                  <a:srgbClr val="030303"/>
                </a:solidFill>
                <a:latin typeface="Times New Roman"/>
                <a:cs typeface="Times New Roman"/>
              </a:rPr>
              <a:t> </a:t>
            </a:r>
            <a:r>
              <a:rPr sz="2450" dirty="0">
                <a:solidFill>
                  <a:srgbClr val="030303"/>
                </a:solidFill>
                <a:latin typeface="Times New Roman"/>
                <a:cs typeface="Times New Roman"/>
              </a:rPr>
              <a:t>Closer</a:t>
            </a:r>
            <a:r>
              <a:rPr sz="2450" spc="525" dirty="0">
                <a:solidFill>
                  <a:srgbClr val="030303"/>
                </a:solidFill>
                <a:latin typeface="Times New Roman"/>
                <a:cs typeface="Times New Roman"/>
              </a:rPr>
              <a:t> </a:t>
            </a:r>
            <a:r>
              <a:rPr sz="2450" dirty="0">
                <a:solidFill>
                  <a:srgbClr val="030303"/>
                </a:solidFill>
                <a:latin typeface="Times New Roman"/>
                <a:cs typeface="Times New Roman"/>
              </a:rPr>
              <a:t>Look</a:t>
            </a:r>
            <a:r>
              <a:rPr sz="2450" spc="395" dirty="0">
                <a:solidFill>
                  <a:srgbClr val="030303"/>
                </a:solidFill>
                <a:latin typeface="Times New Roman"/>
                <a:cs typeface="Times New Roman"/>
              </a:rPr>
              <a:t> </a:t>
            </a:r>
            <a:r>
              <a:rPr sz="2450" dirty="0">
                <a:solidFill>
                  <a:srgbClr val="030303"/>
                </a:solidFill>
                <a:latin typeface="Times New Roman"/>
                <a:cs typeface="Times New Roman"/>
              </a:rPr>
              <a:t>at</a:t>
            </a:r>
            <a:r>
              <a:rPr sz="2450" spc="380" dirty="0">
                <a:solidFill>
                  <a:srgbClr val="030303"/>
                </a:solidFill>
                <a:latin typeface="Times New Roman"/>
                <a:cs typeface="Times New Roman"/>
              </a:rPr>
              <a:t> </a:t>
            </a:r>
            <a:r>
              <a:rPr sz="2450" dirty="0">
                <a:solidFill>
                  <a:srgbClr val="030303"/>
                </a:solidFill>
                <a:latin typeface="Times New Roman"/>
                <a:cs typeface="Times New Roman"/>
              </a:rPr>
              <a:t>Methods  and</a:t>
            </a:r>
            <a:r>
              <a:rPr sz="2450" spc="420" dirty="0">
                <a:solidFill>
                  <a:srgbClr val="030303"/>
                </a:solidFill>
                <a:latin typeface="Times New Roman"/>
                <a:cs typeface="Times New Roman"/>
              </a:rPr>
              <a:t> </a:t>
            </a:r>
            <a:r>
              <a:rPr sz="2450" dirty="0">
                <a:solidFill>
                  <a:srgbClr val="030303"/>
                </a:solidFill>
                <a:latin typeface="Times New Roman"/>
                <a:cs typeface="Times New Roman"/>
              </a:rPr>
              <a:t>Classes:</a:t>
            </a:r>
            <a:r>
              <a:rPr sz="2450" spc="535" dirty="0">
                <a:solidFill>
                  <a:srgbClr val="030303"/>
                </a:solidFill>
                <a:latin typeface="Times New Roman"/>
                <a:cs typeface="Times New Roman"/>
              </a:rPr>
              <a:t> </a:t>
            </a:r>
            <a:r>
              <a:rPr sz="2450" dirty="0">
                <a:solidFill>
                  <a:srgbClr val="030303"/>
                </a:solidFill>
                <a:latin typeface="Times New Roman"/>
                <a:cs typeface="Times New Roman"/>
              </a:rPr>
              <a:t>Overloading</a:t>
            </a:r>
            <a:r>
              <a:rPr sz="2450" spc="570" dirty="0">
                <a:solidFill>
                  <a:srgbClr val="030303"/>
                </a:solidFill>
                <a:latin typeface="Times New Roman"/>
                <a:cs typeface="Times New Roman"/>
              </a:rPr>
              <a:t> </a:t>
            </a:r>
            <a:r>
              <a:rPr sz="2450" spc="-10" dirty="0">
                <a:solidFill>
                  <a:srgbClr val="030303"/>
                </a:solidFill>
                <a:latin typeface="Times New Roman"/>
                <a:cs typeface="Times New Roman"/>
              </a:rPr>
              <a:t>Methods, </a:t>
            </a:r>
            <a:r>
              <a:rPr sz="2450" dirty="0">
                <a:solidFill>
                  <a:srgbClr val="030303"/>
                </a:solidFill>
                <a:latin typeface="Times New Roman"/>
                <a:cs typeface="Times New Roman"/>
              </a:rPr>
              <a:t>Using</a:t>
            </a:r>
            <a:r>
              <a:rPr sz="2450" spc="225" dirty="0">
                <a:solidFill>
                  <a:srgbClr val="030303"/>
                </a:solidFill>
                <a:latin typeface="Times New Roman"/>
                <a:cs typeface="Times New Roman"/>
              </a:rPr>
              <a:t>  </a:t>
            </a:r>
            <a:r>
              <a:rPr sz="2450" dirty="0">
                <a:solidFill>
                  <a:srgbClr val="030303"/>
                </a:solidFill>
                <a:latin typeface="Times New Roman"/>
                <a:cs typeface="Times New Roman"/>
              </a:rPr>
              <a:t>Objects</a:t>
            </a:r>
            <a:r>
              <a:rPr sz="2450" spc="275" dirty="0">
                <a:solidFill>
                  <a:srgbClr val="030303"/>
                </a:solidFill>
                <a:latin typeface="Times New Roman"/>
                <a:cs typeface="Times New Roman"/>
              </a:rPr>
              <a:t>  </a:t>
            </a:r>
            <a:r>
              <a:rPr sz="2450" dirty="0">
                <a:solidFill>
                  <a:srgbClr val="030303"/>
                </a:solidFill>
                <a:latin typeface="Times New Roman"/>
                <a:cs typeface="Times New Roman"/>
              </a:rPr>
              <a:t>as</a:t>
            </a:r>
            <a:r>
              <a:rPr sz="2450" spc="220" dirty="0">
                <a:solidFill>
                  <a:srgbClr val="030303"/>
                </a:solidFill>
                <a:latin typeface="Times New Roman"/>
                <a:cs typeface="Times New Roman"/>
              </a:rPr>
              <a:t>  </a:t>
            </a:r>
            <a:r>
              <a:rPr sz="2450" dirty="0">
                <a:solidFill>
                  <a:srgbClr val="030303"/>
                </a:solidFill>
                <a:latin typeface="Times New Roman"/>
                <a:cs typeface="Times New Roman"/>
              </a:rPr>
              <a:t>Parameters,</a:t>
            </a:r>
            <a:r>
              <a:rPr sz="2450" spc="290" dirty="0">
                <a:solidFill>
                  <a:srgbClr val="030303"/>
                </a:solidFill>
                <a:latin typeface="Times New Roman"/>
                <a:cs typeface="Times New Roman"/>
              </a:rPr>
              <a:t>  </a:t>
            </a:r>
            <a:r>
              <a:rPr sz="2450" spc="50" dirty="0">
                <a:solidFill>
                  <a:srgbClr val="030303"/>
                </a:solidFill>
                <a:latin typeface="Times New Roman"/>
                <a:cs typeface="Times New Roman"/>
              </a:rPr>
              <a:t>A</a:t>
            </a:r>
            <a:r>
              <a:rPr sz="2450" spc="135" dirty="0">
                <a:solidFill>
                  <a:srgbClr val="030303"/>
                </a:solidFill>
                <a:latin typeface="Times New Roman"/>
                <a:cs typeface="Times New Roman"/>
              </a:rPr>
              <a:t>  </a:t>
            </a:r>
            <a:r>
              <a:rPr sz="2450" dirty="0">
                <a:solidFill>
                  <a:srgbClr val="030303"/>
                </a:solidFill>
                <a:latin typeface="Times New Roman"/>
                <a:cs typeface="Times New Roman"/>
              </a:rPr>
              <a:t>Closer</a:t>
            </a:r>
            <a:r>
              <a:rPr sz="2450" spc="254" dirty="0">
                <a:solidFill>
                  <a:srgbClr val="030303"/>
                </a:solidFill>
                <a:latin typeface="Times New Roman"/>
                <a:cs typeface="Times New Roman"/>
              </a:rPr>
              <a:t>  </a:t>
            </a:r>
            <a:r>
              <a:rPr sz="2450" dirty="0">
                <a:solidFill>
                  <a:srgbClr val="030303"/>
                </a:solidFill>
                <a:latin typeface="Times New Roman"/>
                <a:cs typeface="Times New Roman"/>
              </a:rPr>
              <a:t>Look</a:t>
            </a:r>
            <a:r>
              <a:rPr sz="2450" spc="215" dirty="0">
                <a:solidFill>
                  <a:srgbClr val="030303"/>
                </a:solidFill>
                <a:latin typeface="Times New Roman"/>
                <a:cs typeface="Times New Roman"/>
              </a:rPr>
              <a:t>  </a:t>
            </a:r>
            <a:r>
              <a:rPr sz="2450" dirty="0">
                <a:solidFill>
                  <a:srgbClr val="030303"/>
                </a:solidFill>
                <a:latin typeface="Times New Roman"/>
                <a:cs typeface="Times New Roman"/>
              </a:rPr>
              <a:t>at</a:t>
            </a:r>
            <a:r>
              <a:rPr sz="2450" spc="200" dirty="0">
                <a:solidFill>
                  <a:srgbClr val="030303"/>
                </a:solidFill>
                <a:latin typeface="Times New Roman"/>
                <a:cs typeface="Times New Roman"/>
              </a:rPr>
              <a:t>  </a:t>
            </a:r>
            <a:r>
              <a:rPr sz="2450" spc="-10" dirty="0">
                <a:solidFill>
                  <a:srgbClr val="030303"/>
                </a:solidFill>
                <a:latin typeface="Times New Roman"/>
                <a:cs typeface="Times New Roman"/>
              </a:rPr>
              <a:t>Argument </a:t>
            </a:r>
            <a:r>
              <a:rPr sz="2450" dirty="0">
                <a:solidFill>
                  <a:srgbClr val="030303"/>
                </a:solidFill>
                <a:latin typeface="Times New Roman"/>
                <a:cs typeface="Times New Roman"/>
              </a:rPr>
              <a:t>Passing,</a:t>
            </a:r>
            <a:r>
              <a:rPr sz="2450" spc="250" dirty="0">
                <a:solidFill>
                  <a:srgbClr val="030303"/>
                </a:solidFill>
                <a:latin typeface="Times New Roman"/>
                <a:cs typeface="Times New Roman"/>
              </a:rPr>
              <a:t>   </a:t>
            </a:r>
            <a:r>
              <a:rPr sz="2450" dirty="0">
                <a:solidFill>
                  <a:srgbClr val="030303"/>
                </a:solidFill>
                <a:latin typeface="Times New Roman"/>
                <a:cs typeface="Times New Roman"/>
              </a:rPr>
              <a:t>Returning</a:t>
            </a:r>
            <a:r>
              <a:rPr sz="2450" spc="240" dirty="0">
                <a:solidFill>
                  <a:srgbClr val="030303"/>
                </a:solidFill>
                <a:latin typeface="Times New Roman"/>
                <a:cs typeface="Times New Roman"/>
              </a:rPr>
              <a:t>   </a:t>
            </a:r>
            <a:r>
              <a:rPr sz="2450" dirty="0">
                <a:solidFill>
                  <a:srgbClr val="030303"/>
                </a:solidFill>
                <a:latin typeface="Times New Roman"/>
                <a:cs typeface="Times New Roman"/>
              </a:rPr>
              <a:t>Objects,</a:t>
            </a:r>
            <a:r>
              <a:rPr sz="2450" spc="250" dirty="0">
                <a:solidFill>
                  <a:srgbClr val="030303"/>
                </a:solidFill>
                <a:latin typeface="Times New Roman"/>
                <a:cs typeface="Times New Roman"/>
              </a:rPr>
              <a:t>   </a:t>
            </a:r>
            <a:r>
              <a:rPr sz="2450" dirty="0">
                <a:solidFill>
                  <a:srgbClr val="030303"/>
                </a:solidFill>
                <a:latin typeface="Times New Roman"/>
                <a:cs typeface="Times New Roman"/>
              </a:rPr>
              <a:t>Introducing</a:t>
            </a:r>
            <a:r>
              <a:rPr sz="2450" spc="254" dirty="0">
                <a:solidFill>
                  <a:srgbClr val="030303"/>
                </a:solidFill>
                <a:latin typeface="Times New Roman"/>
                <a:cs typeface="Times New Roman"/>
              </a:rPr>
              <a:t>   </a:t>
            </a:r>
            <a:r>
              <a:rPr sz="2450" dirty="0">
                <a:solidFill>
                  <a:srgbClr val="030303"/>
                </a:solidFill>
                <a:latin typeface="Times New Roman"/>
                <a:cs typeface="Times New Roman"/>
              </a:rPr>
              <a:t>Access</a:t>
            </a:r>
            <a:r>
              <a:rPr sz="2450" spc="245" dirty="0">
                <a:solidFill>
                  <a:srgbClr val="030303"/>
                </a:solidFill>
                <a:latin typeface="Times New Roman"/>
                <a:cs typeface="Times New Roman"/>
              </a:rPr>
              <a:t>   </a:t>
            </a:r>
            <a:r>
              <a:rPr sz="2450" spc="-10" dirty="0">
                <a:solidFill>
                  <a:srgbClr val="030303"/>
                </a:solidFill>
                <a:latin typeface="Times New Roman"/>
                <a:cs typeface="Times New Roman"/>
              </a:rPr>
              <a:t>Control, </a:t>
            </a:r>
            <a:r>
              <a:rPr sz="2450" dirty="0">
                <a:solidFill>
                  <a:srgbClr val="030303"/>
                </a:solidFill>
                <a:latin typeface="Times New Roman"/>
                <a:cs typeface="Times New Roman"/>
              </a:rPr>
              <a:t>Understanding</a:t>
            </a:r>
            <a:r>
              <a:rPr sz="2450" spc="360" dirty="0">
                <a:solidFill>
                  <a:srgbClr val="030303"/>
                </a:solidFill>
                <a:latin typeface="Times New Roman"/>
                <a:cs typeface="Times New Roman"/>
              </a:rPr>
              <a:t> </a:t>
            </a:r>
            <a:r>
              <a:rPr sz="2450" dirty="0">
                <a:solidFill>
                  <a:srgbClr val="030303"/>
                </a:solidFill>
                <a:latin typeface="Times New Roman"/>
                <a:cs typeface="Times New Roman"/>
              </a:rPr>
              <a:t>static,</a:t>
            </a:r>
            <a:r>
              <a:rPr sz="2450" spc="140" dirty="0">
                <a:solidFill>
                  <a:srgbClr val="030303"/>
                </a:solidFill>
                <a:latin typeface="Times New Roman"/>
                <a:cs typeface="Times New Roman"/>
              </a:rPr>
              <a:t> </a:t>
            </a:r>
            <a:r>
              <a:rPr sz="2450" dirty="0">
                <a:solidFill>
                  <a:srgbClr val="030303"/>
                </a:solidFill>
                <a:latin typeface="Times New Roman"/>
                <a:cs typeface="Times New Roman"/>
              </a:rPr>
              <a:t>Introducing</a:t>
            </a:r>
            <a:r>
              <a:rPr sz="2450" spc="260" dirty="0">
                <a:solidFill>
                  <a:srgbClr val="030303"/>
                </a:solidFill>
                <a:latin typeface="Times New Roman"/>
                <a:cs typeface="Times New Roman"/>
              </a:rPr>
              <a:t> </a:t>
            </a:r>
            <a:r>
              <a:rPr sz="2450" spc="-10" dirty="0">
                <a:solidFill>
                  <a:srgbClr val="030303"/>
                </a:solidFill>
                <a:latin typeface="Times New Roman"/>
                <a:cs typeface="Times New Roman"/>
              </a:rPr>
              <a:t>final</a:t>
            </a:r>
            <a:endParaRPr sz="245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22225">
              <a:lnSpc>
                <a:spcPct val="100000"/>
              </a:lnSpc>
              <a:spcBef>
                <a:spcPts val="110"/>
              </a:spcBef>
            </a:pPr>
            <a:r>
              <a:rPr sz="4450" dirty="0">
                <a:solidFill>
                  <a:srgbClr val="79675D"/>
                </a:solidFill>
                <a:latin typeface="Times New Roman"/>
                <a:cs typeface="Times New Roman"/>
              </a:rPr>
              <a:t>Classes</a:t>
            </a:r>
            <a:r>
              <a:rPr sz="4450" spc="425" dirty="0">
                <a:solidFill>
                  <a:srgbClr val="79675D"/>
                </a:solidFill>
                <a:latin typeface="Times New Roman"/>
                <a:cs typeface="Times New Roman"/>
              </a:rPr>
              <a:t> </a:t>
            </a:r>
            <a:r>
              <a:rPr sz="4450" dirty="0">
                <a:solidFill>
                  <a:srgbClr val="79675D"/>
                </a:solidFill>
                <a:latin typeface="Times New Roman"/>
                <a:cs typeface="Times New Roman"/>
              </a:rPr>
              <a:t>and</a:t>
            </a:r>
            <a:r>
              <a:rPr sz="4450" spc="310" dirty="0">
                <a:solidFill>
                  <a:srgbClr val="79675D"/>
                </a:solidFill>
                <a:latin typeface="Times New Roman"/>
                <a:cs typeface="Times New Roman"/>
              </a:rPr>
              <a:t> </a:t>
            </a:r>
            <a:r>
              <a:rPr sz="4450" spc="-10" dirty="0">
                <a:solidFill>
                  <a:srgbClr val="79675D"/>
                </a:solidFill>
                <a:latin typeface="Times New Roman"/>
                <a:cs typeface="Times New Roman"/>
              </a:rPr>
              <a:t>Objects</a:t>
            </a:r>
            <a:endParaRPr sz="4450">
              <a:latin typeface="Times New Roman"/>
              <a:cs typeface="Times New Roman"/>
            </a:endParaRPr>
          </a:p>
        </p:txBody>
      </p:sp>
      <p:sp>
        <p:nvSpPr>
          <p:cNvPr id="3" name="object 3"/>
          <p:cNvSpPr txBox="1"/>
          <p:nvPr/>
        </p:nvSpPr>
        <p:spPr>
          <a:xfrm>
            <a:off x="521921" y="1021245"/>
            <a:ext cx="337185" cy="1125855"/>
          </a:xfrm>
          <a:prstGeom prst="rect">
            <a:avLst/>
          </a:prstGeom>
        </p:spPr>
        <p:txBody>
          <a:bodyPr vert="horz" wrap="square" lIns="0" tIns="15240" rIns="0" bIns="0" rtlCol="0">
            <a:spAutoFit/>
          </a:bodyPr>
          <a:lstStyle/>
          <a:p>
            <a:pPr marL="12700">
              <a:lnSpc>
                <a:spcPct val="100000"/>
              </a:lnSpc>
              <a:spcBef>
                <a:spcPts val="120"/>
              </a:spcBef>
            </a:pPr>
            <a:r>
              <a:rPr sz="7200" spc="50" dirty="0">
                <a:solidFill>
                  <a:srgbClr val="DB7E44"/>
                </a:solidFill>
                <a:latin typeface="Arial"/>
                <a:cs typeface="Arial"/>
              </a:rPr>
              <a:t>-</a:t>
            </a:r>
            <a:endParaRPr sz="7200">
              <a:latin typeface="Arial"/>
              <a:cs typeface="Arial"/>
            </a:endParaRPr>
          </a:p>
        </p:txBody>
      </p:sp>
      <p:sp>
        <p:nvSpPr>
          <p:cNvPr id="4" name="object 4"/>
          <p:cNvSpPr txBox="1"/>
          <p:nvPr/>
        </p:nvSpPr>
        <p:spPr>
          <a:xfrm>
            <a:off x="800108" y="1843545"/>
            <a:ext cx="8858885" cy="1778692"/>
          </a:xfrm>
          <a:prstGeom prst="rect">
            <a:avLst/>
          </a:prstGeom>
        </p:spPr>
        <p:txBody>
          <a:bodyPr vert="horz" wrap="square" lIns="0" tIns="46990" rIns="0" bIns="0" rtlCol="0">
            <a:spAutoFit/>
          </a:bodyPr>
          <a:lstStyle/>
          <a:p>
            <a:pPr marL="352425" marR="5080" indent="-340360">
              <a:lnSpc>
                <a:spcPts val="3170"/>
              </a:lnSpc>
              <a:spcBef>
                <a:spcPts val="370"/>
              </a:spcBef>
              <a:buClr>
                <a:srgbClr val="DB7E44"/>
              </a:buClr>
              <a:buSzPct val="98214"/>
              <a:buFont typeface="Arial"/>
              <a:buChar char="□"/>
              <a:tabLst>
                <a:tab pos="353695" algn="l"/>
                <a:tab pos="1595755" algn="l"/>
                <a:tab pos="3444875" algn="l"/>
                <a:tab pos="6172200" algn="l"/>
                <a:tab pos="7378700" algn="l"/>
              </a:tabLst>
            </a:pPr>
            <a:r>
              <a:rPr sz="2800" spc="-10" dirty="0">
                <a:solidFill>
                  <a:srgbClr val="010101"/>
                </a:solidFill>
                <a:latin typeface="Times New Roman"/>
                <a:cs typeface="Times New Roman"/>
              </a:rPr>
              <a:t>Classes</a:t>
            </a:r>
            <a:r>
              <a:rPr sz="2800" dirty="0">
                <a:solidFill>
                  <a:srgbClr val="010101"/>
                </a:solidFill>
                <a:latin typeface="Times New Roman"/>
                <a:cs typeface="Times New Roman"/>
              </a:rPr>
              <a:t>	</a:t>
            </a:r>
            <a:r>
              <a:rPr sz="2800" spc="50" dirty="0">
                <a:solidFill>
                  <a:srgbClr val="010101"/>
                </a:solidFill>
                <a:latin typeface="Times New Roman"/>
                <a:cs typeface="Times New Roman"/>
              </a:rPr>
              <a:t>and</a:t>
            </a:r>
            <a:r>
              <a:rPr sz="2800" spc="350" dirty="0">
                <a:solidFill>
                  <a:srgbClr val="010101"/>
                </a:solidFill>
                <a:latin typeface="Times New Roman"/>
                <a:cs typeface="Times New Roman"/>
              </a:rPr>
              <a:t> </a:t>
            </a:r>
            <a:r>
              <a:rPr sz="2800" spc="-10" dirty="0">
                <a:solidFill>
                  <a:srgbClr val="010101"/>
                </a:solidFill>
                <a:latin typeface="Times New Roman"/>
                <a:cs typeface="Times New Roman"/>
              </a:rPr>
              <a:t>objects</a:t>
            </a:r>
            <a:r>
              <a:rPr sz="2800" dirty="0">
                <a:solidFill>
                  <a:srgbClr val="010101"/>
                </a:solidFill>
                <a:latin typeface="Times New Roman"/>
                <a:cs typeface="Times New Roman"/>
              </a:rPr>
              <a:t>	are</a:t>
            </a:r>
            <a:r>
              <a:rPr sz="2800" spc="420" dirty="0">
                <a:solidFill>
                  <a:srgbClr val="010101"/>
                </a:solidFill>
                <a:latin typeface="Times New Roman"/>
                <a:cs typeface="Times New Roman"/>
              </a:rPr>
              <a:t> </a:t>
            </a:r>
            <a:r>
              <a:rPr sz="2800" dirty="0">
                <a:solidFill>
                  <a:srgbClr val="010101"/>
                </a:solidFill>
                <a:latin typeface="Times New Roman"/>
                <a:cs typeface="Times New Roman"/>
              </a:rPr>
              <a:t>the</a:t>
            </a:r>
            <a:r>
              <a:rPr sz="2800" spc="425" dirty="0">
                <a:solidFill>
                  <a:srgbClr val="010101"/>
                </a:solidFill>
                <a:latin typeface="Times New Roman"/>
                <a:cs typeface="Times New Roman"/>
              </a:rPr>
              <a:t> </a:t>
            </a:r>
            <a:r>
              <a:rPr sz="2800" spc="55" dirty="0">
                <a:solidFill>
                  <a:srgbClr val="010101"/>
                </a:solidFill>
                <a:latin typeface="Times New Roman"/>
                <a:cs typeface="Times New Roman"/>
              </a:rPr>
              <a:t>two</a:t>
            </a:r>
            <a:r>
              <a:rPr sz="2800" spc="415" dirty="0">
                <a:solidFill>
                  <a:srgbClr val="010101"/>
                </a:solidFill>
                <a:latin typeface="Times New Roman"/>
                <a:cs typeface="Times New Roman"/>
              </a:rPr>
              <a:t> </a:t>
            </a:r>
            <a:r>
              <a:rPr sz="2800" spc="-20" dirty="0">
                <a:solidFill>
                  <a:srgbClr val="010101"/>
                </a:solidFill>
                <a:latin typeface="Times New Roman"/>
                <a:cs typeface="Times New Roman"/>
              </a:rPr>
              <a:t>main</a:t>
            </a:r>
            <a:r>
              <a:rPr sz="2800" dirty="0">
                <a:solidFill>
                  <a:srgbClr val="010101"/>
                </a:solidFill>
                <a:latin typeface="Times New Roman"/>
                <a:cs typeface="Times New Roman"/>
              </a:rPr>
              <a:t>	</a:t>
            </a:r>
            <a:r>
              <a:rPr sz="2800" spc="-10" dirty="0">
                <a:solidFill>
                  <a:srgbClr val="010101"/>
                </a:solidFill>
                <a:latin typeface="Times New Roman"/>
                <a:cs typeface="Times New Roman"/>
              </a:rPr>
              <a:t>aspects</a:t>
            </a:r>
            <a:r>
              <a:rPr sz="2800" dirty="0">
                <a:solidFill>
                  <a:srgbClr val="010101"/>
                </a:solidFill>
                <a:latin typeface="Times New Roman"/>
                <a:cs typeface="Times New Roman"/>
              </a:rPr>
              <a:t>	of</a:t>
            </a:r>
            <a:r>
              <a:rPr sz="2800" spc="400" dirty="0">
                <a:solidFill>
                  <a:srgbClr val="010101"/>
                </a:solidFill>
                <a:latin typeface="Times New Roman"/>
                <a:cs typeface="Times New Roman"/>
              </a:rPr>
              <a:t> </a:t>
            </a:r>
            <a:r>
              <a:rPr sz="2800" spc="-10" dirty="0">
                <a:solidFill>
                  <a:srgbClr val="010101"/>
                </a:solidFill>
                <a:latin typeface="Times New Roman"/>
                <a:cs typeface="Times New Roman"/>
              </a:rPr>
              <a:t>object- 	</a:t>
            </a:r>
            <a:r>
              <a:rPr sz="2800" dirty="0">
                <a:solidFill>
                  <a:srgbClr val="010101"/>
                </a:solidFill>
                <a:latin typeface="Times New Roman"/>
                <a:cs typeface="Times New Roman"/>
              </a:rPr>
              <a:t>oriented</a:t>
            </a:r>
            <a:r>
              <a:rPr sz="2800" spc="420" dirty="0">
                <a:solidFill>
                  <a:srgbClr val="010101"/>
                </a:solidFill>
                <a:latin typeface="Times New Roman"/>
                <a:cs typeface="Times New Roman"/>
              </a:rPr>
              <a:t> </a:t>
            </a:r>
            <a:r>
              <a:rPr sz="2800" spc="-10" dirty="0">
                <a:solidFill>
                  <a:srgbClr val="010101"/>
                </a:solidFill>
                <a:latin typeface="Times New Roman"/>
                <a:cs typeface="Times New Roman"/>
              </a:rPr>
              <a:t>programming.</a:t>
            </a:r>
            <a:endParaRPr sz="2800" dirty="0">
              <a:latin typeface="Times New Roman"/>
              <a:cs typeface="Times New Roman"/>
            </a:endParaRPr>
          </a:p>
          <a:p>
            <a:pPr marL="351790" marR="5080" indent="-339725">
              <a:lnSpc>
                <a:spcPts val="3190"/>
              </a:lnSpc>
              <a:spcBef>
                <a:spcPts val="690"/>
              </a:spcBef>
              <a:buClr>
                <a:srgbClr val="DB7E44"/>
              </a:buClr>
              <a:buSzPct val="98214"/>
              <a:buFont typeface="Arial"/>
              <a:buChar char="□"/>
              <a:tabLst>
                <a:tab pos="353060" algn="l"/>
                <a:tab pos="6837680" algn="l"/>
              </a:tabLst>
            </a:pPr>
            <a:r>
              <a:rPr sz="2800" dirty="0">
                <a:solidFill>
                  <a:srgbClr val="1F1F1F"/>
                </a:solidFill>
                <a:latin typeface="Times New Roman"/>
                <a:cs typeface="Times New Roman"/>
              </a:rPr>
              <a:t>Java</a:t>
            </a:r>
            <a:r>
              <a:rPr sz="2800" spc="385" dirty="0">
                <a:solidFill>
                  <a:srgbClr val="1F1F1F"/>
                </a:solidFill>
                <a:latin typeface="Times New Roman"/>
                <a:cs typeface="Times New Roman"/>
              </a:rPr>
              <a:t> </a:t>
            </a:r>
            <a:r>
              <a:rPr sz="2800" spc="60" dirty="0">
                <a:solidFill>
                  <a:srgbClr val="1F1F1F"/>
                </a:solidFill>
                <a:latin typeface="Times New Roman"/>
                <a:cs typeface="Times New Roman"/>
              </a:rPr>
              <a:t>is</a:t>
            </a:r>
            <a:r>
              <a:rPr sz="2800" spc="280" dirty="0">
                <a:solidFill>
                  <a:srgbClr val="1F1F1F"/>
                </a:solidFill>
                <a:latin typeface="Times New Roman"/>
                <a:cs typeface="Times New Roman"/>
              </a:rPr>
              <a:t> </a:t>
            </a:r>
            <a:r>
              <a:rPr lang="en-US" sz="2800" spc="280" dirty="0">
                <a:solidFill>
                  <a:srgbClr val="1F1F1F"/>
                </a:solidFill>
                <a:latin typeface="Times New Roman"/>
                <a:cs typeface="Times New Roman"/>
              </a:rPr>
              <a:t>t</a:t>
            </a:r>
            <a:r>
              <a:rPr sz="2800" dirty="0">
                <a:solidFill>
                  <a:srgbClr val="1F1F1F"/>
                </a:solidFill>
                <a:latin typeface="Times New Roman"/>
                <a:cs typeface="Times New Roman"/>
              </a:rPr>
              <a:t>rue</a:t>
            </a:r>
            <a:r>
              <a:rPr sz="2800" spc="355" dirty="0">
                <a:solidFill>
                  <a:srgbClr val="1F1F1F"/>
                </a:solidFill>
                <a:latin typeface="Times New Roman"/>
                <a:cs typeface="Times New Roman"/>
              </a:rPr>
              <a:t> </a:t>
            </a:r>
            <a:r>
              <a:rPr sz="2800" spc="55" dirty="0">
                <a:solidFill>
                  <a:srgbClr val="1F1F1F"/>
                </a:solidFill>
                <a:latin typeface="Times New Roman"/>
                <a:cs typeface="Times New Roman"/>
              </a:rPr>
              <a:t>object-oriented</a:t>
            </a:r>
            <a:r>
              <a:rPr sz="2800" spc="225" dirty="0">
                <a:solidFill>
                  <a:srgbClr val="1F1F1F"/>
                </a:solidFill>
                <a:latin typeface="Times New Roman"/>
                <a:cs typeface="Times New Roman"/>
              </a:rPr>
              <a:t> </a:t>
            </a:r>
            <a:r>
              <a:rPr sz="2800" spc="-10" dirty="0">
                <a:solidFill>
                  <a:srgbClr val="1F1F1F"/>
                </a:solidFill>
                <a:latin typeface="Times New Roman"/>
                <a:cs typeface="Times New Roman"/>
              </a:rPr>
              <a:t>programming</a:t>
            </a:r>
            <a:r>
              <a:rPr sz="2800" dirty="0">
                <a:solidFill>
                  <a:srgbClr val="1F1F1F"/>
                </a:solidFill>
                <a:latin typeface="Times New Roman"/>
                <a:cs typeface="Times New Roman"/>
              </a:rPr>
              <a:t>	language  </a:t>
            </a:r>
            <a:r>
              <a:rPr sz="2800" spc="40" dirty="0">
                <a:solidFill>
                  <a:srgbClr val="1F1F1F"/>
                </a:solidFill>
                <a:latin typeface="Times New Roman"/>
                <a:cs typeface="Times New Roman"/>
              </a:rPr>
              <a:t>and 	</a:t>
            </a:r>
            <a:r>
              <a:rPr sz="2800" dirty="0">
                <a:solidFill>
                  <a:srgbClr val="1F1F1F"/>
                </a:solidFill>
                <a:latin typeface="Times New Roman"/>
                <a:cs typeface="Times New Roman"/>
              </a:rPr>
              <a:t>therefore</a:t>
            </a:r>
            <a:r>
              <a:rPr sz="2800" spc="400" dirty="0">
                <a:solidFill>
                  <a:srgbClr val="1F1F1F"/>
                </a:solidFill>
                <a:latin typeface="Times New Roman"/>
                <a:cs typeface="Times New Roman"/>
              </a:rPr>
              <a:t> </a:t>
            </a:r>
            <a:r>
              <a:rPr sz="2800" dirty="0">
                <a:solidFill>
                  <a:srgbClr val="1F1F1F"/>
                </a:solidFill>
                <a:latin typeface="Times New Roman"/>
                <a:cs typeface="Times New Roman"/>
              </a:rPr>
              <a:t>all</a:t>
            </a:r>
            <a:r>
              <a:rPr sz="2800" spc="195" dirty="0">
                <a:solidFill>
                  <a:srgbClr val="1F1F1F"/>
                </a:solidFill>
                <a:latin typeface="Times New Roman"/>
                <a:cs typeface="Times New Roman"/>
              </a:rPr>
              <a:t> </a:t>
            </a:r>
            <a:r>
              <a:rPr sz="2800" dirty="0">
                <a:solidFill>
                  <a:srgbClr val="1F1F1F"/>
                </a:solidFill>
                <a:latin typeface="Times New Roman"/>
                <a:cs typeface="Times New Roman"/>
              </a:rPr>
              <a:t>programs</a:t>
            </a:r>
            <a:r>
              <a:rPr sz="2800" spc="395" dirty="0">
                <a:solidFill>
                  <a:srgbClr val="1F1F1F"/>
                </a:solidFill>
                <a:latin typeface="Times New Roman"/>
                <a:cs typeface="Times New Roman"/>
              </a:rPr>
              <a:t> </a:t>
            </a:r>
            <a:r>
              <a:rPr sz="2800" spc="50" dirty="0">
                <a:solidFill>
                  <a:srgbClr val="1F1F1F"/>
                </a:solidFill>
                <a:latin typeface="Times New Roman"/>
                <a:cs typeface="Times New Roman"/>
              </a:rPr>
              <a:t>in</a:t>
            </a:r>
            <a:r>
              <a:rPr sz="2800" spc="215" dirty="0">
                <a:solidFill>
                  <a:srgbClr val="1F1F1F"/>
                </a:solidFill>
                <a:latin typeface="Times New Roman"/>
                <a:cs typeface="Times New Roman"/>
              </a:rPr>
              <a:t> </a:t>
            </a:r>
            <a:r>
              <a:rPr sz="2800" dirty="0">
                <a:solidFill>
                  <a:srgbClr val="1F1F1F"/>
                </a:solidFill>
                <a:latin typeface="Times New Roman"/>
                <a:cs typeface="Times New Roman"/>
              </a:rPr>
              <a:t>Java</a:t>
            </a:r>
            <a:r>
              <a:rPr sz="2800" spc="290" dirty="0">
                <a:solidFill>
                  <a:srgbClr val="1F1F1F"/>
                </a:solidFill>
                <a:latin typeface="Times New Roman"/>
                <a:cs typeface="Times New Roman"/>
              </a:rPr>
              <a:t> </a:t>
            </a:r>
            <a:r>
              <a:rPr sz="2800" spc="50" dirty="0">
                <a:solidFill>
                  <a:srgbClr val="1F1F1F"/>
                </a:solidFill>
                <a:latin typeface="Times New Roman"/>
                <a:cs typeface="Times New Roman"/>
              </a:rPr>
              <a:t>are</a:t>
            </a:r>
            <a:r>
              <a:rPr sz="2800" spc="195" dirty="0">
                <a:solidFill>
                  <a:srgbClr val="1F1F1F"/>
                </a:solidFill>
                <a:latin typeface="Times New Roman"/>
                <a:cs typeface="Times New Roman"/>
              </a:rPr>
              <a:t> </a:t>
            </a:r>
            <a:r>
              <a:rPr sz="2800" dirty="0">
                <a:solidFill>
                  <a:srgbClr val="1F1F1F"/>
                </a:solidFill>
                <a:latin typeface="Times New Roman"/>
                <a:cs typeface="Times New Roman"/>
              </a:rPr>
              <a:t>written</a:t>
            </a:r>
            <a:r>
              <a:rPr sz="2800" spc="350" dirty="0">
                <a:solidFill>
                  <a:srgbClr val="1F1F1F"/>
                </a:solidFill>
                <a:latin typeface="Times New Roman"/>
                <a:cs typeface="Times New Roman"/>
              </a:rPr>
              <a:t> </a:t>
            </a:r>
            <a:r>
              <a:rPr sz="2800" spc="70" dirty="0">
                <a:solidFill>
                  <a:srgbClr val="1F1F1F"/>
                </a:solidFill>
                <a:latin typeface="Times New Roman"/>
                <a:cs typeface="Times New Roman"/>
              </a:rPr>
              <a:t>by</a:t>
            </a:r>
            <a:r>
              <a:rPr sz="2800" spc="200" dirty="0">
                <a:solidFill>
                  <a:srgbClr val="1F1F1F"/>
                </a:solidFill>
                <a:latin typeface="Times New Roman"/>
                <a:cs typeface="Times New Roman"/>
              </a:rPr>
              <a:t> </a:t>
            </a:r>
            <a:r>
              <a:rPr sz="2800" spc="-10" dirty="0">
                <a:solidFill>
                  <a:srgbClr val="1F1F1F"/>
                </a:solidFill>
                <a:latin typeface="Times New Roman"/>
                <a:cs typeface="Times New Roman"/>
              </a:rPr>
              <a:t>classes.</a:t>
            </a:r>
            <a:endParaRPr sz="2800" dirty="0">
              <a:latin typeface="Times New Roman"/>
              <a:cs typeface="Times New Roman"/>
            </a:endParaRPr>
          </a:p>
        </p:txBody>
      </p:sp>
      <p:sp>
        <p:nvSpPr>
          <p:cNvPr id="5" name="object 5"/>
          <p:cNvSpPr txBox="1"/>
          <p:nvPr/>
        </p:nvSpPr>
        <p:spPr>
          <a:xfrm>
            <a:off x="795663" y="3966036"/>
            <a:ext cx="8863330" cy="1658659"/>
          </a:xfrm>
          <a:prstGeom prst="rect">
            <a:avLst/>
          </a:prstGeom>
        </p:spPr>
        <p:txBody>
          <a:bodyPr vert="horz" wrap="square" lIns="0" tIns="38100" rIns="0" bIns="0" rtlCol="0">
            <a:spAutoFit/>
          </a:bodyPr>
          <a:lstStyle/>
          <a:p>
            <a:pPr marL="353695" marR="14604" indent="-341630" algn="just">
              <a:lnSpc>
                <a:spcPct val="94300"/>
              </a:lnSpc>
              <a:spcBef>
                <a:spcPts val="300"/>
              </a:spcBef>
              <a:buSzPct val="98214"/>
              <a:buFont typeface="Arial"/>
              <a:buChar char="□"/>
              <a:tabLst>
                <a:tab pos="353695" algn="l"/>
                <a:tab pos="354965" algn="l"/>
              </a:tabLst>
            </a:pPr>
            <a:r>
              <a:rPr sz="2800" dirty="0">
                <a:solidFill>
                  <a:srgbClr val="DB7E44"/>
                </a:solidFill>
                <a:latin typeface="Times New Roman"/>
                <a:cs typeface="Times New Roman"/>
              </a:rPr>
              <a:t>		</a:t>
            </a:r>
            <a:r>
              <a:rPr sz="2800" spc="100" dirty="0">
                <a:solidFill>
                  <a:srgbClr val="1F1F1F"/>
                </a:solidFill>
                <a:latin typeface="Times New Roman"/>
                <a:cs typeface="Times New Roman"/>
              </a:rPr>
              <a:t>A</a:t>
            </a:r>
            <a:r>
              <a:rPr sz="2800" spc="254" dirty="0">
                <a:solidFill>
                  <a:srgbClr val="1F1F1F"/>
                </a:solidFill>
                <a:latin typeface="Times New Roman"/>
                <a:cs typeface="Times New Roman"/>
              </a:rPr>
              <a:t> </a:t>
            </a:r>
            <a:r>
              <a:rPr sz="2700" b="1" spc="70" dirty="0">
                <a:solidFill>
                  <a:srgbClr val="F20305"/>
                </a:solidFill>
                <a:latin typeface="Times New Roman"/>
                <a:cs typeface="Times New Roman"/>
              </a:rPr>
              <a:t>class</a:t>
            </a:r>
            <a:r>
              <a:rPr sz="2700" b="1" spc="505" dirty="0">
                <a:solidFill>
                  <a:srgbClr val="F20305"/>
                </a:solidFill>
                <a:latin typeface="Times New Roman"/>
                <a:cs typeface="Times New Roman"/>
              </a:rPr>
              <a:t> </a:t>
            </a:r>
            <a:r>
              <a:rPr sz="2800" dirty="0">
                <a:solidFill>
                  <a:srgbClr val="1F1F1F"/>
                </a:solidFill>
                <a:latin typeface="Times New Roman"/>
                <a:cs typeface="Times New Roman"/>
              </a:rPr>
              <a:t>is</a:t>
            </a:r>
            <a:r>
              <a:rPr sz="2800" spc="420" dirty="0">
                <a:solidFill>
                  <a:srgbClr val="1F1F1F"/>
                </a:solidFill>
                <a:latin typeface="Times New Roman"/>
                <a:cs typeface="Times New Roman"/>
              </a:rPr>
              <a:t> </a:t>
            </a:r>
            <a:r>
              <a:rPr sz="2800" spc="120" dirty="0">
                <a:solidFill>
                  <a:srgbClr val="1F1F1F"/>
                </a:solidFill>
                <a:latin typeface="Times New Roman"/>
                <a:cs typeface="Times New Roman"/>
              </a:rPr>
              <a:t>a</a:t>
            </a:r>
            <a:r>
              <a:rPr sz="2800" spc="365" dirty="0">
                <a:solidFill>
                  <a:srgbClr val="1F1F1F"/>
                </a:solidFill>
                <a:latin typeface="Times New Roman"/>
                <a:cs typeface="Times New Roman"/>
              </a:rPr>
              <a:t> </a:t>
            </a:r>
            <a:r>
              <a:rPr sz="2800" dirty="0">
                <a:solidFill>
                  <a:srgbClr val="1F1F1F"/>
                </a:solidFill>
                <a:latin typeface="Times New Roman"/>
                <a:cs typeface="Times New Roman"/>
              </a:rPr>
              <a:t>user</a:t>
            </a:r>
            <a:r>
              <a:rPr sz="2800" spc="515" dirty="0">
                <a:solidFill>
                  <a:srgbClr val="1F1F1F"/>
                </a:solidFill>
                <a:latin typeface="Times New Roman"/>
                <a:cs typeface="Times New Roman"/>
              </a:rPr>
              <a:t> </a:t>
            </a:r>
            <a:r>
              <a:rPr sz="2800" dirty="0">
                <a:solidFill>
                  <a:srgbClr val="1F1F1F"/>
                </a:solidFill>
                <a:latin typeface="Times New Roman"/>
                <a:cs typeface="Times New Roman"/>
              </a:rPr>
              <a:t>defined</a:t>
            </a:r>
            <a:r>
              <a:rPr sz="2800" spc="620" dirty="0">
                <a:solidFill>
                  <a:srgbClr val="1F1F1F"/>
                </a:solidFill>
                <a:latin typeface="Times New Roman"/>
                <a:cs typeface="Times New Roman"/>
              </a:rPr>
              <a:t> </a:t>
            </a:r>
            <a:r>
              <a:rPr sz="2800" dirty="0">
                <a:solidFill>
                  <a:srgbClr val="1F1F1F"/>
                </a:solidFill>
                <a:latin typeface="Times New Roman"/>
                <a:cs typeface="Times New Roman"/>
              </a:rPr>
              <a:t>data</a:t>
            </a:r>
            <a:r>
              <a:rPr sz="2800" spc="450" dirty="0">
                <a:solidFill>
                  <a:srgbClr val="1F1F1F"/>
                </a:solidFill>
                <a:latin typeface="Times New Roman"/>
                <a:cs typeface="Times New Roman"/>
              </a:rPr>
              <a:t> </a:t>
            </a:r>
            <a:r>
              <a:rPr sz="2800" dirty="0">
                <a:solidFill>
                  <a:srgbClr val="1F1F1F"/>
                </a:solidFill>
                <a:latin typeface="Times New Roman"/>
                <a:cs typeface="Times New Roman"/>
              </a:rPr>
              <a:t>type.</a:t>
            </a:r>
            <a:r>
              <a:rPr sz="2800" spc="490" dirty="0">
                <a:solidFill>
                  <a:srgbClr val="1F1F1F"/>
                </a:solidFill>
                <a:latin typeface="Times New Roman"/>
                <a:cs typeface="Times New Roman"/>
              </a:rPr>
              <a:t>  </a:t>
            </a:r>
            <a:r>
              <a:rPr sz="2800" spc="55" dirty="0">
                <a:solidFill>
                  <a:srgbClr val="1F1F1F"/>
                </a:solidFill>
                <a:latin typeface="Times New Roman"/>
                <a:cs typeface="Times New Roman"/>
              </a:rPr>
              <a:t>Once</a:t>
            </a:r>
            <a:r>
              <a:rPr sz="2800" spc="515" dirty="0">
                <a:solidFill>
                  <a:srgbClr val="1F1F1F"/>
                </a:solidFill>
                <a:latin typeface="Times New Roman"/>
                <a:cs typeface="Times New Roman"/>
              </a:rPr>
              <a:t> </a:t>
            </a:r>
            <a:r>
              <a:rPr sz="2800" dirty="0">
                <a:solidFill>
                  <a:srgbClr val="1F1F1F"/>
                </a:solidFill>
                <a:latin typeface="Times New Roman"/>
                <a:cs typeface="Times New Roman"/>
              </a:rPr>
              <a:t>defined,</a:t>
            </a:r>
            <a:r>
              <a:rPr sz="2800" spc="600" dirty="0">
                <a:solidFill>
                  <a:srgbClr val="1F1F1F"/>
                </a:solidFill>
                <a:latin typeface="Times New Roman"/>
                <a:cs typeface="Times New Roman"/>
              </a:rPr>
              <a:t> </a:t>
            </a:r>
            <a:r>
              <a:rPr sz="2800" spc="-20" dirty="0">
                <a:solidFill>
                  <a:srgbClr val="1F1F1F"/>
                </a:solidFill>
                <a:latin typeface="Times New Roman"/>
                <a:cs typeface="Times New Roman"/>
              </a:rPr>
              <a:t>this </a:t>
            </a:r>
            <a:r>
              <a:rPr sz="2800" dirty="0">
                <a:solidFill>
                  <a:srgbClr val="1F1F1F"/>
                </a:solidFill>
                <a:latin typeface="Times New Roman"/>
                <a:cs typeface="Times New Roman"/>
              </a:rPr>
              <a:t>new</a:t>
            </a:r>
            <a:r>
              <a:rPr sz="2800" spc="170" dirty="0">
                <a:solidFill>
                  <a:srgbClr val="1F1F1F"/>
                </a:solidFill>
                <a:latin typeface="Times New Roman"/>
                <a:cs typeface="Times New Roman"/>
              </a:rPr>
              <a:t> </a:t>
            </a:r>
            <a:r>
              <a:rPr sz="2800" dirty="0">
                <a:solidFill>
                  <a:srgbClr val="1F1F1F"/>
                </a:solidFill>
                <a:latin typeface="Times New Roman"/>
                <a:cs typeface="Times New Roman"/>
              </a:rPr>
              <a:t>type</a:t>
            </a:r>
            <a:r>
              <a:rPr sz="2800" spc="220" dirty="0">
                <a:solidFill>
                  <a:srgbClr val="1F1F1F"/>
                </a:solidFill>
                <a:latin typeface="Times New Roman"/>
                <a:cs typeface="Times New Roman"/>
              </a:rPr>
              <a:t> </a:t>
            </a:r>
            <a:r>
              <a:rPr sz="2800" dirty="0">
                <a:solidFill>
                  <a:srgbClr val="1F1F1F"/>
                </a:solidFill>
                <a:latin typeface="Times New Roman"/>
                <a:cs typeface="Times New Roman"/>
              </a:rPr>
              <a:t>can</a:t>
            </a:r>
            <a:r>
              <a:rPr sz="2800" spc="215" dirty="0">
                <a:solidFill>
                  <a:srgbClr val="1F1F1F"/>
                </a:solidFill>
                <a:latin typeface="Times New Roman"/>
                <a:cs typeface="Times New Roman"/>
              </a:rPr>
              <a:t> </a:t>
            </a:r>
            <a:r>
              <a:rPr sz="2800" dirty="0">
                <a:solidFill>
                  <a:srgbClr val="1F1F1F"/>
                </a:solidFill>
                <a:latin typeface="Times New Roman"/>
                <a:cs typeface="Times New Roman"/>
              </a:rPr>
              <a:t>be</a:t>
            </a:r>
            <a:r>
              <a:rPr sz="2800" spc="145" dirty="0">
                <a:solidFill>
                  <a:srgbClr val="1F1F1F"/>
                </a:solidFill>
                <a:latin typeface="Times New Roman"/>
                <a:cs typeface="Times New Roman"/>
              </a:rPr>
              <a:t> </a:t>
            </a:r>
            <a:r>
              <a:rPr sz="2800" spc="50" dirty="0">
                <a:solidFill>
                  <a:srgbClr val="1F1F1F"/>
                </a:solidFill>
                <a:latin typeface="Times New Roman"/>
                <a:cs typeface="Times New Roman"/>
              </a:rPr>
              <a:t>used</a:t>
            </a:r>
            <a:r>
              <a:rPr sz="2800" spc="180" dirty="0">
                <a:solidFill>
                  <a:srgbClr val="1F1F1F"/>
                </a:solidFill>
                <a:latin typeface="Times New Roman"/>
                <a:cs typeface="Times New Roman"/>
              </a:rPr>
              <a:t> </a:t>
            </a:r>
            <a:r>
              <a:rPr sz="2800" spc="50" dirty="0">
                <a:solidFill>
                  <a:srgbClr val="1F1F1F"/>
                </a:solidFill>
                <a:latin typeface="Times New Roman"/>
                <a:cs typeface="Times New Roman"/>
              </a:rPr>
              <a:t>to</a:t>
            </a:r>
            <a:r>
              <a:rPr sz="2800" spc="140" dirty="0">
                <a:solidFill>
                  <a:srgbClr val="1F1F1F"/>
                </a:solidFill>
                <a:latin typeface="Times New Roman"/>
                <a:cs typeface="Times New Roman"/>
              </a:rPr>
              <a:t> </a:t>
            </a:r>
            <a:r>
              <a:rPr sz="2800" dirty="0">
                <a:solidFill>
                  <a:srgbClr val="1F1F1F"/>
                </a:solidFill>
                <a:latin typeface="Times New Roman"/>
                <a:cs typeface="Times New Roman"/>
              </a:rPr>
              <a:t>create</a:t>
            </a:r>
            <a:r>
              <a:rPr sz="2800" spc="204" dirty="0">
                <a:solidFill>
                  <a:srgbClr val="1F1F1F"/>
                </a:solidFill>
                <a:latin typeface="Times New Roman"/>
                <a:cs typeface="Times New Roman"/>
              </a:rPr>
              <a:t> </a:t>
            </a:r>
            <a:r>
              <a:rPr sz="2800" dirty="0">
                <a:solidFill>
                  <a:srgbClr val="1F1F1F"/>
                </a:solidFill>
                <a:latin typeface="Times New Roman"/>
                <a:cs typeface="Times New Roman"/>
              </a:rPr>
              <a:t>objects</a:t>
            </a:r>
            <a:r>
              <a:rPr sz="2800" spc="204" dirty="0">
                <a:solidFill>
                  <a:srgbClr val="1F1F1F"/>
                </a:solidFill>
                <a:latin typeface="Times New Roman"/>
                <a:cs typeface="Times New Roman"/>
              </a:rPr>
              <a:t> </a:t>
            </a:r>
            <a:r>
              <a:rPr sz="2800" spc="55" dirty="0">
                <a:solidFill>
                  <a:srgbClr val="1F1F1F"/>
                </a:solidFill>
                <a:latin typeface="Times New Roman"/>
                <a:cs typeface="Times New Roman"/>
              </a:rPr>
              <a:t>of</a:t>
            </a:r>
            <a:r>
              <a:rPr sz="2800" spc="114" dirty="0">
                <a:solidFill>
                  <a:srgbClr val="1F1F1F"/>
                </a:solidFill>
                <a:latin typeface="Times New Roman"/>
                <a:cs typeface="Times New Roman"/>
              </a:rPr>
              <a:t> </a:t>
            </a:r>
            <a:r>
              <a:rPr sz="2800" dirty="0">
                <a:solidFill>
                  <a:srgbClr val="1F1F1F"/>
                </a:solidFill>
                <a:latin typeface="Times New Roman"/>
                <a:cs typeface="Times New Roman"/>
              </a:rPr>
              <a:t>that</a:t>
            </a:r>
            <a:r>
              <a:rPr sz="2800" spc="175" dirty="0">
                <a:solidFill>
                  <a:srgbClr val="1F1F1F"/>
                </a:solidFill>
                <a:latin typeface="Times New Roman"/>
                <a:cs typeface="Times New Roman"/>
              </a:rPr>
              <a:t> </a:t>
            </a:r>
            <a:r>
              <a:rPr sz="2800" dirty="0">
                <a:solidFill>
                  <a:srgbClr val="1F1F1F"/>
                </a:solidFill>
                <a:latin typeface="Times New Roman"/>
                <a:cs typeface="Times New Roman"/>
              </a:rPr>
              <a:t>type.</a:t>
            </a:r>
            <a:r>
              <a:rPr sz="2800" spc="204" dirty="0">
                <a:solidFill>
                  <a:srgbClr val="1F1F1F"/>
                </a:solidFill>
                <a:latin typeface="Times New Roman"/>
                <a:cs typeface="Times New Roman"/>
              </a:rPr>
              <a:t> </a:t>
            </a:r>
            <a:r>
              <a:rPr sz="2800" spc="40" dirty="0">
                <a:solidFill>
                  <a:srgbClr val="1F1F1F"/>
                </a:solidFill>
                <a:latin typeface="Times New Roman"/>
                <a:cs typeface="Times New Roman"/>
              </a:rPr>
              <a:t>Thus, </a:t>
            </a:r>
            <a:r>
              <a:rPr sz="2800" spc="70" dirty="0">
                <a:solidFill>
                  <a:srgbClr val="1F1F1F"/>
                </a:solidFill>
                <a:latin typeface="Times New Roman"/>
                <a:cs typeface="Times New Roman"/>
              </a:rPr>
              <a:t>a</a:t>
            </a:r>
            <a:r>
              <a:rPr sz="2800" spc="470" dirty="0">
                <a:solidFill>
                  <a:srgbClr val="1F1F1F"/>
                </a:solidFill>
                <a:latin typeface="Times New Roman"/>
                <a:cs typeface="Times New Roman"/>
              </a:rPr>
              <a:t> </a:t>
            </a:r>
            <a:r>
              <a:rPr sz="2800" dirty="0">
                <a:solidFill>
                  <a:srgbClr val="1F1F1F"/>
                </a:solidFill>
                <a:latin typeface="Times New Roman"/>
                <a:cs typeface="Times New Roman"/>
              </a:rPr>
              <a:t>class</a:t>
            </a:r>
            <a:r>
              <a:rPr sz="2800" spc="555" dirty="0">
                <a:solidFill>
                  <a:srgbClr val="1F1F1F"/>
                </a:solidFill>
                <a:latin typeface="Times New Roman"/>
                <a:cs typeface="Times New Roman"/>
              </a:rPr>
              <a:t> </a:t>
            </a:r>
            <a:r>
              <a:rPr sz="2800" dirty="0">
                <a:solidFill>
                  <a:srgbClr val="1F1F1F"/>
                </a:solidFill>
                <a:latin typeface="Times New Roman"/>
                <a:cs typeface="Times New Roman"/>
              </a:rPr>
              <a:t>is</a:t>
            </a:r>
            <a:r>
              <a:rPr sz="2800" spc="470" dirty="0">
                <a:solidFill>
                  <a:srgbClr val="1F1F1F"/>
                </a:solidFill>
                <a:latin typeface="Times New Roman"/>
                <a:cs typeface="Times New Roman"/>
              </a:rPr>
              <a:t> </a:t>
            </a:r>
            <a:r>
              <a:rPr sz="2800" spc="95" dirty="0">
                <a:solidFill>
                  <a:srgbClr val="1F1F1F"/>
                </a:solidFill>
                <a:latin typeface="Times New Roman"/>
                <a:cs typeface="Times New Roman"/>
              </a:rPr>
              <a:t>a</a:t>
            </a:r>
            <a:r>
              <a:rPr sz="2800" spc="420" dirty="0">
                <a:solidFill>
                  <a:srgbClr val="1F1F1F"/>
                </a:solidFill>
                <a:latin typeface="Times New Roman"/>
                <a:cs typeface="Times New Roman"/>
              </a:rPr>
              <a:t> </a:t>
            </a:r>
            <a:r>
              <a:rPr sz="2800" b="1" i="1" dirty="0">
                <a:solidFill>
                  <a:srgbClr val="1F1F1F"/>
                </a:solidFill>
                <a:latin typeface="Times New Roman"/>
                <a:cs typeface="Times New Roman"/>
              </a:rPr>
              <a:t>template</a:t>
            </a:r>
            <a:r>
              <a:rPr sz="2800" b="1" i="1" spc="685" dirty="0">
                <a:solidFill>
                  <a:srgbClr val="1F1F1F"/>
                </a:solidFill>
                <a:latin typeface="Times New Roman"/>
                <a:cs typeface="Times New Roman"/>
              </a:rPr>
              <a:t> </a:t>
            </a:r>
            <a:r>
              <a:rPr sz="2800" dirty="0">
                <a:solidFill>
                  <a:srgbClr val="1F1F1F"/>
                </a:solidFill>
                <a:latin typeface="Times New Roman"/>
                <a:cs typeface="Times New Roman"/>
              </a:rPr>
              <a:t>for</a:t>
            </a:r>
            <a:r>
              <a:rPr sz="2800" spc="520" dirty="0">
                <a:solidFill>
                  <a:srgbClr val="1F1F1F"/>
                </a:solidFill>
                <a:latin typeface="Times New Roman"/>
                <a:cs typeface="Times New Roman"/>
              </a:rPr>
              <a:t> </a:t>
            </a:r>
            <a:r>
              <a:rPr sz="2800" spc="65" dirty="0">
                <a:solidFill>
                  <a:srgbClr val="1F1F1F"/>
                </a:solidFill>
                <a:latin typeface="Times New Roman"/>
                <a:cs typeface="Times New Roman"/>
              </a:rPr>
              <a:t>an</a:t>
            </a:r>
            <a:r>
              <a:rPr sz="2800" spc="450" dirty="0">
                <a:solidFill>
                  <a:srgbClr val="1F1F1F"/>
                </a:solidFill>
                <a:latin typeface="Times New Roman"/>
                <a:cs typeface="Times New Roman"/>
              </a:rPr>
              <a:t> </a:t>
            </a:r>
            <a:r>
              <a:rPr sz="2800" dirty="0">
                <a:solidFill>
                  <a:srgbClr val="1F1F1F"/>
                </a:solidFill>
                <a:latin typeface="Times New Roman"/>
                <a:cs typeface="Times New Roman"/>
              </a:rPr>
              <a:t>object,</a:t>
            </a:r>
            <a:r>
              <a:rPr sz="2800" spc="640" dirty="0">
                <a:solidFill>
                  <a:srgbClr val="1F1F1F"/>
                </a:solidFill>
                <a:latin typeface="Times New Roman"/>
                <a:cs typeface="Times New Roman"/>
              </a:rPr>
              <a:t> </a:t>
            </a:r>
            <a:r>
              <a:rPr sz="2800" dirty="0">
                <a:solidFill>
                  <a:srgbClr val="1F1F1F"/>
                </a:solidFill>
                <a:latin typeface="Times New Roman"/>
                <a:cs typeface="Times New Roman"/>
              </a:rPr>
              <a:t>and</a:t>
            </a:r>
            <a:r>
              <a:rPr sz="2800" spc="515" dirty="0">
                <a:solidFill>
                  <a:srgbClr val="1F1F1F"/>
                </a:solidFill>
                <a:latin typeface="Times New Roman"/>
                <a:cs typeface="Times New Roman"/>
              </a:rPr>
              <a:t> </a:t>
            </a:r>
            <a:r>
              <a:rPr sz="2800" spc="50" dirty="0">
                <a:solidFill>
                  <a:srgbClr val="1F1F1F"/>
                </a:solidFill>
                <a:latin typeface="Times New Roman"/>
                <a:cs typeface="Times New Roman"/>
              </a:rPr>
              <a:t>an</a:t>
            </a:r>
            <a:r>
              <a:rPr sz="2800" spc="525" dirty="0">
                <a:solidFill>
                  <a:srgbClr val="1F1F1F"/>
                </a:solidFill>
                <a:latin typeface="Times New Roman"/>
                <a:cs typeface="Times New Roman"/>
              </a:rPr>
              <a:t> </a:t>
            </a:r>
            <a:r>
              <a:rPr sz="2800" b="1" dirty="0">
                <a:solidFill>
                  <a:srgbClr val="F20305"/>
                </a:solidFill>
                <a:latin typeface="Times New Roman"/>
                <a:cs typeface="Times New Roman"/>
              </a:rPr>
              <a:t>object</a:t>
            </a:r>
            <a:r>
              <a:rPr sz="2800" b="1" spc="515" dirty="0">
                <a:solidFill>
                  <a:srgbClr val="F20305"/>
                </a:solidFill>
                <a:latin typeface="Times New Roman"/>
                <a:cs typeface="Times New Roman"/>
              </a:rPr>
              <a:t> </a:t>
            </a:r>
            <a:r>
              <a:rPr sz="2800" dirty="0">
                <a:solidFill>
                  <a:srgbClr val="1F1F1F"/>
                </a:solidFill>
                <a:latin typeface="Times New Roman"/>
                <a:cs typeface="Times New Roman"/>
              </a:rPr>
              <a:t>is</a:t>
            </a:r>
            <a:r>
              <a:rPr sz="2800" spc="470" dirty="0">
                <a:solidFill>
                  <a:srgbClr val="1F1F1F"/>
                </a:solidFill>
                <a:latin typeface="Times New Roman"/>
                <a:cs typeface="Times New Roman"/>
              </a:rPr>
              <a:t> </a:t>
            </a:r>
            <a:r>
              <a:rPr sz="2800" spc="40" dirty="0">
                <a:solidFill>
                  <a:srgbClr val="1F1F1F"/>
                </a:solidFill>
                <a:latin typeface="Times New Roman"/>
                <a:cs typeface="Times New Roman"/>
              </a:rPr>
              <a:t>an </a:t>
            </a:r>
            <a:r>
              <a:rPr sz="2750" i="1" spc="50" dirty="0">
                <a:solidFill>
                  <a:srgbClr val="1F1F1F"/>
                </a:solidFill>
                <a:latin typeface="Times New Roman"/>
                <a:cs typeface="Times New Roman"/>
              </a:rPr>
              <a:t>instance</a:t>
            </a:r>
            <a:r>
              <a:rPr sz="2750" i="1" spc="170" dirty="0">
                <a:solidFill>
                  <a:srgbClr val="1F1F1F"/>
                </a:solidFill>
                <a:latin typeface="Times New Roman"/>
                <a:cs typeface="Times New Roman"/>
              </a:rPr>
              <a:t> </a:t>
            </a:r>
            <a:r>
              <a:rPr sz="2800" spc="70" dirty="0">
                <a:solidFill>
                  <a:srgbClr val="1F1F1F"/>
                </a:solidFill>
                <a:latin typeface="Times New Roman"/>
                <a:cs typeface="Times New Roman"/>
              </a:rPr>
              <a:t>of</a:t>
            </a:r>
            <a:r>
              <a:rPr sz="2800" spc="45" dirty="0">
                <a:solidFill>
                  <a:srgbClr val="1F1F1F"/>
                </a:solidFill>
                <a:latin typeface="Times New Roman"/>
                <a:cs typeface="Times New Roman"/>
              </a:rPr>
              <a:t> </a:t>
            </a:r>
            <a:r>
              <a:rPr sz="2800" spc="70" dirty="0">
                <a:solidFill>
                  <a:srgbClr val="1F1F1F"/>
                </a:solidFill>
                <a:latin typeface="Times New Roman"/>
                <a:cs typeface="Times New Roman"/>
              </a:rPr>
              <a:t>a</a:t>
            </a:r>
            <a:r>
              <a:rPr sz="2800" dirty="0">
                <a:solidFill>
                  <a:srgbClr val="1F1F1F"/>
                </a:solidFill>
                <a:latin typeface="Times New Roman"/>
                <a:cs typeface="Times New Roman"/>
              </a:rPr>
              <a:t> </a:t>
            </a:r>
            <a:r>
              <a:rPr sz="2800" spc="-10" dirty="0">
                <a:solidFill>
                  <a:srgbClr val="1F1F1F"/>
                </a:solidFill>
                <a:latin typeface="Times New Roman"/>
                <a:cs typeface="Times New Roman"/>
              </a:rPr>
              <a:t>class.</a:t>
            </a:r>
            <a:endParaRPr sz="28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22225">
              <a:lnSpc>
                <a:spcPct val="100000"/>
              </a:lnSpc>
              <a:spcBef>
                <a:spcPts val="110"/>
              </a:spcBef>
            </a:pPr>
            <a:r>
              <a:rPr sz="4450" dirty="0">
                <a:solidFill>
                  <a:srgbClr val="79665D"/>
                </a:solidFill>
                <a:latin typeface="Times New Roman"/>
                <a:cs typeface="Times New Roman"/>
              </a:rPr>
              <a:t>Classes</a:t>
            </a:r>
            <a:r>
              <a:rPr sz="4450" spc="434" dirty="0">
                <a:solidFill>
                  <a:srgbClr val="79665D"/>
                </a:solidFill>
                <a:latin typeface="Times New Roman"/>
                <a:cs typeface="Times New Roman"/>
              </a:rPr>
              <a:t> </a:t>
            </a:r>
            <a:r>
              <a:rPr sz="4450" dirty="0">
                <a:solidFill>
                  <a:srgbClr val="79665D"/>
                </a:solidFill>
                <a:latin typeface="Times New Roman"/>
                <a:cs typeface="Times New Roman"/>
              </a:rPr>
              <a:t>and</a:t>
            </a:r>
            <a:r>
              <a:rPr sz="4450" spc="320" dirty="0">
                <a:solidFill>
                  <a:srgbClr val="79665D"/>
                </a:solidFill>
                <a:latin typeface="Times New Roman"/>
                <a:cs typeface="Times New Roman"/>
              </a:rPr>
              <a:t> </a:t>
            </a:r>
            <a:r>
              <a:rPr sz="4450" dirty="0">
                <a:solidFill>
                  <a:srgbClr val="79665D"/>
                </a:solidFill>
                <a:latin typeface="Times New Roman"/>
                <a:cs typeface="Times New Roman"/>
              </a:rPr>
              <a:t>Objects</a:t>
            </a:r>
            <a:r>
              <a:rPr sz="4450" spc="615" dirty="0">
                <a:solidFill>
                  <a:srgbClr val="79665D"/>
                </a:solidFill>
                <a:latin typeface="Times New Roman"/>
                <a:cs typeface="Times New Roman"/>
              </a:rPr>
              <a:t> </a:t>
            </a:r>
            <a:r>
              <a:rPr sz="4450" spc="290" dirty="0">
                <a:solidFill>
                  <a:srgbClr val="79665D"/>
                </a:solidFill>
                <a:latin typeface="Times New Roman"/>
                <a:cs typeface="Times New Roman"/>
              </a:rPr>
              <a:t>....</a:t>
            </a:r>
            <a:endParaRPr sz="4450">
              <a:latin typeface="Times New Roman"/>
              <a:cs typeface="Times New Roman"/>
            </a:endParaRPr>
          </a:p>
        </p:txBody>
      </p:sp>
      <p:sp>
        <p:nvSpPr>
          <p:cNvPr id="3" name="object 3"/>
          <p:cNvSpPr txBox="1"/>
          <p:nvPr/>
        </p:nvSpPr>
        <p:spPr>
          <a:xfrm>
            <a:off x="510465" y="1347848"/>
            <a:ext cx="9545320" cy="5055229"/>
          </a:xfrm>
          <a:prstGeom prst="rect">
            <a:avLst/>
          </a:prstGeom>
        </p:spPr>
        <p:txBody>
          <a:bodyPr vert="horz" wrap="square" lIns="0" tIns="58419" rIns="0" bIns="0" rtlCol="0">
            <a:spAutoFit/>
          </a:bodyPr>
          <a:lstStyle/>
          <a:p>
            <a:pPr marL="12700">
              <a:lnSpc>
                <a:spcPct val="100000"/>
              </a:lnSpc>
              <a:spcBef>
                <a:spcPts val="459"/>
              </a:spcBef>
            </a:pPr>
            <a:endParaRPr sz="2700" dirty="0">
              <a:latin typeface="Times New Roman"/>
              <a:cs typeface="Times New Roman"/>
            </a:endParaRPr>
          </a:p>
          <a:p>
            <a:pPr marL="642620" marR="5080" indent="-342265">
              <a:lnSpc>
                <a:spcPts val="2490"/>
              </a:lnSpc>
              <a:spcBef>
                <a:spcPts val="565"/>
              </a:spcBef>
              <a:buChar char="□"/>
              <a:tabLst>
                <a:tab pos="642620" algn="l"/>
                <a:tab pos="643890" algn="l"/>
                <a:tab pos="7356475" algn="l"/>
              </a:tabLst>
            </a:pPr>
            <a:r>
              <a:rPr sz="2200" dirty="0">
                <a:solidFill>
                  <a:srgbClr val="DA7E46"/>
                </a:solidFill>
                <a:latin typeface="Arial"/>
                <a:cs typeface="Arial"/>
              </a:rPr>
              <a:t>	</a:t>
            </a:r>
            <a:r>
              <a:rPr sz="2250" dirty="0">
                <a:solidFill>
                  <a:srgbClr val="030303"/>
                </a:solidFill>
                <a:latin typeface="Times New Roman"/>
                <a:cs typeface="Times New Roman"/>
              </a:rPr>
              <a:t>Look</a:t>
            </a:r>
            <a:r>
              <a:rPr sz="2250" spc="355" dirty="0">
                <a:solidFill>
                  <a:srgbClr val="030303"/>
                </a:solidFill>
                <a:latin typeface="Times New Roman"/>
                <a:cs typeface="Times New Roman"/>
              </a:rPr>
              <a:t> </a:t>
            </a:r>
            <a:r>
              <a:rPr sz="2250" dirty="0">
                <a:solidFill>
                  <a:srgbClr val="030303"/>
                </a:solidFill>
                <a:latin typeface="Times New Roman"/>
                <a:cs typeface="Times New Roman"/>
              </a:rPr>
              <a:t>at</a:t>
            </a:r>
            <a:r>
              <a:rPr sz="2250" spc="330" dirty="0">
                <a:solidFill>
                  <a:srgbClr val="030303"/>
                </a:solidFill>
                <a:latin typeface="Times New Roman"/>
                <a:cs typeface="Times New Roman"/>
              </a:rPr>
              <a:t> </a:t>
            </a:r>
            <a:r>
              <a:rPr sz="2250" dirty="0">
                <a:solidFill>
                  <a:srgbClr val="030303"/>
                </a:solidFill>
                <a:latin typeface="Times New Roman"/>
                <a:cs typeface="Times New Roman"/>
              </a:rPr>
              <a:t>the</a:t>
            </a:r>
            <a:r>
              <a:rPr sz="2250" spc="340" dirty="0">
                <a:solidFill>
                  <a:srgbClr val="030303"/>
                </a:solidFill>
                <a:latin typeface="Times New Roman"/>
                <a:cs typeface="Times New Roman"/>
              </a:rPr>
              <a:t> </a:t>
            </a:r>
            <a:r>
              <a:rPr sz="2250" dirty="0">
                <a:solidFill>
                  <a:srgbClr val="030303"/>
                </a:solidFill>
                <a:latin typeface="Times New Roman"/>
                <a:cs typeface="Times New Roman"/>
              </a:rPr>
              <a:t>following</a:t>
            </a:r>
            <a:r>
              <a:rPr sz="2250" spc="470" dirty="0">
                <a:solidFill>
                  <a:srgbClr val="030303"/>
                </a:solidFill>
                <a:latin typeface="Times New Roman"/>
                <a:cs typeface="Times New Roman"/>
              </a:rPr>
              <a:t> </a:t>
            </a:r>
            <a:r>
              <a:rPr sz="2250" dirty="0">
                <a:solidFill>
                  <a:srgbClr val="030303"/>
                </a:solidFill>
                <a:latin typeface="Times New Roman"/>
                <a:cs typeface="Times New Roman"/>
              </a:rPr>
              <a:t>illustration</a:t>
            </a:r>
            <a:r>
              <a:rPr sz="2250" spc="465" dirty="0">
                <a:solidFill>
                  <a:srgbClr val="030303"/>
                </a:solidFill>
                <a:latin typeface="Times New Roman"/>
                <a:cs typeface="Times New Roman"/>
              </a:rPr>
              <a:t> </a:t>
            </a:r>
            <a:r>
              <a:rPr sz="2250" dirty="0">
                <a:solidFill>
                  <a:srgbClr val="030303"/>
                </a:solidFill>
                <a:latin typeface="Times New Roman"/>
                <a:cs typeface="Times New Roman"/>
              </a:rPr>
              <a:t>to</a:t>
            </a:r>
            <a:r>
              <a:rPr sz="2250" spc="350" dirty="0">
                <a:solidFill>
                  <a:srgbClr val="030303"/>
                </a:solidFill>
                <a:latin typeface="Times New Roman"/>
                <a:cs typeface="Times New Roman"/>
              </a:rPr>
              <a:t> </a:t>
            </a:r>
            <a:r>
              <a:rPr sz="2250" dirty="0">
                <a:solidFill>
                  <a:srgbClr val="030303"/>
                </a:solidFill>
                <a:latin typeface="Times New Roman"/>
                <a:cs typeface="Times New Roman"/>
              </a:rPr>
              <a:t>see</a:t>
            </a:r>
            <a:r>
              <a:rPr sz="2250" spc="345" dirty="0">
                <a:solidFill>
                  <a:srgbClr val="030303"/>
                </a:solidFill>
                <a:latin typeface="Times New Roman"/>
                <a:cs typeface="Times New Roman"/>
              </a:rPr>
              <a:t> </a:t>
            </a:r>
            <a:r>
              <a:rPr sz="2250" dirty="0">
                <a:solidFill>
                  <a:srgbClr val="030303"/>
                </a:solidFill>
                <a:latin typeface="Times New Roman"/>
                <a:cs typeface="Times New Roman"/>
              </a:rPr>
              <a:t>the</a:t>
            </a:r>
            <a:r>
              <a:rPr sz="2250" spc="360" dirty="0">
                <a:solidFill>
                  <a:srgbClr val="030303"/>
                </a:solidFill>
                <a:latin typeface="Times New Roman"/>
                <a:cs typeface="Times New Roman"/>
              </a:rPr>
              <a:t> </a:t>
            </a:r>
            <a:r>
              <a:rPr sz="2250" spc="-10" dirty="0">
                <a:solidFill>
                  <a:srgbClr val="030303"/>
                </a:solidFill>
                <a:latin typeface="Times New Roman"/>
                <a:cs typeface="Times New Roman"/>
              </a:rPr>
              <a:t>difference</a:t>
            </a:r>
            <a:r>
              <a:rPr sz="2250" dirty="0">
                <a:solidFill>
                  <a:srgbClr val="030303"/>
                </a:solidFill>
                <a:latin typeface="Times New Roman"/>
                <a:cs typeface="Times New Roman"/>
              </a:rPr>
              <a:t>	between</a:t>
            </a:r>
            <a:r>
              <a:rPr sz="2250" spc="405" dirty="0">
                <a:solidFill>
                  <a:srgbClr val="030303"/>
                </a:solidFill>
                <a:latin typeface="Times New Roman"/>
                <a:cs typeface="Times New Roman"/>
              </a:rPr>
              <a:t> </a:t>
            </a:r>
            <a:r>
              <a:rPr sz="2250" dirty="0">
                <a:solidFill>
                  <a:srgbClr val="030303"/>
                </a:solidFill>
                <a:latin typeface="Times New Roman"/>
                <a:cs typeface="Times New Roman"/>
              </a:rPr>
              <a:t>class</a:t>
            </a:r>
            <a:r>
              <a:rPr sz="2250" spc="390" dirty="0">
                <a:solidFill>
                  <a:srgbClr val="030303"/>
                </a:solidFill>
                <a:latin typeface="Times New Roman"/>
                <a:cs typeface="Times New Roman"/>
              </a:rPr>
              <a:t> </a:t>
            </a:r>
            <a:r>
              <a:rPr sz="2250" spc="-25" dirty="0">
                <a:solidFill>
                  <a:srgbClr val="030303"/>
                </a:solidFill>
                <a:latin typeface="Times New Roman"/>
                <a:cs typeface="Times New Roman"/>
              </a:rPr>
              <a:t>and </a:t>
            </a:r>
            <a:r>
              <a:rPr sz="2250" spc="-10" dirty="0">
                <a:solidFill>
                  <a:srgbClr val="030303"/>
                </a:solidFill>
                <a:latin typeface="Times New Roman"/>
                <a:cs typeface="Times New Roman"/>
              </a:rPr>
              <a:t>objects:</a:t>
            </a:r>
            <a:endParaRPr sz="2250" dirty="0">
              <a:latin typeface="Times New Roman"/>
              <a:cs typeface="Times New Roman"/>
            </a:endParaRPr>
          </a:p>
          <a:p>
            <a:pPr marL="644525" indent="-344170">
              <a:lnSpc>
                <a:spcPct val="100000"/>
              </a:lnSpc>
              <a:spcBef>
                <a:spcPts val="570"/>
              </a:spcBef>
              <a:buClr>
                <a:srgbClr val="DA7E46"/>
              </a:buClr>
              <a:buFont typeface="Arial"/>
              <a:buChar char="□"/>
              <a:tabLst>
                <a:tab pos="644525" algn="l"/>
              </a:tabLst>
            </a:pPr>
            <a:r>
              <a:rPr sz="2200" b="1" dirty="0">
                <a:solidFill>
                  <a:srgbClr val="056DBA"/>
                </a:solidFill>
                <a:latin typeface="Times New Roman"/>
                <a:cs typeface="Times New Roman"/>
              </a:rPr>
              <a:t>Class</a:t>
            </a:r>
            <a:r>
              <a:rPr sz="2200" b="1" spc="130" dirty="0">
                <a:solidFill>
                  <a:srgbClr val="056DBA"/>
                </a:solidFill>
                <a:latin typeface="Times New Roman"/>
                <a:cs typeface="Times New Roman"/>
              </a:rPr>
              <a:t> </a:t>
            </a:r>
            <a:r>
              <a:rPr sz="2200" dirty="0">
                <a:solidFill>
                  <a:srgbClr val="056DBA"/>
                </a:solidFill>
                <a:latin typeface="Times New Roman"/>
                <a:cs typeface="Times New Roman"/>
              </a:rPr>
              <a:t>-</a:t>
            </a:r>
            <a:r>
              <a:rPr sz="2200" spc="140" dirty="0">
                <a:solidFill>
                  <a:srgbClr val="056DBA"/>
                </a:solidFill>
                <a:latin typeface="Times New Roman"/>
                <a:cs typeface="Times New Roman"/>
              </a:rPr>
              <a:t> </a:t>
            </a:r>
            <a:r>
              <a:rPr sz="2200" b="1" spc="-10" dirty="0">
                <a:solidFill>
                  <a:srgbClr val="056DBA"/>
                </a:solidFill>
                <a:latin typeface="Times New Roman"/>
                <a:cs typeface="Times New Roman"/>
              </a:rPr>
              <a:t>Fruit</a:t>
            </a:r>
            <a:endParaRPr sz="2200" dirty="0">
              <a:latin typeface="Times New Roman"/>
              <a:cs typeface="Times New Roman"/>
            </a:endParaRPr>
          </a:p>
          <a:p>
            <a:pPr marL="645160" indent="-344805">
              <a:lnSpc>
                <a:spcPct val="100000"/>
              </a:lnSpc>
              <a:spcBef>
                <a:spcPts val="1385"/>
              </a:spcBef>
              <a:buClr>
                <a:srgbClr val="DA7E46"/>
              </a:buClr>
              <a:buFont typeface="Arial"/>
              <a:buChar char="□"/>
              <a:tabLst>
                <a:tab pos="645160" algn="l"/>
                <a:tab pos="1902460" algn="l"/>
              </a:tabLst>
            </a:pPr>
            <a:r>
              <a:rPr sz="2200" b="1" dirty="0">
                <a:solidFill>
                  <a:srgbClr val="030303"/>
                </a:solidFill>
                <a:latin typeface="Times New Roman"/>
                <a:cs typeface="Times New Roman"/>
              </a:rPr>
              <a:t>Objects</a:t>
            </a:r>
            <a:r>
              <a:rPr sz="2200" b="1" spc="254" dirty="0">
                <a:solidFill>
                  <a:srgbClr val="030303"/>
                </a:solidFill>
                <a:latin typeface="Times New Roman"/>
                <a:cs typeface="Times New Roman"/>
              </a:rPr>
              <a:t> </a:t>
            </a:r>
            <a:r>
              <a:rPr sz="2200" spc="-50" dirty="0">
                <a:solidFill>
                  <a:srgbClr val="030303"/>
                </a:solidFill>
                <a:latin typeface="Times New Roman"/>
                <a:cs typeface="Times New Roman"/>
              </a:rPr>
              <a:t>-</a:t>
            </a:r>
            <a:r>
              <a:rPr sz="2200" dirty="0">
                <a:solidFill>
                  <a:srgbClr val="030303"/>
                </a:solidFill>
                <a:latin typeface="Times New Roman"/>
                <a:cs typeface="Times New Roman"/>
              </a:rPr>
              <a:t>	</a:t>
            </a:r>
            <a:r>
              <a:rPr sz="2200" b="1" dirty="0">
                <a:solidFill>
                  <a:srgbClr val="030303"/>
                </a:solidFill>
                <a:latin typeface="Times New Roman"/>
                <a:cs typeface="Times New Roman"/>
              </a:rPr>
              <a:t>Apple,</a:t>
            </a:r>
            <a:r>
              <a:rPr sz="2200" b="1" spc="265" dirty="0">
                <a:solidFill>
                  <a:srgbClr val="030303"/>
                </a:solidFill>
                <a:latin typeface="Times New Roman"/>
                <a:cs typeface="Times New Roman"/>
              </a:rPr>
              <a:t> </a:t>
            </a:r>
            <a:r>
              <a:rPr sz="2200" b="1" dirty="0">
                <a:solidFill>
                  <a:srgbClr val="030303"/>
                </a:solidFill>
                <a:latin typeface="Times New Roman"/>
                <a:cs typeface="Times New Roman"/>
              </a:rPr>
              <a:t>Mango,</a:t>
            </a:r>
            <a:r>
              <a:rPr sz="2200" b="1" spc="380" dirty="0">
                <a:solidFill>
                  <a:srgbClr val="030303"/>
                </a:solidFill>
                <a:latin typeface="Times New Roman"/>
                <a:cs typeface="Times New Roman"/>
              </a:rPr>
              <a:t> </a:t>
            </a:r>
            <a:r>
              <a:rPr sz="2200" b="1" spc="-10" dirty="0">
                <a:solidFill>
                  <a:srgbClr val="030303"/>
                </a:solidFill>
                <a:latin typeface="Times New Roman"/>
                <a:cs typeface="Times New Roman"/>
              </a:rPr>
              <a:t>Banana</a:t>
            </a:r>
            <a:endParaRPr sz="2200" dirty="0">
              <a:latin typeface="Times New Roman"/>
              <a:cs typeface="Times New Roman"/>
            </a:endParaRPr>
          </a:p>
          <a:p>
            <a:pPr>
              <a:lnSpc>
                <a:spcPct val="100000"/>
              </a:lnSpc>
              <a:buFont typeface="Arial"/>
              <a:buChar char="□"/>
            </a:pPr>
            <a:endParaRPr sz="3350" dirty="0">
              <a:latin typeface="Times New Roman"/>
              <a:cs typeface="Times New Roman"/>
            </a:endParaRPr>
          </a:p>
          <a:p>
            <a:pPr marL="644525" indent="-344170">
              <a:lnSpc>
                <a:spcPct val="100000"/>
              </a:lnSpc>
              <a:buClr>
                <a:srgbClr val="DA7E46"/>
              </a:buClr>
              <a:buFont typeface="Arial"/>
              <a:buChar char="□"/>
              <a:tabLst>
                <a:tab pos="644525" algn="l"/>
                <a:tab pos="1449070" algn="l"/>
              </a:tabLst>
            </a:pPr>
            <a:r>
              <a:rPr sz="2200" b="1" spc="-10" dirty="0">
                <a:solidFill>
                  <a:srgbClr val="056DBA"/>
                </a:solidFill>
                <a:latin typeface="Times New Roman"/>
                <a:cs typeface="Times New Roman"/>
              </a:rPr>
              <a:t>Class</a:t>
            </a:r>
            <a:r>
              <a:rPr sz="2200" b="1" dirty="0">
                <a:solidFill>
                  <a:srgbClr val="056DBA"/>
                </a:solidFill>
                <a:latin typeface="Times New Roman"/>
                <a:cs typeface="Times New Roman"/>
              </a:rPr>
              <a:t>	</a:t>
            </a:r>
            <a:r>
              <a:rPr sz="2200" dirty="0">
                <a:solidFill>
                  <a:srgbClr val="056DBA"/>
                </a:solidFill>
                <a:latin typeface="Times New Roman"/>
                <a:cs typeface="Times New Roman"/>
              </a:rPr>
              <a:t>-</a:t>
            </a:r>
            <a:r>
              <a:rPr sz="2200" spc="95" dirty="0">
                <a:solidFill>
                  <a:srgbClr val="056DBA"/>
                </a:solidFill>
                <a:latin typeface="Times New Roman"/>
                <a:cs typeface="Times New Roman"/>
              </a:rPr>
              <a:t> </a:t>
            </a:r>
            <a:r>
              <a:rPr sz="2200" b="1" spc="-25" dirty="0">
                <a:solidFill>
                  <a:srgbClr val="056DBA"/>
                </a:solidFill>
                <a:latin typeface="Times New Roman"/>
                <a:cs typeface="Times New Roman"/>
              </a:rPr>
              <a:t>Car</a:t>
            </a:r>
            <a:endParaRPr sz="2200" dirty="0">
              <a:latin typeface="Times New Roman"/>
              <a:cs typeface="Times New Roman"/>
            </a:endParaRPr>
          </a:p>
          <a:p>
            <a:pPr marL="645160" indent="-344805">
              <a:lnSpc>
                <a:spcPct val="100000"/>
              </a:lnSpc>
              <a:spcBef>
                <a:spcPts val="530"/>
              </a:spcBef>
              <a:buClr>
                <a:srgbClr val="DA7E46"/>
              </a:buClr>
              <a:buFont typeface="Arial"/>
              <a:buChar char="□"/>
              <a:tabLst>
                <a:tab pos="645160" algn="l"/>
                <a:tab pos="1892300" algn="l"/>
              </a:tabLst>
            </a:pPr>
            <a:r>
              <a:rPr sz="2200" b="1" dirty="0">
                <a:solidFill>
                  <a:srgbClr val="030303"/>
                </a:solidFill>
                <a:latin typeface="Times New Roman"/>
                <a:cs typeface="Times New Roman"/>
              </a:rPr>
              <a:t>Objects</a:t>
            </a:r>
            <a:r>
              <a:rPr sz="2200" b="1" spc="180" dirty="0">
                <a:solidFill>
                  <a:srgbClr val="030303"/>
                </a:solidFill>
                <a:latin typeface="Times New Roman"/>
                <a:cs typeface="Times New Roman"/>
              </a:rPr>
              <a:t> </a:t>
            </a:r>
            <a:r>
              <a:rPr sz="2200" spc="-50" dirty="0">
                <a:solidFill>
                  <a:srgbClr val="030303"/>
                </a:solidFill>
                <a:latin typeface="Times New Roman"/>
                <a:cs typeface="Times New Roman"/>
              </a:rPr>
              <a:t>-</a:t>
            </a:r>
            <a:r>
              <a:rPr sz="2200" dirty="0">
                <a:solidFill>
                  <a:srgbClr val="030303"/>
                </a:solidFill>
                <a:latin typeface="Times New Roman"/>
                <a:cs typeface="Times New Roman"/>
              </a:rPr>
              <a:t>	</a:t>
            </a:r>
            <a:r>
              <a:rPr sz="2200" b="1" dirty="0">
                <a:solidFill>
                  <a:srgbClr val="030303"/>
                </a:solidFill>
                <a:latin typeface="Times New Roman"/>
                <a:cs typeface="Times New Roman"/>
              </a:rPr>
              <a:t>Maruti,</a:t>
            </a:r>
            <a:r>
              <a:rPr sz="2200" b="1" spc="225" dirty="0">
                <a:solidFill>
                  <a:srgbClr val="030303"/>
                </a:solidFill>
                <a:latin typeface="Times New Roman"/>
                <a:cs typeface="Times New Roman"/>
              </a:rPr>
              <a:t> </a:t>
            </a:r>
            <a:r>
              <a:rPr sz="2200" b="1" dirty="0">
                <a:solidFill>
                  <a:srgbClr val="030303"/>
                </a:solidFill>
                <a:latin typeface="Times New Roman"/>
                <a:cs typeface="Times New Roman"/>
              </a:rPr>
              <a:t>Audi,</a:t>
            </a:r>
            <a:r>
              <a:rPr sz="2200" b="1" spc="245" dirty="0">
                <a:solidFill>
                  <a:srgbClr val="030303"/>
                </a:solidFill>
                <a:latin typeface="Times New Roman"/>
                <a:cs typeface="Times New Roman"/>
              </a:rPr>
              <a:t> </a:t>
            </a:r>
            <a:r>
              <a:rPr sz="2200" b="1" spc="-10" dirty="0">
                <a:solidFill>
                  <a:srgbClr val="030303"/>
                </a:solidFill>
                <a:latin typeface="Times New Roman"/>
                <a:cs typeface="Times New Roman"/>
              </a:rPr>
              <a:t>Toyota</a:t>
            </a:r>
            <a:endParaRPr lang="en-US" sz="2200" b="1" spc="-10" dirty="0">
              <a:solidFill>
                <a:srgbClr val="030303"/>
              </a:solidFill>
              <a:latin typeface="Times New Roman"/>
              <a:cs typeface="Times New Roman"/>
            </a:endParaRPr>
          </a:p>
          <a:p>
            <a:pPr marL="645160" indent="-344805">
              <a:lnSpc>
                <a:spcPct val="100000"/>
              </a:lnSpc>
              <a:spcBef>
                <a:spcPts val="530"/>
              </a:spcBef>
              <a:buClr>
                <a:srgbClr val="DA7E46"/>
              </a:buClr>
              <a:buFont typeface="Arial"/>
              <a:buChar char="□"/>
              <a:tabLst>
                <a:tab pos="645160" algn="l"/>
                <a:tab pos="1892300" algn="l"/>
              </a:tabLst>
            </a:pPr>
            <a:r>
              <a:rPr lang="en-IN" sz="2600" dirty="0">
                <a:solidFill>
                  <a:srgbClr val="030303"/>
                </a:solidFill>
                <a:latin typeface="Times New Roman"/>
                <a:cs typeface="Times New Roman"/>
              </a:rPr>
              <a:t>Class  binds together data and methods that work on data.</a:t>
            </a:r>
          </a:p>
          <a:p>
            <a:pPr marL="300355">
              <a:lnSpc>
                <a:spcPct val="100000"/>
              </a:lnSpc>
              <a:spcBef>
                <a:spcPts val="530"/>
              </a:spcBef>
              <a:buClr>
                <a:srgbClr val="DA7E46"/>
              </a:buClr>
              <a:tabLst>
                <a:tab pos="645160" algn="l"/>
                <a:tab pos="1892300" algn="l"/>
              </a:tabLst>
            </a:pPr>
            <a:endParaRPr sz="2600" dirty="0">
              <a:solidFill>
                <a:srgbClr val="030303"/>
              </a:solidFill>
              <a:latin typeface="Times New Roman"/>
              <a:cs typeface="Times New Roman"/>
            </a:endParaRPr>
          </a:p>
          <a:p>
            <a:pPr marL="640080" marR="5715" indent="-340995">
              <a:lnSpc>
                <a:spcPts val="2920"/>
              </a:lnSpc>
              <a:buClr>
                <a:srgbClr val="DA7E46"/>
              </a:buClr>
              <a:buSzPct val="101923"/>
              <a:buFont typeface="Arial"/>
              <a:buChar char="□"/>
              <a:tabLst>
                <a:tab pos="643255" algn="l"/>
                <a:tab pos="1632585" algn="l"/>
                <a:tab pos="2219960" algn="l"/>
                <a:tab pos="3789679" algn="l"/>
                <a:tab pos="4935855" algn="l"/>
                <a:tab pos="5527040" algn="l"/>
                <a:tab pos="6771005" algn="l"/>
                <a:tab pos="7533640" algn="l"/>
                <a:tab pos="8601710" algn="l"/>
                <a:tab pos="9111615" algn="l"/>
              </a:tabLst>
            </a:pPr>
            <a:r>
              <a:rPr sz="2600" spc="40" dirty="0">
                <a:solidFill>
                  <a:srgbClr val="030303"/>
                </a:solidFill>
                <a:latin typeface="Times New Roman"/>
                <a:cs typeface="Times New Roman"/>
              </a:rPr>
              <a:t>When</a:t>
            </a:r>
            <a:r>
              <a:rPr sz="2600" dirty="0">
                <a:solidFill>
                  <a:srgbClr val="030303"/>
                </a:solidFill>
                <a:latin typeface="Times New Roman"/>
                <a:cs typeface="Times New Roman"/>
              </a:rPr>
              <a:t>	</a:t>
            </a:r>
            <a:r>
              <a:rPr sz="2600" spc="-25" dirty="0">
                <a:solidFill>
                  <a:srgbClr val="030303"/>
                </a:solidFill>
                <a:latin typeface="Times New Roman"/>
                <a:cs typeface="Times New Roman"/>
              </a:rPr>
              <a:t>the</a:t>
            </a:r>
            <a:r>
              <a:rPr sz="2600" dirty="0">
                <a:solidFill>
                  <a:srgbClr val="030303"/>
                </a:solidFill>
                <a:latin typeface="Times New Roman"/>
                <a:cs typeface="Times New Roman"/>
              </a:rPr>
              <a:t>	</a:t>
            </a:r>
            <a:r>
              <a:rPr sz="2600" spc="-10" dirty="0">
                <a:solidFill>
                  <a:srgbClr val="030303"/>
                </a:solidFill>
                <a:latin typeface="Times New Roman"/>
                <a:cs typeface="Times New Roman"/>
              </a:rPr>
              <a:t>individual</a:t>
            </a:r>
            <a:r>
              <a:rPr sz="2600" dirty="0">
                <a:solidFill>
                  <a:srgbClr val="030303"/>
                </a:solidFill>
                <a:latin typeface="Times New Roman"/>
                <a:cs typeface="Times New Roman"/>
              </a:rPr>
              <a:t>	</a:t>
            </a:r>
            <a:r>
              <a:rPr sz="2600" spc="-10" dirty="0">
                <a:solidFill>
                  <a:srgbClr val="030303"/>
                </a:solidFill>
                <a:latin typeface="Times New Roman"/>
                <a:cs typeface="Times New Roman"/>
              </a:rPr>
              <a:t>objects</a:t>
            </a:r>
            <a:r>
              <a:rPr sz="2600" dirty="0">
                <a:solidFill>
                  <a:srgbClr val="030303"/>
                </a:solidFill>
                <a:latin typeface="Times New Roman"/>
                <a:cs typeface="Times New Roman"/>
              </a:rPr>
              <a:t>	</a:t>
            </a:r>
            <a:r>
              <a:rPr sz="2600" spc="-25" dirty="0">
                <a:solidFill>
                  <a:srgbClr val="030303"/>
                </a:solidFill>
                <a:latin typeface="Times New Roman"/>
                <a:cs typeface="Times New Roman"/>
              </a:rPr>
              <a:t>are</a:t>
            </a:r>
            <a:r>
              <a:rPr sz="2600" dirty="0">
                <a:solidFill>
                  <a:srgbClr val="030303"/>
                </a:solidFill>
                <a:latin typeface="Times New Roman"/>
                <a:cs typeface="Times New Roman"/>
              </a:rPr>
              <a:t>	</a:t>
            </a:r>
            <a:r>
              <a:rPr sz="2600" spc="-10" dirty="0">
                <a:solidFill>
                  <a:srgbClr val="030303"/>
                </a:solidFill>
                <a:latin typeface="Times New Roman"/>
                <a:cs typeface="Times New Roman"/>
              </a:rPr>
              <a:t>created,</a:t>
            </a:r>
            <a:r>
              <a:rPr sz="2600" dirty="0">
                <a:solidFill>
                  <a:srgbClr val="030303"/>
                </a:solidFill>
                <a:latin typeface="Times New Roman"/>
                <a:cs typeface="Times New Roman"/>
              </a:rPr>
              <a:t>	</a:t>
            </a:r>
            <a:r>
              <a:rPr sz="2600" spc="-20" dirty="0">
                <a:solidFill>
                  <a:srgbClr val="030303"/>
                </a:solidFill>
                <a:latin typeface="Times New Roman"/>
                <a:cs typeface="Times New Roman"/>
              </a:rPr>
              <a:t>they</a:t>
            </a:r>
            <a:r>
              <a:rPr sz="2600" dirty="0">
                <a:solidFill>
                  <a:srgbClr val="030303"/>
                </a:solidFill>
                <a:latin typeface="Times New Roman"/>
                <a:cs typeface="Times New Roman"/>
              </a:rPr>
              <a:t>	</a:t>
            </a:r>
            <a:r>
              <a:rPr sz="2600" spc="-10" dirty="0">
                <a:solidFill>
                  <a:srgbClr val="030303"/>
                </a:solidFill>
                <a:latin typeface="Times New Roman"/>
                <a:cs typeface="Times New Roman"/>
              </a:rPr>
              <a:t>inherit</a:t>
            </a:r>
            <a:r>
              <a:rPr sz="2600" dirty="0">
                <a:solidFill>
                  <a:srgbClr val="030303"/>
                </a:solidFill>
                <a:latin typeface="Times New Roman"/>
                <a:cs typeface="Times New Roman"/>
              </a:rPr>
              <a:t>	</a:t>
            </a:r>
            <a:r>
              <a:rPr sz="2600" spc="-25" dirty="0">
                <a:solidFill>
                  <a:srgbClr val="030303"/>
                </a:solidFill>
                <a:latin typeface="Times New Roman"/>
                <a:cs typeface="Times New Roman"/>
              </a:rPr>
              <a:t>all</a:t>
            </a:r>
            <a:r>
              <a:rPr sz="2600" dirty="0">
                <a:solidFill>
                  <a:srgbClr val="030303"/>
                </a:solidFill>
                <a:latin typeface="Times New Roman"/>
                <a:cs typeface="Times New Roman"/>
              </a:rPr>
              <a:t>	</a:t>
            </a:r>
            <a:r>
              <a:rPr sz="2600" spc="-25" dirty="0">
                <a:solidFill>
                  <a:srgbClr val="030303"/>
                </a:solidFill>
                <a:latin typeface="Times New Roman"/>
                <a:cs typeface="Times New Roman"/>
              </a:rPr>
              <a:t>the 	</a:t>
            </a:r>
            <a:r>
              <a:rPr sz="2600" dirty="0">
                <a:solidFill>
                  <a:srgbClr val="030303"/>
                </a:solidFill>
                <a:latin typeface="Times New Roman"/>
                <a:cs typeface="Times New Roman"/>
              </a:rPr>
              <a:t>variables</a:t>
            </a:r>
            <a:r>
              <a:rPr sz="2600" spc="325" dirty="0">
                <a:solidFill>
                  <a:srgbClr val="030303"/>
                </a:solidFill>
                <a:latin typeface="Times New Roman"/>
                <a:cs typeface="Times New Roman"/>
              </a:rPr>
              <a:t> </a:t>
            </a:r>
            <a:r>
              <a:rPr sz="2600" spc="60" dirty="0">
                <a:solidFill>
                  <a:srgbClr val="030303"/>
                </a:solidFill>
                <a:latin typeface="Times New Roman"/>
                <a:cs typeface="Times New Roman"/>
              </a:rPr>
              <a:t>and</a:t>
            </a:r>
            <a:r>
              <a:rPr sz="2600" spc="125" dirty="0">
                <a:solidFill>
                  <a:srgbClr val="030303"/>
                </a:solidFill>
                <a:latin typeface="Times New Roman"/>
                <a:cs typeface="Times New Roman"/>
              </a:rPr>
              <a:t> </a:t>
            </a:r>
            <a:r>
              <a:rPr sz="2600" dirty="0">
                <a:solidFill>
                  <a:srgbClr val="030303"/>
                </a:solidFill>
                <a:latin typeface="Times New Roman"/>
                <a:cs typeface="Times New Roman"/>
              </a:rPr>
              <a:t>methods</a:t>
            </a:r>
            <a:r>
              <a:rPr sz="2600" spc="365" dirty="0">
                <a:solidFill>
                  <a:srgbClr val="030303"/>
                </a:solidFill>
                <a:latin typeface="Times New Roman"/>
                <a:cs typeface="Times New Roman"/>
              </a:rPr>
              <a:t> </a:t>
            </a:r>
            <a:r>
              <a:rPr sz="2600" dirty="0">
                <a:solidFill>
                  <a:srgbClr val="030303"/>
                </a:solidFill>
                <a:latin typeface="Times New Roman"/>
                <a:cs typeface="Times New Roman"/>
              </a:rPr>
              <a:t>from</a:t>
            </a:r>
            <a:r>
              <a:rPr sz="2600" spc="225" dirty="0">
                <a:solidFill>
                  <a:srgbClr val="030303"/>
                </a:solidFill>
                <a:latin typeface="Times New Roman"/>
                <a:cs typeface="Times New Roman"/>
              </a:rPr>
              <a:t> </a:t>
            </a:r>
            <a:r>
              <a:rPr sz="2600" dirty="0">
                <a:solidFill>
                  <a:srgbClr val="030303"/>
                </a:solidFill>
                <a:latin typeface="Times New Roman"/>
                <a:cs typeface="Times New Roman"/>
              </a:rPr>
              <a:t>the</a:t>
            </a:r>
            <a:r>
              <a:rPr sz="2600" spc="170" dirty="0">
                <a:solidFill>
                  <a:srgbClr val="030303"/>
                </a:solidFill>
                <a:latin typeface="Times New Roman"/>
                <a:cs typeface="Times New Roman"/>
              </a:rPr>
              <a:t> </a:t>
            </a:r>
            <a:r>
              <a:rPr sz="2600" spc="-10" dirty="0">
                <a:solidFill>
                  <a:srgbClr val="030303"/>
                </a:solidFill>
                <a:latin typeface="Times New Roman"/>
                <a:cs typeface="Times New Roman"/>
              </a:rPr>
              <a:t>class.</a:t>
            </a:r>
            <a:endParaRPr sz="2600" dirty="0">
              <a:latin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58207" y="441215"/>
            <a:ext cx="8119109" cy="514984"/>
          </a:xfrm>
          <a:prstGeom prst="rect">
            <a:avLst/>
          </a:prstGeom>
        </p:spPr>
        <p:txBody>
          <a:bodyPr vert="horz" wrap="square" lIns="0" tIns="13335" rIns="0" bIns="0" rtlCol="0">
            <a:spAutoFit/>
          </a:bodyPr>
          <a:lstStyle/>
          <a:p>
            <a:pPr marL="12700">
              <a:lnSpc>
                <a:spcPct val="100000"/>
              </a:lnSpc>
              <a:spcBef>
                <a:spcPts val="105"/>
              </a:spcBef>
            </a:pPr>
            <a:r>
              <a:rPr sz="3200" spc="114" dirty="0">
                <a:solidFill>
                  <a:srgbClr val="776259"/>
                </a:solidFill>
                <a:latin typeface="Times New Roman"/>
                <a:cs typeface="Times New Roman"/>
              </a:rPr>
              <a:t>A</a:t>
            </a:r>
            <a:r>
              <a:rPr sz="3200" spc="-75" dirty="0">
                <a:solidFill>
                  <a:srgbClr val="776259"/>
                </a:solidFill>
                <a:latin typeface="Times New Roman"/>
                <a:cs typeface="Times New Roman"/>
              </a:rPr>
              <a:t> </a:t>
            </a:r>
            <a:r>
              <a:rPr sz="3200" dirty="0">
                <a:solidFill>
                  <a:srgbClr val="776259"/>
                </a:solidFill>
                <a:latin typeface="Times New Roman"/>
                <a:cs typeface="Times New Roman"/>
              </a:rPr>
              <a:t>class</a:t>
            </a:r>
            <a:r>
              <a:rPr sz="3200" spc="155" dirty="0">
                <a:solidFill>
                  <a:srgbClr val="776259"/>
                </a:solidFill>
                <a:latin typeface="Times New Roman"/>
                <a:cs typeface="Times New Roman"/>
              </a:rPr>
              <a:t> </a:t>
            </a:r>
            <a:r>
              <a:rPr sz="3200" spc="60" dirty="0">
                <a:solidFill>
                  <a:srgbClr val="776259"/>
                </a:solidFill>
                <a:latin typeface="Times New Roman"/>
                <a:cs typeface="Times New Roman"/>
              </a:rPr>
              <a:t>is</a:t>
            </a:r>
            <a:r>
              <a:rPr sz="3200" spc="145" dirty="0">
                <a:solidFill>
                  <a:srgbClr val="776259"/>
                </a:solidFill>
                <a:latin typeface="Times New Roman"/>
                <a:cs typeface="Times New Roman"/>
              </a:rPr>
              <a:t> </a:t>
            </a:r>
            <a:r>
              <a:rPr sz="3200" dirty="0">
                <a:solidFill>
                  <a:srgbClr val="776259"/>
                </a:solidFill>
                <a:latin typeface="Times New Roman"/>
                <a:cs typeface="Times New Roman"/>
              </a:rPr>
              <a:t>declared</a:t>
            </a:r>
            <a:r>
              <a:rPr sz="3200" spc="320" dirty="0">
                <a:solidFill>
                  <a:srgbClr val="776259"/>
                </a:solidFill>
                <a:latin typeface="Times New Roman"/>
                <a:cs typeface="Times New Roman"/>
              </a:rPr>
              <a:t> </a:t>
            </a:r>
            <a:r>
              <a:rPr sz="3200" spc="80" dirty="0">
                <a:solidFill>
                  <a:srgbClr val="776259"/>
                </a:solidFill>
                <a:latin typeface="Times New Roman"/>
                <a:cs typeface="Times New Roman"/>
              </a:rPr>
              <a:t>by</a:t>
            </a:r>
            <a:r>
              <a:rPr sz="3200" spc="90" dirty="0">
                <a:solidFill>
                  <a:srgbClr val="776259"/>
                </a:solidFill>
                <a:latin typeface="Times New Roman"/>
                <a:cs typeface="Times New Roman"/>
              </a:rPr>
              <a:t> </a:t>
            </a:r>
            <a:r>
              <a:rPr sz="3200" spc="50" dirty="0">
                <a:solidFill>
                  <a:srgbClr val="776259"/>
                </a:solidFill>
                <a:latin typeface="Times New Roman"/>
                <a:cs typeface="Times New Roman"/>
              </a:rPr>
              <a:t>use</a:t>
            </a:r>
            <a:r>
              <a:rPr sz="3200" spc="220" dirty="0">
                <a:solidFill>
                  <a:srgbClr val="776259"/>
                </a:solidFill>
                <a:latin typeface="Times New Roman"/>
                <a:cs typeface="Times New Roman"/>
              </a:rPr>
              <a:t> </a:t>
            </a:r>
            <a:r>
              <a:rPr sz="3200" spc="50" dirty="0">
                <a:solidFill>
                  <a:srgbClr val="776259"/>
                </a:solidFill>
                <a:latin typeface="Times New Roman"/>
                <a:cs typeface="Times New Roman"/>
              </a:rPr>
              <a:t>of</a:t>
            </a:r>
            <a:r>
              <a:rPr sz="3200" spc="150" dirty="0">
                <a:solidFill>
                  <a:srgbClr val="776259"/>
                </a:solidFill>
                <a:latin typeface="Times New Roman"/>
                <a:cs typeface="Times New Roman"/>
              </a:rPr>
              <a:t> </a:t>
            </a:r>
            <a:r>
              <a:rPr sz="3200" dirty="0">
                <a:solidFill>
                  <a:srgbClr val="776259"/>
                </a:solidFill>
                <a:latin typeface="Times New Roman"/>
                <a:cs typeface="Times New Roman"/>
              </a:rPr>
              <a:t>the</a:t>
            </a:r>
            <a:r>
              <a:rPr sz="3200" spc="204" dirty="0">
                <a:solidFill>
                  <a:srgbClr val="776259"/>
                </a:solidFill>
                <a:latin typeface="Times New Roman"/>
                <a:cs typeface="Times New Roman"/>
              </a:rPr>
              <a:t> </a:t>
            </a:r>
            <a:r>
              <a:rPr sz="3200" b="1" dirty="0">
                <a:solidFill>
                  <a:srgbClr val="F20305"/>
                </a:solidFill>
                <a:latin typeface="Times New Roman"/>
                <a:cs typeface="Times New Roman"/>
              </a:rPr>
              <a:t>class</a:t>
            </a:r>
            <a:r>
              <a:rPr sz="3200" b="1" spc="170" dirty="0">
                <a:solidFill>
                  <a:srgbClr val="F20305"/>
                </a:solidFill>
                <a:latin typeface="Times New Roman"/>
                <a:cs typeface="Times New Roman"/>
              </a:rPr>
              <a:t> </a:t>
            </a:r>
            <a:r>
              <a:rPr sz="3200" spc="-10" dirty="0">
                <a:solidFill>
                  <a:srgbClr val="776259"/>
                </a:solidFill>
                <a:latin typeface="Times New Roman"/>
                <a:cs typeface="Times New Roman"/>
              </a:rPr>
              <a:t>keyword.</a:t>
            </a:r>
            <a:endParaRPr sz="3200">
              <a:latin typeface="Times New Roman"/>
              <a:cs typeface="Times New Roman"/>
            </a:endParaRPr>
          </a:p>
        </p:txBody>
      </p:sp>
      <p:sp>
        <p:nvSpPr>
          <p:cNvPr id="3" name="object 3"/>
          <p:cNvSpPr txBox="1"/>
          <p:nvPr/>
        </p:nvSpPr>
        <p:spPr>
          <a:xfrm>
            <a:off x="1760975" y="952202"/>
            <a:ext cx="7338695" cy="453390"/>
          </a:xfrm>
          <a:prstGeom prst="rect">
            <a:avLst/>
          </a:prstGeom>
        </p:spPr>
        <p:txBody>
          <a:bodyPr vert="horz" wrap="square" lIns="0" tIns="13335" rIns="0" bIns="0" rtlCol="0">
            <a:spAutoFit/>
          </a:bodyPr>
          <a:lstStyle/>
          <a:p>
            <a:pPr marL="12700">
              <a:lnSpc>
                <a:spcPct val="100000"/>
              </a:lnSpc>
              <a:spcBef>
                <a:spcPts val="105"/>
              </a:spcBef>
            </a:pPr>
            <a:r>
              <a:rPr sz="2800" spc="100" dirty="0">
                <a:solidFill>
                  <a:srgbClr val="776259"/>
                </a:solidFill>
                <a:latin typeface="Times New Roman"/>
                <a:cs typeface="Times New Roman"/>
              </a:rPr>
              <a:t>A</a:t>
            </a:r>
            <a:r>
              <a:rPr sz="2800" spc="-65" dirty="0">
                <a:solidFill>
                  <a:srgbClr val="776259"/>
                </a:solidFill>
                <a:latin typeface="Times New Roman"/>
                <a:cs typeface="Times New Roman"/>
              </a:rPr>
              <a:t> </a:t>
            </a:r>
            <a:r>
              <a:rPr sz="2800" dirty="0">
                <a:solidFill>
                  <a:srgbClr val="776259"/>
                </a:solidFill>
                <a:latin typeface="Times New Roman"/>
                <a:cs typeface="Times New Roman"/>
              </a:rPr>
              <a:t>simplified</a:t>
            </a:r>
            <a:r>
              <a:rPr sz="2800" spc="325" dirty="0">
                <a:solidFill>
                  <a:srgbClr val="776259"/>
                </a:solidFill>
                <a:latin typeface="Times New Roman"/>
                <a:cs typeface="Times New Roman"/>
              </a:rPr>
              <a:t> </a:t>
            </a:r>
            <a:r>
              <a:rPr sz="2800" dirty="0">
                <a:solidFill>
                  <a:srgbClr val="776259"/>
                </a:solidFill>
                <a:latin typeface="Times New Roman"/>
                <a:cs typeface="Times New Roman"/>
              </a:rPr>
              <a:t>general</a:t>
            </a:r>
            <a:r>
              <a:rPr sz="2800" spc="310" dirty="0">
                <a:solidFill>
                  <a:srgbClr val="776259"/>
                </a:solidFill>
                <a:latin typeface="Times New Roman"/>
                <a:cs typeface="Times New Roman"/>
              </a:rPr>
              <a:t> </a:t>
            </a:r>
            <a:r>
              <a:rPr sz="2800" spc="50" dirty="0">
                <a:solidFill>
                  <a:srgbClr val="776259"/>
                </a:solidFill>
                <a:latin typeface="Times New Roman"/>
                <a:cs typeface="Times New Roman"/>
              </a:rPr>
              <a:t>form</a:t>
            </a:r>
            <a:r>
              <a:rPr sz="2800" spc="210" dirty="0">
                <a:solidFill>
                  <a:srgbClr val="776259"/>
                </a:solidFill>
                <a:latin typeface="Times New Roman"/>
                <a:cs typeface="Times New Roman"/>
              </a:rPr>
              <a:t> </a:t>
            </a:r>
            <a:r>
              <a:rPr sz="2800" spc="55" dirty="0">
                <a:solidFill>
                  <a:srgbClr val="776259"/>
                </a:solidFill>
                <a:latin typeface="Times New Roman"/>
                <a:cs typeface="Times New Roman"/>
              </a:rPr>
              <a:t>of</a:t>
            </a:r>
            <a:r>
              <a:rPr sz="2800" spc="130" dirty="0">
                <a:solidFill>
                  <a:srgbClr val="776259"/>
                </a:solidFill>
                <a:latin typeface="Times New Roman"/>
                <a:cs typeface="Times New Roman"/>
              </a:rPr>
              <a:t> </a:t>
            </a:r>
            <a:r>
              <a:rPr sz="2800" spc="95" dirty="0">
                <a:solidFill>
                  <a:srgbClr val="776259"/>
                </a:solidFill>
                <a:latin typeface="Times New Roman"/>
                <a:cs typeface="Times New Roman"/>
              </a:rPr>
              <a:t>a</a:t>
            </a:r>
            <a:r>
              <a:rPr sz="2800" spc="80" dirty="0">
                <a:solidFill>
                  <a:srgbClr val="776259"/>
                </a:solidFill>
                <a:latin typeface="Times New Roman"/>
                <a:cs typeface="Times New Roman"/>
              </a:rPr>
              <a:t> </a:t>
            </a:r>
            <a:r>
              <a:rPr sz="2800" dirty="0">
                <a:solidFill>
                  <a:srgbClr val="776259"/>
                </a:solidFill>
                <a:latin typeface="Times New Roman"/>
                <a:cs typeface="Times New Roman"/>
              </a:rPr>
              <a:t>class</a:t>
            </a:r>
            <a:r>
              <a:rPr sz="2800" spc="265" dirty="0">
                <a:solidFill>
                  <a:srgbClr val="776259"/>
                </a:solidFill>
                <a:latin typeface="Times New Roman"/>
                <a:cs typeface="Times New Roman"/>
              </a:rPr>
              <a:t> </a:t>
            </a:r>
            <a:r>
              <a:rPr sz="2800" dirty="0">
                <a:solidFill>
                  <a:srgbClr val="776259"/>
                </a:solidFill>
                <a:latin typeface="Times New Roman"/>
                <a:cs typeface="Times New Roman"/>
              </a:rPr>
              <a:t>definition</a:t>
            </a:r>
            <a:r>
              <a:rPr sz="2800" spc="305" dirty="0">
                <a:solidFill>
                  <a:srgbClr val="776259"/>
                </a:solidFill>
                <a:latin typeface="Times New Roman"/>
                <a:cs typeface="Times New Roman"/>
              </a:rPr>
              <a:t> </a:t>
            </a:r>
            <a:r>
              <a:rPr sz="2800" spc="-25" dirty="0">
                <a:solidFill>
                  <a:srgbClr val="776259"/>
                </a:solidFill>
                <a:latin typeface="Times New Roman"/>
                <a:cs typeface="Times New Roman"/>
              </a:rPr>
              <a:t>is:</a:t>
            </a:r>
            <a:endParaRPr sz="2800">
              <a:latin typeface="Times New Roman"/>
              <a:cs typeface="Times New Roman"/>
            </a:endParaRPr>
          </a:p>
        </p:txBody>
      </p:sp>
      <p:sp>
        <p:nvSpPr>
          <p:cNvPr id="4" name="object 4"/>
          <p:cNvSpPr txBox="1"/>
          <p:nvPr/>
        </p:nvSpPr>
        <p:spPr>
          <a:xfrm>
            <a:off x="521921" y="1771616"/>
            <a:ext cx="5931535" cy="5188600"/>
          </a:xfrm>
          <a:prstGeom prst="rect">
            <a:avLst/>
          </a:prstGeom>
        </p:spPr>
        <p:txBody>
          <a:bodyPr vert="horz" wrap="square" lIns="0" tIns="0" rIns="0" bIns="0" rtlCol="0">
            <a:spAutoFit/>
          </a:bodyPr>
          <a:lstStyle/>
          <a:p>
            <a:pPr marL="12700">
              <a:lnSpc>
                <a:spcPts val="3454"/>
              </a:lnSpc>
              <a:tabLst>
                <a:tab pos="2101215" algn="l"/>
              </a:tabLst>
            </a:pPr>
            <a:r>
              <a:rPr sz="10800" spc="172" baseline="7330" dirty="0">
                <a:solidFill>
                  <a:srgbClr val="DD7E42"/>
                </a:solidFill>
                <a:latin typeface="Arial"/>
                <a:cs typeface="Arial"/>
              </a:rPr>
              <a:t>-</a:t>
            </a:r>
            <a:r>
              <a:rPr sz="10800" spc="-1455" baseline="7330" dirty="0">
                <a:solidFill>
                  <a:srgbClr val="DD7E42"/>
                </a:solidFill>
                <a:latin typeface="Arial"/>
                <a:cs typeface="Arial"/>
              </a:rPr>
              <a:t> </a:t>
            </a:r>
            <a:r>
              <a:rPr sz="1800" b="1" dirty="0">
                <a:solidFill>
                  <a:srgbClr val="F20305"/>
                </a:solidFill>
                <a:latin typeface="Times New Roman"/>
                <a:cs typeface="Times New Roman"/>
              </a:rPr>
              <a:t>class</a:t>
            </a:r>
            <a:r>
              <a:rPr sz="1800" b="1" spc="95" dirty="0">
                <a:solidFill>
                  <a:srgbClr val="F20305"/>
                </a:solidFill>
                <a:latin typeface="Times New Roman"/>
                <a:cs typeface="Times New Roman"/>
              </a:rPr>
              <a:t> </a:t>
            </a:r>
            <a:r>
              <a:rPr sz="1750" spc="-10" dirty="0">
                <a:solidFill>
                  <a:srgbClr val="0A0A0A"/>
                </a:solidFill>
                <a:latin typeface="Times New Roman"/>
                <a:cs typeface="Times New Roman"/>
              </a:rPr>
              <a:t>classname</a:t>
            </a:r>
            <a:r>
              <a:rPr sz="1750" dirty="0">
                <a:solidFill>
                  <a:srgbClr val="0A0A0A"/>
                </a:solidFill>
                <a:latin typeface="Times New Roman"/>
                <a:cs typeface="Times New Roman"/>
              </a:rPr>
              <a:t>	{</a:t>
            </a:r>
            <a:endParaRPr sz="1750" dirty="0">
              <a:latin typeface="Times New Roman"/>
              <a:cs typeface="Times New Roman"/>
            </a:endParaRPr>
          </a:p>
          <a:p>
            <a:pPr marL="2372995">
              <a:lnSpc>
                <a:spcPts val="1775"/>
              </a:lnSpc>
            </a:pPr>
            <a:r>
              <a:rPr sz="1750" spc="55" dirty="0">
                <a:solidFill>
                  <a:srgbClr val="0A0A0A"/>
                </a:solidFill>
                <a:latin typeface="Times New Roman"/>
                <a:cs typeface="Times New Roman"/>
              </a:rPr>
              <a:t>type</a:t>
            </a:r>
            <a:r>
              <a:rPr sz="1750" spc="30" dirty="0">
                <a:solidFill>
                  <a:srgbClr val="0A0A0A"/>
                </a:solidFill>
                <a:latin typeface="Times New Roman"/>
                <a:cs typeface="Times New Roman"/>
              </a:rPr>
              <a:t> </a:t>
            </a:r>
            <a:r>
              <a:rPr sz="1750" spc="50" dirty="0">
                <a:solidFill>
                  <a:srgbClr val="0A0A0A"/>
                </a:solidFill>
                <a:latin typeface="Times New Roman"/>
                <a:cs typeface="Times New Roman"/>
              </a:rPr>
              <a:t>instance-</a:t>
            </a:r>
            <a:r>
              <a:rPr sz="1750" spc="45" dirty="0">
                <a:solidFill>
                  <a:srgbClr val="0A0A0A"/>
                </a:solidFill>
                <a:latin typeface="Times New Roman"/>
                <a:cs typeface="Times New Roman"/>
              </a:rPr>
              <a:t>variable1;</a:t>
            </a:r>
            <a:r>
              <a:rPr lang="en-US" sz="1750" spc="45" dirty="0">
                <a:solidFill>
                  <a:srgbClr val="0A0A0A"/>
                </a:solidFill>
                <a:latin typeface="Times New Roman"/>
                <a:cs typeface="Times New Roman"/>
              </a:rPr>
              <a:t> //Fields</a:t>
            </a:r>
            <a:endParaRPr sz="1750" dirty="0">
              <a:latin typeface="Times New Roman"/>
              <a:cs typeface="Times New Roman"/>
            </a:endParaRPr>
          </a:p>
          <a:p>
            <a:pPr marL="2372995">
              <a:lnSpc>
                <a:spcPct val="100000"/>
              </a:lnSpc>
              <a:spcBef>
                <a:spcPts val="440"/>
              </a:spcBef>
            </a:pPr>
            <a:r>
              <a:rPr sz="1750" spc="55" dirty="0">
                <a:solidFill>
                  <a:srgbClr val="0A0A0A"/>
                </a:solidFill>
                <a:latin typeface="Times New Roman"/>
                <a:cs typeface="Times New Roman"/>
              </a:rPr>
              <a:t>type</a:t>
            </a:r>
            <a:r>
              <a:rPr sz="1750" spc="5" dirty="0">
                <a:solidFill>
                  <a:srgbClr val="0A0A0A"/>
                </a:solidFill>
                <a:latin typeface="Times New Roman"/>
                <a:cs typeface="Times New Roman"/>
              </a:rPr>
              <a:t> </a:t>
            </a:r>
            <a:r>
              <a:rPr sz="1750" spc="50" dirty="0">
                <a:solidFill>
                  <a:srgbClr val="0A0A0A"/>
                </a:solidFill>
                <a:latin typeface="Times New Roman"/>
                <a:cs typeface="Times New Roman"/>
              </a:rPr>
              <a:t>instance-</a:t>
            </a:r>
            <a:r>
              <a:rPr sz="1750" spc="40" dirty="0">
                <a:solidFill>
                  <a:srgbClr val="0A0A0A"/>
                </a:solidFill>
                <a:latin typeface="Times New Roman"/>
                <a:cs typeface="Times New Roman"/>
              </a:rPr>
              <a:t>variable2;</a:t>
            </a:r>
            <a:endParaRPr sz="1750" dirty="0">
              <a:latin typeface="Times New Roman"/>
              <a:cs typeface="Times New Roman"/>
            </a:endParaRPr>
          </a:p>
          <a:p>
            <a:pPr>
              <a:lnSpc>
                <a:spcPct val="100000"/>
              </a:lnSpc>
              <a:spcBef>
                <a:spcPts val="45"/>
              </a:spcBef>
            </a:pPr>
            <a:endParaRPr sz="2550" dirty="0">
              <a:latin typeface="Times New Roman"/>
              <a:cs typeface="Times New Roman"/>
            </a:endParaRPr>
          </a:p>
          <a:p>
            <a:pPr marL="2372995">
              <a:lnSpc>
                <a:spcPct val="100000"/>
              </a:lnSpc>
              <a:spcBef>
                <a:spcPts val="5"/>
              </a:spcBef>
            </a:pPr>
            <a:r>
              <a:rPr sz="1750" spc="55" dirty="0">
                <a:solidFill>
                  <a:srgbClr val="0A0A0A"/>
                </a:solidFill>
                <a:latin typeface="Times New Roman"/>
                <a:cs typeface="Times New Roman"/>
              </a:rPr>
              <a:t>type</a:t>
            </a:r>
            <a:r>
              <a:rPr sz="1750" spc="30" dirty="0">
                <a:solidFill>
                  <a:srgbClr val="0A0A0A"/>
                </a:solidFill>
                <a:latin typeface="Times New Roman"/>
                <a:cs typeface="Times New Roman"/>
              </a:rPr>
              <a:t> </a:t>
            </a:r>
            <a:r>
              <a:rPr sz="1750" spc="50" dirty="0">
                <a:solidFill>
                  <a:srgbClr val="0A0A0A"/>
                </a:solidFill>
                <a:latin typeface="Times New Roman"/>
                <a:cs typeface="Times New Roman"/>
              </a:rPr>
              <a:t>instance-</a:t>
            </a:r>
            <a:r>
              <a:rPr sz="1750" spc="40" dirty="0" err="1">
                <a:solidFill>
                  <a:srgbClr val="0A0A0A"/>
                </a:solidFill>
                <a:latin typeface="Times New Roman"/>
                <a:cs typeface="Times New Roman"/>
              </a:rPr>
              <a:t>variableN</a:t>
            </a:r>
            <a:r>
              <a:rPr sz="1750" spc="40" dirty="0">
                <a:solidFill>
                  <a:srgbClr val="0A0A0A"/>
                </a:solidFill>
                <a:latin typeface="Times New Roman"/>
                <a:cs typeface="Times New Roman"/>
              </a:rPr>
              <a:t>;</a:t>
            </a:r>
            <a:endParaRPr lang="en-US" sz="1750" spc="40" dirty="0">
              <a:solidFill>
                <a:srgbClr val="0A0A0A"/>
              </a:solidFill>
              <a:latin typeface="Times New Roman"/>
              <a:cs typeface="Times New Roman"/>
            </a:endParaRPr>
          </a:p>
          <a:p>
            <a:pPr marL="2372995">
              <a:lnSpc>
                <a:spcPct val="100000"/>
              </a:lnSpc>
              <a:spcBef>
                <a:spcPts val="5"/>
              </a:spcBef>
            </a:pPr>
            <a:r>
              <a:rPr lang="en-IN" sz="1750" spc="40" dirty="0">
                <a:solidFill>
                  <a:srgbClr val="0A0A0A"/>
                </a:solidFill>
                <a:latin typeface="Times New Roman"/>
                <a:cs typeface="Times New Roman"/>
              </a:rPr>
              <a:t>//Member functions is methods</a:t>
            </a:r>
            <a:endParaRPr sz="1750" dirty="0">
              <a:latin typeface="Times New Roman"/>
              <a:cs typeface="Times New Roman"/>
            </a:endParaRPr>
          </a:p>
          <a:p>
            <a:pPr marL="2372995">
              <a:lnSpc>
                <a:spcPct val="100000"/>
              </a:lnSpc>
              <a:spcBef>
                <a:spcPts val="465"/>
              </a:spcBef>
            </a:pPr>
            <a:r>
              <a:rPr sz="1750" spc="55" dirty="0">
                <a:solidFill>
                  <a:srgbClr val="0A0A0A"/>
                </a:solidFill>
                <a:latin typeface="Times New Roman"/>
                <a:cs typeface="Times New Roman"/>
              </a:rPr>
              <a:t>type</a:t>
            </a:r>
            <a:r>
              <a:rPr sz="1750" spc="150" dirty="0">
                <a:solidFill>
                  <a:srgbClr val="0A0A0A"/>
                </a:solidFill>
                <a:latin typeface="Times New Roman"/>
                <a:cs typeface="Times New Roman"/>
              </a:rPr>
              <a:t> </a:t>
            </a:r>
            <a:r>
              <a:rPr sz="1750" spc="55" dirty="0">
                <a:solidFill>
                  <a:srgbClr val="0A0A0A"/>
                </a:solidFill>
                <a:latin typeface="Times New Roman"/>
                <a:cs typeface="Times New Roman"/>
              </a:rPr>
              <a:t>methodname1(parameter-</a:t>
            </a:r>
            <a:r>
              <a:rPr sz="1750" dirty="0">
                <a:solidFill>
                  <a:srgbClr val="0A0A0A"/>
                </a:solidFill>
                <a:latin typeface="Times New Roman"/>
                <a:cs typeface="Times New Roman"/>
              </a:rPr>
              <a:t>list)</a:t>
            </a:r>
            <a:r>
              <a:rPr sz="1750" spc="155" dirty="0">
                <a:solidFill>
                  <a:srgbClr val="0A0A0A"/>
                </a:solidFill>
                <a:latin typeface="Times New Roman"/>
                <a:cs typeface="Times New Roman"/>
              </a:rPr>
              <a:t> </a:t>
            </a:r>
            <a:r>
              <a:rPr sz="1750" spc="15" dirty="0">
                <a:solidFill>
                  <a:srgbClr val="0A0A0A"/>
                </a:solidFill>
                <a:latin typeface="Times New Roman"/>
                <a:cs typeface="Times New Roman"/>
              </a:rPr>
              <a:t>{</a:t>
            </a:r>
            <a:endParaRPr sz="1750" dirty="0">
              <a:latin typeface="Times New Roman"/>
              <a:cs typeface="Times New Roman"/>
            </a:endParaRPr>
          </a:p>
          <a:p>
            <a:pPr marL="3329940">
              <a:lnSpc>
                <a:spcPct val="100000"/>
              </a:lnSpc>
              <a:spcBef>
                <a:spcPts val="440"/>
              </a:spcBef>
            </a:pPr>
            <a:r>
              <a:rPr sz="1750" dirty="0">
                <a:solidFill>
                  <a:srgbClr val="0A0A0A"/>
                </a:solidFill>
                <a:latin typeface="Times New Roman"/>
                <a:cs typeface="Times New Roman"/>
              </a:rPr>
              <a:t>//</a:t>
            </a:r>
            <a:r>
              <a:rPr sz="1750" spc="40" dirty="0">
                <a:solidFill>
                  <a:srgbClr val="0A0A0A"/>
                </a:solidFill>
                <a:latin typeface="Times New Roman"/>
                <a:cs typeface="Times New Roman"/>
              </a:rPr>
              <a:t> </a:t>
            </a:r>
            <a:r>
              <a:rPr sz="1750" spc="60" dirty="0">
                <a:solidFill>
                  <a:srgbClr val="0A0A0A"/>
                </a:solidFill>
                <a:latin typeface="Times New Roman"/>
                <a:cs typeface="Times New Roman"/>
              </a:rPr>
              <a:t>body</a:t>
            </a:r>
            <a:r>
              <a:rPr sz="1750" spc="75" dirty="0">
                <a:solidFill>
                  <a:srgbClr val="0A0A0A"/>
                </a:solidFill>
                <a:latin typeface="Times New Roman"/>
                <a:cs typeface="Times New Roman"/>
              </a:rPr>
              <a:t> </a:t>
            </a:r>
            <a:r>
              <a:rPr sz="1750" spc="65" dirty="0">
                <a:solidFill>
                  <a:srgbClr val="0A0A0A"/>
                </a:solidFill>
                <a:latin typeface="Times New Roman"/>
                <a:cs typeface="Times New Roman"/>
              </a:rPr>
              <a:t>of</a:t>
            </a:r>
            <a:r>
              <a:rPr sz="1750" spc="25" dirty="0">
                <a:solidFill>
                  <a:srgbClr val="0A0A0A"/>
                </a:solidFill>
                <a:latin typeface="Times New Roman"/>
                <a:cs typeface="Times New Roman"/>
              </a:rPr>
              <a:t> </a:t>
            </a:r>
            <a:r>
              <a:rPr sz="1750" spc="40" dirty="0">
                <a:solidFill>
                  <a:srgbClr val="0A0A0A"/>
                </a:solidFill>
                <a:latin typeface="Times New Roman"/>
                <a:cs typeface="Times New Roman"/>
              </a:rPr>
              <a:t>method</a:t>
            </a:r>
            <a:endParaRPr sz="1750" dirty="0">
              <a:latin typeface="Times New Roman"/>
              <a:cs typeface="Times New Roman"/>
            </a:endParaRPr>
          </a:p>
          <a:p>
            <a:pPr marL="2386330">
              <a:lnSpc>
                <a:spcPct val="100000"/>
              </a:lnSpc>
              <a:spcBef>
                <a:spcPts val="540"/>
              </a:spcBef>
            </a:pPr>
            <a:r>
              <a:rPr sz="1700" spc="35" dirty="0">
                <a:solidFill>
                  <a:srgbClr val="0A0A0A"/>
                </a:solidFill>
                <a:latin typeface="Arial"/>
                <a:cs typeface="Arial"/>
              </a:rPr>
              <a:t>}</a:t>
            </a:r>
            <a:endParaRPr sz="1700" dirty="0">
              <a:latin typeface="Arial"/>
              <a:cs typeface="Arial"/>
            </a:endParaRPr>
          </a:p>
          <a:p>
            <a:pPr marL="2302510" algn="ctr">
              <a:lnSpc>
                <a:spcPct val="100000"/>
              </a:lnSpc>
              <a:spcBef>
                <a:spcPts val="400"/>
              </a:spcBef>
            </a:pPr>
            <a:r>
              <a:rPr sz="1750" spc="60" dirty="0">
                <a:solidFill>
                  <a:srgbClr val="0A0A0A"/>
                </a:solidFill>
                <a:latin typeface="Times New Roman"/>
                <a:cs typeface="Times New Roman"/>
              </a:rPr>
              <a:t>type</a:t>
            </a:r>
            <a:r>
              <a:rPr sz="1750" spc="145" dirty="0">
                <a:solidFill>
                  <a:srgbClr val="0A0A0A"/>
                </a:solidFill>
                <a:latin typeface="Times New Roman"/>
                <a:cs typeface="Times New Roman"/>
              </a:rPr>
              <a:t> </a:t>
            </a:r>
            <a:r>
              <a:rPr sz="1750" spc="60" dirty="0">
                <a:solidFill>
                  <a:srgbClr val="0A0A0A"/>
                </a:solidFill>
                <a:latin typeface="Times New Roman"/>
                <a:cs typeface="Times New Roman"/>
              </a:rPr>
              <a:t>methodname2(parameter-</a:t>
            </a:r>
            <a:r>
              <a:rPr sz="1750" dirty="0">
                <a:solidFill>
                  <a:srgbClr val="0A0A0A"/>
                </a:solidFill>
                <a:latin typeface="Times New Roman"/>
                <a:cs typeface="Times New Roman"/>
              </a:rPr>
              <a:t>list)</a:t>
            </a:r>
            <a:r>
              <a:rPr sz="1750" spc="85" dirty="0">
                <a:solidFill>
                  <a:srgbClr val="0A0A0A"/>
                </a:solidFill>
                <a:latin typeface="Times New Roman"/>
                <a:cs typeface="Times New Roman"/>
              </a:rPr>
              <a:t> </a:t>
            </a:r>
            <a:r>
              <a:rPr sz="1750" spc="15" dirty="0">
                <a:solidFill>
                  <a:srgbClr val="0A0A0A"/>
                </a:solidFill>
                <a:latin typeface="Times New Roman"/>
                <a:cs typeface="Times New Roman"/>
              </a:rPr>
              <a:t>{</a:t>
            </a:r>
            <a:endParaRPr sz="1750" dirty="0">
              <a:latin typeface="Times New Roman"/>
              <a:cs typeface="Times New Roman"/>
            </a:endParaRPr>
          </a:p>
          <a:p>
            <a:pPr marL="2303780" algn="ctr">
              <a:lnSpc>
                <a:spcPct val="100000"/>
              </a:lnSpc>
              <a:spcBef>
                <a:spcPts val="440"/>
              </a:spcBef>
            </a:pPr>
            <a:r>
              <a:rPr sz="1750" dirty="0">
                <a:solidFill>
                  <a:srgbClr val="0A0A0A"/>
                </a:solidFill>
                <a:latin typeface="Times New Roman"/>
                <a:cs typeface="Times New Roman"/>
              </a:rPr>
              <a:t>//</a:t>
            </a:r>
            <a:r>
              <a:rPr sz="1750" spc="40" dirty="0">
                <a:solidFill>
                  <a:srgbClr val="0A0A0A"/>
                </a:solidFill>
                <a:latin typeface="Times New Roman"/>
                <a:cs typeface="Times New Roman"/>
              </a:rPr>
              <a:t> </a:t>
            </a:r>
            <a:r>
              <a:rPr sz="1750" spc="60" dirty="0">
                <a:solidFill>
                  <a:srgbClr val="0A0A0A"/>
                </a:solidFill>
                <a:latin typeface="Times New Roman"/>
                <a:cs typeface="Times New Roman"/>
              </a:rPr>
              <a:t>body</a:t>
            </a:r>
            <a:r>
              <a:rPr sz="1750" spc="100" dirty="0">
                <a:solidFill>
                  <a:srgbClr val="0A0A0A"/>
                </a:solidFill>
                <a:latin typeface="Times New Roman"/>
                <a:cs typeface="Times New Roman"/>
              </a:rPr>
              <a:t> </a:t>
            </a:r>
            <a:r>
              <a:rPr sz="1750" spc="55" dirty="0">
                <a:solidFill>
                  <a:srgbClr val="0A0A0A"/>
                </a:solidFill>
                <a:latin typeface="Times New Roman"/>
                <a:cs typeface="Times New Roman"/>
              </a:rPr>
              <a:t>of</a:t>
            </a:r>
            <a:r>
              <a:rPr sz="1750" spc="70" dirty="0">
                <a:solidFill>
                  <a:srgbClr val="0A0A0A"/>
                </a:solidFill>
                <a:latin typeface="Times New Roman"/>
                <a:cs typeface="Times New Roman"/>
              </a:rPr>
              <a:t> </a:t>
            </a:r>
            <a:r>
              <a:rPr sz="1750" spc="-10" dirty="0">
                <a:solidFill>
                  <a:srgbClr val="0A0A0A"/>
                </a:solidFill>
                <a:latin typeface="Times New Roman"/>
                <a:cs typeface="Times New Roman"/>
              </a:rPr>
              <a:t>method</a:t>
            </a:r>
            <a:endParaRPr sz="1750" dirty="0">
              <a:latin typeface="Times New Roman"/>
              <a:cs typeface="Times New Roman"/>
            </a:endParaRPr>
          </a:p>
          <a:p>
            <a:pPr marL="2386330">
              <a:lnSpc>
                <a:spcPct val="100000"/>
              </a:lnSpc>
              <a:spcBef>
                <a:spcPts val="545"/>
              </a:spcBef>
            </a:pPr>
            <a:r>
              <a:rPr sz="1700" spc="25" dirty="0">
                <a:solidFill>
                  <a:srgbClr val="0A0A0A"/>
                </a:solidFill>
                <a:latin typeface="Arial"/>
                <a:cs typeface="Arial"/>
              </a:rPr>
              <a:t>}</a:t>
            </a:r>
            <a:endParaRPr sz="1700" dirty="0">
              <a:latin typeface="Arial"/>
              <a:cs typeface="Arial"/>
            </a:endParaRPr>
          </a:p>
          <a:p>
            <a:pPr>
              <a:lnSpc>
                <a:spcPct val="100000"/>
              </a:lnSpc>
            </a:pPr>
            <a:endParaRPr sz="2600" dirty="0">
              <a:latin typeface="Arial"/>
              <a:cs typeface="Arial"/>
            </a:endParaRPr>
          </a:p>
          <a:p>
            <a:pPr marL="2357120" algn="ctr">
              <a:lnSpc>
                <a:spcPct val="100000"/>
              </a:lnSpc>
            </a:pPr>
            <a:r>
              <a:rPr sz="1750" spc="60" dirty="0">
                <a:solidFill>
                  <a:srgbClr val="0A0A0A"/>
                </a:solidFill>
                <a:latin typeface="Times New Roman"/>
                <a:cs typeface="Times New Roman"/>
              </a:rPr>
              <a:t>type</a:t>
            </a:r>
            <a:r>
              <a:rPr sz="1750" spc="110" dirty="0">
                <a:solidFill>
                  <a:srgbClr val="0A0A0A"/>
                </a:solidFill>
                <a:latin typeface="Times New Roman"/>
                <a:cs typeface="Times New Roman"/>
              </a:rPr>
              <a:t> </a:t>
            </a:r>
            <a:r>
              <a:rPr sz="1750" spc="50" dirty="0">
                <a:solidFill>
                  <a:srgbClr val="0A0A0A"/>
                </a:solidFill>
                <a:latin typeface="Times New Roman"/>
                <a:cs typeface="Times New Roman"/>
              </a:rPr>
              <a:t>methodnameN</a:t>
            </a:r>
            <a:r>
              <a:rPr sz="1750" spc="-195" dirty="0">
                <a:solidFill>
                  <a:srgbClr val="0A0A0A"/>
                </a:solidFill>
                <a:latin typeface="Times New Roman"/>
                <a:cs typeface="Times New Roman"/>
              </a:rPr>
              <a:t> </a:t>
            </a:r>
            <a:r>
              <a:rPr sz="1750" spc="50" dirty="0">
                <a:solidFill>
                  <a:srgbClr val="0A0A0A"/>
                </a:solidFill>
                <a:latin typeface="Times New Roman"/>
                <a:cs typeface="Times New Roman"/>
              </a:rPr>
              <a:t>(parameter-</a:t>
            </a:r>
            <a:r>
              <a:rPr sz="1750" dirty="0">
                <a:solidFill>
                  <a:srgbClr val="0A0A0A"/>
                </a:solidFill>
                <a:latin typeface="Times New Roman"/>
                <a:cs typeface="Times New Roman"/>
              </a:rPr>
              <a:t>list)</a:t>
            </a:r>
            <a:r>
              <a:rPr sz="1750" spc="85" dirty="0">
                <a:solidFill>
                  <a:srgbClr val="0A0A0A"/>
                </a:solidFill>
                <a:latin typeface="Times New Roman"/>
                <a:cs typeface="Times New Roman"/>
              </a:rPr>
              <a:t> </a:t>
            </a:r>
            <a:r>
              <a:rPr sz="1750" spc="15" dirty="0">
                <a:solidFill>
                  <a:srgbClr val="0A0A0A"/>
                </a:solidFill>
                <a:latin typeface="Times New Roman"/>
                <a:cs typeface="Times New Roman"/>
              </a:rPr>
              <a:t>{</a:t>
            </a:r>
            <a:endParaRPr sz="1750" dirty="0">
              <a:latin typeface="Times New Roman"/>
              <a:cs typeface="Times New Roman"/>
            </a:endParaRPr>
          </a:p>
          <a:p>
            <a:pPr marL="3329940">
              <a:lnSpc>
                <a:spcPct val="100000"/>
              </a:lnSpc>
              <a:spcBef>
                <a:spcPts val="440"/>
              </a:spcBef>
            </a:pPr>
            <a:r>
              <a:rPr sz="1750" dirty="0">
                <a:solidFill>
                  <a:srgbClr val="0A0A0A"/>
                </a:solidFill>
                <a:latin typeface="Times New Roman"/>
                <a:cs typeface="Times New Roman"/>
              </a:rPr>
              <a:t>//</a:t>
            </a:r>
            <a:r>
              <a:rPr sz="1750" spc="40" dirty="0">
                <a:solidFill>
                  <a:srgbClr val="0A0A0A"/>
                </a:solidFill>
                <a:latin typeface="Times New Roman"/>
                <a:cs typeface="Times New Roman"/>
              </a:rPr>
              <a:t> </a:t>
            </a:r>
            <a:r>
              <a:rPr sz="1750" spc="60" dirty="0">
                <a:solidFill>
                  <a:srgbClr val="0A0A0A"/>
                </a:solidFill>
                <a:latin typeface="Times New Roman"/>
                <a:cs typeface="Times New Roman"/>
              </a:rPr>
              <a:t>body</a:t>
            </a:r>
            <a:r>
              <a:rPr sz="1750" spc="75" dirty="0">
                <a:solidFill>
                  <a:srgbClr val="0A0A0A"/>
                </a:solidFill>
                <a:latin typeface="Times New Roman"/>
                <a:cs typeface="Times New Roman"/>
              </a:rPr>
              <a:t> </a:t>
            </a:r>
            <a:r>
              <a:rPr sz="1750" spc="65" dirty="0">
                <a:solidFill>
                  <a:srgbClr val="0A0A0A"/>
                </a:solidFill>
                <a:latin typeface="Times New Roman"/>
                <a:cs typeface="Times New Roman"/>
              </a:rPr>
              <a:t>of</a:t>
            </a:r>
            <a:r>
              <a:rPr sz="1750" spc="25" dirty="0">
                <a:solidFill>
                  <a:srgbClr val="0A0A0A"/>
                </a:solidFill>
                <a:latin typeface="Times New Roman"/>
                <a:cs typeface="Times New Roman"/>
              </a:rPr>
              <a:t> </a:t>
            </a:r>
            <a:r>
              <a:rPr sz="1750" spc="50" dirty="0">
                <a:solidFill>
                  <a:srgbClr val="0A0A0A"/>
                </a:solidFill>
                <a:latin typeface="Times New Roman"/>
                <a:cs typeface="Times New Roman"/>
              </a:rPr>
              <a:t>method</a:t>
            </a:r>
            <a:endParaRPr sz="1750" dirty="0">
              <a:latin typeface="Times New Roman"/>
              <a:cs typeface="Times New Roman"/>
            </a:endParaRPr>
          </a:p>
          <a:p>
            <a:pPr marL="2267585">
              <a:lnSpc>
                <a:spcPct val="100000"/>
              </a:lnSpc>
              <a:spcBef>
                <a:spcPts val="440"/>
              </a:spcBef>
            </a:pPr>
            <a:r>
              <a:rPr sz="1750" spc="50" dirty="0">
                <a:solidFill>
                  <a:srgbClr val="212121"/>
                </a:solidFill>
                <a:latin typeface="Arial"/>
                <a:cs typeface="Arial"/>
              </a:rPr>
              <a:t>}</a:t>
            </a:r>
            <a:endParaRPr sz="1750" dirty="0">
              <a:latin typeface="Arial"/>
              <a:cs typeface="Arial"/>
            </a:endParaRPr>
          </a:p>
        </p:txBody>
      </p:sp>
      <p:sp>
        <p:nvSpPr>
          <p:cNvPr id="5" name="object 5"/>
          <p:cNvSpPr txBox="1"/>
          <p:nvPr/>
        </p:nvSpPr>
        <p:spPr>
          <a:xfrm>
            <a:off x="1458657" y="6689539"/>
            <a:ext cx="104775" cy="285750"/>
          </a:xfrm>
          <a:prstGeom prst="rect">
            <a:avLst/>
          </a:prstGeom>
        </p:spPr>
        <p:txBody>
          <a:bodyPr vert="horz" wrap="square" lIns="0" tIns="13335" rIns="0" bIns="0" rtlCol="0">
            <a:spAutoFit/>
          </a:bodyPr>
          <a:lstStyle/>
          <a:p>
            <a:pPr marL="12700">
              <a:lnSpc>
                <a:spcPct val="100000"/>
              </a:lnSpc>
              <a:spcBef>
                <a:spcPts val="105"/>
              </a:spcBef>
            </a:pPr>
            <a:r>
              <a:rPr sz="1700" spc="50" dirty="0">
                <a:solidFill>
                  <a:srgbClr val="0A0A0A"/>
                </a:solidFill>
                <a:latin typeface="Arial"/>
                <a:cs typeface="Arial"/>
              </a:rPr>
              <a:t>}</a:t>
            </a:r>
            <a:endParaRPr sz="1700">
              <a:latin typeface="Arial"/>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22225">
              <a:lnSpc>
                <a:spcPct val="100000"/>
              </a:lnSpc>
              <a:spcBef>
                <a:spcPts val="110"/>
              </a:spcBef>
            </a:pPr>
            <a:r>
              <a:rPr sz="4450" dirty="0">
                <a:solidFill>
                  <a:srgbClr val="79675E"/>
                </a:solidFill>
                <a:latin typeface="Times New Roman"/>
                <a:cs typeface="Times New Roman"/>
              </a:rPr>
              <a:t>Continue</a:t>
            </a:r>
            <a:r>
              <a:rPr sz="4450" spc="775" dirty="0">
                <a:solidFill>
                  <a:srgbClr val="79675E"/>
                </a:solidFill>
                <a:latin typeface="Times New Roman"/>
                <a:cs typeface="Times New Roman"/>
              </a:rPr>
              <a:t> </a:t>
            </a:r>
            <a:r>
              <a:rPr sz="4450" spc="-25" dirty="0">
                <a:solidFill>
                  <a:srgbClr val="79675E"/>
                </a:solidFill>
                <a:latin typeface="Times New Roman"/>
                <a:cs typeface="Times New Roman"/>
              </a:rPr>
              <a:t>...</a:t>
            </a:r>
            <a:endParaRPr sz="4450">
              <a:latin typeface="Times New Roman"/>
              <a:cs typeface="Times New Roman"/>
            </a:endParaRPr>
          </a:p>
        </p:txBody>
      </p:sp>
      <p:sp>
        <p:nvSpPr>
          <p:cNvPr id="3" name="object 3"/>
          <p:cNvSpPr txBox="1"/>
          <p:nvPr/>
        </p:nvSpPr>
        <p:spPr>
          <a:xfrm>
            <a:off x="521921" y="1021245"/>
            <a:ext cx="337185" cy="1125855"/>
          </a:xfrm>
          <a:prstGeom prst="rect">
            <a:avLst/>
          </a:prstGeom>
        </p:spPr>
        <p:txBody>
          <a:bodyPr vert="horz" wrap="square" lIns="0" tIns="15240" rIns="0" bIns="0" rtlCol="0">
            <a:spAutoFit/>
          </a:bodyPr>
          <a:lstStyle/>
          <a:p>
            <a:pPr marL="12700">
              <a:lnSpc>
                <a:spcPct val="100000"/>
              </a:lnSpc>
              <a:spcBef>
                <a:spcPts val="120"/>
              </a:spcBef>
            </a:pPr>
            <a:r>
              <a:rPr sz="7200" spc="50" dirty="0">
                <a:solidFill>
                  <a:srgbClr val="DA8044"/>
                </a:solidFill>
                <a:latin typeface="Arial"/>
                <a:cs typeface="Arial"/>
              </a:rPr>
              <a:t>-</a:t>
            </a:r>
            <a:endParaRPr sz="7200">
              <a:latin typeface="Arial"/>
              <a:cs typeface="Arial"/>
            </a:endParaRPr>
          </a:p>
        </p:txBody>
      </p:sp>
      <p:sp>
        <p:nvSpPr>
          <p:cNvPr id="4" name="object 4"/>
          <p:cNvSpPr txBox="1"/>
          <p:nvPr/>
        </p:nvSpPr>
        <p:spPr>
          <a:xfrm>
            <a:off x="876749" y="1849913"/>
            <a:ext cx="8706485" cy="2593146"/>
          </a:xfrm>
          <a:prstGeom prst="rect">
            <a:avLst/>
          </a:prstGeom>
        </p:spPr>
        <p:txBody>
          <a:bodyPr vert="horz" wrap="square" lIns="0" tIns="38100" rIns="0" bIns="0" rtlCol="0">
            <a:spAutoFit/>
          </a:bodyPr>
          <a:lstStyle/>
          <a:p>
            <a:pPr marL="351155" marR="5080" indent="-339090" algn="just">
              <a:lnSpc>
                <a:spcPct val="94100"/>
              </a:lnSpc>
              <a:spcBef>
                <a:spcPts val="300"/>
              </a:spcBef>
              <a:buFont typeface="Arial"/>
              <a:buChar char="□"/>
              <a:tabLst>
                <a:tab pos="351155" algn="l"/>
                <a:tab pos="354330" algn="l"/>
              </a:tabLst>
            </a:pPr>
            <a:r>
              <a:rPr sz="2750" dirty="0">
                <a:solidFill>
                  <a:srgbClr val="DA8044"/>
                </a:solidFill>
                <a:latin typeface="Times New Roman"/>
                <a:cs typeface="Times New Roman"/>
              </a:rPr>
              <a:t>	</a:t>
            </a:r>
            <a:r>
              <a:rPr lang="en-US" sz="2750" dirty="0">
                <a:solidFill>
                  <a:srgbClr val="DA8044"/>
                </a:solidFill>
                <a:latin typeface="Times New Roman"/>
                <a:cs typeface="Times New Roman"/>
              </a:rPr>
              <a:t>class </a:t>
            </a:r>
            <a:r>
              <a:rPr lang="en-US" sz="2750" spc="60" dirty="0">
                <a:solidFill>
                  <a:srgbClr val="1F1F1F"/>
                </a:solidFill>
                <a:latin typeface="Times New Roman"/>
                <a:cs typeface="Times New Roman"/>
              </a:rPr>
              <a:t>is a keyword.</a:t>
            </a:r>
          </a:p>
          <a:p>
            <a:pPr marL="351155" marR="5080" indent="-339090" algn="just">
              <a:lnSpc>
                <a:spcPct val="94100"/>
              </a:lnSpc>
              <a:spcBef>
                <a:spcPts val="300"/>
              </a:spcBef>
              <a:buFont typeface="Arial"/>
              <a:buChar char="□"/>
              <a:tabLst>
                <a:tab pos="351155" algn="l"/>
                <a:tab pos="354330" algn="l"/>
              </a:tabLst>
            </a:pPr>
            <a:r>
              <a:rPr sz="2750" spc="95" dirty="0">
                <a:solidFill>
                  <a:srgbClr val="1F1F1F"/>
                </a:solidFill>
                <a:latin typeface="Times New Roman"/>
                <a:cs typeface="Times New Roman"/>
              </a:rPr>
              <a:t>The</a:t>
            </a:r>
            <a:r>
              <a:rPr sz="2750" spc="135" dirty="0">
                <a:solidFill>
                  <a:srgbClr val="1F1F1F"/>
                </a:solidFill>
                <a:latin typeface="Times New Roman"/>
                <a:cs typeface="Times New Roman"/>
              </a:rPr>
              <a:t> </a:t>
            </a:r>
            <a:r>
              <a:rPr sz="2750" spc="70" dirty="0">
                <a:solidFill>
                  <a:srgbClr val="1F1F1F"/>
                </a:solidFill>
                <a:latin typeface="Times New Roman"/>
                <a:cs typeface="Times New Roman"/>
              </a:rPr>
              <a:t>data,</a:t>
            </a:r>
            <a:r>
              <a:rPr sz="2750" spc="125" dirty="0">
                <a:solidFill>
                  <a:srgbClr val="1F1F1F"/>
                </a:solidFill>
                <a:latin typeface="Times New Roman"/>
                <a:cs typeface="Times New Roman"/>
              </a:rPr>
              <a:t> </a:t>
            </a:r>
            <a:r>
              <a:rPr sz="2750" spc="90" dirty="0">
                <a:solidFill>
                  <a:srgbClr val="1F1F1F"/>
                </a:solidFill>
                <a:latin typeface="Times New Roman"/>
                <a:cs typeface="Times New Roman"/>
              </a:rPr>
              <a:t>or</a:t>
            </a:r>
            <a:r>
              <a:rPr sz="2750" spc="135" dirty="0">
                <a:solidFill>
                  <a:srgbClr val="1F1F1F"/>
                </a:solidFill>
                <a:latin typeface="Times New Roman"/>
                <a:cs typeface="Times New Roman"/>
              </a:rPr>
              <a:t> </a:t>
            </a:r>
            <a:r>
              <a:rPr sz="2750" spc="60" dirty="0">
                <a:solidFill>
                  <a:srgbClr val="1F1F1F"/>
                </a:solidFill>
                <a:latin typeface="Times New Roman"/>
                <a:cs typeface="Times New Roman"/>
              </a:rPr>
              <a:t>variables,</a:t>
            </a:r>
            <a:r>
              <a:rPr sz="2750" spc="280" dirty="0">
                <a:solidFill>
                  <a:srgbClr val="1F1F1F"/>
                </a:solidFill>
                <a:latin typeface="Times New Roman"/>
                <a:cs typeface="Times New Roman"/>
              </a:rPr>
              <a:t> </a:t>
            </a:r>
            <a:r>
              <a:rPr sz="2750" spc="70" dirty="0">
                <a:solidFill>
                  <a:srgbClr val="1F1F1F"/>
                </a:solidFill>
                <a:latin typeface="Times New Roman"/>
                <a:cs typeface="Times New Roman"/>
              </a:rPr>
              <a:t>defined</a:t>
            </a:r>
            <a:r>
              <a:rPr sz="2750" spc="245" dirty="0">
                <a:solidFill>
                  <a:srgbClr val="1F1F1F"/>
                </a:solidFill>
                <a:latin typeface="Times New Roman"/>
                <a:cs typeface="Times New Roman"/>
              </a:rPr>
              <a:t> </a:t>
            </a:r>
            <a:r>
              <a:rPr sz="2750" spc="70" dirty="0">
                <a:solidFill>
                  <a:srgbClr val="1F1F1F"/>
                </a:solidFill>
                <a:latin typeface="Times New Roman"/>
                <a:cs typeface="Times New Roman"/>
              </a:rPr>
              <a:t>within</a:t>
            </a:r>
            <a:r>
              <a:rPr sz="2750" spc="195" dirty="0">
                <a:solidFill>
                  <a:srgbClr val="1F1F1F"/>
                </a:solidFill>
                <a:latin typeface="Times New Roman"/>
                <a:cs typeface="Times New Roman"/>
              </a:rPr>
              <a:t> </a:t>
            </a:r>
            <a:r>
              <a:rPr sz="2750" b="1" dirty="0">
                <a:solidFill>
                  <a:srgbClr val="1F1F1F"/>
                </a:solidFill>
                <a:latin typeface="Times New Roman"/>
                <a:cs typeface="Times New Roman"/>
              </a:rPr>
              <a:t>a</a:t>
            </a:r>
            <a:r>
              <a:rPr sz="2750" b="1" spc="50" dirty="0">
                <a:solidFill>
                  <a:srgbClr val="1F1F1F"/>
                </a:solidFill>
                <a:latin typeface="Times New Roman"/>
                <a:cs typeface="Times New Roman"/>
              </a:rPr>
              <a:t> </a:t>
            </a:r>
            <a:r>
              <a:rPr sz="2750" b="1" spc="70" dirty="0">
                <a:solidFill>
                  <a:srgbClr val="1F1F1F"/>
                </a:solidFill>
                <a:latin typeface="Times New Roman"/>
                <a:cs typeface="Times New Roman"/>
              </a:rPr>
              <a:t>class</a:t>
            </a:r>
            <a:r>
              <a:rPr sz="2750" b="1" spc="200" dirty="0">
                <a:solidFill>
                  <a:srgbClr val="1F1F1F"/>
                </a:solidFill>
                <a:latin typeface="Times New Roman"/>
                <a:cs typeface="Times New Roman"/>
              </a:rPr>
              <a:t> </a:t>
            </a:r>
            <a:r>
              <a:rPr sz="2750" spc="50" dirty="0">
                <a:solidFill>
                  <a:srgbClr val="1F1F1F"/>
                </a:solidFill>
                <a:latin typeface="Times New Roman"/>
                <a:cs typeface="Times New Roman"/>
              </a:rPr>
              <a:t>are</a:t>
            </a:r>
            <a:r>
              <a:rPr sz="2750" spc="170" dirty="0">
                <a:solidFill>
                  <a:srgbClr val="1F1F1F"/>
                </a:solidFill>
                <a:latin typeface="Times New Roman"/>
                <a:cs typeface="Times New Roman"/>
              </a:rPr>
              <a:t> </a:t>
            </a:r>
            <a:r>
              <a:rPr sz="2750" spc="55" dirty="0">
                <a:solidFill>
                  <a:srgbClr val="1F1F1F"/>
                </a:solidFill>
                <a:latin typeface="Times New Roman"/>
                <a:cs typeface="Times New Roman"/>
              </a:rPr>
              <a:t>called </a:t>
            </a:r>
            <a:r>
              <a:rPr sz="2800" i="1" dirty="0">
                <a:solidFill>
                  <a:srgbClr val="F00708"/>
                </a:solidFill>
                <a:latin typeface="Times New Roman"/>
                <a:cs typeface="Times New Roman"/>
              </a:rPr>
              <a:t>instance</a:t>
            </a:r>
            <a:r>
              <a:rPr sz="2800" i="1" spc="505" dirty="0">
                <a:solidFill>
                  <a:srgbClr val="F00708"/>
                </a:solidFill>
                <a:latin typeface="Times New Roman"/>
                <a:cs typeface="Times New Roman"/>
              </a:rPr>
              <a:t>  </a:t>
            </a:r>
            <a:r>
              <a:rPr sz="2800" i="1" spc="60" dirty="0">
                <a:solidFill>
                  <a:srgbClr val="F00708"/>
                </a:solidFill>
                <a:latin typeface="Times New Roman"/>
                <a:cs typeface="Times New Roman"/>
              </a:rPr>
              <a:t>variables</a:t>
            </a:r>
            <a:r>
              <a:rPr sz="2800" i="1" spc="60" dirty="0">
                <a:solidFill>
                  <a:srgbClr val="1F1F1F"/>
                </a:solidFill>
                <a:latin typeface="Times New Roman"/>
                <a:cs typeface="Times New Roman"/>
              </a:rPr>
              <a:t>.</a:t>
            </a:r>
            <a:r>
              <a:rPr sz="2800" i="1" spc="370" dirty="0">
                <a:solidFill>
                  <a:srgbClr val="1F1F1F"/>
                </a:solidFill>
                <a:latin typeface="Times New Roman"/>
                <a:cs typeface="Times New Roman"/>
              </a:rPr>
              <a:t>  </a:t>
            </a:r>
            <a:r>
              <a:rPr sz="2750" spc="95" dirty="0">
                <a:solidFill>
                  <a:srgbClr val="1F1F1F"/>
                </a:solidFill>
                <a:latin typeface="Times New Roman"/>
                <a:cs typeface="Times New Roman"/>
              </a:rPr>
              <a:t>The</a:t>
            </a:r>
            <a:r>
              <a:rPr sz="2750" spc="459" dirty="0">
                <a:solidFill>
                  <a:srgbClr val="1F1F1F"/>
                </a:solidFill>
                <a:latin typeface="Times New Roman"/>
                <a:cs typeface="Times New Roman"/>
              </a:rPr>
              <a:t>  </a:t>
            </a:r>
            <a:r>
              <a:rPr sz="2750" spc="85" dirty="0">
                <a:solidFill>
                  <a:srgbClr val="1F1F1F"/>
                </a:solidFill>
                <a:latin typeface="Times New Roman"/>
                <a:cs typeface="Times New Roman"/>
              </a:rPr>
              <a:t>code</a:t>
            </a:r>
            <a:r>
              <a:rPr sz="2750" spc="450" dirty="0">
                <a:solidFill>
                  <a:srgbClr val="1F1F1F"/>
                </a:solidFill>
                <a:latin typeface="Times New Roman"/>
                <a:cs typeface="Times New Roman"/>
              </a:rPr>
              <a:t>  </a:t>
            </a:r>
            <a:r>
              <a:rPr sz="2750" spc="80" dirty="0">
                <a:solidFill>
                  <a:srgbClr val="1F1F1F"/>
                </a:solidFill>
                <a:latin typeface="Times New Roman"/>
                <a:cs typeface="Times New Roman"/>
              </a:rPr>
              <a:t>is</a:t>
            </a:r>
            <a:r>
              <a:rPr sz="2750" spc="434" dirty="0">
                <a:solidFill>
                  <a:srgbClr val="1F1F1F"/>
                </a:solidFill>
                <a:latin typeface="Times New Roman"/>
                <a:cs typeface="Times New Roman"/>
              </a:rPr>
              <a:t>  </a:t>
            </a:r>
            <a:r>
              <a:rPr sz="2750" spc="55" dirty="0">
                <a:solidFill>
                  <a:srgbClr val="1F1F1F"/>
                </a:solidFill>
                <a:latin typeface="Times New Roman"/>
                <a:cs typeface="Times New Roman"/>
              </a:rPr>
              <a:t>contained</a:t>
            </a:r>
            <a:r>
              <a:rPr sz="2750" spc="500" dirty="0">
                <a:solidFill>
                  <a:srgbClr val="1F1F1F"/>
                </a:solidFill>
                <a:latin typeface="Times New Roman"/>
                <a:cs typeface="Times New Roman"/>
              </a:rPr>
              <a:t>  </a:t>
            </a:r>
            <a:r>
              <a:rPr sz="2750" spc="45" dirty="0">
                <a:solidFill>
                  <a:srgbClr val="1F1F1F"/>
                </a:solidFill>
                <a:latin typeface="Times New Roman"/>
                <a:cs typeface="Times New Roman"/>
              </a:rPr>
              <a:t>within </a:t>
            </a:r>
            <a:r>
              <a:rPr sz="2800" i="1" spc="50" dirty="0">
                <a:solidFill>
                  <a:srgbClr val="F00708"/>
                </a:solidFill>
                <a:latin typeface="Times New Roman"/>
                <a:cs typeface="Times New Roman"/>
              </a:rPr>
              <a:t>methods</a:t>
            </a:r>
            <a:r>
              <a:rPr sz="2800" i="1" spc="50" dirty="0">
                <a:solidFill>
                  <a:srgbClr val="1F1F1F"/>
                </a:solidFill>
                <a:latin typeface="Times New Roman"/>
                <a:cs typeface="Times New Roman"/>
              </a:rPr>
              <a:t>.</a:t>
            </a:r>
            <a:endParaRPr sz="2800" dirty="0">
              <a:latin typeface="Times New Roman"/>
              <a:cs typeface="Times New Roman"/>
            </a:endParaRPr>
          </a:p>
          <a:p>
            <a:pPr marL="351790" marR="11430" indent="-339725" algn="just">
              <a:lnSpc>
                <a:spcPts val="3140"/>
              </a:lnSpc>
              <a:spcBef>
                <a:spcPts val="855"/>
              </a:spcBef>
              <a:buClr>
                <a:srgbClr val="DA8044"/>
              </a:buClr>
              <a:buFont typeface="Arial"/>
              <a:buChar char="□"/>
              <a:tabLst>
                <a:tab pos="353695" algn="l"/>
              </a:tabLst>
            </a:pPr>
            <a:r>
              <a:rPr sz="2750" dirty="0">
                <a:solidFill>
                  <a:srgbClr val="1F1F1F"/>
                </a:solidFill>
                <a:latin typeface="Times New Roman"/>
                <a:cs typeface="Times New Roman"/>
              </a:rPr>
              <a:t>Collectively,</a:t>
            </a:r>
            <a:r>
              <a:rPr sz="2750" spc="610" dirty="0">
                <a:solidFill>
                  <a:srgbClr val="1F1F1F"/>
                </a:solidFill>
                <a:latin typeface="Times New Roman"/>
                <a:cs typeface="Times New Roman"/>
              </a:rPr>
              <a:t> </a:t>
            </a:r>
            <a:r>
              <a:rPr sz="2750" spc="60" dirty="0">
                <a:solidFill>
                  <a:srgbClr val="1F1F1F"/>
                </a:solidFill>
                <a:latin typeface="Times New Roman"/>
                <a:cs typeface="Times New Roman"/>
              </a:rPr>
              <a:t>the</a:t>
            </a:r>
            <a:r>
              <a:rPr sz="2750" spc="480" dirty="0">
                <a:solidFill>
                  <a:srgbClr val="1F1F1F"/>
                </a:solidFill>
                <a:latin typeface="Times New Roman"/>
                <a:cs typeface="Times New Roman"/>
              </a:rPr>
              <a:t> </a:t>
            </a:r>
            <a:r>
              <a:rPr sz="2750" spc="60" dirty="0">
                <a:solidFill>
                  <a:srgbClr val="F00708"/>
                </a:solidFill>
                <a:latin typeface="Times New Roman"/>
                <a:cs typeface="Times New Roman"/>
              </a:rPr>
              <a:t>methods</a:t>
            </a:r>
            <a:r>
              <a:rPr sz="2750" spc="550" dirty="0">
                <a:solidFill>
                  <a:srgbClr val="F00708"/>
                </a:solidFill>
                <a:latin typeface="Times New Roman"/>
                <a:cs typeface="Times New Roman"/>
              </a:rPr>
              <a:t> </a:t>
            </a:r>
            <a:r>
              <a:rPr sz="2750" spc="65" dirty="0">
                <a:solidFill>
                  <a:srgbClr val="1F1F1F"/>
                </a:solidFill>
                <a:latin typeface="Times New Roman"/>
                <a:cs typeface="Times New Roman"/>
              </a:rPr>
              <a:t>and</a:t>
            </a:r>
            <a:r>
              <a:rPr sz="2750" spc="480" dirty="0">
                <a:solidFill>
                  <a:srgbClr val="1F1F1F"/>
                </a:solidFill>
                <a:latin typeface="Times New Roman"/>
                <a:cs typeface="Times New Roman"/>
              </a:rPr>
              <a:t> </a:t>
            </a:r>
            <a:r>
              <a:rPr sz="2750" spc="50" dirty="0">
                <a:solidFill>
                  <a:srgbClr val="F00708"/>
                </a:solidFill>
                <a:latin typeface="Times New Roman"/>
                <a:cs typeface="Times New Roman"/>
              </a:rPr>
              <a:t>variables</a:t>
            </a:r>
            <a:r>
              <a:rPr sz="2750" spc="600" dirty="0">
                <a:solidFill>
                  <a:srgbClr val="F00708"/>
                </a:solidFill>
                <a:latin typeface="Times New Roman"/>
                <a:cs typeface="Times New Roman"/>
              </a:rPr>
              <a:t> </a:t>
            </a:r>
            <a:r>
              <a:rPr sz="2750" spc="55" dirty="0">
                <a:solidFill>
                  <a:srgbClr val="1F1F1F"/>
                </a:solidFill>
                <a:latin typeface="Times New Roman"/>
                <a:cs typeface="Times New Roman"/>
              </a:rPr>
              <a:t>defined</a:t>
            </a:r>
            <a:r>
              <a:rPr sz="2750" spc="570" dirty="0">
                <a:solidFill>
                  <a:srgbClr val="1F1F1F"/>
                </a:solidFill>
                <a:latin typeface="Times New Roman"/>
                <a:cs typeface="Times New Roman"/>
              </a:rPr>
              <a:t> </a:t>
            </a:r>
            <a:r>
              <a:rPr sz="2750" spc="45" dirty="0">
                <a:solidFill>
                  <a:srgbClr val="1F1F1F"/>
                </a:solidFill>
                <a:latin typeface="Times New Roman"/>
                <a:cs typeface="Times New Roman"/>
              </a:rPr>
              <a:t>within 	</a:t>
            </a:r>
            <a:r>
              <a:rPr sz="2750" spc="60" dirty="0">
                <a:solidFill>
                  <a:srgbClr val="1F1F1F"/>
                </a:solidFill>
                <a:latin typeface="Times New Roman"/>
                <a:cs typeface="Times New Roman"/>
              </a:rPr>
              <a:t>a</a:t>
            </a:r>
            <a:r>
              <a:rPr sz="2750" spc="114" dirty="0">
                <a:solidFill>
                  <a:srgbClr val="1F1F1F"/>
                </a:solidFill>
                <a:latin typeface="Times New Roman"/>
                <a:cs typeface="Times New Roman"/>
              </a:rPr>
              <a:t> </a:t>
            </a:r>
            <a:r>
              <a:rPr sz="2750" spc="60" dirty="0">
                <a:solidFill>
                  <a:srgbClr val="1F1F1F"/>
                </a:solidFill>
                <a:latin typeface="Times New Roman"/>
                <a:cs typeface="Times New Roman"/>
              </a:rPr>
              <a:t>class</a:t>
            </a:r>
            <a:r>
              <a:rPr sz="2750" spc="135" dirty="0">
                <a:solidFill>
                  <a:srgbClr val="1F1F1F"/>
                </a:solidFill>
                <a:latin typeface="Times New Roman"/>
                <a:cs typeface="Times New Roman"/>
              </a:rPr>
              <a:t> </a:t>
            </a:r>
            <a:r>
              <a:rPr sz="2750" spc="50" dirty="0">
                <a:solidFill>
                  <a:srgbClr val="1F1F1F"/>
                </a:solidFill>
                <a:latin typeface="Times New Roman"/>
                <a:cs typeface="Times New Roman"/>
              </a:rPr>
              <a:t>are</a:t>
            </a:r>
            <a:r>
              <a:rPr sz="2750" spc="114" dirty="0">
                <a:solidFill>
                  <a:srgbClr val="1F1F1F"/>
                </a:solidFill>
                <a:latin typeface="Times New Roman"/>
                <a:cs typeface="Times New Roman"/>
              </a:rPr>
              <a:t> </a:t>
            </a:r>
            <a:r>
              <a:rPr sz="2750" dirty="0">
                <a:solidFill>
                  <a:srgbClr val="1F1F1F"/>
                </a:solidFill>
                <a:latin typeface="Times New Roman"/>
                <a:cs typeface="Times New Roman"/>
              </a:rPr>
              <a:t>called</a:t>
            </a:r>
            <a:r>
              <a:rPr sz="2750" spc="210" dirty="0">
                <a:solidFill>
                  <a:srgbClr val="1F1F1F"/>
                </a:solidFill>
                <a:latin typeface="Times New Roman"/>
                <a:cs typeface="Times New Roman"/>
              </a:rPr>
              <a:t> </a:t>
            </a:r>
            <a:r>
              <a:rPr sz="2800" i="1" dirty="0">
                <a:solidFill>
                  <a:srgbClr val="F00708"/>
                </a:solidFill>
                <a:latin typeface="Times New Roman"/>
                <a:cs typeface="Times New Roman"/>
              </a:rPr>
              <a:t>members</a:t>
            </a:r>
            <a:r>
              <a:rPr sz="2800" i="1" spc="225" dirty="0">
                <a:solidFill>
                  <a:srgbClr val="F00708"/>
                </a:solidFill>
                <a:latin typeface="Times New Roman"/>
                <a:cs typeface="Times New Roman"/>
              </a:rPr>
              <a:t> </a:t>
            </a:r>
            <a:r>
              <a:rPr sz="2750" spc="65" dirty="0">
                <a:solidFill>
                  <a:srgbClr val="1F1F1F"/>
                </a:solidFill>
                <a:latin typeface="Times New Roman"/>
                <a:cs typeface="Times New Roman"/>
              </a:rPr>
              <a:t>of</a:t>
            </a:r>
            <a:r>
              <a:rPr sz="2750" spc="130" dirty="0">
                <a:solidFill>
                  <a:srgbClr val="1F1F1F"/>
                </a:solidFill>
                <a:latin typeface="Times New Roman"/>
                <a:cs typeface="Times New Roman"/>
              </a:rPr>
              <a:t> </a:t>
            </a:r>
            <a:r>
              <a:rPr sz="2750" spc="50" dirty="0">
                <a:solidFill>
                  <a:srgbClr val="1F1F1F"/>
                </a:solidFill>
                <a:latin typeface="Times New Roman"/>
                <a:cs typeface="Times New Roman"/>
              </a:rPr>
              <a:t>the</a:t>
            </a:r>
            <a:r>
              <a:rPr sz="2750" spc="70" dirty="0">
                <a:solidFill>
                  <a:srgbClr val="1F1F1F"/>
                </a:solidFill>
                <a:latin typeface="Times New Roman"/>
                <a:cs typeface="Times New Roman"/>
              </a:rPr>
              <a:t> </a:t>
            </a:r>
            <a:r>
              <a:rPr sz="2750" spc="40" dirty="0">
                <a:solidFill>
                  <a:srgbClr val="1F1F1F"/>
                </a:solidFill>
                <a:latin typeface="Times New Roman"/>
                <a:cs typeface="Times New Roman"/>
              </a:rPr>
              <a:t>class.</a:t>
            </a:r>
            <a:endParaRPr sz="2750" dirty="0">
              <a:latin typeface="Times New Roman"/>
              <a:cs typeface="Times New Roman"/>
            </a:endParaRPr>
          </a:p>
        </p:txBody>
      </p:sp>
      <p:sp>
        <p:nvSpPr>
          <p:cNvPr id="5" name="object 5"/>
          <p:cNvSpPr txBox="1"/>
          <p:nvPr/>
        </p:nvSpPr>
        <p:spPr>
          <a:xfrm>
            <a:off x="876749" y="4533550"/>
            <a:ext cx="8740775" cy="2099293"/>
          </a:xfrm>
          <a:prstGeom prst="rect">
            <a:avLst/>
          </a:prstGeom>
        </p:spPr>
        <p:txBody>
          <a:bodyPr vert="horz" wrap="square" lIns="0" tIns="46990" rIns="0" bIns="0" rtlCol="0">
            <a:spAutoFit/>
          </a:bodyPr>
          <a:lstStyle/>
          <a:p>
            <a:pPr marL="353060" marR="5080" indent="-340995" algn="just">
              <a:lnSpc>
                <a:spcPts val="3170"/>
              </a:lnSpc>
              <a:spcBef>
                <a:spcPts val="370"/>
              </a:spcBef>
              <a:buClr>
                <a:srgbClr val="DA8044"/>
              </a:buClr>
              <a:buFont typeface="Arial"/>
              <a:buChar char="□"/>
              <a:tabLst>
                <a:tab pos="353060" algn="l"/>
              </a:tabLst>
            </a:pPr>
            <a:r>
              <a:rPr sz="2750" dirty="0">
                <a:solidFill>
                  <a:srgbClr val="1F1F1F"/>
                </a:solidFill>
                <a:latin typeface="Times New Roman"/>
                <a:cs typeface="Times New Roman"/>
              </a:rPr>
              <a:t>Variables</a:t>
            </a:r>
            <a:r>
              <a:rPr sz="2750" spc="280" dirty="0">
                <a:solidFill>
                  <a:srgbClr val="1F1F1F"/>
                </a:solidFill>
                <a:latin typeface="Times New Roman"/>
                <a:cs typeface="Times New Roman"/>
              </a:rPr>
              <a:t>  </a:t>
            </a:r>
            <a:r>
              <a:rPr sz="2750" dirty="0">
                <a:solidFill>
                  <a:srgbClr val="1F1F1F"/>
                </a:solidFill>
                <a:latin typeface="Times New Roman"/>
                <a:cs typeface="Times New Roman"/>
              </a:rPr>
              <a:t>defined</a:t>
            </a:r>
            <a:r>
              <a:rPr sz="2750" spc="270" dirty="0">
                <a:solidFill>
                  <a:srgbClr val="1F1F1F"/>
                </a:solidFill>
                <a:latin typeface="Times New Roman"/>
                <a:cs typeface="Times New Roman"/>
              </a:rPr>
              <a:t>  </a:t>
            </a:r>
            <a:r>
              <a:rPr sz="2750" spc="55" dirty="0">
                <a:solidFill>
                  <a:srgbClr val="1F1F1F"/>
                </a:solidFill>
                <a:latin typeface="Times New Roman"/>
                <a:cs typeface="Times New Roman"/>
              </a:rPr>
              <a:t>within</a:t>
            </a:r>
            <a:r>
              <a:rPr sz="2750" spc="225" dirty="0">
                <a:solidFill>
                  <a:srgbClr val="1F1F1F"/>
                </a:solidFill>
                <a:latin typeface="Times New Roman"/>
                <a:cs typeface="Times New Roman"/>
              </a:rPr>
              <a:t>  </a:t>
            </a:r>
            <a:r>
              <a:rPr sz="2750" spc="120" dirty="0">
                <a:solidFill>
                  <a:srgbClr val="1F1F1F"/>
                </a:solidFill>
                <a:latin typeface="Times New Roman"/>
                <a:cs typeface="Times New Roman"/>
              </a:rPr>
              <a:t>a</a:t>
            </a:r>
            <a:r>
              <a:rPr sz="2750" spc="185" dirty="0">
                <a:solidFill>
                  <a:srgbClr val="1F1F1F"/>
                </a:solidFill>
                <a:latin typeface="Times New Roman"/>
                <a:cs typeface="Times New Roman"/>
              </a:rPr>
              <a:t>  </a:t>
            </a:r>
            <a:r>
              <a:rPr sz="2750" dirty="0">
                <a:solidFill>
                  <a:srgbClr val="1F1F1F"/>
                </a:solidFill>
                <a:latin typeface="Times New Roman"/>
                <a:cs typeface="Times New Roman"/>
              </a:rPr>
              <a:t>class</a:t>
            </a:r>
            <a:r>
              <a:rPr sz="2750" spc="235" dirty="0">
                <a:solidFill>
                  <a:srgbClr val="1F1F1F"/>
                </a:solidFill>
                <a:latin typeface="Times New Roman"/>
                <a:cs typeface="Times New Roman"/>
              </a:rPr>
              <a:t>  </a:t>
            </a:r>
            <a:r>
              <a:rPr sz="2750" spc="50" dirty="0">
                <a:solidFill>
                  <a:srgbClr val="1F1F1F"/>
                </a:solidFill>
                <a:latin typeface="Times New Roman"/>
                <a:cs typeface="Times New Roman"/>
              </a:rPr>
              <a:t>are</a:t>
            </a:r>
            <a:r>
              <a:rPr sz="2750" spc="185" dirty="0">
                <a:solidFill>
                  <a:srgbClr val="1F1F1F"/>
                </a:solidFill>
                <a:latin typeface="Times New Roman"/>
                <a:cs typeface="Times New Roman"/>
              </a:rPr>
              <a:t>  </a:t>
            </a:r>
            <a:r>
              <a:rPr sz="2750" spc="50" dirty="0">
                <a:solidFill>
                  <a:srgbClr val="1F1F1F"/>
                </a:solidFill>
                <a:latin typeface="Times New Roman"/>
                <a:cs typeface="Times New Roman"/>
              </a:rPr>
              <a:t>called</a:t>
            </a:r>
            <a:r>
              <a:rPr sz="2750" spc="210" dirty="0">
                <a:solidFill>
                  <a:srgbClr val="1F1F1F"/>
                </a:solidFill>
                <a:latin typeface="Times New Roman"/>
                <a:cs typeface="Times New Roman"/>
              </a:rPr>
              <a:t>  </a:t>
            </a:r>
            <a:r>
              <a:rPr sz="2800" i="1" spc="-10" dirty="0">
                <a:solidFill>
                  <a:srgbClr val="F00708"/>
                </a:solidFill>
                <a:latin typeface="Times New Roman"/>
                <a:cs typeface="Times New Roman"/>
              </a:rPr>
              <a:t>instance </a:t>
            </a:r>
            <a:r>
              <a:rPr sz="2800" i="1" dirty="0">
                <a:solidFill>
                  <a:srgbClr val="F00708"/>
                </a:solidFill>
                <a:latin typeface="Times New Roman"/>
                <a:cs typeface="Times New Roman"/>
              </a:rPr>
              <a:t>variables</a:t>
            </a:r>
            <a:r>
              <a:rPr sz="2800" i="1" spc="145" dirty="0">
                <a:solidFill>
                  <a:srgbClr val="F00708"/>
                </a:solidFill>
                <a:latin typeface="Times New Roman"/>
                <a:cs typeface="Times New Roman"/>
              </a:rPr>
              <a:t>  </a:t>
            </a:r>
            <a:r>
              <a:rPr sz="2750" spc="45" dirty="0">
                <a:solidFill>
                  <a:srgbClr val="1F1F1F"/>
                </a:solidFill>
                <a:latin typeface="Times New Roman"/>
                <a:cs typeface="Times New Roman"/>
              </a:rPr>
              <a:t>because</a:t>
            </a:r>
            <a:r>
              <a:rPr sz="2750" spc="145" dirty="0">
                <a:solidFill>
                  <a:srgbClr val="1F1F1F"/>
                </a:solidFill>
                <a:latin typeface="Times New Roman"/>
                <a:cs typeface="Times New Roman"/>
              </a:rPr>
              <a:t>  </a:t>
            </a:r>
            <a:r>
              <a:rPr sz="2750" spc="60" dirty="0">
                <a:solidFill>
                  <a:srgbClr val="1F1F1F"/>
                </a:solidFill>
                <a:latin typeface="Times New Roman"/>
                <a:cs typeface="Times New Roman"/>
              </a:rPr>
              <a:t>each</a:t>
            </a:r>
            <a:r>
              <a:rPr sz="2750" spc="75" dirty="0">
                <a:solidFill>
                  <a:srgbClr val="1F1F1F"/>
                </a:solidFill>
                <a:latin typeface="Times New Roman"/>
                <a:cs typeface="Times New Roman"/>
              </a:rPr>
              <a:t>  </a:t>
            </a:r>
            <a:r>
              <a:rPr sz="2750" dirty="0">
                <a:solidFill>
                  <a:srgbClr val="1F1F1F"/>
                </a:solidFill>
                <a:latin typeface="Times New Roman"/>
                <a:cs typeface="Times New Roman"/>
              </a:rPr>
              <a:t>instance</a:t>
            </a:r>
            <a:r>
              <a:rPr sz="2750" spc="120" dirty="0">
                <a:solidFill>
                  <a:srgbClr val="1F1F1F"/>
                </a:solidFill>
                <a:latin typeface="Times New Roman"/>
                <a:cs typeface="Times New Roman"/>
              </a:rPr>
              <a:t>  </a:t>
            </a:r>
            <a:r>
              <a:rPr sz="2750" spc="65" dirty="0">
                <a:solidFill>
                  <a:srgbClr val="1F1F1F"/>
                </a:solidFill>
                <a:latin typeface="Times New Roman"/>
                <a:cs typeface="Times New Roman"/>
              </a:rPr>
              <a:t>of</a:t>
            </a:r>
            <a:r>
              <a:rPr sz="2750" spc="85" dirty="0">
                <a:solidFill>
                  <a:srgbClr val="1F1F1F"/>
                </a:solidFill>
                <a:latin typeface="Times New Roman"/>
                <a:cs typeface="Times New Roman"/>
              </a:rPr>
              <a:t>  </a:t>
            </a:r>
            <a:r>
              <a:rPr sz="2750" spc="50" dirty="0">
                <a:solidFill>
                  <a:srgbClr val="1F1F1F"/>
                </a:solidFill>
                <a:latin typeface="Times New Roman"/>
                <a:cs typeface="Times New Roman"/>
              </a:rPr>
              <a:t>the</a:t>
            </a:r>
            <a:r>
              <a:rPr sz="2750" spc="70" dirty="0">
                <a:solidFill>
                  <a:srgbClr val="1F1F1F"/>
                </a:solidFill>
                <a:latin typeface="Times New Roman"/>
                <a:cs typeface="Times New Roman"/>
              </a:rPr>
              <a:t>  </a:t>
            </a:r>
            <a:r>
              <a:rPr sz="2750" dirty="0">
                <a:solidFill>
                  <a:srgbClr val="1F1F1F"/>
                </a:solidFill>
                <a:latin typeface="Times New Roman"/>
                <a:cs typeface="Times New Roman"/>
              </a:rPr>
              <a:t>class</a:t>
            </a:r>
            <a:r>
              <a:rPr sz="2750" spc="100" dirty="0">
                <a:solidFill>
                  <a:srgbClr val="1F1F1F"/>
                </a:solidFill>
                <a:latin typeface="Times New Roman"/>
                <a:cs typeface="Times New Roman"/>
              </a:rPr>
              <a:t>  </a:t>
            </a:r>
            <a:r>
              <a:rPr sz="2750" spc="55" dirty="0">
                <a:solidFill>
                  <a:srgbClr val="1F1F1F"/>
                </a:solidFill>
                <a:latin typeface="Times New Roman"/>
                <a:cs typeface="Times New Roman"/>
              </a:rPr>
              <a:t>(that</a:t>
            </a:r>
            <a:r>
              <a:rPr sz="2750" spc="80" dirty="0">
                <a:solidFill>
                  <a:srgbClr val="1F1F1F"/>
                </a:solidFill>
                <a:latin typeface="Times New Roman"/>
                <a:cs typeface="Times New Roman"/>
              </a:rPr>
              <a:t>  </a:t>
            </a:r>
            <a:r>
              <a:rPr sz="2750" spc="25" dirty="0">
                <a:solidFill>
                  <a:srgbClr val="1F1F1F"/>
                </a:solidFill>
                <a:latin typeface="Times New Roman"/>
                <a:cs typeface="Times New Roman"/>
              </a:rPr>
              <a:t>is, </a:t>
            </a:r>
            <a:r>
              <a:rPr sz="2750" spc="75" dirty="0">
                <a:solidFill>
                  <a:srgbClr val="1F1F1F"/>
                </a:solidFill>
                <a:latin typeface="Times New Roman"/>
                <a:cs typeface="Times New Roman"/>
              </a:rPr>
              <a:t>each</a:t>
            </a:r>
            <a:r>
              <a:rPr sz="2750" spc="285" dirty="0">
                <a:solidFill>
                  <a:srgbClr val="1F1F1F"/>
                </a:solidFill>
                <a:latin typeface="Times New Roman"/>
                <a:cs typeface="Times New Roman"/>
              </a:rPr>
              <a:t> </a:t>
            </a:r>
            <a:r>
              <a:rPr sz="2750" spc="50" dirty="0">
                <a:solidFill>
                  <a:srgbClr val="1F1F1F"/>
                </a:solidFill>
                <a:latin typeface="Times New Roman"/>
                <a:cs typeface="Times New Roman"/>
              </a:rPr>
              <a:t>object</a:t>
            </a:r>
            <a:r>
              <a:rPr sz="2750" spc="310" dirty="0">
                <a:solidFill>
                  <a:srgbClr val="1F1F1F"/>
                </a:solidFill>
                <a:latin typeface="Times New Roman"/>
                <a:cs typeface="Times New Roman"/>
              </a:rPr>
              <a:t> </a:t>
            </a:r>
            <a:r>
              <a:rPr sz="2750" spc="80" dirty="0">
                <a:solidFill>
                  <a:srgbClr val="1F1F1F"/>
                </a:solidFill>
                <a:latin typeface="Times New Roman"/>
                <a:cs typeface="Times New Roman"/>
              </a:rPr>
              <a:t>of</a:t>
            </a:r>
            <a:r>
              <a:rPr sz="2750" spc="250" dirty="0">
                <a:solidFill>
                  <a:srgbClr val="1F1F1F"/>
                </a:solidFill>
                <a:latin typeface="Times New Roman"/>
                <a:cs typeface="Times New Roman"/>
              </a:rPr>
              <a:t> </a:t>
            </a:r>
            <a:r>
              <a:rPr sz="2750" spc="60" dirty="0">
                <a:solidFill>
                  <a:srgbClr val="1F1F1F"/>
                </a:solidFill>
                <a:latin typeface="Times New Roman"/>
                <a:cs typeface="Times New Roman"/>
              </a:rPr>
              <a:t>the</a:t>
            </a:r>
            <a:r>
              <a:rPr sz="2750" spc="240" dirty="0">
                <a:solidFill>
                  <a:srgbClr val="1F1F1F"/>
                </a:solidFill>
                <a:latin typeface="Times New Roman"/>
                <a:cs typeface="Times New Roman"/>
              </a:rPr>
              <a:t> </a:t>
            </a:r>
            <a:r>
              <a:rPr sz="2750" dirty="0">
                <a:solidFill>
                  <a:srgbClr val="1F1F1F"/>
                </a:solidFill>
                <a:latin typeface="Times New Roman"/>
                <a:cs typeface="Times New Roman"/>
              </a:rPr>
              <a:t>class)</a:t>
            </a:r>
            <a:r>
              <a:rPr sz="2750" spc="330" dirty="0">
                <a:solidFill>
                  <a:srgbClr val="1F1F1F"/>
                </a:solidFill>
                <a:latin typeface="Times New Roman"/>
                <a:cs typeface="Times New Roman"/>
              </a:rPr>
              <a:t> </a:t>
            </a:r>
            <a:r>
              <a:rPr sz="2750" spc="50" dirty="0">
                <a:solidFill>
                  <a:srgbClr val="1F1F1F"/>
                </a:solidFill>
                <a:latin typeface="Times New Roman"/>
                <a:cs typeface="Times New Roman"/>
              </a:rPr>
              <a:t>contains</a:t>
            </a:r>
            <a:r>
              <a:rPr sz="2750" spc="360" dirty="0">
                <a:solidFill>
                  <a:srgbClr val="1F1F1F"/>
                </a:solidFill>
                <a:latin typeface="Times New Roman"/>
                <a:cs typeface="Times New Roman"/>
              </a:rPr>
              <a:t> </a:t>
            </a:r>
            <a:r>
              <a:rPr sz="2750" spc="55" dirty="0">
                <a:solidFill>
                  <a:srgbClr val="1F1F1F"/>
                </a:solidFill>
                <a:latin typeface="Times New Roman"/>
                <a:cs typeface="Times New Roman"/>
              </a:rPr>
              <a:t>its</a:t>
            </a:r>
            <a:r>
              <a:rPr sz="2750" spc="240" dirty="0">
                <a:solidFill>
                  <a:srgbClr val="1F1F1F"/>
                </a:solidFill>
                <a:latin typeface="Times New Roman"/>
                <a:cs typeface="Times New Roman"/>
              </a:rPr>
              <a:t> </a:t>
            </a:r>
            <a:r>
              <a:rPr sz="2750" spc="90" dirty="0">
                <a:solidFill>
                  <a:srgbClr val="1F1F1F"/>
                </a:solidFill>
                <a:latin typeface="Times New Roman"/>
                <a:cs typeface="Times New Roman"/>
              </a:rPr>
              <a:t>own</a:t>
            </a:r>
            <a:r>
              <a:rPr sz="2750" spc="250" dirty="0">
                <a:solidFill>
                  <a:srgbClr val="1F1F1F"/>
                </a:solidFill>
                <a:latin typeface="Times New Roman"/>
                <a:cs typeface="Times New Roman"/>
              </a:rPr>
              <a:t> </a:t>
            </a:r>
            <a:r>
              <a:rPr sz="2750" spc="80" dirty="0">
                <a:solidFill>
                  <a:srgbClr val="1F1F1F"/>
                </a:solidFill>
                <a:latin typeface="Times New Roman"/>
                <a:cs typeface="Times New Roman"/>
              </a:rPr>
              <a:t>copy</a:t>
            </a:r>
            <a:r>
              <a:rPr sz="2750" spc="280" dirty="0">
                <a:solidFill>
                  <a:srgbClr val="1F1F1F"/>
                </a:solidFill>
                <a:latin typeface="Times New Roman"/>
                <a:cs typeface="Times New Roman"/>
              </a:rPr>
              <a:t> </a:t>
            </a:r>
            <a:r>
              <a:rPr sz="2750" spc="65" dirty="0">
                <a:solidFill>
                  <a:srgbClr val="1F1F1F"/>
                </a:solidFill>
                <a:latin typeface="Times New Roman"/>
                <a:cs typeface="Times New Roman"/>
              </a:rPr>
              <a:t>of</a:t>
            </a:r>
            <a:r>
              <a:rPr sz="2750" spc="250" dirty="0">
                <a:solidFill>
                  <a:srgbClr val="1F1F1F"/>
                </a:solidFill>
                <a:latin typeface="Times New Roman"/>
                <a:cs typeface="Times New Roman"/>
              </a:rPr>
              <a:t> </a:t>
            </a:r>
            <a:r>
              <a:rPr sz="2750" spc="50" dirty="0">
                <a:solidFill>
                  <a:srgbClr val="1F1F1F"/>
                </a:solidFill>
                <a:latin typeface="Times New Roman"/>
                <a:cs typeface="Times New Roman"/>
              </a:rPr>
              <a:t>these variables.</a:t>
            </a:r>
            <a:r>
              <a:rPr sz="2750" spc="570" dirty="0">
                <a:solidFill>
                  <a:srgbClr val="1F1F1F"/>
                </a:solidFill>
                <a:latin typeface="Times New Roman"/>
                <a:cs typeface="Times New Roman"/>
              </a:rPr>
              <a:t> </a:t>
            </a:r>
            <a:r>
              <a:rPr sz="2750" spc="60" dirty="0">
                <a:solidFill>
                  <a:srgbClr val="1F1F1F"/>
                </a:solidFill>
                <a:latin typeface="Times New Roman"/>
                <a:cs typeface="Times New Roman"/>
              </a:rPr>
              <a:t>Thus,</a:t>
            </a:r>
            <a:r>
              <a:rPr sz="2750" spc="500" dirty="0">
                <a:solidFill>
                  <a:srgbClr val="1F1F1F"/>
                </a:solidFill>
                <a:latin typeface="Times New Roman"/>
                <a:cs typeface="Times New Roman"/>
              </a:rPr>
              <a:t> </a:t>
            </a:r>
            <a:r>
              <a:rPr sz="2750" spc="85" dirty="0">
                <a:solidFill>
                  <a:srgbClr val="1F1F1F"/>
                </a:solidFill>
                <a:latin typeface="Times New Roman"/>
                <a:cs typeface="Times New Roman"/>
              </a:rPr>
              <a:t>the</a:t>
            </a:r>
            <a:r>
              <a:rPr sz="2750" spc="380" dirty="0">
                <a:solidFill>
                  <a:srgbClr val="1F1F1F"/>
                </a:solidFill>
                <a:latin typeface="Times New Roman"/>
                <a:cs typeface="Times New Roman"/>
              </a:rPr>
              <a:t> </a:t>
            </a:r>
            <a:r>
              <a:rPr sz="2750" spc="65" dirty="0">
                <a:solidFill>
                  <a:srgbClr val="1F1F1F"/>
                </a:solidFill>
                <a:latin typeface="Times New Roman"/>
                <a:cs typeface="Times New Roman"/>
              </a:rPr>
              <a:t>data</a:t>
            </a:r>
            <a:r>
              <a:rPr sz="2750" spc="445" dirty="0">
                <a:solidFill>
                  <a:srgbClr val="1F1F1F"/>
                </a:solidFill>
                <a:latin typeface="Times New Roman"/>
                <a:cs typeface="Times New Roman"/>
              </a:rPr>
              <a:t> </a:t>
            </a:r>
            <a:r>
              <a:rPr sz="2750" spc="50" dirty="0">
                <a:solidFill>
                  <a:srgbClr val="1F1F1F"/>
                </a:solidFill>
                <a:latin typeface="Times New Roman"/>
                <a:cs typeface="Times New Roman"/>
              </a:rPr>
              <a:t>for</a:t>
            </a:r>
            <a:r>
              <a:rPr sz="2750" spc="434" dirty="0">
                <a:solidFill>
                  <a:srgbClr val="1F1F1F"/>
                </a:solidFill>
                <a:latin typeface="Times New Roman"/>
                <a:cs typeface="Times New Roman"/>
              </a:rPr>
              <a:t> </a:t>
            </a:r>
            <a:r>
              <a:rPr sz="2750" dirty="0">
                <a:solidFill>
                  <a:srgbClr val="1F1F1F"/>
                </a:solidFill>
                <a:latin typeface="Times New Roman"/>
                <a:cs typeface="Times New Roman"/>
              </a:rPr>
              <a:t>one</a:t>
            </a:r>
            <a:r>
              <a:rPr sz="2750" spc="484" dirty="0">
                <a:solidFill>
                  <a:srgbClr val="1F1F1F"/>
                </a:solidFill>
                <a:latin typeface="Times New Roman"/>
                <a:cs typeface="Times New Roman"/>
              </a:rPr>
              <a:t> </a:t>
            </a:r>
            <a:r>
              <a:rPr sz="2750" dirty="0">
                <a:solidFill>
                  <a:srgbClr val="1F1F1F"/>
                </a:solidFill>
                <a:latin typeface="Times New Roman"/>
                <a:cs typeface="Times New Roman"/>
              </a:rPr>
              <a:t>object</a:t>
            </a:r>
            <a:r>
              <a:rPr sz="2750" spc="545" dirty="0">
                <a:solidFill>
                  <a:srgbClr val="1F1F1F"/>
                </a:solidFill>
                <a:latin typeface="Times New Roman"/>
                <a:cs typeface="Times New Roman"/>
              </a:rPr>
              <a:t> </a:t>
            </a:r>
            <a:r>
              <a:rPr sz="2750" dirty="0">
                <a:solidFill>
                  <a:srgbClr val="1F1F1F"/>
                </a:solidFill>
                <a:latin typeface="Times New Roman"/>
                <a:cs typeface="Times New Roman"/>
              </a:rPr>
              <a:t>is</a:t>
            </a:r>
            <a:r>
              <a:rPr sz="2750" spc="434" dirty="0">
                <a:solidFill>
                  <a:srgbClr val="1F1F1F"/>
                </a:solidFill>
                <a:latin typeface="Times New Roman"/>
                <a:cs typeface="Times New Roman"/>
              </a:rPr>
              <a:t> </a:t>
            </a:r>
            <a:r>
              <a:rPr sz="2750" dirty="0">
                <a:solidFill>
                  <a:srgbClr val="1F1F1F"/>
                </a:solidFill>
                <a:latin typeface="Times New Roman"/>
                <a:cs typeface="Times New Roman"/>
              </a:rPr>
              <a:t>separate</a:t>
            </a:r>
            <a:r>
              <a:rPr sz="2750" spc="610" dirty="0">
                <a:solidFill>
                  <a:srgbClr val="1F1F1F"/>
                </a:solidFill>
                <a:latin typeface="Times New Roman"/>
                <a:cs typeface="Times New Roman"/>
              </a:rPr>
              <a:t> </a:t>
            </a:r>
            <a:r>
              <a:rPr sz="2750" spc="25" dirty="0">
                <a:solidFill>
                  <a:srgbClr val="1F1F1F"/>
                </a:solidFill>
                <a:latin typeface="Times New Roman"/>
                <a:cs typeface="Times New Roman"/>
              </a:rPr>
              <a:t>and </a:t>
            </a:r>
            <a:r>
              <a:rPr sz="2750" dirty="0">
                <a:solidFill>
                  <a:srgbClr val="1F1F1F"/>
                </a:solidFill>
                <a:latin typeface="Times New Roman"/>
                <a:cs typeface="Times New Roman"/>
              </a:rPr>
              <a:t>unique</a:t>
            </a:r>
            <a:r>
              <a:rPr sz="2750" spc="254" dirty="0">
                <a:solidFill>
                  <a:srgbClr val="1F1F1F"/>
                </a:solidFill>
                <a:latin typeface="Times New Roman"/>
                <a:cs typeface="Times New Roman"/>
              </a:rPr>
              <a:t> </a:t>
            </a:r>
            <a:r>
              <a:rPr sz="2750" dirty="0">
                <a:solidFill>
                  <a:srgbClr val="1F1F1F"/>
                </a:solidFill>
                <a:latin typeface="Times New Roman"/>
                <a:cs typeface="Times New Roman"/>
              </a:rPr>
              <a:t>from</a:t>
            </a:r>
            <a:r>
              <a:rPr sz="2750" spc="165" dirty="0">
                <a:solidFill>
                  <a:srgbClr val="1F1F1F"/>
                </a:solidFill>
                <a:latin typeface="Times New Roman"/>
                <a:cs typeface="Times New Roman"/>
              </a:rPr>
              <a:t> </a:t>
            </a:r>
            <a:r>
              <a:rPr sz="2750" spc="50" dirty="0">
                <a:solidFill>
                  <a:srgbClr val="1F1F1F"/>
                </a:solidFill>
                <a:latin typeface="Times New Roman"/>
                <a:cs typeface="Times New Roman"/>
              </a:rPr>
              <a:t>the</a:t>
            </a:r>
            <a:r>
              <a:rPr sz="2750" spc="145" dirty="0">
                <a:solidFill>
                  <a:srgbClr val="1F1F1F"/>
                </a:solidFill>
                <a:latin typeface="Times New Roman"/>
                <a:cs typeface="Times New Roman"/>
              </a:rPr>
              <a:t> </a:t>
            </a:r>
            <a:r>
              <a:rPr sz="2750" dirty="0">
                <a:solidFill>
                  <a:srgbClr val="1F1F1F"/>
                </a:solidFill>
                <a:latin typeface="Times New Roman"/>
                <a:cs typeface="Times New Roman"/>
              </a:rPr>
              <a:t>data</a:t>
            </a:r>
            <a:r>
              <a:rPr sz="2750" spc="195" dirty="0">
                <a:solidFill>
                  <a:srgbClr val="1F1F1F"/>
                </a:solidFill>
                <a:latin typeface="Times New Roman"/>
                <a:cs typeface="Times New Roman"/>
              </a:rPr>
              <a:t> </a:t>
            </a:r>
            <a:r>
              <a:rPr sz="2750" spc="50" dirty="0">
                <a:solidFill>
                  <a:srgbClr val="1F1F1F"/>
                </a:solidFill>
                <a:latin typeface="Times New Roman"/>
                <a:cs typeface="Times New Roman"/>
              </a:rPr>
              <a:t>for</a:t>
            </a:r>
            <a:r>
              <a:rPr sz="2750" spc="110" dirty="0">
                <a:solidFill>
                  <a:srgbClr val="1F1F1F"/>
                </a:solidFill>
                <a:latin typeface="Times New Roman"/>
                <a:cs typeface="Times New Roman"/>
              </a:rPr>
              <a:t> </a:t>
            </a:r>
            <a:r>
              <a:rPr sz="2750" spc="-10" dirty="0">
                <a:solidFill>
                  <a:srgbClr val="1F1F1F"/>
                </a:solidFill>
                <a:latin typeface="Times New Roman"/>
                <a:cs typeface="Times New Roman"/>
              </a:rPr>
              <a:t>another.</a:t>
            </a:r>
            <a:endParaRPr sz="2750" dirty="0">
              <a:latin typeface="Times New Roman"/>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22860">
              <a:lnSpc>
                <a:spcPct val="100000"/>
              </a:lnSpc>
              <a:spcBef>
                <a:spcPts val="110"/>
              </a:spcBef>
            </a:pPr>
            <a:r>
              <a:rPr sz="4400" spc="155" dirty="0">
                <a:solidFill>
                  <a:srgbClr val="79665D"/>
                </a:solidFill>
                <a:latin typeface="Times New Roman"/>
                <a:cs typeface="Times New Roman"/>
              </a:rPr>
              <a:t>A</a:t>
            </a:r>
            <a:r>
              <a:rPr sz="4400" spc="-225" dirty="0">
                <a:solidFill>
                  <a:srgbClr val="79665D"/>
                </a:solidFill>
                <a:latin typeface="Times New Roman"/>
                <a:cs typeface="Times New Roman"/>
              </a:rPr>
              <a:t> </a:t>
            </a:r>
            <a:r>
              <a:rPr sz="4400" spc="75" dirty="0">
                <a:solidFill>
                  <a:srgbClr val="79665D"/>
                </a:solidFill>
                <a:latin typeface="Times New Roman"/>
                <a:cs typeface="Times New Roman"/>
              </a:rPr>
              <a:t>Simple</a:t>
            </a:r>
            <a:r>
              <a:rPr sz="4400" spc="180" dirty="0">
                <a:solidFill>
                  <a:srgbClr val="79665D"/>
                </a:solidFill>
                <a:latin typeface="Times New Roman"/>
                <a:cs typeface="Times New Roman"/>
              </a:rPr>
              <a:t> </a:t>
            </a:r>
            <a:r>
              <a:rPr sz="4400" spc="40" dirty="0">
                <a:solidFill>
                  <a:srgbClr val="79665D"/>
                </a:solidFill>
                <a:latin typeface="Times New Roman"/>
                <a:cs typeface="Times New Roman"/>
              </a:rPr>
              <a:t>Class</a:t>
            </a:r>
            <a:endParaRPr sz="4400">
              <a:latin typeface="Times New Roman"/>
              <a:cs typeface="Times New Roman"/>
            </a:endParaRPr>
          </a:p>
        </p:txBody>
      </p:sp>
      <p:sp>
        <p:nvSpPr>
          <p:cNvPr id="3" name="object 3"/>
          <p:cNvSpPr txBox="1"/>
          <p:nvPr/>
        </p:nvSpPr>
        <p:spPr>
          <a:xfrm>
            <a:off x="521921" y="1021245"/>
            <a:ext cx="340360" cy="1125855"/>
          </a:xfrm>
          <a:prstGeom prst="rect">
            <a:avLst/>
          </a:prstGeom>
        </p:spPr>
        <p:txBody>
          <a:bodyPr vert="horz" wrap="square" lIns="0" tIns="15240" rIns="0" bIns="0" rtlCol="0">
            <a:spAutoFit/>
          </a:bodyPr>
          <a:lstStyle/>
          <a:p>
            <a:pPr marL="12700">
              <a:lnSpc>
                <a:spcPct val="100000"/>
              </a:lnSpc>
              <a:spcBef>
                <a:spcPts val="120"/>
              </a:spcBef>
            </a:pPr>
            <a:r>
              <a:rPr sz="7200" spc="75" dirty="0">
                <a:solidFill>
                  <a:srgbClr val="DB7E46"/>
                </a:solidFill>
                <a:latin typeface="Arial"/>
                <a:cs typeface="Arial"/>
              </a:rPr>
              <a:t>-</a:t>
            </a:r>
            <a:endParaRPr sz="7200">
              <a:latin typeface="Arial"/>
              <a:cs typeface="Arial"/>
            </a:endParaRPr>
          </a:p>
        </p:txBody>
      </p:sp>
      <p:sp>
        <p:nvSpPr>
          <p:cNvPr id="4" name="object 4"/>
          <p:cNvSpPr txBox="1"/>
          <p:nvPr/>
        </p:nvSpPr>
        <p:spPr>
          <a:xfrm>
            <a:off x="707501" y="1843502"/>
            <a:ext cx="8949690" cy="4099560"/>
          </a:xfrm>
          <a:prstGeom prst="rect">
            <a:avLst/>
          </a:prstGeom>
        </p:spPr>
        <p:txBody>
          <a:bodyPr vert="horz" wrap="square" lIns="0" tIns="44450" rIns="0" bIns="0" rtlCol="0">
            <a:spAutoFit/>
          </a:bodyPr>
          <a:lstStyle/>
          <a:p>
            <a:pPr marL="356870" marR="19685" indent="-344805" algn="just">
              <a:lnSpc>
                <a:spcPts val="3070"/>
              </a:lnSpc>
              <a:spcBef>
                <a:spcPts val="350"/>
              </a:spcBef>
              <a:buClr>
                <a:srgbClr val="DB7E46"/>
              </a:buClr>
              <a:buSzPct val="101851"/>
              <a:buFont typeface="Arial"/>
              <a:buChar char="□"/>
              <a:tabLst>
                <a:tab pos="356870" algn="l"/>
              </a:tabLst>
            </a:pPr>
            <a:r>
              <a:rPr sz="2700" dirty="0">
                <a:solidFill>
                  <a:srgbClr val="030303"/>
                </a:solidFill>
                <a:latin typeface="Times New Roman"/>
                <a:cs typeface="Times New Roman"/>
              </a:rPr>
              <a:t>Here</a:t>
            </a:r>
            <a:r>
              <a:rPr sz="2700" spc="210" dirty="0">
                <a:solidFill>
                  <a:srgbClr val="030303"/>
                </a:solidFill>
                <a:latin typeface="Times New Roman"/>
                <a:cs typeface="Times New Roman"/>
              </a:rPr>
              <a:t>  </a:t>
            </a:r>
            <a:r>
              <a:rPr sz="2700" spc="50" dirty="0">
                <a:solidFill>
                  <a:srgbClr val="030303"/>
                </a:solidFill>
                <a:latin typeface="Times New Roman"/>
                <a:cs typeface="Times New Roman"/>
              </a:rPr>
              <a:t>is</a:t>
            </a:r>
            <a:r>
              <a:rPr sz="2700" spc="185" dirty="0">
                <a:solidFill>
                  <a:srgbClr val="030303"/>
                </a:solidFill>
                <a:latin typeface="Times New Roman"/>
                <a:cs typeface="Times New Roman"/>
              </a:rPr>
              <a:t>  </a:t>
            </a:r>
            <a:r>
              <a:rPr sz="2700" spc="114" dirty="0">
                <a:solidFill>
                  <a:srgbClr val="030303"/>
                </a:solidFill>
                <a:latin typeface="Times New Roman"/>
                <a:cs typeface="Times New Roman"/>
              </a:rPr>
              <a:t>a</a:t>
            </a:r>
            <a:r>
              <a:rPr sz="2700" spc="170" dirty="0">
                <a:solidFill>
                  <a:srgbClr val="030303"/>
                </a:solidFill>
                <a:latin typeface="Times New Roman"/>
                <a:cs typeface="Times New Roman"/>
              </a:rPr>
              <a:t>  </a:t>
            </a:r>
            <a:r>
              <a:rPr sz="2700" dirty="0">
                <a:solidFill>
                  <a:srgbClr val="030303"/>
                </a:solidFill>
                <a:latin typeface="Times New Roman"/>
                <a:cs typeface="Times New Roman"/>
              </a:rPr>
              <a:t>class</a:t>
            </a:r>
            <a:r>
              <a:rPr sz="2700" spc="225" dirty="0">
                <a:solidFill>
                  <a:srgbClr val="030303"/>
                </a:solidFill>
                <a:latin typeface="Times New Roman"/>
                <a:cs typeface="Times New Roman"/>
              </a:rPr>
              <a:t>  </a:t>
            </a:r>
            <a:r>
              <a:rPr sz="2700" dirty="0">
                <a:solidFill>
                  <a:srgbClr val="030303"/>
                </a:solidFill>
                <a:latin typeface="Times New Roman"/>
                <a:cs typeface="Times New Roman"/>
              </a:rPr>
              <a:t>called</a:t>
            </a:r>
            <a:r>
              <a:rPr sz="2700" spc="220" dirty="0">
                <a:solidFill>
                  <a:srgbClr val="030303"/>
                </a:solidFill>
                <a:latin typeface="Times New Roman"/>
                <a:cs typeface="Times New Roman"/>
              </a:rPr>
              <a:t>  </a:t>
            </a:r>
            <a:r>
              <a:rPr sz="2700" spc="60" dirty="0">
                <a:solidFill>
                  <a:srgbClr val="030303"/>
                </a:solidFill>
                <a:latin typeface="Times New Roman"/>
                <a:cs typeface="Times New Roman"/>
              </a:rPr>
              <a:t>Box</a:t>
            </a:r>
            <a:r>
              <a:rPr sz="2700" spc="204" dirty="0">
                <a:solidFill>
                  <a:srgbClr val="030303"/>
                </a:solidFill>
                <a:latin typeface="Times New Roman"/>
                <a:cs typeface="Times New Roman"/>
              </a:rPr>
              <a:t>  </a:t>
            </a:r>
            <a:r>
              <a:rPr sz="2700" dirty="0">
                <a:solidFill>
                  <a:srgbClr val="030303"/>
                </a:solidFill>
                <a:latin typeface="Times New Roman"/>
                <a:cs typeface="Times New Roman"/>
              </a:rPr>
              <a:t>that</a:t>
            </a:r>
            <a:r>
              <a:rPr sz="2700" spc="240" dirty="0">
                <a:solidFill>
                  <a:srgbClr val="030303"/>
                </a:solidFill>
                <a:latin typeface="Times New Roman"/>
                <a:cs typeface="Times New Roman"/>
              </a:rPr>
              <a:t>  </a:t>
            </a:r>
            <a:r>
              <a:rPr sz="2700" dirty="0">
                <a:solidFill>
                  <a:srgbClr val="030303"/>
                </a:solidFill>
                <a:latin typeface="Times New Roman"/>
                <a:cs typeface="Times New Roman"/>
              </a:rPr>
              <a:t>defines</a:t>
            </a:r>
            <a:r>
              <a:rPr sz="2700" spc="235" dirty="0">
                <a:solidFill>
                  <a:srgbClr val="030303"/>
                </a:solidFill>
                <a:latin typeface="Times New Roman"/>
                <a:cs typeface="Times New Roman"/>
              </a:rPr>
              <a:t>  </a:t>
            </a:r>
            <a:r>
              <a:rPr sz="2700" dirty="0">
                <a:solidFill>
                  <a:srgbClr val="030303"/>
                </a:solidFill>
                <a:latin typeface="Times New Roman"/>
                <a:cs typeface="Times New Roman"/>
              </a:rPr>
              <a:t>three</a:t>
            </a:r>
            <a:r>
              <a:rPr sz="2700" spc="260" dirty="0">
                <a:solidFill>
                  <a:srgbClr val="030303"/>
                </a:solidFill>
                <a:latin typeface="Times New Roman"/>
                <a:cs typeface="Times New Roman"/>
              </a:rPr>
              <a:t>  </a:t>
            </a:r>
            <a:r>
              <a:rPr sz="2700" spc="-10" dirty="0">
                <a:solidFill>
                  <a:srgbClr val="030303"/>
                </a:solidFill>
                <a:latin typeface="Times New Roman"/>
                <a:cs typeface="Times New Roman"/>
              </a:rPr>
              <a:t>instance </a:t>
            </a:r>
            <a:r>
              <a:rPr sz="2700" dirty="0">
                <a:solidFill>
                  <a:srgbClr val="030303"/>
                </a:solidFill>
                <a:latin typeface="Times New Roman"/>
                <a:cs typeface="Times New Roman"/>
              </a:rPr>
              <a:t>variables:</a:t>
            </a:r>
            <a:r>
              <a:rPr sz="2700" spc="395" dirty="0">
                <a:solidFill>
                  <a:srgbClr val="030303"/>
                </a:solidFill>
                <a:latin typeface="Times New Roman"/>
                <a:cs typeface="Times New Roman"/>
              </a:rPr>
              <a:t> </a:t>
            </a:r>
            <a:r>
              <a:rPr sz="2700" dirty="0">
                <a:solidFill>
                  <a:srgbClr val="030303"/>
                </a:solidFill>
                <a:latin typeface="Times New Roman"/>
                <a:cs typeface="Times New Roman"/>
              </a:rPr>
              <a:t>width,</a:t>
            </a:r>
            <a:r>
              <a:rPr sz="2700" spc="320" dirty="0">
                <a:solidFill>
                  <a:srgbClr val="030303"/>
                </a:solidFill>
                <a:latin typeface="Times New Roman"/>
                <a:cs typeface="Times New Roman"/>
              </a:rPr>
              <a:t> </a:t>
            </a:r>
            <a:r>
              <a:rPr sz="2700" dirty="0">
                <a:solidFill>
                  <a:srgbClr val="030303"/>
                </a:solidFill>
                <a:latin typeface="Times New Roman"/>
                <a:cs typeface="Times New Roman"/>
              </a:rPr>
              <a:t>height,</a:t>
            </a:r>
            <a:r>
              <a:rPr sz="2700" spc="305" dirty="0">
                <a:solidFill>
                  <a:srgbClr val="030303"/>
                </a:solidFill>
                <a:latin typeface="Times New Roman"/>
                <a:cs typeface="Times New Roman"/>
              </a:rPr>
              <a:t> </a:t>
            </a:r>
            <a:r>
              <a:rPr sz="2700" spc="50" dirty="0">
                <a:solidFill>
                  <a:srgbClr val="030303"/>
                </a:solidFill>
                <a:latin typeface="Times New Roman"/>
                <a:cs typeface="Times New Roman"/>
              </a:rPr>
              <a:t>and</a:t>
            </a:r>
            <a:r>
              <a:rPr sz="2700" spc="225" dirty="0">
                <a:solidFill>
                  <a:srgbClr val="030303"/>
                </a:solidFill>
                <a:latin typeface="Times New Roman"/>
                <a:cs typeface="Times New Roman"/>
              </a:rPr>
              <a:t> </a:t>
            </a:r>
            <a:r>
              <a:rPr sz="2700" spc="-10" dirty="0">
                <a:solidFill>
                  <a:srgbClr val="030303"/>
                </a:solidFill>
                <a:latin typeface="Times New Roman"/>
                <a:cs typeface="Times New Roman"/>
              </a:rPr>
              <a:t>depth.</a:t>
            </a:r>
            <a:endParaRPr sz="2700">
              <a:latin typeface="Times New Roman"/>
              <a:cs typeface="Times New Roman"/>
            </a:endParaRPr>
          </a:p>
          <a:p>
            <a:pPr marL="22225" algn="just">
              <a:lnSpc>
                <a:spcPct val="100000"/>
              </a:lnSpc>
              <a:spcBef>
                <a:spcPts val="459"/>
              </a:spcBef>
            </a:pPr>
            <a:r>
              <a:rPr sz="2700" dirty="0">
                <a:solidFill>
                  <a:srgbClr val="F20507"/>
                </a:solidFill>
                <a:latin typeface="Times New Roman"/>
                <a:cs typeface="Times New Roman"/>
              </a:rPr>
              <a:t>class</a:t>
            </a:r>
            <a:r>
              <a:rPr sz="2700" spc="120" dirty="0">
                <a:solidFill>
                  <a:srgbClr val="F20507"/>
                </a:solidFill>
                <a:latin typeface="Times New Roman"/>
                <a:cs typeface="Times New Roman"/>
              </a:rPr>
              <a:t> </a:t>
            </a:r>
            <a:r>
              <a:rPr sz="2700" spc="60" dirty="0">
                <a:solidFill>
                  <a:srgbClr val="F20507"/>
                </a:solidFill>
                <a:latin typeface="Times New Roman"/>
                <a:cs typeface="Times New Roman"/>
              </a:rPr>
              <a:t>Box</a:t>
            </a:r>
            <a:r>
              <a:rPr sz="2700" spc="185" dirty="0">
                <a:solidFill>
                  <a:srgbClr val="F20507"/>
                </a:solidFill>
                <a:latin typeface="Times New Roman"/>
                <a:cs typeface="Times New Roman"/>
              </a:rPr>
              <a:t> </a:t>
            </a:r>
            <a:r>
              <a:rPr sz="2700" dirty="0">
                <a:solidFill>
                  <a:srgbClr val="F20507"/>
                </a:solidFill>
                <a:latin typeface="Times New Roman"/>
                <a:cs typeface="Times New Roman"/>
              </a:rPr>
              <a:t>{</a:t>
            </a:r>
            <a:endParaRPr sz="2700">
              <a:latin typeface="Times New Roman"/>
              <a:cs typeface="Times New Roman"/>
            </a:endParaRPr>
          </a:p>
          <a:p>
            <a:pPr marL="1938655" marR="4946015" algn="just">
              <a:lnSpc>
                <a:spcPts val="3800"/>
              </a:lnSpc>
              <a:spcBef>
                <a:spcPts val="190"/>
              </a:spcBef>
            </a:pPr>
            <a:r>
              <a:rPr sz="2700" dirty="0">
                <a:solidFill>
                  <a:srgbClr val="F20507"/>
                </a:solidFill>
                <a:latin typeface="Times New Roman"/>
                <a:cs typeface="Times New Roman"/>
              </a:rPr>
              <a:t>double</a:t>
            </a:r>
            <a:r>
              <a:rPr sz="2700" spc="335" dirty="0">
                <a:solidFill>
                  <a:srgbClr val="F20507"/>
                </a:solidFill>
                <a:latin typeface="Times New Roman"/>
                <a:cs typeface="Times New Roman"/>
              </a:rPr>
              <a:t> </a:t>
            </a:r>
            <a:r>
              <a:rPr sz="2700" spc="-10" dirty="0">
                <a:solidFill>
                  <a:srgbClr val="F20507"/>
                </a:solidFill>
                <a:latin typeface="Times New Roman"/>
                <a:cs typeface="Times New Roman"/>
              </a:rPr>
              <a:t>width; </a:t>
            </a:r>
            <a:r>
              <a:rPr sz="2700" dirty="0">
                <a:solidFill>
                  <a:srgbClr val="F20507"/>
                </a:solidFill>
                <a:latin typeface="Times New Roman"/>
                <a:cs typeface="Times New Roman"/>
              </a:rPr>
              <a:t>double</a:t>
            </a:r>
            <a:r>
              <a:rPr sz="2700" spc="335" dirty="0">
                <a:solidFill>
                  <a:srgbClr val="F20507"/>
                </a:solidFill>
                <a:latin typeface="Times New Roman"/>
                <a:cs typeface="Times New Roman"/>
              </a:rPr>
              <a:t> </a:t>
            </a:r>
            <a:r>
              <a:rPr sz="2700" spc="-10" dirty="0">
                <a:solidFill>
                  <a:srgbClr val="F20507"/>
                </a:solidFill>
                <a:latin typeface="Times New Roman"/>
                <a:cs typeface="Times New Roman"/>
              </a:rPr>
              <a:t>height; </a:t>
            </a:r>
            <a:r>
              <a:rPr sz="2700" dirty="0">
                <a:solidFill>
                  <a:srgbClr val="F20507"/>
                </a:solidFill>
                <a:latin typeface="Times New Roman"/>
                <a:cs typeface="Times New Roman"/>
              </a:rPr>
              <a:t>double</a:t>
            </a:r>
            <a:r>
              <a:rPr sz="2700" spc="340" dirty="0">
                <a:solidFill>
                  <a:srgbClr val="F20507"/>
                </a:solidFill>
                <a:latin typeface="Times New Roman"/>
                <a:cs typeface="Times New Roman"/>
              </a:rPr>
              <a:t> </a:t>
            </a:r>
            <a:r>
              <a:rPr sz="2700" spc="-10" dirty="0">
                <a:solidFill>
                  <a:srgbClr val="F20507"/>
                </a:solidFill>
                <a:latin typeface="Times New Roman"/>
                <a:cs typeface="Times New Roman"/>
              </a:rPr>
              <a:t>depth;</a:t>
            </a:r>
            <a:endParaRPr sz="2700">
              <a:latin typeface="Times New Roman"/>
              <a:cs typeface="Times New Roman"/>
            </a:endParaRPr>
          </a:p>
          <a:p>
            <a:pPr marL="1000125">
              <a:lnSpc>
                <a:spcPct val="100000"/>
              </a:lnSpc>
              <a:spcBef>
                <a:spcPts val="409"/>
              </a:spcBef>
            </a:pPr>
            <a:r>
              <a:rPr sz="2650" spc="70" dirty="0">
                <a:solidFill>
                  <a:srgbClr val="F20507"/>
                </a:solidFill>
                <a:latin typeface="Arial"/>
                <a:cs typeface="Arial"/>
              </a:rPr>
              <a:t>}</a:t>
            </a:r>
            <a:endParaRPr sz="2650">
              <a:latin typeface="Arial"/>
              <a:cs typeface="Arial"/>
            </a:endParaRPr>
          </a:p>
          <a:p>
            <a:pPr marL="356235" marR="5080" indent="-344170" algn="just">
              <a:lnSpc>
                <a:spcPts val="3040"/>
              </a:lnSpc>
              <a:spcBef>
                <a:spcPts val="790"/>
              </a:spcBef>
              <a:buClr>
                <a:srgbClr val="DB7E46"/>
              </a:buClr>
              <a:buSzPct val="101851"/>
              <a:buFont typeface="Arial"/>
              <a:buChar char="□"/>
              <a:tabLst>
                <a:tab pos="356235" algn="l"/>
              </a:tabLst>
            </a:pPr>
            <a:r>
              <a:rPr sz="2700" spc="55" dirty="0">
                <a:solidFill>
                  <a:srgbClr val="030303"/>
                </a:solidFill>
                <a:latin typeface="Times New Roman"/>
                <a:cs typeface="Times New Roman"/>
              </a:rPr>
              <a:t>As</a:t>
            </a:r>
            <a:r>
              <a:rPr sz="2700" spc="409" dirty="0">
                <a:solidFill>
                  <a:srgbClr val="030303"/>
                </a:solidFill>
                <a:latin typeface="Times New Roman"/>
                <a:cs typeface="Times New Roman"/>
              </a:rPr>
              <a:t> </a:t>
            </a:r>
            <a:r>
              <a:rPr sz="2700" dirty="0">
                <a:solidFill>
                  <a:srgbClr val="030303"/>
                </a:solidFill>
                <a:latin typeface="Times New Roman"/>
                <a:cs typeface="Times New Roman"/>
              </a:rPr>
              <a:t>stated,</a:t>
            </a:r>
            <a:r>
              <a:rPr sz="2700" spc="500" dirty="0">
                <a:solidFill>
                  <a:srgbClr val="030303"/>
                </a:solidFill>
                <a:latin typeface="Times New Roman"/>
                <a:cs typeface="Times New Roman"/>
              </a:rPr>
              <a:t> </a:t>
            </a:r>
            <a:r>
              <a:rPr sz="2700" spc="55" dirty="0">
                <a:solidFill>
                  <a:srgbClr val="030303"/>
                </a:solidFill>
                <a:latin typeface="Times New Roman"/>
                <a:cs typeface="Times New Roman"/>
              </a:rPr>
              <a:t>a</a:t>
            </a:r>
            <a:r>
              <a:rPr sz="2700" spc="400" dirty="0">
                <a:solidFill>
                  <a:srgbClr val="030303"/>
                </a:solidFill>
                <a:latin typeface="Times New Roman"/>
                <a:cs typeface="Times New Roman"/>
              </a:rPr>
              <a:t> </a:t>
            </a:r>
            <a:r>
              <a:rPr sz="2700" dirty="0">
                <a:solidFill>
                  <a:srgbClr val="030303"/>
                </a:solidFill>
                <a:latin typeface="Times New Roman"/>
                <a:cs typeface="Times New Roman"/>
              </a:rPr>
              <a:t>class</a:t>
            </a:r>
            <a:r>
              <a:rPr sz="2700" spc="425" dirty="0">
                <a:solidFill>
                  <a:srgbClr val="030303"/>
                </a:solidFill>
                <a:latin typeface="Times New Roman"/>
                <a:cs typeface="Times New Roman"/>
              </a:rPr>
              <a:t> </a:t>
            </a:r>
            <a:r>
              <a:rPr sz="2700" dirty="0">
                <a:solidFill>
                  <a:srgbClr val="030303"/>
                </a:solidFill>
                <a:latin typeface="Times New Roman"/>
                <a:cs typeface="Times New Roman"/>
              </a:rPr>
              <a:t>defines</a:t>
            </a:r>
            <a:r>
              <a:rPr sz="2700" spc="450" dirty="0">
                <a:solidFill>
                  <a:srgbClr val="030303"/>
                </a:solidFill>
                <a:latin typeface="Times New Roman"/>
                <a:cs typeface="Times New Roman"/>
              </a:rPr>
              <a:t> </a:t>
            </a:r>
            <a:r>
              <a:rPr sz="2700" spc="114" dirty="0">
                <a:solidFill>
                  <a:srgbClr val="030303"/>
                </a:solidFill>
                <a:latin typeface="Times New Roman"/>
                <a:cs typeface="Times New Roman"/>
              </a:rPr>
              <a:t>a</a:t>
            </a:r>
            <a:r>
              <a:rPr sz="2700" spc="335" dirty="0">
                <a:solidFill>
                  <a:srgbClr val="030303"/>
                </a:solidFill>
                <a:latin typeface="Times New Roman"/>
                <a:cs typeface="Times New Roman"/>
              </a:rPr>
              <a:t> </a:t>
            </a:r>
            <a:r>
              <a:rPr sz="2700" dirty="0">
                <a:solidFill>
                  <a:srgbClr val="030303"/>
                </a:solidFill>
                <a:latin typeface="Times New Roman"/>
                <a:cs typeface="Times New Roman"/>
              </a:rPr>
              <a:t>new</a:t>
            </a:r>
            <a:r>
              <a:rPr sz="2700" spc="509" dirty="0">
                <a:solidFill>
                  <a:srgbClr val="030303"/>
                </a:solidFill>
                <a:latin typeface="Times New Roman"/>
                <a:cs typeface="Times New Roman"/>
              </a:rPr>
              <a:t> </a:t>
            </a:r>
            <a:r>
              <a:rPr sz="2700" dirty="0">
                <a:solidFill>
                  <a:srgbClr val="030303"/>
                </a:solidFill>
                <a:latin typeface="Times New Roman"/>
                <a:cs typeface="Times New Roman"/>
              </a:rPr>
              <a:t>type</a:t>
            </a:r>
            <a:r>
              <a:rPr sz="2700" spc="490" dirty="0">
                <a:solidFill>
                  <a:srgbClr val="030303"/>
                </a:solidFill>
                <a:latin typeface="Times New Roman"/>
                <a:cs typeface="Times New Roman"/>
              </a:rPr>
              <a:t> </a:t>
            </a:r>
            <a:r>
              <a:rPr sz="2700" dirty="0">
                <a:solidFill>
                  <a:srgbClr val="030303"/>
                </a:solidFill>
                <a:latin typeface="Times New Roman"/>
                <a:cs typeface="Times New Roman"/>
              </a:rPr>
              <a:t>of</a:t>
            </a:r>
            <a:r>
              <a:rPr sz="2700" spc="400" dirty="0">
                <a:solidFill>
                  <a:srgbClr val="030303"/>
                </a:solidFill>
                <a:latin typeface="Times New Roman"/>
                <a:cs typeface="Times New Roman"/>
              </a:rPr>
              <a:t> </a:t>
            </a:r>
            <a:r>
              <a:rPr sz="2700" dirty="0">
                <a:solidFill>
                  <a:srgbClr val="030303"/>
                </a:solidFill>
                <a:latin typeface="Times New Roman"/>
                <a:cs typeface="Times New Roman"/>
              </a:rPr>
              <a:t>data.</a:t>
            </a:r>
            <a:r>
              <a:rPr sz="2700" spc="470" dirty="0">
                <a:solidFill>
                  <a:srgbClr val="030303"/>
                </a:solidFill>
                <a:latin typeface="Times New Roman"/>
                <a:cs typeface="Times New Roman"/>
              </a:rPr>
              <a:t> </a:t>
            </a:r>
            <a:r>
              <a:rPr sz="2700" spc="65" dirty="0">
                <a:solidFill>
                  <a:srgbClr val="030303"/>
                </a:solidFill>
                <a:latin typeface="Times New Roman"/>
                <a:cs typeface="Times New Roman"/>
              </a:rPr>
              <a:t>In</a:t>
            </a:r>
            <a:r>
              <a:rPr sz="2700" spc="335" dirty="0">
                <a:solidFill>
                  <a:srgbClr val="030303"/>
                </a:solidFill>
                <a:latin typeface="Times New Roman"/>
                <a:cs typeface="Times New Roman"/>
              </a:rPr>
              <a:t> </a:t>
            </a:r>
            <a:r>
              <a:rPr sz="2700" dirty="0">
                <a:solidFill>
                  <a:srgbClr val="030303"/>
                </a:solidFill>
                <a:latin typeface="Times New Roman"/>
                <a:cs typeface="Times New Roman"/>
              </a:rPr>
              <a:t>this</a:t>
            </a:r>
            <a:r>
              <a:rPr sz="2700" spc="405" dirty="0">
                <a:solidFill>
                  <a:srgbClr val="030303"/>
                </a:solidFill>
                <a:latin typeface="Times New Roman"/>
                <a:cs typeface="Times New Roman"/>
              </a:rPr>
              <a:t> </a:t>
            </a:r>
            <a:r>
              <a:rPr sz="2700" spc="-10" dirty="0">
                <a:solidFill>
                  <a:srgbClr val="030303"/>
                </a:solidFill>
                <a:latin typeface="Times New Roman"/>
                <a:cs typeface="Times New Roman"/>
              </a:rPr>
              <a:t>case, </a:t>
            </a:r>
            <a:r>
              <a:rPr sz="2700" dirty="0">
                <a:solidFill>
                  <a:srgbClr val="030303"/>
                </a:solidFill>
                <a:latin typeface="Times New Roman"/>
                <a:cs typeface="Times New Roman"/>
              </a:rPr>
              <a:t>the</a:t>
            </a:r>
            <a:r>
              <a:rPr sz="2700" spc="114" dirty="0">
                <a:solidFill>
                  <a:srgbClr val="030303"/>
                </a:solidFill>
                <a:latin typeface="Times New Roman"/>
                <a:cs typeface="Times New Roman"/>
              </a:rPr>
              <a:t> </a:t>
            </a:r>
            <a:r>
              <a:rPr sz="2700" spc="55" dirty="0">
                <a:solidFill>
                  <a:srgbClr val="030303"/>
                </a:solidFill>
                <a:latin typeface="Times New Roman"/>
                <a:cs typeface="Times New Roman"/>
              </a:rPr>
              <a:t>new</a:t>
            </a:r>
            <a:r>
              <a:rPr sz="2700" spc="175" dirty="0">
                <a:solidFill>
                  <a:srgbClr val="030303"/>
                </a:solidFill>
                <a:latin typeface="Times New Roman"/>
                <a:cs typeface="Times New Roman"/>
              </a:rPr>
              <a:t> </a:t>
            </a:r>
            <a:r>
              <a:rPr sz="2700" spc="50" dirty="0">
                <a:solidFill>
                  <a:srgbClr val="030303"/>
                </a:solidFill>
                <a:latin typeface="Times New Roman"/>
                <a:cs typeface="Times New Roman"/>
              </a:rPr>
              <a:t>data</a:t>
            </a:r>
            <a:r>
              <a:rPr sz="2700" spc="135" dirty="0">
                <a:solidFill>
                  <a:srgbClr val="030303"/>
                </a:solidFill>
                <a:latin typeface="Times New Roman"/>
                <a:cs typeface="Times New Roman"/>
              </a:rPr>
              <a:t> </a:t>
            </a:r>
            <a:r>
              <a:rPr sz="2700" dirty="0">
                <a:solidFill>
                  <a:srgbClr val="030303"/>
                </a:solidFill>
                <a:latin typeface="Times New Roman"/>
                <a:cs typeface="Times New Roman"/>
              </a:rPr>
              <a:t>type</a:t>
            </a:r>
            <a:r>
              <a:rPr sz="2700" spc="160" dirty="0">
                <a:solidFill>
                  <a:srgbClr val="030303"/>
                </a:solidFill>
                <a:latin typeface="Times New Roman"/>
                <a:cs typeface="Times New Roman"/>
              </a:rPr>
              <a:t> </a:t>
            </a:r>
            <a:r>
              <a:rPr sz="2700" spc="65" dirty="0">
                <a:solidFill>
                  <a:srgbClr val="030303"/>
                </a:solidFill>
                <a:latin typeface="Times New Roman"/>
                <a:cs typeface="Times New Roman"/>
              </a:rPr>
              <a:t>is</a:t>
            </a:r>
            <a:r>
              <a:rPr sz="2700" spc="35" dirty="0">
                <a:solidFill>
                  <a:srgbClr val="030303"/>
                </a:solidFill>
                <a:latin typeface="Times New Roman"/>
                <a:cs typeface="Times New Roman"/>
              </a:rPr>
              <a:t> </a:t>
            </a:r>
            <a:r>
              <a:rPr sz="2700" dirty="0">
                <a:solidFill>
                  <a:srgbClr val="030303"/>
                </a:solidFill>
                <a:latin typeface="Times New Roman"/>
                <a:cs typeface="Times New Roman"/>
              </a:rPr>
              <a:t>called</a:t>
            </a:r>
            <a:r>
              <a:rPr sz="2700" spc="155" dirty="0">
                <a:solidFill>
                  <a:srgbClr val="030303"/>
                </a:solidFill>
                <a:latin typeface="Times New Roman"/>
                <a:cs typeface="Times New Roman"/>
              </a:rPr>
              <a:t> </a:t>
            </a:r>
            <a:r>
              <a:rPr sz="2700" b="1" spc="-20" dirty="0">
                <a:solidFill>
                  <a:srgbClr val="030303"/>
                </a:solidFill>
                <a:latin typeface="Times New Roman"/>
                <a:cs typeface="Times New Roman"/>
              </a:rPr>
              <a:t>Box.</a:t>
            </a:r>
            <a:endParaRPr sz="2700">
              <a:latin typeface="Times New Roman"/>
              <a:cs typeface="Times New Roman"/>
            </a:endParaRPr>
          </a:p>
        </p:txBody>
      </p:sp>
      <p:sp>
        <p:nvSpPr>
          <p:cNvPr id="5" name="object 5"/>
          <p:cNvSpPr txBox="1"/>
          <p:nvPr/>
        </p:nvSpPr>
        <p:spPr>
          <a:xfrm>
            <a:off x="707501" y="5987131"/>
            <a:ext cx="8957310" cy="1203086"/>
          </a:xfrm>
          <a:prstGeom prst="rect">
            <a:avLst/>
          </a:prstGeom>
        </p:spPr>
        <p:txBody>
          <a:bodyPr vert="horz" wrap="square" lIns="0" tIns="31115" rIns="0" bIns="0" rtlCol="0">
            <a:spAutoFit/>
          </a:bodyPr>
          <a:lstStyle/>
          <a:p>
            <a:pPr marL="353695" marR="5080" indent="-341630" algn="just">
              <a:lnSpc>
                <a:spcPct val="94200"/>
              </a:lnSpc>
              <a:spcBef>
                <a:spcPts val="245"/>
              </a:spcBef>
              <a:buClr>
                <a:srgbClr val="DB7E46"/>
              </a:buClr>
              <a:buSzPct val="101851"/>
              <a:buFont typeface="Arial"/>
              <a:buChar char="□"/>
              <a:tabLst>
                <a:tab pos="355600" algn="l"/>
              </a:tabLst>
            </a:pPr>
            <a:r>
              <a:rPr sz="2700" spc="50" dirty="0">
                <a:solidFill>
                  <a:srgbClr val="030303"/>
                </a:solidFill>
                <a:latin typeface="Times New Roman"/>
                <a:cs typeface="Times New Roman"/>
              </a:rPr>
              <a:t>Use</a:t>
            </a:r>
            <a:r>
              <a:rPr sz="2700" spc="285" dirty="0">
                <a:solidFill>
                  <a:srgbClr val="030303"/>
                </a:solidFill>
                <a:latin typeface="Times New Roman"/>
                <a:cs typeface="Times New Roman"/>
              </a:rPr>
              <a:t>  </a:t>
            </a:r>
            <a:r>
              <a:rPr sz="2700" dirty="0">
                <a:solidFill>
                  <a:srgbClr val="030303"/>
                </a:solidFill>
                <a:latin typeface="Times New Roman"/>
                <a:cs typeface="Times New Roman"/>
              </a:rPr>
              <a:t>this</a:t>
            </a:r>
            <a:r>
              <a:rPr sz="2700" spc="295" dirty="0">
                <a:solidFill>
                  <a:srgbClr val="030303"/>
                </a:solidFill>
                <a:latin typeface="Times New Roman"/>
                <a:cs typeface="Times New Roman"/>
              </a:rPr>
              <a:t>  </a:t>
            </a:r>
            <a:r>
              <a:rPr sz="2700" dirty="0">
                <a:solidFill>
                  <a:srgbClr val="030303"/>
                </a:solidFill>
                <a:latin typeface="Times New Roman"/>
                <a:cs typeface="Times New Roman"/>
              </a:rPr>
              <a:t>name</a:t>
            </a:r>
            <a:r>
              <a:rPr sz="2700" spc="320" dirty="0">
                <a:solidFill>
                  <a:srgbClr val="030303"/>
                </a:solidFill>
                <a:latin typeface="Times New Roman"/>
                <a:cs typeface="Times New Roman"/>
              </a:rPr>
              <a:t>  </a:t>
            </a:r>
            <a:r>
              <a:rPr sz="2700" dirty="0">
                <a:solidFill>
                  <a:srgbClr val="030303"/>
                </a:solidFill>
                <a:latin typeface="Times New Roman"/>
                <a:cs typeface="Times New Roman"/>
              </a:rPr>
              <a:t>to</a:t>
            </a:r>
            <a:r>
              <a:rPr sz="2700" spc="285" dirty="0">
                <a:solidFill>
                  <a:srgbClr val="030303"/>
                </a:solidFill>
                <a:latin typeface="Times New Roman"/>
                <a:cs typeface="Times New Roman"/>
              </a:rPr>
              <a:t>  </a:t>
            </a:r>
            <a:r>
              <a:rPr sz="2700" dirty="0">
                <a:solidFill>
                  <a:srgbClr val="030303"/>
                </a:solidFill>
                <a:latin typeface="Times New Roman"/>
                <a:cs typeface="Times New Roman"/>
              </a:rPr>
              <a:t>declare</a:t>
            </a:r>
            <a:r>
              <a:rPr sz="2700" spc="330" dirty="0">
                <a:solidFill>
                  <a:srgbClr val="030303"/>
                </a:solidFill>
                <a:latin typeface="Times New Roman"/>
                <a:cs typeface="Times New Roman"/>
              </a:rPr>
              <a:t>  </a:t>
            </a:r>
            <a:r>
              <a:rPr sz="2700" b="1" dirty="0">
                <a:solidFill>
                  <a:srgbClr val="030303"/>
                </a:solidFill>
                <a:latin typeface="Times New Roman"/>
                <a:cs typeface="Times New Roman"/>
              </a:rPr>
              <a:t>objects</a:t>
            </a:r>
            <a:r>
              <a:rPr sz="2700" b="1" spc="335" dirty="0">
                <a:solidFill>
                  <a:srgbClr val="030303"/>
                </a:solidFill>
                <a:latin typeface="Times New Roman"/>
                <a:cs typeface="Times New Roman"/>
              </a:rPr>
              <a:t>  </a:t>
            </a:r>
            <a:r>
              <a:rPr sz="2700" spc="55" dirty="0">
                <a:solidFill>
                  <a:srgbClr val="030303"/>
                </a:solidFill>
                <a:latin typeface="Times New Roman"/>
                <a:cs typeface="Times New Roman"/>
              </a:rPr>
              <a:t>of</a:t>
            </a:r>
            <a:r>
              <a:rPr sz="2700" spc="285" dirty="0">
                <a:solidFill>
                  <a:srgbClr val="030303"/>
                </a:solidFill>
                <a:latin typeface="Times New Roman"/>
                <a:cs typeface="Times New Roman"/>
              </a:rPr>
              <a:t>  </a:t>
            </a:r>
            <a:r>
              <a:rPr sz="2700" dirty="0">
                <a:solidFill>
                  <a:srgbClr val="030303"/>
                </a:solidFill>
                <a:latin typeface="Times New Roman"/>
                <a:cs typeface="Times New Roman"/>
              </a:rPr>
              <a:t>type</a:t>
            </a:r>
            <a:r>
              <a:rPr sz="2700" spc="285" dirty="0">
                <a:solidFill>
                  <a:srgbClr val="030303"/>
                </a:solidFill>
                <a:latin typeface="Times New Roman"/>
                <a:cs typeface="Times New Roman"/>
              </a:rPr>
              <a:t>  </a:t>
            </a:r>
            <a:r>
              <a:rPr sz="2700" b="1" dirty="0">
                <a:solidFill>
                  <a:srgbClr val="030303"/>
                </a:solidFill>
                <a:latin typeface="Times New Roman"/>
                <a:cs typeface="Times New Roman"/>
              </a:rPr>
              <a:t>Box.</a:t>
            </a:r>
            <a:r>
              <a:rPr sz="2700" b="1" spc="345" dirty="0">
                <a:solidFill>
                  <a:srgbClr val="030303"/>
                </a:solidFill>
                <a:latin typeface="Times New Roman"/>
                <a:cs typeface="Times New Roman"/>
              </a:rPr>
              <a:t>  </a:t>
            </a:r>
            <a:r>
              <a:rPr sz="2700" dirty="0">
                <a:solidFill>
                  <a:srgbClr val="030303"/>
                </a:solidFill>
                <a:latin typeface="Times New Roman"/>
                <a:cs typeface="Times New Roman"/>
              </a:rPr>
              <a:t>It</a:t>
            </a:r>
            <a:r>
              <a:rPr sz="2700" spc="285" dirty="0">
                <a:solidFill>
                  <a:srgbClr val="030303"/>
                </a:solidFill>
                <a:latin typeface="Times New Roman"/>
                <a:cs typeface="Times New Roman"/>
              </a:rPr>
              <a:t>  </a:t>
            </a:r>
            <a:r>
              <a:rPr sz="2700" spc="-25" dirty="0">
                <a:solidFill>
                  <a:srgbClr val="030303"/>
                </a:solidFill>
                <a:latin typeface="Times New Roman"/>
                <a:cs typeface="Times New Roman"/>
              </a:rPr>
              <a:t>is 	</a:t>
            </a:r>
            <a:r>
              <a:rPr sz="2700" dirty="0">
                <a:solidFill>
                  <a:srgbClr val="030303"/>
                </a:solidFill>
                <a:latin typeface="Times New Roman"/>
                <a:cs typeface="Times New Roman"/>
              </a:rPr>
              <a:t>important</a:t>
            </a:r>
            <a:r>
              <a:rPr sz="2700" spc="475" dirty="0">
                <a:solidFill>
                  <a:srgbClr val="030303"/>
                </a:solidFill>
                <a:latin typeface="Times New Roman"/>
                <a:cs typeface="Times New Roman"/>
              </a:rPr>
              <a:t>  </a:t>
            </a:r>
            <a:r>
              <a:rPr sz="2700" spc="70" dirty="0">
                <a:solidFill>
                  <a:srgbClr val="030303"/>
                </a:solidFill>
                <a:latin typeface="Times New Roman"/>
                <a:cs typeface="Times New Roman"/>
              </a:rPr>
              <a:t>to</a:t>
            </a:r>
            <a:r>
              <a:rPr sz="2700" spc="390" dirty="0">
                <a:solidFill>
                  <a:srgbClr val="030303"/>
                </a:solidFill>
                <a:latin typeface="Times New Roman"/>
                <a:cs typeface="Times New Roman"/>
              </a:rPr>
              <a:t>  </a:t>
            </a:r>
            <a:r>
              <a:rPr sz="2700" dirty="0">
                <a:solidFill>
                  <a:srgbClr val="030303"/>
                </a:solidFill>
                <a:latin typeface="Times New Roman"/>
                <a:cs typeface="Times New Roman"/>
              </a:rPr>
              <a:t>remember</a:t>
            </a:r>
            <a:r>
              <a:rPr sz="2700" spc="455" dirty="0">
                <a:solidFill>
                  <a:srgbClr val="030303"/>
                </a:solidFill>
                <a:latin typeface="Times New Roman"/>
                <a:cs typeface="Times New Roman"/>
              </a:rPr>
              <a:t>  </a:t>
            </a:r>
            <a:r>
              <a:rPr sz="2700" dirty="0">
                <a:solidFill>
                  <a:srgbClr val="030303"/>
                </a:solidFill>
                <a:latin typeface="Times New Roman"/>
                <a:cs typeface="Times New Roman"/>
              </a:rPr>
              <a:t>that</a:t>
            </a:r>
            <a:r>
              <a:rPr sz="2700" spc="425" dirty="0">
                <a:solidFill>
                  <a:srgbClr val="030303"/>
                </a:solidFill>
                <a:latin typeface="Times New Roman"/>
                <a:cs typeface="Times New Roman"/>
              </a:rPr>
              <a:t>  </a:t>
            </a:r>
            <a:r>
              <a:rPr sz="2700" i="1" dirty="0">
                <a:solidFill>
                  <a:srgbClr val="030303"/>
                </a:solidFill>
                <a:latin typeface="Times New Roman"/>
                <a:cs typeface="Times New Roman"/>
              </a:rPr>
              <a:t>a</a:t>
            </a:r>
            <a:r>
              <a:rPr sz="2700" i="1" spc="420" dirty="0">
                <a:solidFill>
                  <a:srgbClr val="030303"/>
                </a:solidFill>
                <a:latin typeface="Times New Roman"/>
                <a:cs typeface="Times New Roman"/>
              </a:rPr>
              <a:t>  </a:t>
            </a:r>
            <a:r>
              <a:rPr sz="2700" i="1" dirty="0">
                <a:solidFill>
                  <a:srgbClr val="030303"/>
                </a:solidFill>
                <a:latin typeface="Times New Roman"/>
                <a:cs typeface="Times New Roman"/>
              </a:rPr>
              <a:t>class</a:t>
            </a:r>
            <a:r>
              <a:rPr sz="2700" i="1" spc="409" dirty="0">
                <a:solidFill>
                  <a:srgbClr val="030303"/>
                </a:solidFill>
                <a:latin typeface="Times New Roman"/>
                <a:cs typeface="Times New Roman"/>
              </a:rPr>
              <a:t>  </a:t>
            </a:r>
            <a:r>
              <a:rPr sz="2700" i="1" dirty="0">
                <a:solidFill>
                  <a:srgbClr val="030303"/>
                </a:solidFill>
                <a:latin typeface="Times New Roman"/>
                <a:cs typeface="Times New Roman"/>
              </a:rPr>
              <a:t>declaration</a:t>
            </a:r>
            <a:r>
              <a:rPr sz="2700" i="1" spc="520" dirty="0">
                <a:solidFill>
                  <a:srgbClr val="030303"/>
                </a:solidFill>
                <a:latin typeface="Times New Roman"/>
                <a:cs typeface="Times New Roman"/>
              </a:rPr>
              <a:t>  </a:t>
            </a:r>
            <a:r>
              <a:rPr sz="2700" i="1" spc="-20" dirty="0">
                <a:solidFill>
                  <a:srgbClr val="030303"/>
                </a:solidFill>
                <a:latin typeface="Times New Roman"/>
                <a:cs typeface="Times New Roman"/>
              </a:rPr>
              <a:t>only 	</a:t>
            </a:r>
            <a:r>
              <a:rPr sz="2700" i="1" dirty="0">
                <a:solidFill>
                  <a:srgbClr val="030303"/>
                </a:solidFill>
                <a:latin typeface="Times New Roman"/>
                <a:cs typeface="Times New Roman"/>
              </a:rPr>
              <a:t>creates</a:t>
            </a:r>
            <a:r>
              <a:rPr sz="2700" i="1" spc="260" dirty="0">
                <a:solidFill>
                  <a:srgbClr val="030303"/>
                </a:solidFill>
                <a:latin typeface="Times New Roman"/>
                <a:cs typeface="Times New Roman"/>
              </a:rPr>
              <a:t> </a:t>
            </a:r>
            <a:r>
              <a:rPr sz="2700" i="1" dirty="0">
                <a:solidFill>
                  <a:srgbClr val="030303"/>
                </a:solidFill>
                <a:latin typeface="Times New Roman"/>
                <a:cs typeface="Times New Roman"/>
              </a:rPr>
              <a:t>a</a:t>
            </a:r>
            <a:r>
              <a:rPr sz="2700" i="1" spc="225" dirty="0">
                <a:solidFill>
                  <a:srgbClr val="030303"/>
                </a:solidFill>
                <a:latin typeface="Times New Roman"/>
                <a:cs typeface="Times New Roman"/>
              </a:rPr>
              <a:t> </a:t>
            </a:r>
            <a:r>
              <a:rPr sz="2700" i="1" dirty="0">
                <a:solidFill>
                  <a:srgbClr val="030303"/>
                </a:solidFill>
                <a:latin typeface="Times New Roman"/>
                <a:cs typeface="Times New Roman"/>
              </a:rPr>
              <a:t>template;</a:t>
            </a:r>
            <a:r>
              <a:rPr sz="2700" i="1" spc="340" dirty="0">
                <a:solidFill>
                  <a:srgbClr val="030303"/>
                </a:solidFill>
                <a:latin typeface="Times New Roman"/>
                <a:cs typeface="Times New Roman"/>
              </a:rPr>
              <a:t> </a:t>
            </a:r>
            <a:r>
              <a:rPr sz="2700" i="1" dirty="0">
                <a:solidFill>
                  <a:srgbClr val="030303"/>
                </a:solidFill>
                <a:latin typeface="Times New Roman"/>
                <a:cs typeface="Times New Roman"/>
              </a:rPr>
              <a:t>it</a:t>
            </a:r>
            <a:r>
              <a:rPr sz="2700" i="1" spc="135" dirty="0">
                <a:solidFill>
                  <a:srgbClr val="030303"/>
                </a:solidFill>
                <a:latin typeface="Times New Roman"/>
                <a:cs typeface="Times New Roman"/>
              </a:rPr>
              <a:t> </a:t>
            </a:r>
            <a:r>
              <a:rPr sz="2700" i="1" dirty="0">
                <a:solidFill>
                  <a:srgbClr val="030303"/>
                </a:solidFill>
                <a:latin typeface="Times New Roman"/>
                <a:cs typeface="Times New Roman"/>
              </a:rPr>
              <a:t>does</a:t>
            </a:r>
            <a:r>
              <a:rPr sz="2700" i="1" spc="220" dirty="0">
                <a:solidFill>
                  <a:srgbClr val="030303"/>
                </a:solidFill>
                <a:latin typeface="Times New Roman"/>
                <a:cs typeface="Times New Roman"/>
              </a:rPr>
              <a:t> </a:t>
            </a:r>
            <a:r>
              <a:rPr sz="2700" i="1" dirty="0">
                <a:solidFill>
                  <a:srgbClr val="030303"/>
                </a:solidFill>
                <a:latin typeface="Times New Roman"/>
                <a:cs typeface="Times New Roman"/>
              </a:rPr>
              <a:t>not</a:t>
            </a:r>
            <a:r>
              <a:rPr sz="2700" i="1" spc="165" dirty="0">
                <a:solidFill>
                  <a:srgbClr val="030303"/>
                </a:solidFill>
                <a:latin typeface="Times New Roman"/>
                <a:cs typeface="Times New Roman"/>
              </a:rPr>
              <a:t> </a:t>
            </a:r>
            <a:r>
              <a:rPr sz="2700" i="1" dirty="0">
                <a:solidFill>
                  <a:srgbClr val="030303"/>
                </a:solidFill>
                <a:latin typeface="Times New Roman"/>
                <a:cs typeface="Times New Roman"/>
              </a:rPr>
              <a:t>create</a:t>
            </a:r>
            <a:r>
              <a:rPr sz="2700" i="1" spc="265" dirty="0">
                <a:solidFill>
                  <a:srgbClr val="030303"/>
                </a:solidFill>
                <a:latin typeface="Times New Roman"/>
                <a:cs typeface="Times New Roman"/>
              </a:rPr>
              <a:t> </a:t>
            </a:r>
            <a:r>
              <a:rPr sz="2700" i="1" dirty="0">
                <a:solidFill>
                  <a:srgbClr val="030303"/>
                </a:solidFill>
                <a:latin typeface="Times New Roman"/>
                <a:cs typeface="Times New Roman"/>
              </a:rPr>
              <a:t>an</a:t>
            </a:r>
            <a:r>
              <a:rPr sz="2700" i="1" spc="195" dirty="0">
                <a:solidFill>
                  <a:srgbClr val="030303"/>
                </a:solidFill>
                <a:latin typeface="Times New Roman"/>
                <a:cs typeface="Times New Roman"/>
              </a:rPr>
              <a:t> </a:t>
            </a:r>
            <a:r>
              <a:rPr sz="2700" i="1" dirty="0">
                <a:solidFill>
                  <a:srgbClr val="030303"/>
                </a:solidFill>
                <a:latin typeface="Times New Roman"/>
                <a:cs typeface="Times New Roman"/>
              </a:rPr>
              <a:t>actual</a:t>
            </a:r>
            <a:r>
              <a:rPr sz="2700" i="1" spc="225" dirty="0">
                <a:solidFill>
                  <a:srgbClr val="030303"/>
                </a:solidFill>
                <a:latin typeface="Times New Roman"/>
                <a:cs typeface="Times New Roman"/>
              </a:rPr>
              <a:t> </a:t>
            </a:r>
            <a:r>
              <a:rPr sz="2700" i="1" spc="50" dirty="0">
                <a:solidFill>
                  <a:srgbClr val="030303"/>
                </a:solidFill>
                <a:latin typeface="Times New Roman"/>
                <a:cs typeface="Times New Roman"/>
              </a:rPr>
              <a:t>object.</a:t>
            </a:r>
            <a:endParaRPr sz="2700" dirty="0">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20320">
              <a:lnSpc>
                <a:spcPct val="100000"/>
              </a:lnSpc>
              <a:spcBef>
                <a:spcPts val="110"/>
              </a:spcBef>
            </a:pPr>
            <a:r>
              <a:rPr sz="4450" dirty="0">
                <a:solidFill>
                  <a:srgbClr val="79675D"/>
                </a:solidFill>
                <a:latin typeface="Times New Roman"/>
                <a:cs typeface="Times New Roman"/>
              </a:rPr>
              <a:t>Declaring</a:t>
            </a:r>
            <a:r>
              <a:rPr sz="4450" spc="630" dirty="0">
                <a:solidFill>
                  <a:srgbClr val="79675D"/>
                </a:solidFill>
                <a:latin typeface="Times New Roman"/>
                <a:cs typeface="Times New Roman"/>
              </a:rPr>
              <a:t> </a:t>
            </a:r>
            <a:r>
              <a:rPr sz="4450" spc="-10" dirty="0">
                <a:solidFill>
                  <a:srgbClr val="79675D"/>
                </a:solidFill>
                <a:latin typeface="Times New Roman"/>
                <a:cs typeface="Times New Roman"/>
              </a:rPr>
              <a:t>Objects</a:t>
            </a:r>
            <a:endParaRPr sz="4450">
              <a:latin typeface="Times New Roman"/>
              <a:cs typeface="Times New Roman"/>
            </a:endParaRPr>
          </a:p>
        </p:txBody>
      </p:sp>
      <p:sp>
        <p:nvSpPr>
          <p:cNvPr id="3" name="object 3"/>
          <p:cNvSpPr txBox="1"/>
          <p:nvPr/>
        </p:nvSpPr>
        <p:spPr>
          <a:xfrm>
            <a:off x="521921" y="1021245"/>
            <a:ext cx="337185" cy="1125855"/>
          </a:xfrm>
          <a:prstGeom prst="rect">
            <a:avLst/>
          </a:prstGeom>
        </p:spPr>
        <p:txBody>
          <a:bodyPr vert="horz" wrap="square" lIns="0" tIns="15240" rIns="0" bIns="0" rtlCol="0">
            <a:spAutoFit/>
          </a:bodyPr>
          <a:lstStyle/>
          <a:p>
            <a:pPr marL="12700">
              <a:lnSpc>
                <a:spcPct val="100000"/>
              </a:lnSpc>
              <a:spcBef>
                <a:spcPts val="120"/>
              </a:spcBef>
            </a:pPr>
            <a:r>
              <a:rPr sz="7200" spc="50" dirty="0">
                <a:solidFill>
                  <a:srgbClr val="DD7E42"/>
                </a:solidFill>
                <a:latin typeface="Arial"/>
                <a:cs typeface="Arial"/>
              </a:rPr>
              <a:t>-</a:t>
            </a:r>
            <a:endParaRPr sz="7200">
              <a:latin typeface="Arial"/>
              <a:cs typeface="Arial"/>
            </a:endParaRPr>
          </a:p>
        </p:txBody>
      </p:sp>
      <p:sp>
        <p:nvSpPr>
          <p:cNvPr id="4" name="object 4"/>
          <p:cNvSpPr txBox="1"/>
          <p:nvPr/>
        </p:nvSpPr>
        <p:spPr>
          <a:xfrm>
            <a:off x="637698" y="1843502"/>
            <a:ext cx="9345295" cy="2562433"/>
          </a:xfrm>
          <a:prstGeom prst="rect">
            <a:avLst/>
          </a:prstGeom>
        </p:spPr>
        <p:txBody>
          <a:bodyPr vert="horz" wrap="square" lIns="0" tIns="13335" rIns="0" bIns="0" rtlCol="0">
            <a:spAutoFit/>
          </a:bodyPr>
          <a:lstStyle/>
          <a:p>
            <a:pPr marL="353060" indent="-340360" algn="just">
              <a:lnSpc>
                <a:spcPct val="100000"/>
              </a:lnSpc>
              <a:spcBef>
                <a:spcPts val="535"/>
              </a:spcBef>
              <a:buClr>
                <a:srgbClr val="DD7E42"/>
              </a:buClr>
              <a:buFont typeface="Arial"/>
              <a:buChar char="□"/>
              <a:tabLst>
                <a:tab pos="353060" algn="l"/>
              </a:tabLst>
            </a:pPr>
            <a:r>
              <a:rPr sz="2700" dirty="0">
                <a:solidFill>
                  <a:srgbClr val="010101"/>
                </a:solidFill>
                <a:latin typeface="Times New Roman"/>
                <a:cs typeface="Times New Roman"/>
              </a:rPr>
              <a:t>Declaring</a:t>
            </a:r>
            <a:r>
              <a:rPr sz="2700" spc="390" dirty="0">
                <a:solidFill>
                  <a:srgbClr val="010101"/>
                </a:solidFill>
                <a:latin typeface="Times New Roman"/>
                <a:cs typeface="Times New Roman"/>
              </a:rPr>
              <a:t> </a:t>
            </a:r>
            <a:r>
              <a:rPr sz="2700" dirty="0">
                <a:solidFill>
                  <a:srgbClr val="010101"/>
                </a:solidFill>
                <a:latin typeface="Times New Roman"/>
                <a:cs typeface="Times New Roman"/>
              </a:rPr>
              <a:t>objects</a:t>
            </a:r>
            <a:r>
              <a:rPr sz="2700" spc="240" dirty="0">
                <a:solidFill>
                  <a:srgbClr val="010101"/>
                </a:solidFill>
                <a:latin typeface="Times New Roman"/>
                <a:cs typeface="Times New Roman"/>
              </a:rPr>
              <a:t> </a:t>
            </a:r>
            <a:r>
              <a:rPr sz="2700" spc="55" dirty="0">
                <a:solidFill>
                  <a:srgbClr val="010101"/>
                </a:solidFill>
                <a:latin typeface="Times New Roman"/>
                <a:cs typeface="Times New Roman"/>
              </a:rPr>
              <a:t>of</a:t>
            </a:r>
            <a:r>
              <a:rPr sz="2700" spc="175" dirty="0">
                <a:solidFill>
                  <a:srgbClr val="010101"/>
                </a:solidFill>
                <a:latin typeface="Times New Roman"/>
                <a:cs typeface="Times New Roman"/>
              </a:rPr>
              <a:t> </a:t>
            </a:r>
            <a:r>
              <a:rPr sz="2700" spc="114" dirty="0">
                <a:solidFill>
                  <a:srgbClr val="010101"/>
                </a:solidFill>
                <a:latin typeface="Times New Roman"/>
                <a:cs typeface="Times New Roman"/>
              </a:rPr>
              <a:t>a</a:t>
            </a:r>
            <a:r>
              <a:rPr sz="2700" spc="100" dirty="0">
                <a:solidFill>
                  <a:srgbClr val="010101"/>
                </a:solidFill>
                <a:latin typeface="Times New Roman"/>
                <a:cs typeface="Times New Roman"/>
              </a:rPr>
              <a:t> </a:t>
            </a:r>
            <a:r>
              <a:rPr sz="2700" dirty="0">
                <a:solidFill>
                  <a:srgbClr val="010101"/>
                </a:solidFill>
                <a:latin typeface="Times New Roman"/>
                <a:cs typeface="Times New Roman"/>
              </a:rPr>
              <a:t>class</a:t>
            </a:r>
            <a:r>
              <a:rPr sz="2700" spc="245" dirty="0">
                <a:solidFill>
                  <a:srgbClr val="010101"/>
                </a:solidFill>
                <a:latin typeface="Times New Roman"/>
                <a:cs typeface="Times New Roman"/>
              </a:rPr>
              <a:t> </a:t>
            </a:r>
            <a:r>
              <a:rPr sz="2700" dirty="0">
                <a:solidFill>
                  <a:srgbClr val="010101"/>
                </a:solidFill>
                <a:latin typeface="Times New Roman"/>
                <a:cs typeface="Times New Roman"/>
              </a:rPr>
              <a:t>is</a:t>
            </a:r>
            <a:r>
              <a:rPr sz="2700" spc="180" dirty="0">
                <a:solidFill>
                  <a:srgbClr val="010101"/>
                </a:solidFill>
                <a:latin typeface="Times New Roman"/>
                <a:cs typeface="Times New Roman"/>
              </a:rPr>
              <a:t> </a:t>
            </a:r>
            <a:r>
              <a:rPr sz="2700" spc="55" dirty="0">
                <a:solidFill>
                  <a:srgbClr val="010101"/>
                </a:solidFill>
                <a:latin typeface="Times New Roman"/>
                <a:cs typeface="Times New Roman"/>
              </a:rPr>
              <a:t>a</a:t>
            </a:r>
            <a:r>
              <a:rPr sz="2700" spc="130" dirty="0">
                <a:solidFill>
                  <a:srgbClr val="010101"/>
                </a:solidFill>
                <a:latin typeface="Times New Roman"/>
                <a:cs typeface="Times New Roman"/>
              </a:rPr>
              <a:t> </a:t>
            </a:r>
            <a:r>
              <a:rPr sz="2700" dirty="0">
                <a:solidFill>
                  <a:srgbClr val="F20508"/>
                </a:solidFill>
                <a:latin typeface="Times New Roman"/>
                <a:cs typeface="Times New Roman"/>
              </a:rPr>
              <a:t>two-step</a:t>
            </a:r>
            <a:r>
              <a:rPr sz="2700" spc="270" dirty="0">
                <a:solidFill>
                  <a:srgbClr val="F20508"/>
                </a:solidFill>
                <a:latin typeface="Times New Roman"/>
                <a:cs typeface="Times New Roman"/>
              </a:rPr>
              <a:t> </a:t>
            </a:r>
            <a:r>
              <a:rPr sz="2700" spc="-10" dirty="0">
                <a:solidFill>
                  <a:srgbClr val="010101"/>
                </a:solidFill>
                <a:latin typeface="Times New Roman"/>
                <a:cs typeface="Times New Roman"/>
              </a:rPr>
              <a:t>process.</a:t>
            </a:r>
            <a:endParaRPr sz="2700" dirty="0">
              <a:latin typeface="Times New Roman"/>
              <a:cs typeface="Times New Roman"/>
            </a:endParaRPr>
          </a:p>
          <a:p>
            <a:pPr marL="353060" marR="5080" indent="-340995" algn="just">
              <a:lnSpc>
                <a:spcPct val="94300"/>
              </a:lnSpc>
              <a:spcBef>
                <a:spcPts val="715"/>
              </a:spcBef>
              <a:buClr>
                <a:srgbClr val="DD7E42"/>
              </a:buClr>
              <a:buFont typeface="Arial"/>
              <a:buChar char="□"/>
              <a:tabLst>
                <a:tab pos="353060" algn="l"/>
              </a:tabLst>
            </a:pPr>
            <a:r>
              <a:rPr sz="2700" dirty="0">
                <a:solidFill>
                  <a:srgbClr val="F20508"/>
                </a:solidFill>
                <a:latin typeface="Times New Roman"/>
                <a:cs typeface="Times New Roman"/>
              </a:rPr>
              <a:t>First,</a:t>
            </a:r>
            <a:r>
              <a:rPr sz="2700" spc="130" dirty="0">
                <a:solidFill>
                  <a:srgbClr val="F20508"/>
                </a:solidFill>
                <a:latin typeface="Times New Roman"/>
                <a:cs typeface="Times New Roman"/>
              </a:rPr>
              <a:t>  </a:t>
            </a:r>
            <a:r>
              <a:rPr sz="2700" spc="50" dirty="0">
                <a:solidFill>
                  <a:srgbClr val="010101"/>
                </a:solidFill>
                <a:latin typeface="Times New Roman"/>
                <a:cs typeface="Times New Roman"/>
              </a:rPr>
              <a:t>you</a:t>
            </a:r>
            <a:r>
              <a:rPr sz="2700" spc="140" dirty="0">
                <a:solidFill>
                  <a:srgbClr val="010101"/>
                </a:solidFill>
                <a:latin typeface="Times New Roman"/>
                <a:cs typeface="Times New Roman"/>
              </a:rPr>
              <a:t>  </a:t>
            </a:r>
            <a:r>
              <a:rPr sz="2700" dirty="0">
                <a:solidFill>
                  <a:srgbClr val="010101"/>
                </a:solidFill>
                <a:latin typeface="Times New Roman"/>
                <a:cs typeface="Times New Roman"/>
              </a:rPr>
              <a:t>must</a:t>
            </a:r>
            <a:r>
              <a:rPr sz="2700" spc="165" dirty="0">
                <a:solidFill>
                  <a:srgbClr val="010101"/>
                </a:solidFill>
                <a:latin typeface="Times New Roman"/>
                <a:cs typeface="Times New Roman"/>
              </a:rPr>
              <a:t>  </a:t>
            </a:r>
            <a:r>
              <a:rPr sz="2700" dirty="0">
                <a:solidFill>
                  <a:srgbClr val="010101"/>
                </a:solidFill>
                <a:latin typeface="Times New Roman"/>
                <a:cs typeface="Times New Roman"/>
              </a:rPr>
              <a:t>declare</a:t>
            </a:r>
            <a:r>
              <a:rPr sz="2700" spc="190" dirty="0">
                <a:solidFill>
                  <a:srgbClr val="010101"/>
                </a:solidFill>
                <a:latin typeface="Times New Roman"/>
                <a:cs typeface="Times New Roman"/>
              </a:rPr>
              <a:t>  </a:t>
            </a:r>
            <a:r>
              <a:rPr sz="2700" spc="55" dirty="0">
                <a:solidFill>
                  <a:srgbClr val="010101"/>
                </a:solidFill>
                <a:latin typeface="Times New Roman"/>
                <a:cs typeface="Times New Roman"/>
              </a:rPr>
              <a:t>a</a:t>
            </a:r>
            <a:r>
              <a:rPr sz="2700" spc="114" dirty="0">
                <a:solidFill>
                  <a:srgbClr val="010101"/>
                </a:solidFill>
                <a:latin typeface="Times New Roman"/>
                <a:cs typeface="Times New Roman"/>
              </a:rPr>
              <a:t>  </a:t>
            </a:r>
            <a:r>
              <a:rPr sz="2700" dirty="0">
                <a:solidFill>
                  <a:srgbClr val="010101"/>
                </a:solidFill>
                <a:latin typeface="Times New Roman"/>
                <a:cs typeface="Times New Roman"/>
              </a:rPr>
              <a:t>variable</a:t>
            </a:r>
            <a:r>
              <a:rPr sz="2700" spc="200" dirty="0">
                <a:solidFill>
                  <a:srgbClr val="010101"/>
                </a:solidFill>
                <a:latin typeface="Times New Roman"/>
                <a:cs typeface="Times New Roman"/>
              </a:rPr>
              <a:t>  </a:t>
            </a:r>
            <a:r>
              <a:rPr sz="2700" dirty="0">
                <a:solidFill>
                  <a:srgbClr val="010101"/>
                </a:solidFill>
                <a:latin typeface="Times New Roman"/>
                <a:cs typeface="Times New Roman"/>
              </a:rPr>
              <a:t>of</a:t>
            </a:r>
            <a:r>
              <a:rPr sz="2700" spc="125" dirty="0">
                <a:solidFill>
                  <a:srgbClr val="010101"/>
                </a:solidFill>
                <a:latin typeface="Times New Roman"/>
                <a:cs typeface="Times New Roman"/>
              </a:rPr>
              <a:t>  </a:t>
            </a:r>
            <a:r>
              <a:rPr sz="2700" dirty="0">
                <a:solidFill>
                  <a:srgbClr val="010101"/>
                </a:solidFill>
                <a:latin typeface="Times New Roman"/>
                <a:cs typeface="Times New Roman"/>
              </a:rPr>
              <a:t>the</a:t>
            </a:r>
            <a:r>
              <a:rPr sz="2700" spc="130" dirty="0">
                <a:solidFill>
                  <a:srgbClr val="010101"/>
                </a:solidFill>
                <a:latin typeface="Times New Roman"/>
                <a:cs typeface="Times New Roman"/>
              </a:rPr>
              <a:t>  </a:t>
            </a:r>
            <a:r>
              <a:rPr sz="2700" dirty="0">
                <a:solidFill>
                  <a:srgbClr val="010101"/>
                </a:solidFill>
                <a:latin typeface="Times New Roman"/>
                <a:cs typeface="Times New Roman"/>
              </a:rPr>
              <a:t>class</a:t>
            </a:r>
            <a:r>
              <a:rPr sz="2700" spc="135" dirty="0">
                <a:solidFill>
                  <a:srgbClr val="010101"/>
                </a:solidFill>
                <a:latin typeface="Times New Roman"/>
                <a:cs typeface="Times New Roman"/>
              </a:rPr>
              <a:t>  </a:t>
            </a:r>
            <a:r>
              <a:rPr sz="2700" dirty="0">
                <a:solidFill>
                  <a:srgbClr val="010101"/>
                </a:solidFill>
                <a:latin typeface="Times New Roman"/>
                <a:cs typeface="Times New Roman"/>
              </a:rPr>
              <a:t>type.</a:t>
            </a:r>
            <a:r>
              <a:rPr sz="2700" spc="165" dirty="0">
                <a:solidFill>
                  <a:srgbClr val="010101"/>
                </a:solidFill>
                <a:latin typeface="Times New Roman"/>
                <a:cs typeface="Times New Roman"/>
              </a:rPr>
              <a:t>  </a:t>
            </a:r>
            <a:r>
              <a:rPr sz="2700" spc="-20" dirty="0">
                <a:solidFill>
                  <a:srgbClr val="010101"/>
                </a:solidFill>
                <a:latin typeface="Times New Roman"/>
                <a:cs typeface="Times New Roman"/>
              </a:rPr>
              <a:t>This </a:t>
            </a:r>
            <a:r>
              <a:rPr sz="2700" dirty="0">
                <a:solidFill>
                  <a:srgbClr val="010101"/>
                </a:solidFill>
                <a:latin typeface="Times New Roman"/>
                <a:cs typeface="Times New Roman"/>
              </a:rPr>
              <a:t>variable</a:t>
            </a:r>
            <a:r>
              <a:rPr sz="2700" spc="204" dirty="0">
                <a:solidFill>
                  <a:srgbClr val="010101"/>
                </a:solidFill>
                <a:latin typeface="Times New Roman"/>
                <a:cs typeface="Times New Roman"/>
              </a:rPr>
              <a:t>  </a:t>
            </a:r>
            <a:r>
              <a:rPr sz="2700" dirty="0">
                <a:solidFill>
                  <a:srgbClr val="010101"/>
                </a:solidFill>
                <a:latin typeface="Times New Roman"/>
                <a:cs typeface="Times New Roman"/>
              </a:rPr>
              <a:t>does</a:t>
            </a:r>
            <a:r>
              <a:rPr sz="2700" spc="120" dirty="0">
                <a:solidFill>
                  <a:srgbClr val="010101"/>
                </a:solidFill>
                <a:latin typeface="Times New Roman"/>
                <a:cs typeface="Times New Roman"/>
              </a:rPr>
              <a:t>  </a:t>
            </a:r>
            <a:r>
              <a:rPr sz="2700" dirty="0">
                <a:solidFill>
                  <a:srgbClr val="010101"/>
                </a:solidFill>
                <a:latin typeface="Times New Roman"/>
                <a:cs typeface="Times New Roman"/>
              </a:rPr>
              <a:t>not</a:t>
            </a:r>
            <a:r>
              <a:rPr sz="2700" spc="130" dirty="0">
                <a:solidFill>
                  <a:srgbClr val="010101"/>
                </a:solidFill>
                <a:latin typeface="Times New Roman"/>
                <a:cs typeface="Times New Roman"/>
              </a:rPr>
              <a:t>  </a:t>
            </a:r>
            <a:r>
              <a:rPr sz="2700" dirty="0">
                <a:solidFill>
                  <a:srgbClr val="010101"/>
                </a:solidFill>
                <a:latin typeface="Times New Roman"/>
                <a:cs typeface="Times New Roman"/>
              </a:rPr>
              <a:t>define</a:t>
            </a:r>
            <a:r>
              <a:rPr sz="2700" spc="155" dirty="0">
                <a:solidFill>
                  <a:srgbClr val="010101"/>
                </a:solidFill>
                <a:latin typeface="Times New Roman"/>
                <a:cs typeface="Times New Roman"/>
              </a:rPr>
              <a:t>  </a:t>
            </a:r>
            <a:r>
              <a:rPr sz="2700" spc="60" dirty="0">
                <a:solidFill>
                  <a:srgbClr val="010101"/>
                </a:solidFill>
                <a:latin typeface="Times New Roman"/>
                <a:cs typeface="Times New Roman"/>
              </a:rPr>
              <a:t>an</a:t>
            </a:r>
            <a:r>
              <a:rPr sz="2700" spc="100" dirty="0">
                <a:solidFill>
                  <a:srgbClr val="010101"/>
                </a:solidFill>
                <a:latin typeface="Times New Roman"/>
                <a:cs typeface="Times New Roman"/>
              </a:rPr>
              <a:t>  </a:t>
            </a:r>
            <a:r>
              <a:rPr sz="2700" dirty="0">
                <a:solidFill>
                  <a:srgbClr val="010101"/>
                </a:solidFill>
                <a:latin typeface="Times New Roman"/>
                <a:cs typeface="Times New Roman"/>
              </a:rPr>
              <a:t>object.</a:t>
            </a:r>
            <a:r>
              <a:rPr sz="2700" spc="145" dirty="0">
                <a:solidFill>
                  <a:srgbClr val="010101"/>
                </a:solidFill>
                <a:latin typeface="Times New Roman"/>
                <a:cs typeface="Times New Roman"/>
              </a:rPr>
              <a:t>  </a:t>
            </a:r>
            <a:r>
              <a:rPr sz="2700" dirty="0">
                <a:solidFill>
                  <a:srgbClr val="010101"/>
                </a:solidFill>
                <a:latin typeface="Times New Roman"/>
                <a:cs typeface="Times New Roman"/>
              </a:rPr>
              <a:t>Instead,</a:t>
            </a:r>
            <a:r>
              <a:rPr sz="2700" spc="170" dirty="0">
                <a:solidFill>
                  <a:srgbClr val="010101"/>
                </a:solidFill>
                <a:latin typeface="Times New Roman"/>
                <a:cs typeface="Times New Roman"/>
              </a:rPr>
              <a:t>  </a:t>
            </a:r>
            <a:r>
              <a:rPr sz="2700" dirty="0">
                <a:solidFill>
                  <a:srgbClr val="010101"/>
                </a:solidFill>
                <a:latin typeface="Times New Roman"/>
                <a:cs typeface="Times New Roman"/>
              </a:rPr>
              <a:t>it</a:t>
            </a:r>
            <a:r>
              <a:rPr sz="2700" spc="95" dirty="0">
                <a:solidFill>
                  <a:srgbClr val="010101"/>
                </a:solidFill>
                <a:latin typeface="Times New Roman"/>
                <a:cs typeface="Times New Roman"/>
              </a:rPr>
              <a:t>  </a:t>
            </a:r>
            <a:r>
              <a:rPr sz="2700" spc="50" dirty="0">
                <a:solidFill>
                  <a:srgbClr val="010101"/>
                </a:solidFill>
                <a:latin typeface="Times New Roman"/>
                <a:cs typeface="Times New Roman"/>
              </a:rPr>
              <a:t>is</a:t>
            </a:r>
            <a:r>
              <a:rPr sz="2700" spc="65" dirty="0">
                <a:solidFill>
                  <a:srgbClr val="010101"/>
                </a:solidFill>
                <a:latin typeface="Times New Roman"/>
                <a:cs typeface="Times New Roman"/>
              </a:rPr>
              <a:t>  </a:t>
            </a:r>
            <a:r>
              <a:rPr sz="2700" dirty="0">
                <a:solidFill>
                  <a:srgbClr val="010101"/>
                </a:solidFill>
                <a:latin typeface="Times New Roman"/>
                <a:cs typeface="Times New Roman"/>
              </a:rPr>
              <a:t>simply</a:t>
            </a:r>
            <a:r>
              <a:rPr sz="2700" spc="160" dirty="0">
                <a:solidFill>
                  <a:srgbClr val="010101"/>
                </a:solidFill>
                <a:latin typeface="Times New Roman"/>
                <a:cs typeface="Times New Roman"/>
              </a:rPr>
              <a:t>  </a:t>
            </a:r>
            <a:r>
              <a:rPr sz="2700" spc="45" dirty="0">
                <a:solidFill>
                  <a:srgbClr val="010101"/>
                </a:solidFill>
                <a:latin typeface="Times New Roman"/>
                <a:cs typeface="Times New Roman"/>
              </a:rPr>
              <a:t>a </a:t>
            </a:r>
            <a:r>
              <a:rPr sz="2700" dirty="0">
                <a:solidFill>
                  <a:srgbClr val="010101"/>
                </a:solidFill>
                <a:latin typeface="Times New Roman"/>
                <a:cs typeface="Times New Roman"/>
              </a:rPr>
              <a:t>variable</a:t>
            </a:r>
            <a:r>
              <a:rPr sz="2700" spc="295" dirty="0">
                <a:solidFill>
                  <a:srgbClr val="010101"/>
                </a:solidFill>
                <a:latin typeface="Times New Roman"/>
                <a:cs typeface="Times New Roman"/>
              </a:rPr>
              <a:t> </a:t>
            </a:r>
            <a:r>
              <a:rPr sz="2700" dirty="0">
                <a:solidFill>
                  <a:srgbClr val="010101"/>
                </a:solidFill>
                <a:latin typeface="Times New Roman"/>
                <a:cs typeface="Times New Roman"/>
              </a:rPr>
              <a:t>that</a:t>
            </a:r>
            <a:r>
              <a:rPr sz="2700" spc="204" dirty="0">
                <a:solidFill>
                  <a:srgbClr val="010101"/>
                </a:solidFill>
                <a:latin typeface="Times New Roman"/>
                <a:cs typeface="Times New Roman"/>
              </a:rPr>
              <a:t> </a:t>
            </a:r>
            <a:r>
              <a:rPr sz="2700" spc="50" dirty="0">
                <a:solidFill>
                  <a:srgbClr val="010101"/>
                </a:solidFill>
                <a:latin typeface="Times New Roman"/>
                <a:cs typeface="Times New Roman"/>
              </a:rPr>
              <a:t>can</a:t>
            </a:r>
            <a:r>
              <a:rPr sz="2700" spc="135" dirty="0">
                <a:solidFill>
                  <a:srgbClr val="010101"/>
                </a:solidFill>
                <a:latin typeface="Times New Roman"/>
                <a:cs typeface="Times New Roman"/>
              </a:rPr>
              <a:t> </a:t>
            </a:r>
            <a:r>
              <a:rPr sz="2700" dirty="0">
                <a:solidFill>
                  <a:srgbClr val="010101"/>
                </a:solidFill>
                <a:latin typeface="Times New Roman"/>
                <a:cs typeface="Times New Roman"/>
              </a:rPr>
              <a:t>refer</a:t>
            </a:r>
            <a:r>
              <a:rPr sz="2700" spc="155" dirty="0">
                <a:solidFill>
                  <a:srgbClr val="010101"/>
                </a:solidFill>
                <a:latin typeface="Times New Roman"/>
                <a:cs typeface="Times New Roman"/>
              </a:rPr>
              <a:t> </a:t>
            </a:r>
            <a:r>
              <a:rPr sz="2700" spc="60" dirty="0">
                <a:solidFill>
                  <a:srgbClr val="010101"/>
                </a:solidFill>
                <a:latin typeface="Times New Roman"/>
                <a:cs typeface="Times New Roman"/>
              </a:rPr>
              <a:t>to</a:t>
            </a:r>
            <a:r>
              <a:rPr sz="2700" spc="70" dirty="0">
                <a:solidFill>
                  <a:srgbClr val="010101"/>
                </a:solidFill>
                <a:latin typeface="Times New Roman"/>
                <a:cs typeface="Times New Roman"/>
              </a:rPr>
              <a:t> </a:t>
            </a:r>
            <a:r>
              <a:rPr sz="2700" spc="60" dirty="0">
                <a:solidFill>
                  <a:srgbClr val="010101"/>
                </a:solidFill>
                <a:latin typeface="Times New Roman"/>
                <a:cs typeface="Times New Roman"/>
              </a:rPr>
              <a:t>an</a:t>
            </a:r>
            <a:r>
              <a:rPr sz="2700" spc="120" dirty="0">
                <a:solidFill>
                  <a:srgbClr val="010101"/>
                </a:solidFill>
                <a:latin typeface="Times New Roman"/>
                <a:cs typeface="Times New Roman"/>
              </a:rPr>
              <a:t> </a:t>
            </a:r>
            <a:r>
              <a:rPr sz="2700" spc="-10" dirty="0">
                <a:solidFill>
                  <a:srgbClr val="010101"/>
                </a:solidFill>
                <a:latin typeface="Times New Roman"/>
                <a:cs typeface="Times New Roman"/>
              </a:rPr>
              <a:t>object.</a:t>
            </a:r>
            <a:endParaRPr sz="2700" dirty="0">
              <a:latin typeface="Times New Roman"/>
              <a:cs typeface="Times New Roman"/>
            </a:endParaRPr>
          </a:p>
          <a:p>
            <a:pPr marL="353695" marR="8255" indent="-341630" algn="just">
              <a:lnSpc>
                <a:spcPts val="3040"/>
              </a:lnSpc>
              <a:spcBef>
                <a:spcPts val="830"/>
              </a:spcBef>
              <a:buClr>
                <a:srgbClr val="DD7E42"/>
              </a:buClr>
              <a:buFont typeface="Arial"/>
              <a:buChar char="□"/>
              <a:tabLst>
                <a:tab pos="353695" algn="l"/>
              </a:tabLst>
            </a:pPr>
            <a:r>
              <a:rPr sz="2700" dirty="0">
                <a:solidFill>
                  <a:srgbClr val="F20508"/>
                </a:solidFill>
                <a:latin typeface="Times New Roman"/>
                <a:cs typeface="Times New Roman"/>
              </a:rPr>
              <a:t>Second,</a:t>
            </a:r>
            <a:r>
              <a:rPr sz="2700" spc="180" dirty="0">
                <a:solidFill>
                  <a:srgbClr val="F20508"/>
                </a:solidFill>
                <a:latin typeface="Times New Roman"/>
                <a:cs typeface="Times New Roman"/>
              </a:rPr>
              <a:t>  </a:t>
            </a:r>
            <a:r>
              <a:rPr sz="2700" dirty="0">
                <a:solidFill>
                  <a:srgbClr val="010101"/>
                </a:solidFill>
                <a:latin typeface="Times New Roman"/>
                <a:cs typeface="Times New Roman"/>
              </a:rPr>
              <a:t>you</a:t>
            </a:r>
            <a:r>
              <a:rPr sz="2700" spc="130" dirty="0">
                <a:solidFill>
                  <a:srgbClr val="010101"/>
                </a:solidFill>
                <a:latin typeface="Times New Roman"/>
                <a:cs typeface="Times New Roman"/>
              </a:rPr>
              <a:t>  </a:t>
            </a:r>
            <a:r>
              <a:rPr sz="2700" dirty="0">
                <a:solidFill>
                  <a:srgbClr val="010101"/>
                </a:solidFill>
                <a:latin typeface="Times New Roman"/>
                <a:cs typeface="Times New Roman"/>
              </a:rPr>
              <a:t>must</a:t>
            </a:r>
            <a:r>
              <a:rPr sz="2700" spc="140" dirty="0">
                <a:solidFill>
                  <a:srgbClr val="010101"/>
                </a:solidFill>
                <a:latin typeface="Times New Roman"/>
                <a:cs typeface="Times New Roman"/>
              </a:rPr>
              <a:t>  </a:t>
            </a:r>
            <a:r>
              <a:rPr sz="2700" dirty="0">
                <a:solidFill>
                  <a:srgbClr val="010101"/>
                </a:solidFill>
                <a:latin typeface="Times New Roman"/>
                <a:cs typeface="Times New Roman"/>
              </a:rPr>
              <a:t>acquire</a:t>
            </a:r>
            <a:r>
              <a:rPr sz="2700" spc="170" dirty="0">
                <a:solidFill>
                  <a:srgbClr val="010101"/>
                </a:solidFill>
                <a:latin typeface="Times New Roman"/>
                <a:cs typeface="Times New Roman"/>
              </a:rPr>
              <a:t>  </a:t>
            </a:r>
            <a:r>
              <a:rPr sz="2700" spc="60" dirty="0">
                <a:solidFill>
                  <a:srgbClr val="010101"/>
                </a:solidFill>
                <a:latin typeface="Times New Roman"/>
                <a:cs typeface="Times New Roman"/>
              </a:rPr>
              <a:t>an</a:t>
            </a:r>
            <a:r>
              <a:rPr sz="2700" spc="105" dirty="0">
                <a:solidFill>
                  <a:srgbClr val="010101"/>
                </a:solidFill>
                <a:latin typeface="Times New Roman"/>
                <a:cs typeface="Times New Roman"/>
              </a:rPr>
              <a:t>  </a:t>
            </a:r>
            <a:r>
              <a:rPr sz="2700" dirty="0">
                <a:solidFill>
                  <a:srgbClr val="010101"/>
                </a:solidFill>
                <a:latin typeface="Times New Roman"/>
                <a:cs typeface="Times New Roman"/>
              </a:rPr>
              <a:t>actual,</a:t>
            </a:r>
            <a:r>
              <a:rPr sz="2700" spc="155" dirty="0">
                <a:solidFill>
                  <a:srgbClr val="010101"/>
                </a:solidFill>
                <a:latin typeface="Times New Roman"/>
                <a:cs typeface="Times New Roman"/>
              </a:rPr>
              <a:t>  </a:t>
            </a:r>
            <a:r>
              <a:rPr sz="2700" dirty="0">
                <a:solidFill>
                  <a:srgbClr val="010101"/>
                </a:solidFill>
                <a:latin typeface="Times New Roman"/>
                <a:cs typeface="Times New Roman"/>
              </a:rPr>
              <a:t>physical</a:t>
            </a:r>
            <a:r>
              <a:rPr sz="2700" spc="210" dirty="0">
                <a:solidFill>
                  <a:srgbClr val="010101"/>
                </a:solidFill>
                <a:latin typeface="Times New Roman"/>
                <a:cs typeface="Times New Roman"/>
              </a:rPr>
              <a:t>  </a:t>
            </a:r>
            <a:r>
              <a:rPr sz="2700" dirty="0">
                <a:solidFill>
                  <a:srgbClr val="010101"/>
                </a:solidFill>
                <a:latin typeface="Times New Roman"/>
                <a:cs typeface="Times New Roman"/>
              </a:rPr>
              <a:t>copy</a:t>
            </a:r>
            <a:r>
              <a:rPr sz="2700" spc="120" dirty="0">
                <a:solidFill>
                  <a:srgbClr val="010101"/>
                </a:solidFill>
                <a:latin typeface="Times New Roman"/>
                <a:cs typeface="Times New Roman"/>
              </a:rPr>
              <a:t>  </a:t>
            </a:r>
            <a:r>
              <a:rPr sz="2700" spc="65" dirty="0">
                <a:solidFill>
                  <a:srgbClr val="010101"/>
                </a:solidFill>
                <a:latin typeface="Times New Roman"/>
                <a:cs typeface="Times New Roman"/>
              </a:rPr>
              <a:t>of</a:t>
            </a:r>
            <a:r>
              <a:rPr sz="2700" spc="75" dirty="0">
                <a:solidFill>
                  <a:srgbClr val="010101"/>
                </a:solidFill>
                <a:latin typeface="Times New Roman"/>
                <a:cs typeface="Times New Roman"/>
              </a:rPr>
              <a:t>  </a:t>
            </a:r>
            <a:r>
              <a:rPr sz="2700" spc="25" dirty="0">
                <a:solidFill>
                  <a:srgbClr val="010101"/>
                </a:solidFill>
                <a:latin typeface="Times New Roman"/>
                <a:cs typeface="Times New Roman"/>
              </a:rPr>
              <a:t>the </a:t>
            </a:r>
            <a:r>
              <a:rPr sz="2700" dirty="0">
                <a:solidFill>
                  <a:srgbClr val="010101"/>
                </a:solidFill>
                <a:latin typeface="Times New Roman"/>
                <a:cs typeface="Times New Roman"/>
              </a:rPr>
              <a:t>object</a:t>
            </a:r>
            <a:r>
              <a:rPr sz="2700" spc="430" dirty="0">
                <a:solidFill>
                  <a:srgbClr val="010101"/>
                </a:solidFill>
                <a:latin typeface="Times New Roman"/>
                <a:cs typeface="Times New Roman"/>
              </a:rPr>
              <a:t> </a:t>
            </a:r>
            <a:r>
              <a:rPr sz="2700" dirty="0">
                <a:solidFill>
                  <a:srgbClr val="010101"/>
                </a:solidFill>
                <a:latin typeface="Times New Roman"/>
                <a:cs typeface="Times New Roman"/>
              </a:rPr>
              <a:t>and</a:t>
            </a:r>
            <a:r>
              <a:rPr sz="2700" spc="295" dirty="0">
                <a:solidFill>
                  <a:srgbClr val="010101"/>
                </a:solidFill>
                <a:latin typeface="Times New Roman"/>
                <a:cs typeface="Times New Roman"/>
              </a:rPr>
              <a:t> </a:t>
            </a:r>
            <a:r>
              <a:rPr sz="2700" dirty="0">
                <a:solidFill>
                  <a:srgbClr val="010101"/>
                </a:solidFill>
                <a:latin typeface="Times New Roman"/>
                <a:cs typeface="Times New Roman"/>
              </a:rPr>
              <a:t>assign</a:t>
            </a:r>
            <a:r>
              <a:rPr sz="2700" spc="365" dirty="0">
                <a:solidFill>
                  <a:srgbClr val="010101"/>
                </a:solidFill>
                <a:latin typeface="Times New Roman"/>
                <a:cs typeface="Times New Roman"/>
              </a:rPr>
              <a:t> </a:t>
            </a:r>
            <a:r>
              <a:rPr sz="2700" dirty="0">
                <a:solidFill>
                  <a:srgbClr val="010101"/>
                </a:solidFill>
                <a:latin typeface="Times New Roman"/>
                <a:cs typeface="Times New Roman"/>
              </a:rPr>
              <a:t>it</a:t>
            </a:r>
            <a:r>
              <a:rPr sz="2700" spc="240" dirty="0">
                <a:solidFill>
                  <a:srgbClr val="010101"/>
                </a:solidFill>
                <a:latin typeface="Times New Roman"/>
                <a:cs typeface="Times New Roman"/>
              </a:rPr>
              <a:t> </a:t>
            </a:r>
            <a:r>
              <a:rPr sz="2700" dirty="0">
                <a:solidFill>
                  <a:srgbClr val="010101"/>
                </a:solidFill>
                <a:latin typeface="Times New Roman"/>
                <a:cs typeface="Times New Roman"/>
              </a:rPr>
              <a:t>to</a:t>
            </a:r>
            <a:r>
              <a:rPr sz="2700" spc="204" dirty="0">
                <a:solidFill>
                  <a:srgbClr val="010101"/>
                </a:solidFill>
                <a:latin typeface="Times New Roman"/>
                <a:cs typeface="Times New Roman"/>
              </a:rPr>
              <a:t> </a:t>
            </a:r>
            <a:r>
              <a:rPr sz="2700" dirty="0">
                <a:solidFill>
                  <a:srgbClr val="010101"/>
                </a:solidFill>
                <a:latin typeface="Times New Roman"/>
                <a:cs typeface="Times New Roman"/>
              </a:rPr>
              <a:t>that</a:t>
            </a:r>
            <a:r>
              <a:rPr sz="2700" spc="240" dirty="0">
                <a:solidFill>
                  <a:srgbClr val="010101"/>
                </a:solidFill>
                <a:latin typeface="Times New Roman"/>
                <a:cs typeface="Times New Roman"/>
              </a:rPr>
              <a:t> </a:t>
            </a:r>
            <a:r>
              <a:rPr sz="2700" dirty="0">
                <a:solidFill>
                  <a:srgbClr val="010101"/>
                </a:solidFill>
                <a:latin typeface="Times New Roman"/>
                <a:cs typeface="Times New Roman"/>
              </a:rPr>
              <a:t>variable.</a:t>
            </a:r>
            <a:r>
              <a:rPr sz="2700" spc="415" dirty="0">
                <a:solidFill>
                  <a:srgbClr val="010101"/>
                </a:solidFill>
                <a:latin typeface="Times New Roman"/>
                <a:cs typeface="Times New Roman"/>
              </a:rPr>
              <a:t> </a:t>
            </a:r>
            <a:r>
              <a:rPr sz="2700" dirty="0">
                <a:solidFill>
                  <a:srgbClr val="010101"/>
                </a:solidFill>
                <a:latin typeface="Times New Roman"/>
                <a:cs typeface="Times New Roman"/>
              </a:rPr>
              <a:t>You</a:t>
            </a:r>
            <a:r>
              <a:rPr sz="2700" spc="345" dirty="0">
                <a:solidFill>
                  <a:srgbClr val="010101"/>
                </a:solidFill>
                <a:latin typeface="Times New Roman"/>
                <a:cs typeface="Times New Roman"/>
              </a:rPr>
              <a:t> </a:t>
            </a:r>
            <a:r>
              <a:rPr sz="2700" spc="50" dirty="0">
                <a:solidFill>
                  <a:srgbClr val="010101"/>
                </a:solidFill>
                <a:latin typeface="Times New Roman"/>
                <a:cs typeface="Times New Roman"/>
              </a:rPr>
              <a:t>can</a:t>
            </a:r>
            <a:r>
              <a:rPr sz="2700" spc="265" dirty="0">
                <a:solidFill>
                  <a:srgbClr val="010101"/>
                </a:solidFill>
                <a:latin typeface="Times New Roman"/>
                <a:cs typeface="Times New Roman"/>
              </a:rPr>
              <a:t> </a:t>
            </a:r>
            <a:r>
              <a:rPr sz="2700" dirty="0">
                <a:solidFill>
                  <a:srgbClr val="010101"/>
                </a:solidFill>
                <a:latin typeface="Times New Roman"/>
                <a:cs typeface="Times New Roman"/>
              </a:rPr>
              <a:t>do</a:t>
            </a:r>
            <a:r>
              <a:rPr sz="2700" spc="290" dirty="0">
                <a:solidFill>
                  <a:srgbClr val="010101"/>
                </a:solidFill>
                <a:latin typeface="Times New Roman"/>
                <a:cs typeface="Times New Roman"/>
              </a:rPr>
              <a:t> </a:t>
            </a:r>
            <a:r>
              <a:rPr sz="2700" dirty="0">
                <a:solidFill>
                  <a:srgbClr val="010101"/>
                </a:solidFill>
                <a:latin typeface="Times New Roman"/>
                <a:cs typeface="Times New Roman"/>
              </a:rPr>
              <a:t>this</a:t>
            </a:r>
            <a:r>
              <a:rPr sz="2700" spc="250" dirty="0">
                <a:solidFill>
                  <a:srgbClr val="010101"/>
                </a:solidFill>
                <a:latin typeface="Times New Roman"/>
                <a:cs typeface="Times New Roman"/>
              </a:rPr>
              <a:t> </a:t>
            </a:r>
            <a:r>
              <a:rPr sz="2700" dirty="0">
                <a:solidFill>
                  <a:srgbClr val="010101"/>
                </a:solidFill>
                <a:latin typeface="Times New Roman"/>
                <a:cs typeface="Times New Roman"/>
              </a:rPr>
              <a:t>using</a:t>
            </a:r>
            <a:r>
              <a:rPr sz="2700" spc="310" dirty="0">
                <a:solidFill>
                  <a:srgbClr val="010101"/>
                </a:solidFill>
                <a:latin typeface="Times New Roman"/>
                <a:cs typeface="Times New Roman"/>
              </a:rPr>
              <a:t> </a:t>
            </a:r>
            <a:r>
              <a:rPr sz="2700" spc="-25" dirty="0">
                <a:solidFill>
                  <a:srgbClr val="010101"/>
                </a:solidFill>
                <a:latin typeface="Times New Roman"/>
                <a:cs typeface="Times New Roman"/>
              </a:rPr>
              <a:t>the</a:t>
            </a:r>
            <a:endParaRPr sz="2700" dirty="0">
              <a:latin typeface="Times New Roman"/>
              <a:cs typeface="Times New Roman"/>
            </a:endParaRPr>
          </a:p>
        </p:txBody>
      </p:sp>
      <p:sp>
        <p:nvSpPr>
          <p:cNvPr id="5" name="object 5"/>
          <p:cNvSpPr txBox="1"/>
          <p:nvPr/>
        </p:nvSpPr>
        <p:spPr>
          <a:xfrm>
            <a:off x="1012089" y="4427457"/>
            <a:ext cx="8994775" cy="1601470"/>
          </a:xfrm>
          <a:prstGeom prst="rect">
            <a:avLst/>
          </a:prstGeom>
        </p:spPr>
        <p:txBody>
          <a:bodyPr vert="horz" wrap="square" lIns="0" tIns="37465" rIns="0" bIns="0" rtlCol="0">
            <a:spAutoFit/>
          </a:bodyPr>
          <a:lstStyle/>
          <a:p>
            <a:pPr marL="12700" marR="5080" indent="635" algn="just">
              <a:lnSpc>
                <a:spcPct val="94200"/>
              </a:lnSpc>
              <a:spcBef>
                <a:spcPts val="295"/>
              </a:spcBef>
            </a:pPr>
            <a:r>
              <a:rPr sz="2700" spc="55" dirty="0">
                <a:solidFill>
                  <a:srgbClr val="F20508"/>
                </a:solidFill>
                <a:latin typeface="Times New Roman"/>
                <a:cs typeface="Times New Roman"/>
              </a:rPr>
              <a:t>new</a:t>
            </a:r>
            <a:r>
              <a:rPr sz="2700" spc="545" dirty="0">
                <a:solidFill>
                  <a:srgbClr val="F20508"/>
                </a:solidFill>
                <a:latin typeface="Times New Roman"/>
                <a:cs typeface="Times New Roman"/>
              </a:rPr>
              <a:t>  </a:t>
            </a:r>
            <a:r>
              <a:rPr sz="2700" dirty="0">
                <a:solidFill>
                  <a:srgbClr val="010101"/>
                </a:solidFill>
                <a:latin typeface="Times New Roman"/>
                <a:cs typeface="Times New Roman"/>
              </a:rPr>
              <a:t>operator.</a:t>
            </a:r>
            <a:r>
              <a:rPr sz="2700" spc="605" dirty="0">
                <a:solidFill>
                  <a:srgbClr val="010101"/>
                </a:solidFill>
                <a:latin typeface="Times New Roman"/>
                <a:cs typeface="Times New Roman"/>
              </a:rPr>
              <a:t>  </a:t>
            </a:r>
            <a:r>
              <a:rPr sz="2700" spc="50" dirty="0">
                <a:solidFill>
                  <a:srgbClr val="010101"/>
                </a:solidFill>
                <a:latin typeface="Times New Roman"/>
                <a:cs typeface="Times New Roman"/>
              </a:rPr>
              <a:t>The</a:t>
            </a:r>
            <a:r>
              <a:rPr sz="2700" spc="540" dirty="0">
                <a:solidFill>
                  <a:srgbClr val="010101"/>
                </a:solidFill>
                <a:latin typeface="Times New Roman"/>
                <a:cs typeface="Times New Roman"/>
              </a:rPr>
              <a:t>  </a:t>
            </a:r>
            <a:r>
              <a:rPr sz="2700" dirty="0">
                <a:solidFill>
                  <a:srgbClr val="010101"/>
                </a:solidFill>
                <a:latin typeface="Times New Roman"/>
                <a:cs typeface="Times New Roman"/>
              </a:rPr>
              <a:t>new</a:t>
            </a:r>
            <a:r>
              <a:rPr sz="2700" spc="570" dirty="0">
                <a:solidFill>
                  <a:srgbClr val="010101"/>
                </a:solidFill>
                <a:latin typeface="Times New Roman"/>
                <a:cs typeface="Times New Roman"/>
              </a:rPr>
              <a:t>  </a:t>
            </a:r>
            <a:r>
              <a:rPr sz="2700" dirty="0">
                <a:solidFill>
                  <a:srgbClr val="010101"/>
                </a:solidFill>
                <a:latin typeface="Times New Roman"/>
                <a:cs typeface="Times New Roman"/>
              </a:rPr>
              <a:t>operator</a:t>
            </a:r>
            <a:r>
              <a:rPr sz="2700" spc="590" dirty="0">
                <a:solidFill>
                  <a:srgbClr val="010101"/>
                </a:solidFill>
                <a:latin typeface="Times New Roman"/>
                <a:cs typeface="Times New Roman"/>
              </a:rPr>
              <a:t>  </a:t>
            </a:r>
            <a:r>
              <a:rPr sz="2700" dirty="0">
                <a:solidFill>
                  <a:srgbClr val="010101"/>
                </a:solidFill>
                <a:latin typeface="Times New Roman"/>
                <a:cs typeface="Times New Roman"/>
              </a:rPr>
              <a:t>dynamically</a:t>
            </a:r>
            <a:r>
              <a:rPr sz="2700" spc="625" dirty="0">
                <a:solidFill>
                  <a:srgbClr val="010101"/>
                </a:solidFill>
                <a:latin typeface="Times New Roman"/>
                <a:cs typeface="Times New Roman"/>
              </a:rPr>
              <a:t>  </a:t>
            </a:r>
            <a:r>
              <a:rPr sz="2700" spc="-10" dirty="0">
                <a:solidFill>
                  <a:srgbClr val="010101"/>
                </a:solidFill>
                <a:latin typeface="Times New Roman"/>
                <a:cs typeface="Times New Roman"/>
              </a:rPr>
              <a:t>allocates </a:t>
            </a:r>
            <a:r>
              <a:rPr sz="2700" dirty="0">
                <a:solidFill>
                  <a:srgbClr val="010101"/>
                </a:solidFill>
                <a:latin typeface="Times New Roman"/>
                <a:cs typeface="Times New Roman"/>
              </a:rPr>
              <a:t>memory</a:t>
            </a:r>
            <a:r>
              <a:rPr sz="2700" spc="220" dirty="0">
                <a:solidFill>
                  <a:srgbClr val="010101"/>
                </a:solidFill>
                <a:latin typeface="Times New Roman"/>
                <a:cs typeface="Times New Roman"/>
              </a:rPr>
              <a:t>  </a:t>
            </a:r>
            <a:r>
              <a:rPr sz="2700" dirty="0">
                <a:solidFill>
                  <a:srgbClr val="010101"/>
                </a:solidFill>
                <a:latin typeface="Times New Roman"/>
                <a:cs typeface="Times New Roman"/>
              </a:rPr>
              <a:t>for</a:t>
            </a:r>
            <a:r>
              <a:rPr sz="2700" spc="140" dirty="0">
                <a:solidFill>
                  <a:srgbClr val="010101"/>
                </a:solidFill>
                <a:latin typeface="Times New Roman"/>
                <a:cs typeface="Times New Roman"/>
              </a:rPr>
              <a:t>  </a:t>
            </a:r>
            <a:r>
              <a:rPr sz="2700" spc="60" dirty="0">
                <a:solidFill>
                  <a:srgbClr val="010101"/>
                </a:solidFill>
                <a:latin typeface="Times New Roman"/>
                <a:cs typeface="Times New Roman"/>
              </a:rPr>
              <a:t>an</a:t>
            </a:r>
            <a:r>
              <a:rPr sz="2700" spc="125" dirty="0">
                <a:solidFill>
                  <a:srgbClr val="010101"/>
                </a:solidFill>
                <a:latin typeface="Times New Roman"/>
                <a:cs typeface="Times New Roman"/>
              </a:rPr>
              <a:t>  </a:t>
            </a:r>
            <a:r>
              <a:rPr sz="2700" dirty="0">
                <a:solidFill>
                  <a:srgbClr val="010101"/>
                </a:solidFill>
                <a:latin typeface="Times New Roman"/>
                <a:cs typeface="Times New Roman"/>
              </a:rPr>
              <a:t>object</a:t>
            </a:r>
            <a:r>
              <a:rPr sz="2700" spc="160" dirty="0">
                <a:solidFill>
                  <a:srgbClr val="010101"/>
                </a:solidFill>
                <a:latin typeface="Times New Roman"/>
                <a:cs typeface="Times New Roman"/>
              </a:rPr>
              <a:t>  </a:t>
            </a:r>
            <a:r>
              <a:rPr sz="2700" spc="50" dirty="0">
                <a:solidFill>
                  <a:srgbClr val="010101"/>
                </a:solidFill>
                <a:latin typeface="Times New Roman"/>
                <a:cs typeface="Times New Roman"/>
              </a:rPr>
              <a:t>and</a:t>
            </a:r>
            <a:r>
              <a:rPr sz="2700" spc="150" dirty="0">
                <a:solidFill>
                  <a:srgbClr val="010101"/>
                </a:solidFill>
                <a:latin typeface="Times New Roman"/>
                <a:cs typeface="Times New Roman"/>
              </a:rPr>
              <a:t>  </a:t>
            </a:r>
            <a:r>
              <a:rPr sz="2700" dirty="0">
                <a:solidFill>
                  <a:srgbClr val="010101"/>
                </a:solidFill>
                <a:latin typeface="Times New Roman"/>
                <a:cs typeface="Times New Roman"/>
              </a:rPr>
              <a:t>returns</a:t>
            </a:r>
            <a:r>
              <a:rPr sz="2700" spc="204" dirty="0">
                <a:solidFill>
                  <a:srgbClr val="010101"/>
                </a:solidFill>
                <a:latin typeface="Times New Roman"/>
                <a:cs typeface="Times New Roman"/>
              </a:rPr>
              <a:t>  </a:t>
            </a:r>
            <a:r>
              <a:rPr sz="2700" spc="114" dirty="0">
                <a:solidFill>
                  <a:srgbClr val="010101"/>
                </a:solidFill>
                <a:latin typeface="Times New Roman"/>
                <a:cs typeface="Times New Roman"/>
              </a:rPr>
              <a:t>a</a:t>
            </a:r>
            <a:r>
              <a:rPr sz="2700" spc="100" dirty="0">
                <a:solidFill>
                  <a:srgbClr val="010101"/>
                </a:solidFill>
                <a:latin typeface="Times New Roman"/>
                <a:cs typeface="Times New Roman"/>
              </a:rPr>
              <a:t>  </a:t>
            </a:r>
            <a:r>
              <a:rPr sz="2700" dirty="0">
                <a:solidFill>
                  <a:srgbClr val="010101"/>
                </a:solidFill>
                <a:latin typeface="Times New Roman"/>
                <a:cs typeface="Times New Roman"/>
              </a:rPr>
              <a:t>reference</a:t>
            </a:r>
            <a:r>
              <a:rPr sz="2700" spc="215" dirty="0">
                <a:solidFill>
                  <a:srgbClr val="010101"/>
                </a:solidFill>
                <a:latin typeface="Times New Roman"/>
                <a:cs typeface="Times New Roman"/>
              </a:rPr>
              <a:t>  </a:t>
            </a:r>
            <a:r>
              <a:rPr sz="2700" spc="60" dirty="0">
                <a:solidFill>
                  <a:srgbClr val="010101"/>
                </a:solidFill>
                <a:latin typeface="Times New Roman"/>
                <a:cs typeface="Times New Roman"/>
              </a:rPr>
              <a:t>to</a:t>
            </a:r>
            <a:r>
              <a:rPr sz="2700" spc="125" dirty="0">
                <a:solidFill>
                  <a:srgbClr val="010101"/>
                </a:solidFill>
                <a:latin typeface="Times New Roman"/>
                <a:cs typeface="Times New Roman"/>
              </a:rPr>
              <a:t>  </a:t>
            </a:r>
            <a:r>
              <a:rPr sz="2700" spc="55" dirty="0">
                <a:solidFill>
                  <a:srgbClr val="010101"/>
                </a:solidFill>
                <a:latin typeface="Times New Roman"/>
                <a:cs typeface="Times New Roman"/>
              </a:rPr>
              <a:t>it.</a:t>
            </a:r>
            <a:r>
              <a:rPr sz="2700" spc="110" dirty="0">
                <a:solidFill>
                  <a:srgbClr val="010101"/>
                </a:solidFill>
                <a:latin typeface="Times New Roman"/>
                <a:cs typeface="Times New Roman"/>
              </a:rPr>
              <a:t>  </a:t>
            </a:r>
            <a:r>
              <a:rPr sz="2700" spc="-20" dirty="0">
                <a:solidFill>
                  <a:srgbClr val="010101"/>
                </a:solidFill>
                <a:latin typeface="Times New Roman"/>
                <a:cs typeface="Times New Roman"/>
              </a:rPr>
              <a:t>This </a:t>
            </a:r>
            <a:r>
              <a:rPr sz="2700" dirty="0">
                <a:solidFill>
                  <a:srgbClr val="010101"/>
                </a:solidFill>
                <a:latin typeface="Times New Roman"/>
                <a:cs typeface="Times New Roman"/>
              </a:rPr>
              <a:t>reference</a:t>
            </a:r>
            <a:r>
              <a:rPr sz="2700" spc="420" dirty="0">
                <a:solidFill>
                  <a:srgbClr val="010101"/>
                </a:solidFill>
                <a:latin typeface="Times New Roman"/>
                <a:cs typeface="Times New Roman"/>
              </a:rPr>
              <a:t> </a:t>
            </a:r>
            <a:r>
              <a:rPr sz="2700" dirty="0">
                <a:solidFill>
                  <a:srgbClr val="010101"/>
                </a:solidFill>
                <a:latin typeface="Times New Roman"/>
                <a:cs typeface="Times New Roman"/>
              </a:rPr>
              <a:t>is,</a:t>
            </a:r>
            <a:r>
              <a:rPr sz="2700" spc="235" dirty="0">
                <a:solidFill>
                  <a:srgbClr val="010101"/>
                </a:solidFill>
                <a:latin typeface="Times New Roman"/>
                <a:cs typeface="Times New Roman"/>
              </a:rPr>
              <a:t> </a:t>
            </a:r>
            <a:r>
              <a:rPr sz="2700" dirty="0">
                <a:solidFill>
                  <a:srgbClr val="010101"/>
                </a:solidFill>
                <a:latin typeface="Times New Roman"/>
                <a:cs typeface="Times New Roman"/>
              </a:rPr>
              <a:t>more</a:t>
            </a:r>
            <a:r>
              <a:rPr sz="2700" spc="260" dirty="0">
                <a:solidFill>
                  <a:srgbClr val="010101"/>
                </a:solidFill>
                <a:latin typeface="Times New Roman"/>
                <a:cs typeface="Times New Roman"/>
              </a:rPr>
              <a:t> </a:t>
            </a:r>
            <a:r>
              <a:rPr sz="2700" dirty="0">
                <a:solidFill>
                  <a:srgbClr val="010101"/>
                </a:solidFill>
                <a:latin typeface="Times New Roman"/>
                <a:cs typeface="Times New Roman"/>
              </a:rPr>
              <a:t>or</a:t>
            </a:r>
            <a:r>
              <a:rPr sz="2700" spc="220" dirty="0">
                <a:solidFill>
                  <a:srgbClr val="010101"/>
                </a:solidFill>
                <a:latin typeface="Times New Roman"/>
                <a:cs typeface="Times New Roman"/>
              </a:rPr>
              <a:t> </a:t>
            </a:r>
            <a:r>
              <a:rPr sz="2700" dirty="0">
                <a:solidFill>
                  <a:srgbClr val="010101"/>
                </a:solidFill>
                <a:latin typeface="Times New Roman"/>
                <a:cs typeface="Times New Roman"/>
              </a:rPr>
              <a:t>less,</a:t>
            </a:r>
            <a:r>
              <a:rPr sz="2700" spc="220" dirty="0">
                <a:solidFill>
                  <a:srgbClr val="010101"/>
                </a:solidFill>
                <a:latin typeface="Times New Roman"/>
                <a:cs typeface="Times New Roman"/>
              </a:rPr>
              <a:t> </a:t>
            </a:r>
            <a:r>
              <a:rPr sz="2700" dirty="0">
                <a:solidFill>
                  <a:srgbClr val="010101"/>
                </a:solidFill>
                <a:latin typeface="Times New Roman"/>
                <a:cs typeface="Times New Roman"/>
              </a:rPr>
              <a:t>the</a:t>
            </a:r>
            <a:r>
              <a:rPr sz="2700" spc="204" dirty="0">
                <a:solidFill>
                  <a:srgbClr val="010101"/>
                </a:solidFill>
                <a:latin typeface="Times New Roman"/>
                <a:cs typeface="Times New Roman"/>
              </a:rPr>
              <a:t> </a:t>
            </a:r>
            <a:r>
              <a:rPr sz="2700" dirty="0">
                <a:solidFill>
                  <a:srgbClr val="010101"/>
                </a:solidFill>
                <a:latin typeface="Times New Roman"/>
                <a:cs typeface="Times New Roman"/>
              </a:rPr>
              <a:t>address</a:t>
            </a:r>
            <a:r>
              <a:rPr sz="2700" spc="365" dirty="0">
                <a:solidFill>
                  <a:srgbClr val="010101"/>
                </a:solidFill>
                <a:latin typeface="Times New Roman"/>
                <a:cs typeface="Times New Roman"/>
              </a:rPr>
              <a:t> </a:t>
            </a:r>
            <a:r>
              <a:rPr sz="2700" dirty="0">
                <a:solidFill>
                  <a:srgbClr val="010101"/>
                </a:solidFill>
                <a:latin typeface="Times New Roman"/>
                <a:cs typeface="Times New Roman"/>
              </a:rPr>
              <a:t>in</a:t>
            </a:r>
            <a:r>
              <a:rPr sz="2700" spc="215" dirty="0">
                <a:solidFill>
                  <a:srgbClr val="010101"/>
                </a:solidFill>
                <a:latin typeface="Times New Roman"/>
                <a:cs typeface="Times New Roman"/>
              </a:rPr>
              <a:t> </a:t>
            </a:r>
            <a:r>
              <a:rPr sz="2700" dirty="0">
                <a:solidFill>
                  <a:srgbClr val="010101"/>
                </a:solidFill>
                <a:latin typeface="Times New Roman"/>
                <a:cs typeface="Times New Roman"/>
              </a:rPr>
              <a:t>memory</a:t>
            </a:r>
            <a:r>
              <a:rPr sz="2700" spc="350" dirty="0">
                <a:solidFill>
                  <a:srgbClr val="010101"/>
                </a:solidFill>
                <a:latin typeface="Times New Roman"/>
                <a:cs typeface="Times New Roman"/>
              </a:rPr>
              <a:t> </a:t>
            </a:r>
            <a:r>
              <a:rPr sz="2700" dirty="0">
                <a:solidFill>
                  <a:srgbClr val="010101"/>
                </a:solidFill>
                <a:latin typeface="Times New Roman"/>
                <a:cs typeface="Times New Roman"/>
              </a:rPr>
              <a:t>of</a:t>
            </a:r>
            <a:r>
              <a:rPr sz="2700" spc="170" dirty="0">
                <a:solidFill>
                  <a:srgbClr val="010101"/>
                </a:solidFill>
                <a:latin typeface="Times New Roman"/>
                <a:cs typeface="Times New Roman"/>
              </a:rPr>
              <a:t> </a:t>
            </a:r>
            <a:r>
              <a:rPr sz="2700" spc="50" dirty="0">
                <a:solidFill>
                  <a:srgbClr val="010101"/>
                </a:solidFill>
                <a:latin typeface="Times New Roman"/>
                <a:cs typeface="Times New Roman"/>
              </a:rPr>
              <a:t>the</a:t>
            </a:r>
            <a:r>
              <a:rPr sz="2700" spc="225" dirty="0">
                <a:solidFill>
                  <a:srgbClr val="010101"/>
                </a:solidFill>
                <a:latin typeface="Times New Roman"/>
                <a:cs typeface="Times New Roman"/>
              </a:rPr>
              <a:t> </a:t>
            </a:r>
            <a:r>
              <a:rPr sz="2700" spc="-10" dirty="0">
                <a:solidFill>
                  <a:srgbClr val="010101"/>
                </a:solidFill>
                <a:latin typeface="Times New Roman"/>
                <a:cs typeface="Times New Roman"/>
              </a:rPr>
              <a:t>object </a:t>
            </a:r>
            <a:r>
              <a:rPr sz="2700" dirty="0">
                <a:solidFill>
                  <a:srgbClr val="010101"/>
                </a:solidFill>
                <a:latin typeface="Times New Roman"/>
                <a:cs typeface="Times New Roman"/>
              </a:rPr>
              <a:t>allocated</a:t>
            </a:r>
            <a:r>
              <a:rPr sz="2700" spc="434" dirty="0">
                <a:solidFill>
                  <a:srgbClr val="010101"/>
                </a:solidFill>
                <a:latin typeface="Times New Roman"/>
                <a:cs typeface="Times New Roman"/>
              </a:rPr>
              <a:t> </a:t>
            </a:r>
            <a:r>
              <a:rPr sz="2700" dirty="0">
                <a:solidFill>
                  <a:srgbClr val="010101"/>
                </a:solidFill>
                <a:latin typeface="Times New Roman"/>
                <a:cs typeface="Times New Roman"/>
              </a:rPr>
              <a:t>by</a:t>
            </a:r>
            <a:r>
              <a:rPr sz="2700" spc="195" dirty="0">
                <a:solidFill>
                  <a:srgbClr val="010101"/>
                </a:solidFill>
                <a:latin typeface="Times New Roman"/>
                <a:cs typeface="Times New Roman"/>
              </a:rPr>
              <a:t> </a:t>
            </a:r>
            <a:r>
              <a:rPr sz="2700" spc="-20" dirty="0">
                <a:solidFill>
                  <a:srgbClr val="010101"/>
                </a:solidFill>
                <a:latin typeface="Times New Roman"/>
                <a:cs typeface="Times New Roman"/>
              </a:rPr>
              <a:t>new.</a:t>
            </a:r>
            <a:endParaRPr sz="2700" dirty="0">
              <a:latin typeface="Times New Roman"/>
              <a:cs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24130">
              <a:lnSpc>
                <a:spcPct val="100000"/>
              </a:lnSpc>
              <a:spcBef>
                <a:spcPts val="110"/>
              </a:spcBef>
            </a:pPr>
            <a:r>
              <a:rPr sz="4450" spc="-10" dirty="0">
                <a:solidFill>
                  <a:srgbClr val="796960"/>
                </a:solidFill>
                <a:latin typeface="Times New Roman"/>
                <a:cs typeface="Times New Roman"/>
              </a:rPr>
              <a:t>Syntax:</a:t>
            </a:r>
            <a:endParaRPr sz="4450">
              <a:latin typeface="Times New Roman"/>
              <a:cs typeface="Times New Roman"/>
            </a:endParaRPr>
          </a:p>
        </p:txBody>
      </p:sp>
      <p:sp>
        <p:nvSpPr>
          <p:cNvPr id="3" name="object 3"/>
          <p:cNvSpPr txBox="1"/>
          <p:nvPr/>
        </p:nvSpPr>
        <p:spPr>
          <a:xfrm>
            <a:off x="521921" y="1021245"/>
            <a:ext cx="337185" cy="1125855"/>
          </a:xfrm>
          <a:prstGeom prst="rect">
            <a:avLst/>
          </a:prstGeom>
        </p:spPr>
        <p:txBody>
          <a:bodyPr vert="horz" wrap="square" lIns="0" tIns="15240" rIns="0" bIns="0" rtlCol="0">
            <a:spAutoFit/>
          </a:bodyPr>
          <a:lstStyle/>
          <a:p>
            <a:pPr marL="12700">
              <a:lnSpc>
                <a:spcPct val="100000"/>
              </a:lnSpc>
              <a:spcBef>
                <a:spcPts val="120"/>
              </a:spcBef>
            </a:pPr>
            <a:r>
              <a:rPr sz="7200" spc="50" dirty="0">
                <a:solidFill>
                  <a:srgbClr val="DB7E44"/>
                </a:solidFill>
                <a:latin typeface="Arial"/>
                <a:cs typeface="Arial"/>
              </a:rPr>
              <a:t>-</a:t>
            </a:r>
            <a:endParaRPr sz="7200">
              <a:latin typeface="Arial"/>
              <a:cs typeface="Arial"/>
            </a:endParaRPr>
          </a:p>
        </p:txBody>
      </p:sp>
      <p:sp>
        <p:nvSpPr>
          <p:cNvPr id="4" name="object 4"/>
          <p:cNvSpPr txBox="1"/>
          <p:nvPr/>
        </p:nvSpPr>
        <p:spPr>
          <a:xfrm>
            <a:off x="798752" y="1867616"/>
            <a:ext cx="9018905" cy="3032125"/>
          </a:xfrm>
          <a:prstGeom prst="rect">
            <a:avLst/>
          </a:prstGeom>
        </p:spPr>
        <p:txBody>
          <a:bodyPr vert="horz" wrap="square" lIns="0" tIns="34925" rIns="0" bIns="0" rtlCol="0">
            <a:spAutoFit/>
          </a:bodyPr>
          <a:lstStyle/>
          <a:p>
            <a:pPr marL="354965" marR="5080" indent="-342900">
              <a:lnSpc>
                <a:spcPts val="3620"/>
              </a:lnSpc>
              <a:spcBef>
                <a:spcPts val="275"/>
              </a:spcBef>
              <a:buClr>
                <a:srgbClr val="DB7E44"/>
              </a:buClr>
              <a:buSzPct val="105454"/>
              <a:buFont typeface="Arial"/>
              <a:buChar char="□"/>
              <a:tabLst>
                <a:tab pos="354965" algn="l"/>
              </a:tabLst>
            </a:pPr>
            <a:r>
              <a:rPr sz="2750" spc="120" dirty="0">
                <a:solidFill>
                  <a:srgbClr val="010101"/>
                </a:solidFill>
                <a:latin typeface="Times New Roman"/>
                <a:cs typeface="Times New Roman"/>
              </a:rPr>
              <a:t>The</a:t>
            </a:r>
            <a:r>
              <a:rPr sz="2750" spc="270" dirty="0">
                <a:solidFill>
                  <a:srgbClr val="010101"/>
                </a:solidFill>
                <a:latin typeface="Times New Roman"/>
                <a:cs typeface="Times New Roman"/>
              </a:rPr>
              <a:t> </a:t>
            </a:r>
            <a:r>
              <a:rPr sz="2750" spc="130" dirty="0">
                <a:solidFill>
                  <a:srgbClr val="EF0708"/>
                </a:solidFill>
                <a:latin typeface="Times New Roman"/>
                <a:cs typeface="Times New Roman"/>
              </a:rPr>
              <a:t>new</a:t>
            </a:r>
            <a:r>
              <a:rPr sz="2750" spc="350" dirty="0">
                <a:solidFill>
                  <a:srgbClr val="EF0708"/>
                </a:solidFill>
                <a:latin typeface="Times New Roman"/>
                <a:cs typeface="Times New Roman"/>
              </a:rPr>
              <a:t> </a:t>
            </a:r>
            <a:r>
              <a:rPr sz="2750" spc="100" dirty="0">
                <a:solidFill>
                  <a:srgbClr val="010101"/>
                </a:solidFill>
                <a:latin typeface="Times New Roman"/>
                <a:cs typeface="Times New Roman"/>
              </a:rPr>
              <a:t>operator</a:t>
            </a:r>
            <a:r>
              <a:rPr sz="2750" spc="260" dirty="0">
                <a:solidFill>
                  <a:srgbClr val="010101"/>
                </a:solidFill>
                <a:latin typeface="Times New Roman"/>
                <a:cs typeface="Times New Roman"/>
              </a:rPr>
              <a:t> </a:t>
            </a:r>
            <a:r>
              <a:rPr sz="2750" spc="110" dirty="0">
                <a:solidFill>
                  <a:srgbClr val="010101"/>
                </a:solidFill>
                <a:latin typeface="Times New Roman"/>
                <a:cs typeface="Times New Roman"/>
              </a:rPr>
              <a:t>dynamically</a:t>
            </a:r>
            <a:r>
              <a:rPr sz="2750" spc="335" dirty="0">
                <a:solidFill>
                  <a:srgbClr val="010101"/>
                </a:solidFill>
                <a:latin typeface="Times New Roman"/>
                <a:cs typeface="Times New Roman"/>
              </a:rPr>
              <a:t> </a:t>
            </a:r>
            <a:r>
              <a:rPr sz="2750" spc="90" dirty="0">
                <a:solidFill>
                  <a:srgbClr val="010101"/>
                </a:solidFill>
                <a:latin typeface="Times New Roman"/>
                <a:cs typeface="Times New Roman"/>
              </a:rPr>
              <a:t>allocates</a:t>
            </a:r>
            <a:r>
              <a:rPr sz="2750" spc="275" dirty="0">
                <a:solidFill>
                  <a:srgbClr val="010101"/>
                </a:solidFill>
                <a:latin typeface="Times New Roman"/>
                <a:cs typeface="Times New Roman"/>
              </a:rPr>
              <a:t> </a:t>
            </a:r>
            <a:r>
              <a:rPr sz="2750" spc="120" dirty="0">
                <a:solidFill>
                  <a:srgbClr val="010101"/>
                </a:solidFill>
                <a:latin typeface="Times New Roman"/>
                <a:cs typeface="Times New Roman"/>
              </a:rPr>
              <a:t>memory</a:t>
            </a:r>
            <a:r>
              <a:rPr sz="2750" spc="340" dirty="0">
                <a:solidFill>
                  <a:srgbClr val="010101"/>
                </a:solidFill>
                <a:latin typeface="Times New Roman"/>
                <a:cs typeface="Times New Roman"/>
              </a:rPr>
              <a:t> </a:t>
            </a:r>
            <a:r>
              <a:rPr sz="2750" spc="105" dirty="0">
                <a:solidFill>
                  <a:srgbClr val="010101"/>
                </a:solidFill>
                <a:latin typeface="Times New Roman"/>
                <a:cs typeface="Times New Roman"/>
              </a:rPr>
              <a:t>for</a:t>
            </a:r>
            <a:r>
              <a:rPr sz="2750" spc="175" dirty="0">
                <a:solidFill>
                  <a:srgbClr val="010101"/>
                </a:solidFill>
                <a:latin typeface="Times New Roman"/>
                <a:cs typeface="Times New Roman"/>
              </a:rPr>
              <a:t> </a:t>
            </a:r>
            <a:r>
              <a:rPr sz="2750" spc="100" dirty="0">
                <a:solidFill>
                  <a:srgbClr val="010101"/>
                </a:solidFill>
                <a:latin typeface="Times New Roman"/>
                <a:cs typeface="Times New Roman"/>
              </a:rPr>
              <a:t>an </a:t>
            </a:r>
            <a:r>
              <a:rPr sz="2750" spc="95" dirty="0">
                <a:solidFill>
                  <a:srgbClr val="010101"/>
                </a:solidFill>
                <a:latin typeface="Times New Roman"/>
                <a:cs typeface="Times New Roman"/>
              </a:rPr>
              <a:t>object.</a:t>
            </a:r>
            <a:r>
              <a:rPr sz="2750" spc="155" dirty="0">
                <a:solidFill>
                  <a:srgbClr val="010101"/>
                </a:solidFill>
                <a:latin typeface="Times New Roman"/>
                <a:cs typeface="Times New Roman"/>
              </a:rPr>
              <a:t> </a:t>
            </a:r>
            <a:r>
              <a:rPr sz="2750" spc="70" dirty="0">
                <a:solidFill>
                  <a:srgbClr val="010101"/>
                </a:solidFill>
                <a:latin typeface="Times New Roman"/>
                <a:cs typeface="Times New Roman"/>
              </a:rPr>
              <a:t>It</a:t>
            </a:r>
            <a:r>
              <a:rPr sz="2750" spc="100" dirty="0">
                <a:solidFill>
                  <a:srgbClr val="010101"/>
                </a:solidFill>
                <a:latin typeface="Times New Roman"/>
                <a:cs typeface="Times New Roman"/>
              </a:rPr>
              <a:t> </a:t>
            </a:r>
            <a:r>
              <a:rPr sz="2750" spc="105" dirty="0">
                <a:solidFill>
                  <a:srgbClr val="010101"/>
                </a:solidFill>
                <a:latin typeface="Times New Roman"/>
                <a:cs typeface="Times New Roman"/>
              </a:rPr>
              <a:t>has</a:t>
            </a:r>
            <a:r>
              <a:rPr sz="2750" spc="114" dirty="0">
                <a:solidFill>
                  <a:srgbClr val="010101"/>
                </a:solidFill>
                <a:latin typeface="Times New Roman"/>
                <a:cs typeface="Times New Roman"/>
              </a:rPr>
              <a:t> </a:t>
            </a:r>
            <a:r>
              <a:rPr sz="2750" spc="95" dirty="0">
                <a:solidFill>
                  <a:srgbClr val="010101"/>
                </a:solidFill>
                <a:latin typeface="Times New Roman"/>
                <a:cs typeface="Times New Roman"/>
              </a:rPr>
              <a:t>the</a:t>
            </a:r>
            <a:r>
              <a:rPr sz="2750" spc="130" dirty="0">
                <a:solidFill>
                  <a:srgbClr val="010101"/>
                </a:solidFill>
                <a:latin typeface="Times New Roman"/>
                <a:cs typeface="Times New Roman"/>
              </a:rPr>
              <a:t> </a:t>
            </a:r>
            <a:r>
              <a:rPr sz="2750" spc="105" dirty="0">
                <a:solidFill>
                  <a:srgbClr val="010101"/>
                </a:solidFill>
                <a:latin typeface="Times New Roman"/>
                <a:cs typeface="Times New Roman"/>
              </a:rPr>
              <a:t>following</a:t>
            </a:r>
            <a:r>
              <a:rPr sz="2750" spc="185" dirty="0">
                <a:solidFill>
                  <a:srgbClr val="010101"/>
                </a:solidFill>
                <a:latin typeface="Times New Roman"/>
                <a:cs typeface="Times New Roman"/>
              </a:rPr>
              <a:t> </a:t>
            </a:r>
            <a:r>
              <a:rPr sz="2750" spc="95" dirty="0">
                <a:solidFill>
                  <a:srgbClr val="010101"/>
                </a:solidFill>
                <a:latin typeface="Times New Roman"/>
                <a:cs typeface="Times New Roman"/>
              </a:rPr>
              <a:t>general</a:t>
            </a:r>
            <a:r>
              <a:rPr sz="2750" spc="204" dirty="0">
                <a:solidFill>
                  <a:srgbClr val="010101"/>
                </a:solidFill>
                <a:latin typeface="Times New Roman"/>
                <a:cs typeface="Times New Roman"/>
              </a:rPr>
              <a:t> </a:t>
            </a:r>
            <a:r>
              <a:rPr sz="2750" spc="95" dirty="0">
                <a:solidFill>
                  <a:srgbClr val="010101"/>
                </a:solidFill>
                <a:latin typeface="Times New Roman"/>
                <a:cs typeface="Times New Roman"/>
              </a:rPr>
              <a:t>form:</a:t>
            </a:r>
            <a:endParaRPr sz="2750" dirty="0">
              <a:latin typeface="Times New Roman"/>
              <a:cs typeface="Times New Roman"/>
            </a:endParaRPr>
          </a:p>
          <a:p>
            <a:pPr marR="582930" algn="ctr">
              <a:lnSpc>
                <a:spcPct val="100000"/>
              </a:lnSpc>
              <a:spcBef>
                <a:spcPts val="880"/>
              </a:spcBef>
              <a:tabLst>
                <a:tab pos="1784985" algn="l"/>
              </a:tabLst>
            </a:pPr>
            <a:r>
              <a:rPr lang="en-IN" sz="2750" dirty="0">
                <a:solidFill>
                  <a:srgbClr val="EF0708"/>
                </a:solidFill>
                <a:latin typeface="Times New Roman"/>
                <a:cs typeface="Times New Roman"/>
              </a:rPr>
              <a:t>C</a:t>
            </a:r>
            <a:r>
              <a:rPr sz="2750" dirty="0" err="1">
                <a:solidFill>
                  <a:srgbClr val="EF0708"/>
                </a:solidFill>
                <a:latin typeface="Times New Roman"/>
                <a:cs typeface="Times New Roman"/>
              </a:rPr>
              <a:t>lass</a:t>
            </a:r>
            <a:r>
              <a:rPr lang="en-US" sz="2750" dirty="0" err="1">
                <a:solidFill>
                  <a:srgbClr val="EF0708"/>
                </a:solidFill>
                <a:latin typeface="Times New Roman"/>
                <a:cs typeface="Times New Roman"/>
              </a:rPr>
              <a:t>name</a:t>
            </a:r>
            <a:r>
              <a:rPr lang="en-US" sz="2750" dirty="0">
                <a:solidFill>
                  <a:srgbClr val="EF0708"/>
                </a:solidFill>
                <a:latin typeface="Times New Roman"/>
                <a:cs typeface="Times New Roman"/>
              </a:rPr>
              <a:t> class-</a:t>
            </a:r>
            <a:r>
              <a:rPr sz="2750" spc="-10" dirty="0" err="1">
                <a:solidFill>
                  <a:srgbClr val="EF0708"/>
                </a:solidFill>
                <a:latin typeface="Times New Roman"/>
                <a:cs typeface="Times New Roman"/>
              </a:rPr>
              <a:t>var</a:t>
            </a:r>
            <a:r>
              <a:rPr sz="2750" spc="-10" dirty="0">
                <a:solidFill>
                  <a:srgbClr val="EF0708"/>
                </a:solidFill>
                <a:latin typeface="Times New Roman"/>
                <a:cs typeface="Times New Roman"/>
              </a:rPr>
              <a:t>=</a:t>
            </a:r>
            <a:r>
              <a:rPr sz="2750" spc="130" dirty="0">
                <a:solidFill>
                  <a:srgbClr val="EF0708"/>
                </a:solidFill>
                <a:latin typeface="Times New Roman"/>
                <a:cs typeface="Times New Roman"/>
              </a:rPr>
              <a:t>new</a:t>
            </a:r>
            <a:r>
              <a:rPr sz="2750" spc="90" dirty="0">
                <a:solidFill>
                  <a:srgbClr val="EF0708"/>
                </a:solidFill>
                <a:latin typeface="Times New Roman"/>
                <a:cs typeface="Times New Roman"/>
              </a:rPr>
              <a:t> </a:t>
            </a:r>
            <a:r>
              <a:rPr sz="2750" spc="105" dirty="0">
                <a:solidFill>
                  <a:srgbClr val="EF0708"/>
                </a:solidFill>
                <a:latin typeface="Times New Roman"/>
                <a:cs typeface="Times New Roman"/>
              </a:rPr>
              <a:t>classname(</a:t>
            </a:r>
            <a:r>
              <a:rPr sz="2750" spc="240" dirty="0">
                <a:solidFill>
                  <a:srgbClr val="EF0708"/>
                </a:solidFill>
                <a:latin typeface="Times New Roman"/>
                <a:cs typeface="Times New Roman"/>
              </a:rPr>
              <a:t> </a:t>
            </a:r>
            <a:r>
              <a:rPr sz="2750" spc="50" dirty="0">
                <a:solidFill>
                  <a:srgbClr val="EF0708"/>
                </a:solidFill>
                <a:latin typeface="Times New Roman"/>
                <a:cs typeface="Times New Roman"/>
              </a:rPr>
              <a:t>);</a:t>
            </a:r>
            <a:endParaRPr sz="2750" dirty="0">
              <a:latin typeface="Times New Roman"/>
              <a:cs typeface="Times New Roman"/>
            </a:endParaRPr>
          </a:p>
          <a:p>
            <a:pPr marL="340995" marR="499109" indent="-340995" algn="ctr">
              <a:lnSpc>
                <a:spcPct val="100000"/>
              </a:lnSpc>
              <a:spcBef>
                <a:spcPts val="1025"/>
              </a:spcBef>
              <a:buClr>
                <a:srgbClr val="DB7E44"/>
              </a:buClr>
              <a:buFont typeface="Arial"/>
              <a:buChar char="□"/>
              <a:tabLst>
                <a:tab pos="340995" algn="l"/>
                <a:tab pos="7676515" algn="l"/>
              </a:tabLst>
            </a:pPr>
            <a:r>
              <a:rPr sz="2750" i="1" dirty="0">
                <a:solidFill>
                  <a:srgbClr val="EF0708"/>
                </a:solidFill>
                <a:latin typeface="Times New Roman"/>
                <a:cs typeface="Times New Roman"/>
              </a:rPr>
              <a:t>class-</a:t>
            </a:r>
            <a:r>
              <a:rPr sz="2750" i="1" spc="55" dirty="0">
                <a:solidFill>
                  <a:srgbClr val="EF0708"/>
                </a:solidFill>
                <a:latin typeface="Times New Roman"/>
                <a:cs typeface="Times New Roman"/>
              </a:rPr>
              <a:t>var</a:t>
            </a:r>
            <a:r>
              <a:rPr sz="2750" i="1" spc="220" dirty="0">
                <a:solidFill>
                  <a:srgbClr val="EF0708"/>
                </a:solidFill>
                <a:latin typeface="Times New Roman"/>
                <a:cs typeface="Times New Roman"/>
              </a:rPr>
              <a:t> </a:t>
            </a:r>
            <a:r>
              <a:rPr sz="2750" spc="80" dirty="0">
                <a:solidFill>
                  <a:srgbClr val="1F1F1F"/>
                </a:solidFill>
                <a:latin typeface="Times New Roman"/>
                <a:cs typeface="Times New Roman"/>
              </a:rPr>
              <a:t>is</a:t>
            </a:r>
            <a:r>
              <a:rPr sz="2750" spc="70" dirty="0">
                <a:solidFill>
                  <a:srgbClr val="1F1F1F"/>
                </a:solidFill>
                <a:latin typeface="Times New Roman"/>
                <a:cs typeface="Times New Roman"/>
              </a:rPr>
              <a:t> </a:t>
            </a:r>
            <a:r>
              <a:rPr sz="2750" spc="95" dirty="0">
                <a:solidFill>
                  <a:srgbClr val="1F1F1F"/>
                </a:solidFill>
                <a:latin typeface="Times New Roman"/>
                <a:cs typeface="Times New Roman"/>
              </a:rPr>
              <a:t>a</a:t>
            </a:r>
            <a:r>
              <a:rPr sz="2750" spc="85" dirty="0">
                <a:solidFill>
                  <a:srgbClr val="1F1F1F"/>
                </a:solidFill>
                <a:latin typeface="Times New Roman"/>
                <a:cs typeface="Times New Roman"/>
              </a:rPr>
              <a:t> </a:t>
            </a:r>
            <a:r>
              <a:rPr sz="2750" spc="50" dirty="0">
                <a:solidFill>
                  <a:srgbClr val="1F1F1F"/>
                </a:solidFill>
                <a:latin typeface="Times New Roman"/>
                <a:cs typeface="Times New Roman"/>
              </a:rPr>
              <a:t>variable</a:t>
            </a:r>
            <a:r>
              <a:rPr sz="2750" spc="245" dirty="0">
                <a:solidFill>
                  <a:srgbClr val="1F1F1F"/>
                </a:solidFill>
                <a:latin typeface="Times New Roman"/>
                <a:cs typeface="Times New Roman"/>
              </a:rPr>
              <a:t> </a:t>
            </a:r>
            <a:r>
              <a:rPr sz="2750" spc="65" dirty="0">
                <a:solidFill>
                  <a:srgbClr val="1F1F1F"/>
                </a:solidFill>
                <a:latin typeface="Times New Roman"/>
                <a:cs typeface="Times New Roman"/>
              </a:rPr>
              <a:t>of</a:t>
            </a:r>
            <a:r>
              <a:rPr sz="2750" spc="100" dirty="0">
                <a:solidFill>
                  <a:srgbClr val="1F1F1F"/>
                </a:solidFill>
                <a:latin typeface="Times New Roman"/>
                <a:cs typeface="Times New Roman"/>
              </a:rPr>
              <a:t> </a:t>
            </a:r>
            <a:r>
              <a:rPr sz="2750" spc="75" dirty="0">
                <a:solidFill>
                  <a:srgbClr val="1F1F1F"/>
                </a:solidFill>
                <a:latin typeface="Times New Roman"/>
                <a:cs typeface="Times New Roman"/>
              </a:rPr>
              <a:t>the</a:t>
            </a:r>
            <a:r>
              <a:rPr sz="2750" spc="80" dirty="0">
                <a:solidFill>
                  <a:srgbClr val="1F1F1F"/>
                </a:solidFill>
                <a:latin typeface="Times New Roman"/>
                <a:cs typeface="Times New Roman"/>
              </a:rPr>
              <a:t> </a:t>
            </a:r>
            <a:r>
              <a:rPr sz="2750" spc="60" dirty="0">
                <a:solidFill>
                  <a:srgbClr val="1F1F1F"/>
                </a:solidFill>
                <a:latin typeface="Times New Roman"/>
                <a:cs typeface="Times New Roman"/>
              </a:rPr>
              <a:t>class.</a:t>
            </a:r>
            <a:r>
              <a:rPr sz="2750" spc="120" dirty="0">
                <a:solidFill>
                  <a:srgbClr val="1F1F1F"/>
                </a:solidFill>
                <a:latin typeface="Times New Roman"/>
                <a:cs typeface="Times New Roman"/>
              </a:rPr>
              <a:t> </a:t>
            </a:r>
            <a:r>
              <a:rPr sz="2750" spc="50" dirty="0">
                <a:solidFill>
                  <a:srgbClr val="1F1F1F"/>
                </a:solidFill>
                <a:latin typeface="Times New Roman"/>
                <a:cs typeface="Times New Roman"/>
              </a:rPr>
              <a:t>i.e.</a:t>
            </a:r>
            <a:r>
              <a:rPr sz="2750" spc="140" dirty="0">
                <a:solidFill>
                  <a:srgbClr val="1F1F1F"/>
                </a:solidFill>
                <a:latin typeface="Times New Roman"/>
                <a:cs typeface="Times New Roman"/>
              </a:rPr>
              <a:t> </a:t>
            </a:r>
            <a:r>
              <a:rPr sz="2750" dirty="0">
                <a:solidFill>
                  <a:srgbClr val="1F1F1F"/>
                </a:solidFill>
                <a:latin typeface="Times New Roman"/>
                <a:cs typeface="Times New Roman"/>
              </a:rPr>
              <a:t>Object</a:t>
            </a:r>
            <a:r>
              <a:rPr sz="2750" spc="254" dirty="0">
                <a:solidFill>
                  <a:srgbClr val="1F1F1F"/>
                </a:solidFill>
                <a:latin typeface="Times New Roman"/>
                <a:cs typeface="Times New Roman"/>
              </a:rPr>
              <a:t> </a:t>
            </a:r>
            <a:r>
              <a:rPr sz="2750" spc="55" dirty="0">
                <a:solidFill>
                  <a:srgbClr val="1F1F1F"/>
                </a:solidFill>
                <a:latin typeface="Times New Roman"/>
                <a:cs typeface="Times New Roman"/>
              </a:rPr>
              <a:t>of</a:t>
            </a:r>
            <a:r>
              <a:rPr sz="2750" dirty="0">
                <a:solidFill>
                  <a:srgbClr val="1F1F1F"/>
                </a:solidFill>
                <a:latin typeface="Times New Roman"/>
                <a:cs typeface="Times New Roman"/>
              </a:rPr>
              <a:t>	</a:t>
            </a:r>
            <a:r>
              <a:rPr sz="2750" spc="40" dirty="0">
                <a:solidFill>
                  <a:srgbClr val="1F1F1F"/>
                </a:solidFill>
                <a:latin typeface="Times New Roman"/>
                <a:cs typeface="Times New Roman"/>
              </a:rPr>
              <a:t>class.</a:t>
            </a:r>
            <a:endParaRPr sz="2750" dirty="0">
              <a:latin typeface="Times New Roman"/>
              <a:cs typeface="Times New Roman"/>
            </a:endParaRPr>
          </a:p>
          <a:p>
            <a:pPr marL="356870" marR="8890" indent="-343535">
              <a:lnSpc>
                <a:spcPct val="106700"/>
              </a:lnSpc>
              <a:spcBef>
                <a:spcPts val="705"/>
              </a:spcBef>
              <a:buClr>
                <a:srgbClr val="DB7E44"/>
              </a:buClr>
              <a:buFont typeface="Arial"/>
              <a:buChar char="□"/>
              <a:tabLst>
                <a:tab pos="356870" algn="l"/>
                <a:tab pos="1127760" algn="l"/>
                <a:tab pos="2870200" algn="l"/>
                <a:tab pos="3311525" algn="l"/>
                <a:tab pos="3961129" algn="l"/>
                <a:tab pos="4953635" algn="l"/>
                <a:tab pos="5460365" algn="l"/>
                <a:tab pos="6109335" algn="l"/>
                <a:tab pos="7012305" algn="l"/>
                <a:tab pos="7755890" algn="l"/>
                <a:tab pos="8192134" algn="l"/>
              </a:tabLst>
            </a:pPr>
            <a:r>
              <a:rPr sz="2750" spc="40" dirty="0">
                <a:solidFill>
                  <a:srgbClr val="1F1F1F"/>
                </a:solidFill>
                <a:latin typeface="Times New Roman"/>
                <a:cs typeface="Times New Roman"/>
              </a:rPr>
              <a:t>The</a:t>
            </a:r>
            <a:r>
              <a:rPr sz="2750" dirty="0">
                <a:solidFill>
                  <a:srgbClr val="1F1F1F"/>
                </a:solidFill>
                <a:latin typeface="Times New Roman"/>
                <a:cs typeface="Times New Roman"/>
              </a:rPr>
              <a:t>	</a:t>
            </a:r>
            <a:r>
              <a:rPr sz="2750" i="1" spc="45" dirty="0">
                <a:solidFill>
                  <a:srgbClr val="EF0708"/>
                </a:solidFill>
                <a:latin typeface="Times New Roman"/>
                <a:cs typeface="Times New Roman"/>
              </a:rPr>
              <a:t>classname</a:t>
            </a:r>
            <a:r>
              <a:rPr sz="2750" i="1" dirty="0">
                <a:solidFill>
                  <a:srgbClr val="EF0708"/>
                </a:solidFill>
                <a:latin typeface="Times New Roman"/>
                <a:cs typeface="Times New Roman"/>
              </a:rPr>
              <a:t>	</a:t>
            </a:r>
            <a:r>
              <a:rPr sz="2750" spc="35" dirty="0">
                <a:solidFill>
                  <a:srgbClr val="1F1F1F"/>
                </a:solidFill>
                <a:latin typeface="Times New Roman"/>
                <a:cs typeface="Times New Roman"/>
              </a:rPr>
              <a:t>is</a:t>
            </a:r>
            <a:r>
              <a:rPr sz="2750" dirty="0">
                <a:solidFill>
                  <a:srgbClr val="1F1F1F"/>
                </a:solidFill>
                <a:latin typeface="Times New Roman"/>
                <a:cs typeface="Times New Roman"/>
              </a:rPr>
              <a:t>	</a:t>
            </a:r>
            <a:r>
              <a:rPr sz="2750" spc="25" dirty="0">
                <a:solidFill>
                  <a:srgbClr val="1F1F1F"/>
                </a:solidFill>
                <a:latin typeface="Times New Roman"/>
                <a:cs typeface="Times New Roman"/>
              </a:rPr>
              <a:t>the</a:t>
            </a:r>
            <a:r>
              <a:rPr sz="2750" dirty="0">
                <a:solidFill>
                  <a:srgbClr val="1F1F1F"/>
                </a:solidFill>
                <a:latin typeface="Times New Roman"/>
                <a:cs typeface="Times New Roman"/>
              </a:rPr>
              <a:t>	</a:t>
            </a:r>
            <a:r>
              <a:rPr sz="2750" spc="50" dirty="0">
                <a:solidFill>
                  <a:srgbClr val="1F1F1F"/>
                </a:solidFill>
                <a:latin typeface="Times New Roman"/>
                <a:cs typeface="Times New Roman"/>
              </a:rPr>
              <a:t>name</a:t>
            </a:r>
            <a:r>
              <a:rPr sz="2750" dirty="0">
                <a:solidFill>
                  <a:srgbClr val="1F1F1F"/>
                </a:solidFill>
                <a:latin typeface="Times New Roman"/>
                <a:cs typeface="Times New Roman"/>
              </a:rPr>
              <a:t>	</a:t>
            </a:r>
            <a:r>
              <a:rPr sz="2750" spc="55" dirty="0">
                <a:solidFill>
                  <a:srgbClr val="1F1F1F"/>
                </a:solidFill>
                <a:latin typeface="Times New Roman"/>
                <a:cs typeface="Times New Roman"/>
              </a:rPr>
              <a:t>of</a:t>
            </a:r>
            <a:r>
              <a:rPr sz="2750" dirty="0">
                <a:solidFill>
                  <a:srgbClr val="1F1F1F"/>
                </a:solidFill>
                <a:latin typeface="Times New Roman"/>
                <a:cs typeface="Times New Roman"/>
              </a:rPr>
              <a:t>	</a:t>
            </a:r>
            <a:r>
              <a:rPr sz="2750" spc="25" dirty="0">
                <a:solidFill>
                  <a:srgbClr val="1F1F1F"/>
                </a:solidFill>
                <a:latin typeface="Times New Roman"/>
                <a:cs typeface="Times New Roman"/>
              </a:rPr>
              <a:t>the</a:t>
            </a:r>
            <a:r>
              <a:rPr sz="2750" dirty="0">
                <a:solidFill>
                  <a:srgbClr val="1F1F1F"/>
                </a:solidFill>
                <a:latin typeface="Times New Roman"/>
                <a:cs typeface="Times New Roman"/>
              </a:rPr>
              <a:t>	</a:t>
            </a:r>
            <a:r>
              <a:rPr sz="2750" spc="-10" dirty="0">
                <a:solidFill>
                  <a:srgbClr val="1F1F1F"/>
                </a:solidFill>
                <a:latin typeface="Times New Roman"/>
                <a:cs typeface="Times New Roman"/>
              </a:rPr>
              <a:t>class</a:t>
            </a:r>
            <a:r>
              <a:rPr sz="2750" dirty="0">
                <a:solidFill>
                  <a:srgbClr val="1F1F1F"/>
                </a:solidFill>
                <a:latin typeface="Times New Roman"/>
                <a:cs typeface="Times New Roman"/>
              </a:rPr>
              <a:t>	</a:t>
            </a:r>
            <a:r>
              <a:rPr sz="2750" spc="-20" dirty="0">
                <a:solidFill>
                  <a:srgbClr val="1F1F1F"/>
                </a:solidFill>
                <a:latin typeface="Times New Roman"/>
                <a:cs typeface="Times New Roman"/>
              </a:rPr>
              <a:t>that</a:t>
            </a:r>
            <a:r>
              <a:rPr sz="2750" dirty="0">
                <a:solidFill>
                  <a:srgbClr val="1F1F1F"/>
                </a:solidFill>
                <a:latin typeface="Times New Roman"/>
                <a:cs typeface="Times New Roman"/>
              </a:rPr>
              <a:t>	</a:t>
            </a:r>
            <a:r>
              <a:rPr sz="2750" spc="25" dirty="0">
                <a:solidFill>
                  <a:srgbClr val="1F1F1F"/>
                </a:solidFill>
                <a:latin typeface="Times New Roman"/>
                <a:cs typeface="Times New Roman"/>
              </a:rPr>
              <a:t>is</a:t>
            </a:r>
            <a:r>
              <a:rPr sz="2750" dirty="0">
                <a:solidFill>
                  <a:srgbClr val="1F1F1F"/>
                </a:solidFill>
                <a:latin typeface="Times New Roman"/>
                <a:cs typeface="Times New Roman"/>
              </a:rPr>
              <a:t>	</a:t>
            </a:r>
            <a:r>
              <a:rPr sz="2750" spc="-10" dirty="0">
                <a:solidFill>
                  <a:srgbClr val="1F1F1F"/>
                </a:solidFill>
                <a:latin typeface="Times New Roman"/>
                <a:cs typeface="Times New Roman"/>
              </a:rPr>
              <a:t>being instantiated.</a:t>
            </a:r>
            <a:endParaRPr sz="2750" dirty="0">
              <a:latin typeface="Times New Roman"/>
              <a:cs typeface="Times New Roman"/>
            </a:endParaRPr>
          </a:p>
        </p:txBody>
      </p:sp>
      <p:sp>
        <p:nvSpPr>
          <p:cNvPr id="5" name="object 5"/>
          <p:cNvSpPr txBox="1"/>
          <p:nvPr/>
        </p:nvSpPr>
        <p:spPr>
          <a:xfrm>
            <a:off x="800108" y="4976138"/>
            <a:ext cx="9018270" cy="913765"/>
          </a:xfrm>
          <a:prstGeom prst="rect">
            <a:avLst/>
          </a:prstGeom>
        </p:spPr>
        <p:txBody>
          <a:bodyPr vert="horz" wrap="square" lIns="0" tIns="37465" rIns="0" bIns="0" rtlCol="0">
            <a:spAutoFit/>
          </a:bodyPr>
          <a:lstStyle/>
          <a:p>
            <a:pPr marL="355600" indent="-342900">
              <a:lnSpc>
                <a:spcPct val="100000"/>
              </a:lnSpc>
              <a:spcBef>
                <a:spcPts val="295"/>
              </a:spcBef>
              <a:buClr>
                <a:srgbClr val="DB7E44"/>
              </a:buClr>
              <a:buFont typeface="Arial"/>
              <a:buChar char="□"/>
              <a:tabLst>
                <a:tab pos="355600" algn="l"/>
                <a:tab pos="1132840" algn="l"/>
                <a:tab pos="2053589" algn="l"/>
                <a:tab pos="3060700" algn="l"/>
                <a:tab pos="4575810" algn="l"/>
                <a:tab pos="5154295" algn="l"/>
                <a:tab pos="7070725" algn="l"/>
                <a:tab pos="8556625" algn="l"/>
              </a:tabLst>
            </a:pPr>
            <a:r>
              <a:rPr sz="2750" spc="25" dirty="0">
                <a:solidFill>
                  <a:srgbClr val="1F1F1F"/>
                </a:solidFill>
                <a:latin typeface="Times New Roman"/>
                <a:cs typeface="Times New Roman"/>
              </a:rPr>
              <a:t>The</a:t>
            </a:r>
            <a:r>
              <a:rPr sz="2750" dirty="0">
                <a:solidFill>
                  <a:srgbClr val="1F1F1F"/>
                </a:solidFill>
                <a:latin typeface="Times New Roman"/>
                <a:cs typeface="Times New Roman"/>
              </a:rPr>
              <a:t>	</a:t>
            </a:r>
            <a:r>
              <a:rPr sz="2750" spc="-20" dirty="0">
                <a:solidFill>
                  <a:srgbClr val="1F1F1F"/>
                </a:solidFill>
                <a:latin typeface="Times New Roman"/>
                <a:cs typeface="Times New Roman"/>
              </a:rPr>
              <a:t>class</a:t>
            </a:r>
            <a:r>
              <a:rPr sz="2750" dirty="0">
                <a:solidFill>
                  <a:srgbClr val="1F1F1F"/>
                </a:solidFill>
                <a:latin typeface="Times New Roman"/>
                <a:cs typeface="Times New Roman"/>
              </a:rPr>
              <a:t>	</a:t>
            </a:r>
            <a:r>
              <a:rPr sz="2750" spc="35" dirty="0">
                <a:solidFill>
                  <a:srgbClr val="1F1F1F"/>
                </a:solidFill>
                <a:latin typeface="Times New Roman"/>
                <a:cs typeface="Times New Roman"/>
              </a:rPr>
              <a:t>name</a:t>
            </a:r>
            <a:r>
              <a:rPr sz="2750" dirty="0">
                <a:solidFill>
                  <a:srgbClr val="1F1F1F"/>
                </a:solidFill>
                <a:latin typeface="Times New Roman"/>
                <a:cs typeface="Times New Roman"/>
              </a:rPr>
              <a:t>	</a:t>
            </a:r>
            <a:r>
              <a:rPr sz="2750" spc="-10" dirty="0">
                <a:solidFill>
                  <a:srgbClr val="1F1F1F"/>
                </a:solidFill>
                <a:latin typeface="Times New Roman"/>
                <a:cs typeface="Times New Roman"/>
              </a:rPr>
              <a:t>followed</a:t>
            </a:r>
            <a:r>
              <a:rPr sz="2750" dirty="0">
                <a:solidFill>
                  <a:srgbClr val="1F1F1F"/>
                </a:solidFill>
                <a:latin typeface="Times New Roman"/>
                <a:cs typeface="Times New Roman"/>
              </a:rPr>
              <a:t>	</a:t>
            </a:r>
            <a:r>
              <a:rPr sz="2750" spc="40" dirty="0">
                <a:solidFill>
                  <a:srgbClr val="1F1F1F"/>
                </a:solidFill>
                <a:latin typeface="Times New Roman"/>
                <a:cs typeface="Times New Roman"/>
              </a:rPr>
              <a:t>by</a:t>
            </a:r>
            <a:r>
              <a:rPr sz="2750" dirty="0">
                <a:solidFill>
                  <a:srgbClr val="1F1F1F"/>
                </a:solidFill>
                <a:latin typeface="Times New Roman"/>
                <a:cs typeface="Times New Roman"/>
              </a:rPr>
              <a:t>	</a:t>
            </a:r>
            <a:r>
              <a:rPr sz="2750" spc="-10" dirty="0">
                <a:solidFill>
                  <a:srgbClr val="1F1F1F"/>
                </a:solidFill>
                <a:latin typeface="Times New Roman"/>
                <a:cs typeface="Times New Roman"/>
              </a:rPr>
              <a:t>parentheses</a:t>
            </a:r>
            <a:r>
              <a:rPr sz="2750" dirty="0">
                <a:solidFill>
                  <a:srgbClr val="1F1F1F"/>
                </a:solidFill>
                <a:latin typeface="Times New Roman"/>
                <a:cs typeface="Times New Roman"/>
              </a:rPr>
              <a:t>	</a:t>
            </a:r>
            <a:r>
              <a:rPr sz="2750" spc="-10" dirty="0">
                <a:solidFill>
                  <a:srgbClr val="1F1F1F"/>
                </a:solidFill>
                <a:latin typeface="Times New Roman"/>
                <a:cs typeface="Times New Roman"/>
              </a:rPr>
              <a:t>specifies</a:t>
            </a:r>
            <a:r>
              <a:rPr sz="2750" dirty="0">
                <a:solidFill>
                  <a:srgbClr val="1F1F1F"/>
                </a:solidFill>
                <a:latin typeface="Times New Roman"/>
                <a:cs typeface="Times New Roman"/>
              </a:rPr>
              <a:t>	</a:t>
            </a:r>
            <a:r>
              <a:rPr sz="2750" spc="25" dirty="0">
                <a:solidFill>
                  <a:srgbClr val="1F1F1F"/>
                </a:solidFill>
                <a:latin typeface="Times New Roman"/>
                <a:cs typeface="Times New Roman"/>
              </a:rPr>
              <a:t>the</a:t>
            </a:r>
            <a:endParaRPr sz="2750" dirty="0">
              <a:latin typeface="Times New Roman"/>
              <a:cs typeface="Times New Roman"/>
            </a:endParaRPr>
          </a:p>
          <a:p>
            <a:pPr marL="353695">
              <a:lnSpc>
                <a:spcPct val="100000"/>
              </a:lnSpc>
              <a:spcBef>
                <a:spcPts val="195"/>
              </a:spcBef>
            </a:pPr>
            <a:r>
              <a:rPr sz="2750" i="1" dirty="0">
                <a:solidFill>
                  <a:srgbClr val="EF0708"/>
                </a:solidFill>
                <a:latin typeface="Times New Roman"/>
                <a:cs typeface="Times New Roman"/>
              </a:rPr>
              <a:t>constructor</a:t>
            </a:r>
            <a:r>
              <a:rPr sz="2750" i="1" spc="325" dirty="0">
                <a:solidFill>
                  <a:srgbClr val="EF0708"/>
                </a:solidFill>
                <a:latin typeface="Times New Roman"/>
                <a:cs typeface="Times New Roman"/>
              </a:rPr>
              <a:t> </a:t>
            </a:r>
            <a:r>
              <a:rPr sz="2750" spc="50" dirty="0">
                <a:solidFill>
                  <a:srgbClr val="1F1F1F"/>
                </a:solidFill>
                <a:latin typeface="Times New Roman"/>
                <a:cs typeface="Times New Roman"/>
              </a:rPr>
              <a:t>for</a:t>
            </a:r>
            <a:r>
              <a:rPr sz="2750" spc="114" dirty="0">
                <a:solidFill>
                  <a:srgbClr val="1F1F1F"/>
                </a:solidFill>
                <a:latin typeface="Times New Roman"/>
                <a:cs typeface="Times New Roman"/>
              </a:rPr>
              <a:t> </a:t>
            </a:r>
            <a:r>
              <a:rPr sz="2750" spc="50" dirty="0">
                <a:solidFill>
                  <a:srgbClr val="1F1F1F"/>
                </a:solidFill>
                <a:latin typeface="Times New Roman"/>
                <a:cs typeface="Times New Roman"/>
              </a:rPr>
              <a:t>the</a:t>
            </a:r>
            <a:r>
              <a:rPr sz="2750" spc="120" dirty="0">
                <a:solidFill>
                  <a:srgbClr val="1F1F1F"/>
                </a:solidFill>
                <a:latin typeface="Times New Roman"/>
                <a:cs typeface="Times New Roman"/>
              </a:rPr>
              <a:t> </a:t>
            </a:r>
            <a:r>
              <a:rPr sz="2750" spc="-10" dirty="0">
                <a:solidFill>
                  <a:srgbClr val="1F1F1F"/>
                </a:solidFill>
                <a:latin typeface="Times New Roman"/>
                <a:cs typeface="Times New Roman"/>
              </a:rPr>
              <a:t>class.</a:t>
            </a:r>
            <a:endParaRPr sz="2750" dirty="0">
              <a:latin typeface="Times New Roman"/>
              <a:cs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22225">
              <a:lnSpc>
                <a:spcPct val="100000"/>
              </a:lnSpc>
              <a:spcBef>
                <a:spcPts val="110"/>
              </a:spcBef>
            </a:pPr>
            <a:r>
              <a:rPr sz="4450" spc="-10" dirty="0">
                <a:solidFill>
                  <a:srgbClr val="796760"/>
                </a:solidFill>
                <a:latin typeface="Times New Roman"/>
                <a:cs typeface="Times New Roman"/>
              </a:rPr>
              <a:t>Example:</a:t>
            </a:r>
            <a:endParaRPr sz="4450">
              <a:latin typeface="Times New Roman"/>
              <a:cs typeface="Times New Roman"/>
            </a:endParaRPr>
          </a:p>
        </p:txBody>
      </p:sp>
      <p:sp>
        <p:nvSpPr>
          <p:cNvPr id="3" name="object 3"/>
          <p:cNvSpPr txBox="1"/>
          <p:nvPr/>
        </p:nvSpPr>
        <p:spPr>
          <a:xfrm>
            <a:off x="521921" y="1021245"/>
            <a:ext cx="337185" cy="1125855"/>
          </a:xfrm>
          <a:prstGeom prst="rect">
            <a:avLst/>
          </a:prstGeom>
        </p:spPr>
        <p:txBody>
          <a:bodyPr vert="horz" wrap="square" lIns="0" tIns="15240" rIns="0" bIns="0" rtlCol="0">
            <a:spAutoFit/>
          </a:bodyPr>
          <a:lstStyle/>
          <a:p>
            <a:pPr marL="12700">
              <a:lnSpc>
                <a:spcPct val="100000"/>
              </a:lnSpc>
              <a:spcBef>
                <a:spcPts val="120"/>
              </a:spcBef>
            </a:pPr>
            <a:r>
              <a:rPr sz="7200" spc="50" dirty="0">
                <a:solidFill>
                  <a:srgbClr val="DB7E44"/>
                </a:solidFill>
                <a:latin typeface="Arial"/>
                <a:cs typeface="Arial"/>
              </a:rPr>
              <a:t>-</a:t>
            </a:r>
            <a:endParaRPr sz="7200">
              <a:latin typeface="Arial"/>
              <a:cs typeface="Arial"/>
            </a:endParaRPr>
          </a:p>
        </p:txBody>
      </p:sp>
      <p:sp>
        <p:nvSpPr>
          <p:cNvPr id="4" name="object 4"/>
          <p:cNvSpPr txBox="1"/>
          <p:nvPr/>
        </p:nvSpPr>
        <p:spPr>
          <a:xfrm>
            <a:off x="799656" y="1785827"/>
            <a:ext cx="3829685" cy="1632585"/>
          </a:xfrm>
          <a:prstGeom prst="rect">
            <a:avLst/>
          </a:prstGeom>
        </p:spPr>
        <p:txBody>
          <a:bodyPr vert="horz" wrap="square" lIns="0" tIns="12700" rIns="0" bIns="0" rtlCol="0">
            <a:spAutoFit/>
          </a:bodyPr>
          <a:lstStyle/>
          <a:p>
            <a:pPr marL="352425" marR="5080" indent="-340360">
              <a:lnSpc>
                <a:spcPct val="125000"/>
              </a:lnSpc>
              <a:spcBef>
                <a:spcPts val="100"/>
              </a:spcBef>
              <a:buClr>
                <a:srgbClr val="DB7E44"/>
              </a:buClr>
              <a:buFont typeface="Arial"/>
              <a:buChar char="□"/>
              <a:tabLst>
                <a:tab pos="389255" algn="l"/>
              </a:tabLst>
            </a:pPr>
            <a:r>
              <a:rPr sz="2800" dirty="0">
                <a:solidFill>
                  <a:srgbClr val="010101"/>
                </a:solidFill>
                <a:latin typeface="Times New Roman"/>
                <a:cs typeface="Times New Roman"/>
              </a:rPr>
              <a:t>Creates</a:t>
            </a:r>
            <a:r>
              <a:rPr sz="2800" spc="265" dirty="0">
                <a:solidFill>
                  <a:srgbClr val="010101"/>
                </a:solidFill>
                <a:latin typeface="Times New Roman"/>
                <a:cs typeface="Times New Roman"/>
              </a:rPr>
              <a:t> </a:t>
            </a:r>
            <a:r>
              <a:rPr sz="2800" dirty="0">
                <a:solidFill>
                  <a:srgbClr val="010101"/>
                </a:solidFill>
                <a:latin typeface="Times New Roman"/>
                <a:cs typeface="Times New Roman"/>
              </a:rPr>
              <a:t>the</a:t>
            </a:r>
            <a:r>
              <a:rPr sz="2800" spc="185" dirty="0">
                <a:solidFill>
                  <a:srgbClr val="010101"/>
                </a:solidFill>
                <a:latin typeface="Times New Roman"/>
                <a:cs typeface="Times New Roman"/>
              </a:rPr>
              <a:t> </a:t>
            </a:r>
            <a:r>
              <a:rPr sz="2800" spc="60" dirty="0">
                <a:solidFill>
                  <a:srgbClr val="010101"/>
                </a:solidFill>
                <a:latin typeface="Times New Roman"/>
                <a:cs typeface="Times New Roman"/>
              </a:rPr>
              <a:t>Box</a:t>
            </a:r>
            <a:r>
              <a:rPr sz="2800" spc="125" dirty="0">
                <a:solidFill>
                  <a:srgbClr val="010101"/>
                </a:solidFill>
                <a:latin typeface="Times New Roman"/>
                <a:cs typeface="Times New Roman"/>
              </a:rPr>
              <a:t> </a:t>
            </a:r>
            <a:r>
              <a:rPr sz="2800" spc="-10" dirty="0">
                <a:solidFill>
                  <a:srgbClr val="010101"/>
                </a:solidFill>
                <a:latin typeface="Times New Roman"/>
                <a:cs typeface="Times New Roman"/>
              </a:rPr>
              <a:t>object: 	</a:t>
            </a:r>
            <a:r>
              <a:rPr sz="2800" dirty="0">
                <a:solidFill>
                  <a:srgbClr val="F00508"/>
                </a:solidFill>
                <a:latin typeface="Times New Roman"/>
                <a:cs typeface="Times New Roman"/>
              </a:rPr>
              <a:t>Box</a:t>
            </a:r>
            <a:r>
              <a:rPr sz="2800" spc="225" dirty="0">
                <a:solidFill>
                  <a:srgbClr val="F00508"/>
                </a:solidFill>
                <a:latin typeface="Times New Roman"/>
                <a:cs typeface="Times New Roman"/>
              </a:rPr>
              <a:t> </a:t>
            </a:r>
            <a:r>
              <a:rPr sz="2800" spc="-10" dirty="0">
                <a:solidFill>
                  <a:srgbClr val="F00508"/>
                </a:solidFill>
                <a:latin typeface="Times New Roman"/>
                <a:cs typeface="Times New Roman"/>
              </a:rPr>
              <a:t>mybox;</a:t>
            </a:r>
            <a:endParaRPr sz="2800" dirty="0">
              <a:latin typeface="Times New Roman"/>
              <a:cs typeface="Times New Roman"/>
            </a:endParaRPr>
          </a:p>
          <a:p>
            <a:pPr marL="389255">
              <a:lnSpc>
                <a:spcPct val="100000"/>
              </a:lnSpc>
              <a:spcBef>
                <a:spcPts val="890"/>
              </a:spcBef>
            </a:pPr>
            <a:r>
              <a:rPr sz="2800" dirty="0" err="1">
                <a:solidFill>
                  <a:srgbClr val="F00508"/>
                </a:solidFill>
                <a:latin typeface="Times New Roman"/>
                <a:cs typeface="Times New Roman"/>
              </a:rPr>
              <a:t>mybox</a:t>
            </a:r>
            <a:r>
              <a:rPr sz="2800" spc="300" dirty="0">
                <a:solidFill>
                  <a:srgbClr val="F00508"/>
                </a:solidFill>
                <a:latin typeface="Times New Roman"/>
                <a:cs typeface="Times New Roman"/>
              </a:rPr>
              <a:t> </a:t>
            </a:r>
            <a:r>
              <a:rPr lang="en-US" sz="2800" spc="300" dirty="0">
                <a:solidFill>
                  <a:srgbClr val="F00508"/>
                </a:solidFill>
                <a:latin typeface="Times New Roman"/>
                <a:cs typeface="Times New Roman"/>
              </a:rPr>
              <a:t>=</a:t>
            </a:r>
            <a:r>
              <a:rPr lang="en-US" sz="2700" spc="-735" dirty="0">
                <a:solidFill>
                  <a:srgbClr val="F00508"/>
                </a:solidFill>
                <a:latin typeface="Times New Roman"/>
                <a:cs typeface="Times New Roman"/>
              </a:rPr>
              <a:t>   </a:t>
            </a:r>
            <a:r>
              <a:rPr sz="2800" dirty="0">
                <a:solidFill>
                  <a:srgbClr val="F00508"/>
                </a:solidFill>
                <a:latin typeface="Times New Roman"/>
                <a:cs typeface="Times New Roman"/>
              </a:rPr>
              <a:t>new</a:t>
            </a:r>
            <a:r>
              <a:rPr sz="2800" spc="175" dirty="0">
                <a:solidFill>
                  <a:srgbClr val="F00508"/>
                </a:solidFill>
                <a:latin typeface="Times New Roman"/>
                <a:cs typeface="Times New Roman"/>
              </a:rPr>
              <a:t> </a:t>
            </a:r>
            <a:r>
              <a:rPr sz="2800" spc="-10" dirty="0">
                <a:solidFill>
                  <a:srgbClr val="F00508"/>
                </a:solidFill>
                <a:latin typeface="Times New Roman"/>
                <a:cs typeface="Times New Roman"/>
              </a:rPr>
              <a:t>Box();</a:t>
            </a:r>
            <a:endParaRPr sz="2800" dirty="0">
              <a:latin typeface="Times New Roman"/>
              <a:cs typeface="Times New Roman"/>
            </a:endParaRPr>
          </a:p>
        </p:txBody>
      </p:sp>
      <p:sp>
        <p:nvSpPr>
          <p:cNvPr id="5" name="object 5"/>
          <p:cNvSpPr txBox="1"/>
          <p:nvPr/>
        </p:nvSpPr>
        <p:spPr>
          <a:xfrm>
            <a:off x="4637480" y="2312966"/>
            <a:ext cx="4325620" cy="1105535"/>
          </a:xfrm>
          <a:prstGeom prst="rect">
            <a:avLst/>
          </a:prstGeom>
        </p:spPr>
        <p:txBody>
          <a:bodyPr vert="horz" wrap="square" lIns="0" tIns="125730" rIns="0" bIns="0" rtlCol="0">
            <a:spAutoFit/>
          </a:bodyPr>
          <a:lstStyle/>
          <a:p>
            <a:pPr marL="12700">
              <a:lnSpc>
                <a:spcPct val="100000"/>
              </a:lnSpc>
              <a:spcBef>
                <a:spcPts val="990"/>
              </a:spcBef>
            </a:pPr>
            <a:r>
              <a:rPr sz="2800" dirty="0">
                <a:solidFill>
                  <a:srgbClr val="010101"/>
                </a:solidFill>
                <a:latin typeface="Times New Roman"/>
                <a:cs typeface="Times New Roman"/>
              </a:rPr>
              <a:t>//</a:t>
            </a:r>
            <a:r>
              <a:rPr sz="2800" spc="165" dirty="0">
                <a:solidFill>
                  <a:srgbClr val="010101"/>
                </a:solidFill>
                <a:latin typeface="Times New Roman"/>
                <a:cs typeface="Times New Roman"/>
              </a:rPr>
              <a:t> </a:t>
            </a:r>
            <a:r>
              <a:rPr sz="2800" dirty="0">
                <a:solidFill>
                  <a:srgbClr val="010101"/>
                </a:solidFill>
                <a:latin typeface="Times New Roman"/>
                <a:cs typeface="Times New Roman"/>
              </a:rPr>
              <a:t>Declare</a:t>
            </a:r>
            <a:r>
              <a:rPr sz="2800" spc="330" dirty="0">
                <a:solidFill>
                  <a:srgbClr val="010101"/>
                </a:solidFill>
                <a:latin typeface="Times New Roman"/>
                <a:cs typeface="Times New Roman"/>
              </a:rPr>
              <a:t> </a:t>
            </a:r>
            <a:r>
              <a:rPr sz="2800" dirty="0">
                <a:solidFill>
                  <a:srgbClr val="010101"/>
                </a:solidFill>
                <a:latin typeface="Times New Roman"/>
                <a:cs typeface="Times New Roman"/>
              </a:rPr>
              <a:t>reference</a:t>
            </a:r>
            <a:r>
              <a:rPr sz="2800" spc="390" dirty="0">
                <a:solidFill>
                  <a:srgbClr val="010101"/>
                </a:solidFill>
                <a:latin typeface="Times New Roman"/>
                <a:cs typeface="Times New Roman"/>
              </a:rPr>
              <a:t> </a:t>
            </a:r>
            <a:r>
              <a:rPr sz="2800" dirty="0">
                <a:solidFill>
                  <a:srgbClr val="010101"/>
                </a:solidFill>
                <a:latin typeface="Times New Roman"/>
                <a:cs typeface="Times New Roman"/>
              </a:rPr>
              <a:t>to</a:t>
            </a:r>
            <a:r>
              <a:rPr sz="2800" spc="170" dirty="0">
                <a:solidFill>
                  <a:srgbClr val="010101"/>
                </a:solidFill>
                <a:latin typeface="Times New Roman"/>
                <a:cs typeface="Times New Roman"/>
              </a:rPr>
              <a:t> </a:t>
            </a:r>
            <a:r>
              <a:rPr sz="2800" spc="-10" dirty="0">
                <a:solidFill>
                  <a:srgbClr val="010101"/>
                </a:solidFill>
                <a:latin typeface="Times New Roman"/>
                <a:cs typeface="Times New Roman"/>
              </a:rPr>
              <a:t>object</a:t>
            </a:r>
            <a:endParaRPr sz="2800">
              <a:latin typeface="Times New Roman"/>
              <a:cs typeface="Times New Roman"/>
            </a:endParaRPr>
          </a:p>
          <a:p>
            <a:pPr marL="44450">
              <a:lnSpc>
                <a:spcPct val="100000"/>
              </a:lnSpc>
              <a:spcBef>
                <a:spcPts val="890"/>
              </a:spcBef>
            </a:pPr>
            <a:r>
              <a:rPr sz="2800" dirty="0">
                <a:solidFill>
                  <a:srgbClr val="010101"/>
                </a:solidFill>
                <a:latin typeface="Times New Roman"/>
                <a:cs typeface="Times New Roman"/>
              </a:rPr>
              <a:t>//</a:t>
            </a:r>
            <a:r>
              <a:rPr sz="2800" spc="95" dirty="0">
                <a:solidFill>
                  <a:srgbClr val="010101"/>
                </a:solidFill>
                <a:latin typeface="Times New Roman"/>
                <a:cs typeface="Times New Roman"/>
              </a:rPr>
              <a:t> </a:t>
            </a:r>
            <a:r>
              <a:rPr sz="2800" dirty="0">
                <a:solidFill>
                  <a:srgbClr val="010101"/>
                </a:solidFill>
                <a:latin typeface="Times New Roman"/>
                <a:cs typeface="Times New Roman"/>
              </a:rPr>
              <a:t>allocate</a:t>
            </a:r>
            <a:r>
              <a:rPr sz="2800" spc="175" dirty="0">
                <a:solidFill>
                  <a:srgbClr val="010101"/>
                </a:solidFill>
                <a:latin typeface="Times New Roman"/>
                <a:cs typeface="Times New Roman"/>
              </a:rPr>
              <a:t> </a:t>
            </a:r>
            <a:r>
              <a:rPr sz="2800" spc="95" dirty="0">
                <a:solidFill>
                  <a:srgbClr val="010101"/>
                </a:solidFill>
                <a:latin typeface="Times New Roman"/>
                <a:cs typeface="Times New Roman"/>
              </a:rPr>
              <a:t>a</a:t>
            </a:r>
            <a:r>
              <a:rPr sz="2800" spc="75" dirty="0">
                <a:solidFill>
                  <a:srgbClr val="010101"/>
                </a:solidFill>
                <a:latin typeface="Times New Roman"/>
                <a:cs typeface="Times New Roman"/>
              </a:rPr>
              <a:t> </a:t>
            </a:r>
            <a:r>
              <a:rPr sz="2800" spc="60" dirty="0">
                <a:solidFill>
                  <a:srgbClr val="010101"/>
                </a:solidFill>
                <a:latin typeface="Times New Roman"/>
                <a:cs typeface="Times New Roman"/>
              </a:rPr>
              <a:t>Box</a:t>
            </a:r>
            <a:r>
              <a:rPr sz="2800" spc="135" dirty="0">
                <a:solidFill>
                  <a:srgbClr val="010101"/>
                </a:solidFill>
                <a:latin typeface="Times New Roman"/>
                <a:cs typeface="Times New Roman"/>
              </a:rPr>
              <a:t> </a:t>
            </a:r>
            <a:r>
              <a:rPr sz="2800" spc="-10" dirty="0">
                <a:solidFill>
                  <a:srgbClr val="010101"/>
                </a:solidFill>
                <a:latin typeface="Times New Roman"/>
                <a:cs typeface="Times New Roman"/>
              </a:rPr>
              <a:t>object</a:t>
            </a:r>
            <a:endParaRPr sz="2800">
              <a:latin typeface="Times New Roman"/>
              <a:cs typeface="Times New Roman"/>
            </a:endParaRPr>
          </a:p>
        </p:txBody>
      </p:sp>
      <p:sp>
        <p:nvSpPr>
          <p:cNvPr id="6" name="object 6"/>
          <p:cNvSpPr txBox="1"/>
          <p:nvPr/>
        </p:nvSpPr>
        <p:spPr>
          <a:xfrm>
            <a:off x="799656" y="3504831"/>
            <a:ext cx="9020175" cy="2878455"/>
          </a:xfrm>
          <a:prstGeom prst="rect">
            <a:avLst/>
          </a:prstGeom>
        </p:spPr>
        <p:txBody>
          <a:bodyPr vert="horz" wrap="square" lIns="0" tIns="11430" rIns="0" bIns="0" rtlCol="0">
            <a:spAutoFit/>
          </a:bodyPr>
          <a:lstStyle/>
          <a:p>
            <a:pPr marL="353695" marR="5080" indent="-341630" algn="just">
              <a:lnSpc>
                <a:spcPts val="3520"/>
              </a:lnSpc>
              <a:spcBef>
                <a:spcPts val="90"/>
              </a:spcBef>
              <a:buFont typeface="Arial"/>
              <a:buChar char="□"/>
              <a:tabLst>
                <a:tab pos="353695" algn="l"/>
                <a:tab pos="354965" algn="l"/>
              </a:tabLst>
            </a:pPr>
            <a:r>
              <a:rPr sz="2800" dirty="0">
                <a:solidFill>
                  <a:srgbClr val="DB7E44"/>
                </a:solidFill>
                <a:latin typeface="Times New Roman"/>
                <a:cs typeface="Times New Roman"/>
              </a:rPr>
              <a:t>	</a:t>
            </a:r>
            <a:r>
              <a:rPr sz="2800" dirty="0">
                <a:solidFill>
                  <a:srgbClr val="010101"/>
                </a:solidFill>
                <a:latin typeface="Times New Roman"/>
                <a:cs typeface="Times New Roman"/>
              </a:rPr>
              <a:t>The</a:t>
            </a:r>
            <a:r>
              <a:rPr sz="2800" spc="440" dirty="0">
                <a:solidFill>
                  <a:srgbClr val="010101"/>
                </a:solidFill>
                <a:latin typeface="Times New Roman"/>
                <a:cs typeface="Times New Roman"/>
              </a:rPr>
              <a:t> </a:t>
            </a:r>
            <a:r>
              <a:rPr sz="2800" dirty="0">
                <a:solidFill>
                  <a:srgbClr val="010101"/>
                </a:solidFill>
                <a:latin typeface="Times New Roman"/>
                <a:cs typeface="Times New Roman"/>
              </a:rPr>
              <a:t>first</a:t>
            </a:r>
            <a:r>
              <a:rPr sz="2800" spc="505" dirty="0">
                <a:solidFill>
                  <a:srgbClr val="010101"/>
                </a:solidFill>
                <a:latin typeface="Times New Roman"/>
                <a:cs typeface="Times New Roman"/>
              </a:rPr>
              <a:t> </a:t>
            </a:r>
            <a:r>
              <a:rPr sz="2800" dirty="0">
                <a:solidFill>
                  <a:srgbClr val="010101"/>
                </a:solidFill>
                <a:latin typeface="Times New Roman"/>
                <a:cs typeface="Times New Roman"/>
              </a:rPr>
              <a:t>line</a:t>
            </a:r>
            <a:r>
              <a:rPr sz="2800" spc="455" dirty="0">
                <a:solidFill>
                  <a:srgbClr val="010101"/>
                </a:solidFill>
                <a:latin typeface="Times New Roman"/>
                <a:cs typeface="Times New Roman"/>
              </a:rPr>
              <a:t> </a:t>
            </a:r>
            <a:r>
              <a:rPr sz="2800" dirty="0">
                <a:solidFill>
                  <a:srgbClr val="010101"/>
                </a:solidFill>
                <a:latin typeface="Times New Roman"/>
                <a:cs typeface="Times New Roman"/>
              </a:rPr>
              <a:t>declares</a:t>
            </a:r>
            <a:r>
              <a:rPr sz="2800" spc="515" dirty="0">
                <a:solidFill>
                  <a:srgbClr val="010101"/>
                </a:solidFill>
                <a:latin typeface="Times New Roman"/>
                <a:cs typeface="Times New Roman"/>
              </a:rPr>
              <a:t> </a:t>
            </a:r>
            <a:r>
              <a:rPr sz="2800" dirty="0">
                <a:solidFill>
                  <a:srgbClr val="010101"/>
                </a:solidFill>
                <a:latin typeface="Times New Roman"/>
                <a:cs typeface="Times New Roman"/>
              </a:rPr>
              <a:t>mybox</a:t>
            </a:r>
            <a:r>
              <a:rPr sz="2800" spc="530" dirty="0">
                <a:solidFill>
                  <a:srgbClr val="010101"/>
                </a:solidFill>
                <a:latin typeface="Times New Roman"/>
                <a:cs typeface="Times New Roman"/>
              </a:rPr>
              <a:t> </a:t>
            </a:r>
            <a:r>
              <a:rPr sz="2800" spc="55" dirty="0">
                <a:solidFill>
                  <a:srgbClr val="010101"/>
                </a:solidFill>
                <a:latin typeface="Times New Roman"/>
                <a:cs typeface="Times New Roman"/>
              </a:rPr>
              <a:t>as</a:t>
            </a:r>
            <a:r>
              <a:rPr sz="2800" spc="380" dirty="0">
                <a:solidFill>
                  <a:srgbClr val="010101"/>
                </a:solidFill>
                <a:latin typeface="Times New Roman"/>
                <a:cs typeface="Times New Roman"/>
              </a:rPr>
              <a:t> </a:t>
            </a:r>
            <a:r>
              <a:rPr sz="2800" spc="95" dirty="0">
                <a:solidFill>
                  <a:srgbClr val="010101"/>
                </a:solidFill>
                <a:latin typeface="Times New Roman"/>
                <a:cs typeface="Times New Roman"/>
              </a:rPr>
              <a:t>a</a:t>
            </a:r>
            <a:r>
              <a:rPr sz="2800" spc="355" dirty="0">
                <a:solidFill>
                  <a:srgbClr val="010101"/>
                </a:solidFill>
                <a:latin typeface="Times New Roman"/>
                <a:cs typeface="Times New Roman"/>
              </a:rPr>
              <a:t> </a:t>
            </a:r>
            <a:r>
              <a:rPr sz="2800" dirty="0">
                <a:solidFill>
                  <a:srgbClr val="010101"/>
                </a:solidFill>
                <a:latin typeface="Times New Roman"/>
                <a:cs typeface="Times New Roman"/>
              </a:rPr>
              <a:t>reference</a:t>
            </a:r>
            <a:r>
              <a:rPr sz="2800" spc="595" dirty="0">
                <a:solidFill>
                  <a:srgbClr val="010101"/>
                </a:solidFill>
                <a:latin typeface="Times New Roman"/>
                <a:cs typeface="Times New Roman"/>
              </a:rPr>
              <a:t> </a:t>
            </a:r>
            <a:r>
              <a:rPr sz="2800" dirty="0">
                <a:solidFill>
                  <a:srgbClr val="010101"/>
                </a:solidFill>
                <a:latin typeface="Times New Roman"/>
                <a:cs typeface="Times New Roman"/>
              </a:rPr>
              <a:t>to</a:t>
            </a:r>
            <a:r>
              <a:rPr sz="2800" spc="445" dirty="0">
                <a:solidFill>
                  <a:srgbClr val="010101"/>
                </a:solidFill>
                <a:latin typeface="Times New Roman"/>
                <a:cs typeface="Times New Roman"/>
              </a:rPr>
              <a:t> </a:t>
            </a:r>
            <a:r>
              <a:rPr sz="2800" spc="50" dirty="0">
                <a:solidFill>
                  <a:srgbClr val="010101"/>
                </a:solidFill>
                <a:latin typeface="Times New Roman"/>
                <a:cs typeface="Times New Roman"/>
              </a:rPr>
              <a:t>an</a:t>
            </a:r>
            <a:r>
              <a:rPr sz="2800" spc="380" dirty="0">
                <a:solidFill>
                  <a:srgbClr val="010101"/>
                </a:solidFill>
                <a:latin typeface="Times New Roman"/>
                <a:cs typeface="Times New Roman"/>
              </a:rPr>
              <a:t> </a:t>
            </a:r>
            <a:r>
              <a:rPr sz="2800" spc="-10" dirty="0">
                <a:solidFill>
                  <a:srgbClr val="010101"/>
                </a:solidFill>
                <a:latin typeface="Times New Roman"/>
                <a:cs typeface="Times New Roman"/>
              </a:rPr>
              <a:t>object </a:t>
            </a:r>
            <a:r>
              <a:rPr sz="2800" spc="55" dirty="0">
                <a:solidFill>
                  <a:srgbClr val="010101"/>
                </a:solidFill>
                <a:latin typeface="Times New Roman"/>
                <a:cs typeface="Times New Roman"/>
              </a:rPr>
              <a:t>of</a:t>
            </a:r>
            <a:r>
              <a:rPr sz="2800" spc="310" dirty="0">
                <a:solidFill>
                  <a:srgbClr val="010101"/>
                </a:solidFill>
                <a:latin typeface="Times New Roman"/>
                <a:cs typeface="Times New Roman"/>
              </a:rPr>
              <a:t> </a:t>
            </a:r>
            <a:r>
              <a:rPr sz="2800" dirty="0">
                <a:solidFill>
                  <a:srgbClr val="010101"/>
                </a:solidFill>
                <a:latin typeface="Times New Roman"/>
                <a:cs typeface="Times New Roman"/>
              </a:rPr>
              <a:t>type</a:t>
            </a:r>
            <a:r>
              <a:rPr sz="2800" spc="434" dirty="0">
                <a:solidFill>
                  <a:srgbClr val="010101"/>
                </a:solidFill>
                <a:latin typeface="Times New Roman"/>
                <a:cs typeface="Times New Roman"/>
              </a:rPr>
              <a:t> </a:t>
            </a:r>
            <a:r>
              <a:rPr sz="2800" dirty="0">
                <a:solidFill>
                  <a:srgbClr val="010101"/>
                </a:solidFill>
                <a:latin typeface="Times New Roman"/>
                <a:cs typeface="Times New Roman"/>
              </a:rPr>
              <a:t>Box.</a:t>
            </a:r>
            <a:r>
              <a:rPr sz="2800" spc="400" dirty="0">
                <a:solidFill>
                  <a:srgbClr val="010101"/>
                </a:solidFill>
                <a:latin typeface="Times New Roman"/>
                <a:cs typeface="Times New Roman"/>
              </a:rPr>
              <a:t> </a:t>
            </a:r>
            <a:r>
              <a:rPr sz="2800" dirty="0">
                <a:solidFill>
                  <a:srgbClr val="010101"/>
                </a:solidFill>
                <a:latin typeface="Times New Roman"/>
                <a:cs typeface="Times New Roman"/>
              </a:rPr>
              <a:t>After</a:t>
            </a:r>
            <a:r>
              <a:rPr sz="2800" spc="380" dirty="0">
                <a:solidFill>
                  <a:srgbClr val="010101"/>
                </a:solidFill>
                <a:latin typeface="Times New Roman"/>
                <a:cs typeface="Times New Roman"/>
              </a:rPr>
              <a:t> </a:t>
            </a:r>
            <a:r>
              <a:rPr sz="2800" dirty="0">
                <a:solidFill>
                  <a:srgbClr val="010101"/>
                </a:solidFill>
                <a:latin typeface="Times New Roman"/>
                <a:cs typeface="Times New Roman"/>
              </a:rPr>
              <a:t>this</a:t>
            </a:r>
            <a:r>
              <a:rPr sz="2800" spc="409" dirty="0">
                <a:solidFill>
                  <a:srgbClr val="010101"/>
                </a:solidFill>
                <a:latin typeface="Times New Roman"/>
                <a:cs typeface="Times New Roman"/>
              </a:rPr>
              <a:t> </a:t>
            </a:r>
            <a:r>
              <a:rPr sz="2800" dirty="0">
                <a:solidFill>
                  <a:srgbClr val="010101"/>
                </a:solidFill>
                <a:latin typeface="Times New Roman"/>
                <a:cs typeface="Times New Roman"/>
              </a:rPr>
              <a:t>line</a:t>
            </a:r>
            <a:r>
              <a:rPr sz="2800" spc="365" dirty="0">
                <a:solidFill>
                  <a:srgbClr val="010101"/>
                </a:solidFill>
                <a:latin typeface="Times New Roman"/>
                <a:cs typeface="Times New Roman"/>
              </a:rPr>
              <a:t> </a:t>
            </a:r>
            <a:r>
              <a:rPr sz="2800" dirty="0">
                <a:solidFill>
                  <a:srgbClr val="010101"/>
                </a:solidFill>
                <a:latin typeface="Times New Roman"/>
                <a:cs typeface="Times New Roman"/>
              </a:rPr>
              <a:t>executes,</a:t>
            </a:r>
            <a:r>
              <a:rPr sz="2800" spc="525" dirty="0">
                <a:solidFill>
                  <a:srgbClr val="010101"/>
                </a:solidFill>
                <a:latin typeface="Times New Roman"/>
                <a:cs typeface="Times New Roman"/>
              </a:rPr>
              <a:t> </a:t>
            </a:r>
            <a:r>
              <a:rPr sz="2800" dirty="0">
                <a:solidFill>
                  <a:srgbClr val="010101"/>
                </a:solidFill>
                <a:latin typeface="Times New Roman"/>
                <a:cs typeface="Times New Roman"/>
              </a:rPr>
              <a:t>mybox</a:t>
            </a:r>
            <a:r>
              <a:rPr sz="2800" spc="459" dirty="0">
                <a:solidFill>
                  <a:srgbClr val="010101"/>
                </a:solidFill>
                <a:latin typeface="Times New Roman"/>
                <a:cs typeface="Times New Roman"/>
              </a:rPr>
              <a:t> </a:t>
            </a:r>
            <a:r>
              <a:rPr sz="2800" dirty="0">
                <a:solidFill>
                  <a:srgbClr val="010101"/>
                </a:solidFill>
                <a:latin typeface="Times New Roman"/>
                <a:cs typeface="Times New Roman"/>
              </a:rPr>
              <a:t>contains</a:t>
            </a:r>
            <a:r>
              <a:rPr sz="2800" spc="530" dirty="0">
                <a:solidFill>
                  <a:srgbClr val="010101"/>
                </a:solidFill>
                <a:latin typeface="Times New Roman"/>
                <a:cs typeface="Times New Roman"/>
              </a:rPr>
              <a:t> </a:t>
            </a:r>
            <a:r>
              <a:rPr sz="2800" spc="-25" dirty="0">
                <a:solidFill>
                  <a:srgbClr val="010101"/>
                </a:solidFill>
                <a:latin typeface="Times New Roman"/>
                <a:cs typeface="Times New Roman"/>
              </a:rPr>
              <a:t>the </a:t>
            </a:r>
            <a:r>
              <a:rPr sz="2800" dirty="0">
                <a:solidFill>
                  <a:srgbClr val="010101"/>
                </a:solidFill>
                <a:latin typeface="Times New Roman"/>
                <a:cs typeface="Times New Roman"/>
              </a:rPr>
              <a:t>value</a:t>
            </a:r>
            <a:r>
              <a:rPr sz="2800" spc="395" dirty="0">
                <a:solidFill>
                  <a:srgbClr val="010101"/>
                </a:solidFill>
                <a:latin typeface="Times New Roman"/>
                <a:cs typeface="Times New Roman"/>
              </a:rPr>
              <a:t> </a:t>
            </a:r>
            <a:r>
              <a:rPr sz="2800" dirty="0">
                <a:solidFill>
                  <a:srgbClr val="010101"/>
                </a:solidFill>
                <a:latin typeface="Times New Roman"/>
                <a:cs typeface="Times New Roman"/>
              </a:rPr>
              <a:t>null,</a:t>
            </a:r>
            <a:r>
              <a:rPr sz="2800" spc="305" dirty="0">
                <a:solidFill>
                  <a:srgbClr val="010101"/>
                </a:solidFill>
                <a:latin typeface="Times New Roman"/>
                <a:cs typeface="Times New Roman"/>
              </a:rPr>
              <a:t> </a:t>
            </a:r>
            <a:r>
              <a:rPr sz="2800" dirty="0">
                <a:solidFill>
                  <a:srgbClr val="010101"/>
                </a:solidFill>
                <a:latin typeface="Times New Roman"/>
                <a:cs typeface="Times New Roman"/>
              </a:rPr>
              <a:t>which</a:t>
            </a:r>
            <a:r>
              <a:rPr sz="2800" spc="390" dirty="0">
                <a:solidFill>
                  <a:srgbClr val="010101"/>
                </a:solidFill>
                <a:latin typeface="Times New Roman"/>
                <a:cs typeface="Times New Roman"/>
              </a:rPr>
              <a:t> </a:t>
            </a:r>
            <a:r>
              <a:rPr sz="2800" dirty="0">
                <a:solidFill>
                  <a:srgbClr val="010101"/>
                </a:solidFill>
                <a:latin typeface="Times New Roman"/>
                <a:cs typeface="Times New Roman"/>
              </a:rPr>
              <a:t>indicates</a:t>
            </a:r>
            <a:r>
              <a:rPr sz="2800" spc="405" dirty="0">
                <a:solidFill>
                  <a:srgbClr val="010101"/>
                </a:solidFill>
                <a:latin typeface="Times New Roman"/>
                <a:cs typeface="Times New Roman"/>
              </a:rPr>
              <a:t> </a:t>
            </a:r>
            <a:r>
              <a:rPr sz="2800" dirty="0">
                <a:solidFill>
                  <a:srgbClr val="010101"/>
                </a:solidFill>
                <a:latin typeface="Times New Roman"/>
                <a:cs typeface="Times New Roman"/>
              </a:rPr>
              <a:t>that</a:t>
            </a:r>
            <a:r>
              <a:rPr sz="2800" spc="340" dirty="0">
                <a:solidFill>
                  <a:srgbClr val="010101"/>
                </a:solidFill>
                <a:latin typeface="Times New Roman"/>
                <a:cs typeface="Times New Roman"/>
              </a:rPr>
              <a:t> </a:t>
            </a:r>
            <a:r>
              <a:rPr sz="2800" dirty="0">
                <a:solidFill>
                  <a:srgbClr val="010101"/>
                </a:solidFill>
                <a:latin typeface="Times New Roman"/>
                <a:cs typeface="Times New Roman"/>
              </a:rPr>
              <a:t>it</a:t>
            </a:r>
            <a:r>
              <a:rPr sz="2800" spc="254" dirty="0">
                <a:solidFill>
                  <a:srgbClr val="010101"/>
                </a:solidFill>
                <a:latin typeface="Times New Roman"/>
                <a:cs typeface="Times New Roman"/>
              </a:rPr>
              <a:t> </a:t>
            </a:r>
            <a:r>
              <a:rPr sz="2800" dirty="0">
                <a:solidFill>
                  <a:srgbClr val="010101"/>
                </a:solidFill>
                <a:latin typeface="Times New Roman"/>
                <a:cs typeface="Times New Roman"/>
              </a:rPr>
              <a:t>does</a:t>
            </a:r>
            <a:r>
              <a:rPr sz="2800" spc="295" dirty="0">
                <a:solidFill>
                  <a:srgbClr val="010101"/>
                </a:solidFill>
                <a:latin typeface="Times New Roman"/>
                <a:cs typeface="Times New Roman"/>
              </a:rPr>
              <a:t> </a:t>
            </a:r>
            <a:r>
              <a:rPr sz="2800" dirty="0">
                <a:solidFill>
                  <a:srgbClr val="010101"/>
                </a:solidFill>
                <a:latin typeface="Times New Roman"/>
                <a:cs typeface="Times New Roman"/>
              </a:rPr>
              <a:t>not</a:t>
            </a:r>
            <a:r>
              <a:rPr sz="2800" spc="295" dirty="0">
                <a:solidFill>
                  <a:srgbClr val="010101"/>
                </a:solidFill>
                <a:latin typeface="Times New Roman"/>
                <a:cs typeface="Times New Roman"/>
              </a:rPr>
              <a:t> </a:t>
            </a:r>
            <a:r>
              <a:rPr sz="2800" dirty="0">
                <a:solidFill>
                  <a:srgbClr val="010101"/>
                </a:solidFill>
                <a:latin typeface="Times New Roman"/>
                <a:cs typeface="Times New Roman"/>
              </a:rPr>
              <a:t>yet</a:t>
            </a:r>
            <a:r>
              <a:rPr sz="2800" spc="270" dirty="0">
                <a:solidFill>
                  <a:srgbClr val="010101"/>
                </a:solidFill>
                <a:latin typeface="Times New Roman"/>
                <a:cs typeface="Times New Roman"/>
              </a:rPr>
              <a:t> </a:t>
            </a:r>
            <a:r>
              <a:rPr sz="2800" dirty="0">
                <a:solidFill>
                  <a:srgbClr val="010101"/>
                </a:solidFill>
                <a:latin typeface="Times New Roman"/>
                <a:cs typeface="Times New Roman"/>
              </a:rPr>
              <a:t>point</a:t>
            </a:r>
            <a:r>
              <a:rPr sz="2800" spc="390" dirty="0">
                <a:solidFill>
                  <a:srgbClr val="010101"/>
                </a:solidFill>
                <a:latin typeface="Times New Roman"/>
                <a:cs typeface="Times New Roman"/>
              </a:rPr>
              <a:t> </a:t>
            </a:r>
            <a:r>
              <a:rPr sz="2800" spc="50" dirty="0">
                <a:solidFill>
                  <a:srgbClr val="010101"/>
                </a:solidFill>
                <a:latin typeface="Times New Roman"/>
                <a:cs typeface="Times New Roman"/>
              </a:rPr>
              <a:t>to</a:t>
            </a:r>
            <a:r>
              <a:rPr sz="2800" spc="265" dirty="0">
                <a:solidFill>
                  <a:srgbClr val="010101"/>
                </a:solidFill>
                <a:latin typeface="Times New Roman"/>
                <a:cs typeface="Times New Roman"/>
              </a:rPr>
              <a:t> </a:t>
            </a:r>
            <a:r>
              <a:rPr sz="2800" spc="25" dirty="0">
                <a:solidFill>
                  <a:srgbClr val="010101"/>
                </a:solidFill>
                <a:latin typeface="Times New Roman"/>
                <a:cs typeface="Times New Roman"/>
              </a:rPr>
              <a:t>an </a:t>
            </a:r>
            <a:r>
              <a:rPr sz="2800" dirty="0">
                <a:solidFill>
                  <a:srgbClr val="010101"/>
                </a:solidFill>
                <a:latin typeface="Times New Roman"/>
                <a:cs typeface="Times New Roman"/>
              </a:rPr>
              <a:t>actual</a:t>
            </a:r>
            <a:r>
              <a:rPr sz="2800" spc="280" dirty="0">
                <a:solidFill>
                  <a:srgbClr val="010101"/>
                </a:solidFill>
                <a:latin typeface="Times New Roman"/>
                <a:cs typeface="Times New Roman"/>
              </a:rPr>
              <a:t> </a:t>
            </a:r>
            <a:r>
              <a:rPr sz="2800" spc="-10" dirty="0">
                <a:solidFill>
                  <a:srgbClr val="010101"/>
                </a:solidFill>
                <a:latin typeface="Times New Roman"/>
                <a:cs typeface="Times New Roman"/>
              </a:rPr>
              <a:t>object.</a:t>
            </a:r>
            <a:endParaRPr sz="2800" dirty="0">
              <a:latin typeface="Times New Roman"/>
              <a:cs typeface="Times New Roman"/>
            </a:endParaRPr>
          </a:p>
          <a:p>
            <a:pPr marL="354330" indent="-341630" algn="just">
              <a:lnSpc>
                <a:spcPct val="100000"/>
              </a:lnSpc>
              <a:spcBef>
                <a:spcPts val="780"/>
              </a:spcBef>
              <a:buClr>
                <a:srgbClr val="DB7E44"/>
              </a:buClr>
              <a:buFont typeface="Arial"/>
              <a:buChar char="□"/>
              <a:tabLst>
                <a:tab pos="354330" algn="l"/>
              </a:tabLst>
            </a:pPr>
            <a:r>
              <a:rPr sz="2800" dirty="0">
                <a:solidFill>
                  <a:srgbClr val="010101"/>
                </a:solidFill>
                <a:latin typeface="Times New Roman"/>
                <a:cs typeface="Times New Roman"/>
              </a:rPr>
              <a:t>Below</a:t>
            </a:r>
            <a:r>
              <a:rPr sz="2800" spc="295" dirty="0">
                <a:solidFill>
                  <a:srgbClr val="010101"/>
                </a:solidFill>
                <a:latin typeface="Times New Roman"/>
                <a:cs typeface="Times New Roman"/>
              </a:rPr>
              <a:t> </a:t>
            </a:r>
            <a:r>
              <a:rPr sz="2800" dirty="0">
                <a:solidFill>
                  <a:srgbClr val="010101"/>
                </a:solidFill>
                <a:latin typeface="Times New Roman"/>
                <a:cs typeface="Times New Roman"/>
              </a:rPr>
              <a:t>statement</a:t>
            </a:r>
            <a:r>
              <a:rPr sz="2800" spc="340" dirty="0">
                <a:solidFill>
                  <a:srgbClr val="010101"/>
                </a:solidFill>
                <a:latin typeface="Times New Roman"/>
                <a:cs typeface="Times New Roman"/>
              </a:rPr>
              <a:t> </a:t>
            </a:r>
            <a:r>
              <a:rPr sz="2800" dirty="0">
                <a:solidFill>
                  <a:srgbClr val="010101"/>
                </a:solidFill>
                <a:latin typeface="Times New Roman"/>
                <a:cs typeface="Times New Roman"/>
              </a:rPr>
              <a:t>combines</a:t>
            </a:r>
            <a:r>
              <a:rPr sz="2800" spc="330" dirty="0">
                <a:solidFill>
                  <a:srgbClr val="010101"/>
                </a:solidFill>
                <a:latin typeface="Times New Roman"/>
                <a:cs typeface="Times New Roman"/>
              </a:rPr>
              <a:t> </a:t>
            </a:r>
            <a:r>
              <a:rPr sz="2800" spc="50" dirty="0">
                <a:solidFill>
                  <a:srgbClr val="010101"/>
                </a:solidFill>
                <a:latin typeface="Times New Roman"/>
                <a:cs typeface="Times New Roman"/>
              </a:rPr>
              <a:t>the</a:t>
            </a:r>
            <a:r>
              <a:rPr sz="2800" spc="135" dirty="0">
                <a:solidFill>
                  <a:srgbClr val="010101"/>
                </a:solidFill>
                <a:latin typeface="Times New Roman"/>
                <a:cs typeface="Times New Roman"/>
              </a:rPr>
              <a:t> </a:t>
            </a:r>
            <a:r>
              <a:rPr sz="2800" spc="55" dirty="0">
                <a:solidFill>
                  <a:srgbClr val="010101"/>
                </a:solidFill>
                <a:latin typeface="Times New Roman"/>
                <a:cs typeface="Times New Roman"/>
              </a:rPr>
              <a:t>two</a:t>
            </a:r>
            <a:r>
              <a:rPr sz="2800" spc="240" dirty="0">
                <a:solidFill>
                  <a:srgbClr val="010101"/>
                </a:solidFill>
                <a:latin typeface="Times New Roman"/>
                <a:cs typeface="Times New Roman"/>
              </a:rPr>
              <a:t> </a:t>
            </a:r>
            <a:r>
              <a:rPr sz="2800" spc="-10" dirty="0">
                <a:solidFill>
                  <a:srgbClr val="010101"/>
                </a:solidFill>
                <a:latin typeface="Times New Roman"/>
                <a:cs typeface="Times New Roman"/>
              </a:rPr>
              <a:t>steps.</a:t>
            </a:r>
            <a:endParaRPr sz="2800" dirty="0">
              <a:latin typeface="Times New Roman"/>
              <a:cs typeface="Times New Roman"/>
            </a:endParaRPr>
          </a:p>
          <a:p>
            <a:pPr marL="354330" indent="-341630" algn="just">
              <a:lnSpc>
                <a:spcPct val="100000"/>
              </a:lnSpc>
              <a:spcBef>
                <a:spcPts val="890"/>
              </a:spcBef>
              <a:buClr>
                <a:srgbClr val="DB7E44"/>
              </a:buClr>
              <a:buFont typeface="Arial"/>
              <a:buChar char="□"/>
              <a:tabLst>
                <a:tab pos="354330" algn="l"/>
              </a:tabLst>
            </a:pPr>
            <a:r>
              <a:rPr sz="2800" spc="60" dirty="0">
                <a:solidFill>
                  <a:srgbClr val="F00508"/>
                </a:solidFill>
                <a:latin typeface="Times New Roman"/>
                <a:cs typeface="Times New Roman"/>
              </a:rPr>
              <a:t>Box</a:t>
            </a:r>
            <a:r>
              <a:rPr sz="2800" spc="150" dirty="0">
                <a:solidFill>
                  <a:srgbClr val="F00508"/>
                </a:solidFill>
                <a:latin typeface="Times New Roman"/>
                <a:cs typeface="Times New Roman"/>
              </a:rPr>
              <a:t> </a:t>
            </a:r>
            <a:r>
              <a:rPr sz="2800" dirty="0" err="1">
                <a:solidFill>
                  <a:srgbClr val="F00508"/>
                </a:solidFill>
                <a:latin typeface="Times New Roman"/>
                <a:cs typeface="Times New Roman"/>
              </a:rPr>
              <a:t>mybox</a:t>
            </a:r>
            <a:r>
              <a:rPr lang="en-US" sz="2800" dirty="0">
                <a:solidFill>
                  <a:srgbClr val="F00508"/>
                </a:solidFill>
                <a:latin typeface="Times New Roman"/>
                <a:cs typeface="Times New Roman"/>
              </a:rPr>
              <a:t> = </a:t>
            </a:r>
            <a:r>
              <a:rPr sz="2800" dirty="0">
                <a:solidFill>
                  <a:srgbClr val="F00508"/>
                </a:solidFill>
                <a:latin typeface="Times New Roman"/>
                <a:cs typeface="Times New Roman"/>
              </a:rPr>
              <a:t>new</a:t>
            </a:r>
            <a:r>
              <a:rPr sz="2800" spc="185" dirty="0">
                <a:solidFill>
                  <a:srgbClr val="F00508"/>
                </a:solidFill>
                <a:latin typeface="Times New Roman"/>
                <a:cs typeface="Times New Roman"/>
              </a:rPr>
              <a:t> </a:t>
            </a:r>
            <a:r>
              <a:rPr sz="2800" dirty="0">
                <a:solidFill>
                  <a:srgbClr val="F00508"/>
                </a:solidFill>
                <a:latin typeface="Times New Roman"/>
                <a:cs typeface="Times New Roman"/>
              </a:rPr>
              <a:t>Box();</a:t>
            </a:r>
            <a:r>
              <a:rPr sz="2800" spc="65" dirty="0">
                <a:solidFill>
                  <a:srgbClr val="F00508"/>
                </a:solidFill>
                <a:latin typeface="Times New Roman"/>
                <a:cs typeface="Times New Roman"/>
              </a:rPr>
              <a:t> </a:t>
            </a:r>
            <a:r>
              <a:rPr sz="2400" i="1" dirty="0">
                <a:solidFill>
                  <a:srgbClr val="010101"/>
                </a:solidFill>
                <a:latin typeface="Arial"/>
                <a:cs typeface="Arial"/>
              </a:rPr>
              <a:t>II</a:t>
            </a:r>
            <a:r>
              <a:rPr sz="2400" i="1" spc="204" dirty="0">
                <a:solidFill>
                  <a:srgbClr val="010101"/>
                </a:solidFill>
                <a:latin typeface="Arial"/>
                <a:cs typeface="Arial"/>
              </a:rPr>
              <a:t> </a:t>
            </a:r>
            <a:r>
              <a:rPr sz="2400" dirty="0">
                <a:solidFill>
                  <a:srgbClr val="010101"/>
                </a:solidFill>
                <a:latin typeface="Times New Roman"/>
                <a:cs typeface="Times New Roman"/>
              </a:rPr>
              <a:t>create</a:t>
            </a:r>
            <a:r>
              <a:rPr sz="2400" spc="220" dirty="0">
                <a:solidFill>
                  <a:srgbClr val="010101"/>
                </a:solidFill>
                <a:latin typeface="Times New Roman"/>
                <a:cs typeface="Times New Roman"/>
              </a:rPr>
              <a:t> </a:t>
            </a:r>
            <a:r>
              <a:rPr sz="2400" spc="85" dirty="0">
                <a:solidFill>
                  <a:srgbClr val="010101"/>
                </a:solidFill>
                <a:latin typeface="Times New Roman"/>
                <a:cs typeface="Times New Roman"/>
              </a:rPr>
              <a:t>a</a:t>
            </a:r>
            <a:r>
              <a:rPr sz="2400" spc="60" dirty="0">
                <a:solidFill>
                  <a:srgbClr val="010101"/>
                </a:solidFill>
                <a:latin typeface="Times New Roman"/>
                <a:cs typeface="Times New Roman"/>
              </a:rPr>
              <a:t> </a:t>
            </a:r>
            <a:r>
              <a:rPr sz="2400" spc="65" dirty="0">
                <a:solidFill>
                  <a:srgbClr val="010101"/>
                </a:solidFill>
                <a:latin typeface="Times New Roman"/>
                <a:cs typeface="Times New Roman"/>
              </a:rPr>
              <a:t>Box</a:t>
            </a:r>
            <a:r>
              <a:rPr sz="2400" spc="90" dirty="0">
                <a:solidFill>
                  <a:srgbClr val="010101"/>
                </a:solidFill>
                <a:latin typeface="Times New Roman"/>
                <a:cs typeface="Times New Roman"/>
              </a:rPr>
              <a:t> </a:t>
            </a:r>
            <a:r>
              <a:rPr sz="2400" dirty="0">
                <a:solidFill>
                  <a:srgbClr val="010101"/>
                </a:solidFill>
                <a:latin typeface="Times New Roman"/>
                <a:cs typeface="Times New Roman"/>
              </a:rPr>
              <a:t>object</a:t>
            </a:r>
            <a:r>
              <a:rPr sz="2400" spc="195" dirty="0">
                <a:solidFill>
                  <a:srgbClr val="010101"/>
                </a:solidFill>
                <a:latin typeface="Times New Roman"/>
                <a:cs typeface="Times New Roman"/>
              </a:rPr>
              <a:t> </a:t>
            </a:r>
            <a:r>
              <a:rPr sz="2400" dirty="0">
                <a:solidFill>
                  <a:srgbClr val="010101"/>
                </a:solidFill>
                <a:latin typeface="Times New Roman"/>
                <a:cs typeface="Times New Roman"/>
              </a:rPr>
              <a:t>called</a:t>
            </a:r>
            <a:r>
              <a:rPr sz="2400" spc="195" dirty="0">
                <a:solidFill>
                  <a:srgbClr val="010101"/>
                </a:solidFill>
                <a:latin typeface="Times New Roman"/>
                <a:cs typeface="Times New Roman"/>
              </a:rPr>
              <a:t> </a:t>
            </a:r>
            <a:r>
              <a:rPr sz="2400" spc="-10" dirty="0">
                <a:solidFill>
                  <a:srgbClr val="010101"/>
                </a:solidFill>
                <a:latin typeface="Times New Roman"/>
                <a:cs typeface="Times New Roman"/>
              </a:rPr>
              <a:t>mybox</a:t>
            </a:r>
            <a:endParaRPr sz="2400" dirty="0">
              <a:latin typeface="Times New Roman"/>
              <a:cs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2">
            <a:extLst>
              <a:ext uri="{FF2B5EF4-FFF2-40B4-BE49-F238E27FC236}">
                <a16:creationId xmlns:a16="http://schemas.microsoft.com/office/drawing/2014/main" id="{24248493-AC44-1078-B2DE-B2247B35CE11}"/>
              </a:ext>
            </a:extLst>
          </p:cNvPr>
          <p:cNvPicPr/>
          <p:nvPr/>
        </p:nvPicPr>
        <p:blipFill>
          <a:blip r:embed="rId2" cstate="print"/>
          <a:stretch>
            <a:fillRect/>
          </a:stretch>
        </p:blipFill>
        <p:spPr>
          <a:xfrm>
            <a:off x="563032" y="850646"/>
            <a:ext cx="9567329" cy="6253846"/>
          </a:xfrm>
          <a:prstGeom prst="rect">
            <a:avLst/>
          </a:prstGeom>
        </p:spPr>
      </p:pic>
    </p:spTree>
    <p:extLst>
      <p:ext uri="{BB962C8B-B14F-4D97-AF65-F5344CB8AC3E}">
        <p14:creationId xmlns:p14="http://schemas.microsoft.com/office/powerpoint/2010/main" val="20568313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22860">
              <a:lnSpc>
                <a:spcPct val="100000"/>
              </a:lnSpc>
              <a:spcBef>
                <a:spcPts val="110"/>
              </a:spcBef>
            </a:pPr>
            <a:r>
              <a:rPr sz="4000" spc="50" dirty="0">
                <a:solidFill>
                  <a:srgbClr val="77645B"/>
                </a:solidFill>
                <a:latin typeface="Times New Roman"/>
                <a:cs typeface="Times New Roman"/>
              </a:rPr>
              <a:t>Assigning</a:t>
            </a:r>
            <a:r>
              <a:rPr sz="4000" spc="560" dirty="0">
                <a:solidFill>
                  <a:srgbClr val="77645B"/>
                </a:solidFill>
                <a:latin typeface="Times New Roman"/>
                <a:cs typeface="Times New Roman"/>
              </a:rPr>
              <a:t> </a:t>
            </a:r>
            <a:r>
              <a:rPr sz="4000" dirty="0">
                <a:solidFill>
                  <a:srgbClr val="77645B"/>
                </a:solidFill>
                <a:latin typeface="Times New Roman"/>
                <a:cs typeface="Times New Roman"/>
              </a:rPr>
              <a:t>Object</a:t>
            </a:r>
            <a:r>
              <a:rPr sz="4000" spc="445" dirty="0">
                <a:solidFill>
                  <a:srgbClr val="77645B"/>
                </a:solidFill>
                <a:latin typeface="Times New Roman"/>
                <a:cs typeface="Times New Roman"/>
              </a:rPr>
              <a:t> </a:t>
            </a:r>
            <a:r>
              <a:rPr sz="4000" dirty="0">
                <a:solidFill>
                  <a:srgbClr val="77645B"/>
                </a:solidFill>
                <a:latin typeface="Times New Roman"/>
                <a:cs typeface="Times New Roman"/>
              </a:rPr>
              <a:t>Reference</a:t>
            </a:r>
            <a:r>
              <a:rPr sz="4000" spc="565" dirty="0">
                <a:solidFill>
                  <a:srgbClr val="77645B"/>
                </a:solidFill>
                <a:latin typeface="Times New Roman"/>
                <a:cs typeface="Times New Roman"/>
              </a:rPr>
              <a:t> </a:t>
            </a:r>
            <a:r>
              <a:rPr sz="4000" spc="-10" dirty="0">
                <a:solidFill>
                  <a:srgbClr val="77645B"/>
                </a:solidFill>
                <a:latin typeface="Times New Roman"/>
                <a:cs typeface="Times New Roman"/>
              </a:rPr>
              <a:t>Variables</a:t>
            </a:r>
            <a:endParaRPr sz="4000">
              <a:latin typeface="Times New Roman"/>
              <a:cs typeface="Times New Roman"/>
            </a:endParaRPr>
          </a:p>
        </p:txBody>
      </p:sp>
      <p:sp>
        <p:nvSpPr>
          <p:cNvPr id="3" name="object 3"/>
          <p:cNvSpPr txBox="1"/>
          <p:nvPr/>
        </p:nvSpPr>
        <p:spPr>
          <a:xfrm>
            <a:off x="510465" y="1355179"/>
            <a:ext cx="6118225" cy="1442061"/>
          </a:xfrm>
          <a:prstGeom prst="rect">
            <a:avLst/>
          </a:prstGeom>
        </p:spPr>
        <p:txBody>
          <a:bodyPr vert="horz" wrap="square" lIns="0" tIns="51435" rIns="0" bIns="0" rtlCol="0">
            <a:spAutoFit/>
          </a:bodyPr>
          <a:lstStyle/>
          <a:p>
            <a:pPr marL="12700">
              <a:lnSpc>
                <a:spcPct val="100000"/>
              </a:lnSpc>
              <a:spcBef>
                <a:spcPts val="405"/>
              </a:spcBef>
            </a:pPr>
            <a:endParaRPr sz="2700" dirty="0">
              <a:latin typeface="Times New Roman"/>
              <a:cs typeface="Times New Roman"/>
            </a:endParaRPr>
          </a:p>
          <a:p>
            <a:pPr marL="563245" marR="5080" indent="-343535">
              <a:lnSpc>
                <a:spcPts val="3750"/>
              </a:lnSpc>
              <a:buClr>
                <a:srgbClr val="DA7E46"/>
              </a:buClr>
              <a:buSzPct val="101886"/>
              <a:buFont typeface="Arial"/>
              <a:buChar char="□"/>
              <a:tabLst>
                <a:tab pos="1186815" algn="l"/>
              </a:tabLst>
            </a:pPr>
            <a:r>
              <a:rPr sz="2650" spc="55" dirty="0">
                <a:solidFill>
                  <a:srgbClr val="010101"/>
                </a:solidFill>
                <a:latin typeface="Times New Roman"/>
                <a:cs typeface="Times New Roman"/>
              </a:rPr>
              <a:t>Consider</a:t>
            </a:r>
            <a:r>
              <a:rPr sz="2650" spc="170" dirty="0">
                <a:solidFill>
                  <a:srgbClr val="010101"/>
                </a:solidFill>
                <a:latin typeface="Times New Roman"/>
                <a:cs typeface="Times New Roman"/>
              </a:rPr>
              <a:t> </a:t>
            </a:r>
            <a:r>
              <a:rPr sz="2650" spc="70" dirty="0">
                <a:solidFill>
                  <a:srgbClr val="010101"/>
                </a:solidFill>
                <a:latin typeface="Times New Roman"/>
                <a:cs typeface="Times New Roman"/>
              </a:rPr>
              <a:t>the</a:t>
            </a:r>
            <a:r>
              <a:rPr sz="2650" spc="90" dirty="0">
                <a:solidFill>
                  <a:srgbClr val="010101"/>
                </a:solidFill>
                <a:latin typeface="Times New Roman"/>
                <a:cs typeface="Times New Roman"/>
              </a:rPr>
              <a:t> </a:t>
            </a:r>
            <a:r>
              <a:rPr sz="2650" spc="55" dirty="0">
                <a:solidFill>
                  <a:srgbClr val="010101"/>
                </a:solidFill>
                <a:latin typeface="Times New Roman"/>
                <a:cs typeface="Times New Roman"/>
              </a:rPr>
              <a:t>following</a:t>
            </a:r>
            <a:r>
              <a:rPr sz="2650" spc="210" dirty="0">
                <a:solidFill>
                  <a:srgbClr val="010101"/>
                </a:solidFill>
                <a:latin typeface="Times New Roman"/>
                <a:cs typeface="Times New Roman"/>
              </a:rPr>
              <a:t> </a:t>
            </a:r>
            <a:r>
              <a:rPr sz="2650" spc="55" dirty="0">
                <a:solidFill>
                  <a:srgbClr val="010101"/>
                </a:solidFill>
                <a:latin typeface="Times New Roman"/>
                <a:cs typeface="Times New Roman"/>
              </a:rPr>
              <a:t>code</a:t>
            </a:r>
            <a:r>
              <a:rPr sz="2650" spc="125" dirty="0">
                <a:solidFill>
                  <a:srgbClr val="010101"/>
                </a:solidFill>
                <a:latin typeface="Times New Roman"/>
                <a:cs typeface="Times New Roman"/>
              </a:rPr>
              <a:t> </a:t>
            </a:r>
            <a:r>
              <a:rPr sz="2650" spc="40" dirty="0">
                <a:solidFill>
                  <a:srgbClr val="010101"/>
                </a:solidFill>
                <a:latin typeface="Times New Roman"/>
                <a:cs typeface="Times New Roman"/>
              </a:rPr>
              <a:t>fragment: 	</a:t>
            </a:r>
            <a:r>
              <a:rPr sz="2650" spc="85" dirty="0">
                <a:solidFill>
                  <a:srgbClr val="F00507"/>
                </a:solidFill>
                <a:latin typeface="Times New Roman"/>
                <a:cs typeface="Times New Roman"/>
              </a:rPr>
              <a:t>Box</a:t>
            </a:r>
            <a:r>
              <a:rPr sz="2650" spc="50" dirty="0">
                <a:solidFill>
                  <a:srgbClr val="F00507"/>
                </a:solidFill>
                <a:latin typeface="Times New Roman"/>
                <a:cs typeface="Times New Roman"/>
              </a:rPr>
              <a:t> </a:t>
            </a:r>
            <a:r>
              <a:rPr sz="2650" spc="120" dirty="0">
                <a:solidFill>
                  <a:srgbClr val="F00507"/>
                </a:solidFill>
                <a:latin typeface="Times New Roman"/>
                <a:cs typeface="Times New Roman"/>
              </a:rPr>
              <a:t>b1</a:t>
            </a:r>
            <a:r>
              <a:rPr sz="2650" spc="-720" dirty="0">
                <a:solidFill>
                  <a:srgbClr val="F00507"/>
                </a:solidFill>
                <a:latin typeface="Times New Roman"/>
                <a:cs typeface="Times New Roman"/>
              </a:rPr>
              <a:t>=</a:t>
            </a:r>
            <a:r>
              <a:rPr lang="en-US" sz="2650" spc="-720" dirty="0">
                <a:solidFill>
                  <a:srgbClr val="F00507"/>
                </a:solidFill>
                <a:latin typeface="Times New Roman"/>
                <a:cs typeface="Times New Roman"/>
              </a:rPr>
              <a:t>   </a:t>
            </a:r>
            <a:r>
              <a:rPr sz="2650" spc="85" dirty="0">
                <a:solidFill>
                  <a:srgbClr val="F00507"/>
                </a:solidFill>
                <a:latin typeface="Times New Roman"/>
                <a:cs typeface="Times New Roman"/>
              </a:rPr>
              <a:t>new</a:t>
            </a:r>
            <a:r>
              <a:rPr sz="2650" spc="50" dirty="0">
                <a:solidFill>
                  <a:srgbClr val="F00507"/>
                </a:solidFill>
                <a:latin typeface="Times New Roman"/>
                <a:cs typeface="Times New Roman"/>
              </a:rPr>
              <a:t> </a:t>
            </a:r>
            <a:r>
              <a:rPr sz="2650" spc="55" dirty="0">
                <a:solidFill>
                  <a:srgbClr val="F00507"/>
                </a:solidFill>
                <a:latin typeface="Times New Roman"/>
                <a:cs typeface="Times New Roman"/>
              </a:rPr>
              <a:t>Box();</a:t>
            </a:r>
            <a:endParaRPr sz="2650" dirty="0">
              <a:latin typeface="Times New Roman"/>
              <a:cs typeface="Times New Roman"/>
            </a:endParaRPr>
          </a:p>
        </p:txBody>
      </p:sp>
      <p:sp>
        <p:nvSpPr>
          <p:cNvPr id="4" name="object 4"/>
          <p:cNvSpPr txBox="1"/>
          <p:nvPr/>
        </p:nvSpPr>
        <p:spPr>
          <a:xfrm>
            <a:off x="1684628" y="2811497"/>
            <a:ext cx="1913889" cy="430530"/>
          </a:xfrm>
          <a:prstGeom prst="rect">
            <a:avLst/>
          </a:prstGeom>
        </p:spPr>
        <p:txBody>
          <a:bodyPr vert="horz" wrap="square" lIns="0" tIns="13335" rIns="0" bIns="0" rtlCol="0">
            <a:spAutoFit/>
          </a:bodyPr>
          <a:lstStyle/>
          <a:p>
            <a:pPr marL="12700">
              <a:lnSpc>
                <a:spcPct val="100000"/>
              </a:lnSpc>
              <a:spcBef>
                <a:spcPts val="105"/>
              </a:spcBef>
            </a:pPr>
            <a:r>
              <a:rPr sz="2650" spc="85" dirty="0">
                <a:solidFill>
                  <a:srgbClr val="F00507"/>
                </a:solidFill>
                <a:latin typeface="Times New Roman"/>
                <a:cs typeface="Times New Roman"/>
              </a:rPr>
              <a:t>Box</a:t>
            </a:r>
            <a:r>
              <a:rPr sz="2650" spc="45" dirty="0">
                <a:solidFill>
                  <a:srgbClr val="F00507"/>
                </a:solidFill>
                <a:latin typeface="Times New Roman"/>
                <a:cs typeface="Times New Roman"/>
              </a:rPr>
              <a:t> </a:t>
            </a:r>
            <a:r>
              <a:rPr sz="2650" spc="65" dirty="0">
                <a:solidFill>
                  <a:srgbClr val="F00507"/>
                </a:solidFill>
                <a:latin typeface="Times New Roman"/>
                <a:cs typeface="Times New Roman"/>
              </a:rPr>
              <a:t>b2</a:t>
            </a:r>
            <a:r>
              <a:rPr sz="2650" spc="70" dirty="0">
                <a:solidFill>
                  <a:srgbClr val="F00507"/>
                </a:solidFill>
                <a:latin typeface="Times New Roman"/>
                <a:cs typeface="Times New Roman"/>
              </a:rPr>
              <a:t> </a:t>
            </a:r>
            <a:r>
              <a:rPr sz="2650" spc="-20" dirty="0">
                <a:solidFill>
                  <a:srgbClr val="F00507"/>
                </a:solidFill>
                <a:latin typeface="Times New Roman"/>
                <a:cs typeface="Times New Roman"/>
              </a:rPr>
              <a:t>=</a:t>
            </a:r>
            <a:r>
              <a:rPr sz="2650" spc="-20" dirty="0" err="1">
                <a:solidFill>
                  <a:srgbClr val="F00507"/>
                </a:solidFill>
                <a:latin typeface="Times New Roman"/>
                <a:cs typeface="Times New Roman"/>
              </a:rPr>
              <a:t>bl</a:t>
            </a:r>
            <a:r>
              <a:rPr sz="2650" spc="-20" dirty="0">
                <a:solidFill>
                  <a:srgbClr val="F00507"/>
                </a:solidFill>
                <a:latin typeface="Times New Roman"/>
                <a:cs typeface="Times New Roman"/>
              </a:rPr>
              <a:t>·</a:t>
            </a:r>
            <a:endParaRPr sz="2650" dirty="0">
              <a:latin typeface="Times New Roman"/>
              <a:cs typeface="Times New Roman"/>
            </a:endParaRPr>
          </a:p>
        </p:txBody>
      </p:sp>
      <p:sp>
        <p:nvSpPr>
          <p:cNvPr id="5" name="object 5"/>
          <p:cNvSpPr txBox="1"/>
          <p:nvPr/>
        </p:nvSpPr>
        <p:spPr>
          <a:xfrm>
            <a:off x="3478287" y="3012858"/>
            <a:ext cx="95250" cy="461009"/>
          </a:xfrm>
          <a:prstGeom prst="rect">
            <a:avLst/>
          </a:prstGeom>
        </p:spPr>
        <p:txBody>
          <a:bodyPr vert="horz" wrap="square" lIns="0" tIns="13335" rIns="0" bIns="0" rtlCol="0">
            <a:spAutoFit/>
          </a:bodyPr>
          <a:lstStyle/>
          <a:p>
            <a:pPr marL="12700">
              <a:lnSpc>
                <a:spcPct val="100000"/>
              </a:lnSpc>
              <a:spcBef>
                <a:spcPts val="105"/>
              </a:spcBef>
            </a:pPr>
            <a:r>
              <a:rPr sz="2850" dirty="0">
                <a:solidFill>
                  <a:srgbClr val="F00507"/>
                </a:solidFill>
                <a:latin typeface="Arial"/>
                <a:cs typeface="Arial"/>
              </a:rPr>
              <a:t>'</a:t>
            </a:r>
            <a:endParaRPr sz="2850">
              <a:latin typeface="Arial"/>
              <a:cs typeface="Arial"/>
            </a:endParaRPr>
          </a:p>
        </p:txBody>
      </p:sp>
      <p:sp>
        <p:nvSpPr>
          <p:cNvPr id="6" name="object 6"/>
          <p:cNvSpPr txBox="1"/>
          <p:nvPr/>
        </p:nvSpPr>
        <p:spPr>
          <a:xfrm>
            <a:off x="717532" y="3290714"/>
            <a:ext cx="9254490" cy="430530"/>
          </a:xfrm>
          <a:prstGeom prst="rect">
            <a:avLst/>
          </a:prstGeom>
        </p:spPr>
        <p:txBody>
          <a:bodyPr vert="horz" wrap="square" lIns="0" tIns="6985" rIns="0" bIns="0" rtlCol="0">
            <a:spAutoFit/>
          </a:bodyPr>
          <a:lstStyle/>
          <a:p>
            <a:pPr marL="446405" indent="-433705">
              <a:lnSpc>
                <a:spcPct val="100000"/>
              </a:lnSpc>
              <a:spcBef>
                <a:spcPts val="55"/>
              </a:spcBef>
              <a:buClr>
                <a:srgbClr val="DA7E46"/>
              </a:buClr>
              <a:buSzPct val="101886"/>
              <a:buFont typeface="Arial"/>
              <a:buChar char="□"/>
              <a:tabLst>
                <a:tab pos="446405" algn="l"/>
                <a:tab pos="981710" algn="l"/>
                <a:tab pos="1391920" algn="l"/>
                <a:tab pos="2365375" algn="l"/>
                <a:tab pos="3780154" algn="l"/>
                <a:tab pos="4112260" algn="l"/>
                <a:tab pos="5624830" algn="l"/>
                <a:tab pos="6076315" algn="l"/>
                <a:tab pos="6411595" algn="l"/>
                <a:tab pos="7283450" algn="l"/>
                <a:tab pos="7757795" algn="l"/>
                <a:tab pos="8369300" algn="l"/>
              </a:tabLst>
            </a:pPr>
            <a:r>
              <a:rPr sz="2650" spc="40" dirty="0">
                <a:solidFill>
                  <a:srgbClr val="010101"/>
                </a:solidFill>
                <a:latin typeface="Times New Roman"/>
                <a:cs typeface="Times New Roman"/>
              </a:rPr>
              <a:t>b2</a:t>
            </a:r>
            <a:r>
              <a:rPr sz="2650" dirty="0">
                <a:solidFill>
                  <a:srgbClr val="010101"/>
                </a:solidFill>
                <a:latin typeface="Times New Roman"/>
                <a:cs typeface="Times New Roman"/>
              </a:rPr>
              <a:t>	</a:t>
            </a:r>
            <a:r>
              <a:rPr sz="2650" spc="30" dirty="0">
                <a:solidFill>
                  <a:srgbClr val="010101"/>
                </a:solidFill>
                <a:latin typeface="Times New Roman"/>
                <a:cs typeface="Times New Roman"/>
              </a:rPr>
              <a:t>is</a:t>
            </a:r>
            <a:r>
              <a:rPr sz="2650" dirty="0">
                <a:solidFill>
                  <a:srgbClr val="010101"/>
                </a:solidFill>
                <a:latin typeface="Times New Roman"/>
                <a:cs typeface="Times New Roman"/>
              </a:rPr>
              <a:t>	</a:t>
            </a:r>
            <a:r>
              <a:rPr sz="2650" spc="45" dirty="0">
                <a:solidFill>
                  <a:srgbClr val="010101"/>
                </a:solidFill>
                <a:latin typeface="Times New Roman"/>
                <a:cs typeface="Times New Roman"/>
              </a:rPr>
              <a:t>being</a:t>
            </a:r>
            <a:r>
              <a:rPr sz="2650" dirty="0">
                <a:solidFill>
                  <a:srgbClr val="010101"/>
                </a:solidFill>
                <a:latin typeface="Times New Roman"/>
                <a:cs typeface="Times New Roman"/>
              </a:rPr>
              <a:t>	</a:t>
            </a:r>
            <a:r>
              <a:rPr sz="2650" spc="45" dirty="0">
                <a:solidFill>
                  <a:srgbClr val="010101"/>
                </a:solidFill>
                <a:latin typeface="Times New Roman"/>
                <a:cs typeface="Times New Roman"/>
              </a:rPr>
              <a:t>assigned</a:t>
            </a:r>
            <a:r>
              <a:rPr sz="2650" dirty="0">
                <a:solidFill>
                  <a:srgbClr val="010101"/>
                </a:solidFill>
                <a:latin typeface="Times New Roman"/>
                <a:cs typeface="Times New Roman"/>
              </a:rPr>
              <a:t>	</a:t>
            </a:r>
            <a:r>
              <a:rPr sz="2650" spc="20" dirty="0">
                <a:solidFill>
                  <a:srgbClr val="010101"/>
                </a:solidFill>
                <a:latin typeface="Times New Roman"/>
                <a:cs typeface="Times New Roman"/>
              </a:rPr>
              <a:t>a</a:t>
            </a:r>
            <a:r>
              <a:rPr sz="2650" dirty="0">
                <a:solidFill>
                  <a:srgbClr val="010101"/>
                </a:solidFill>
                <a:latin typeface="Times New Roman"/>
                <a:cs typeface="Times New Roman"/>
              </a:rPr>
              <a:t>	</a:t>
            </a:r>
            <a:r>
              <a:rPr sz="2650" spc="40" dirty="0">
                <a:solidFill>
                  <a:srgbClr val="010101"/>
                </a:solidFill>
                <a:latin typeface="Times New Roman"/>
                <a:cs typeface="Times New Roman"/>
              </a:rPr>
              <a:t>reference</a:t>
            </a:r>
            <a:r>
              <a:rPr sz="2650" dirty="0">
                <a:solidFill>
                  <a:srgbClr val="010101"/>
                </a:solidFill>
                <a:latin typeface="Times New Roman"/>
                <a:cs typeface="Times New Roman"/>
              </a:rPr>
              <a:t>	</a:t>
            </a:r>
            <a:r>
              <a:rPr sz="2650" spc="35" dirty="0">
                <a:solidFill>
                  <a:srgbClr val="010101"/>
                </a:solidFill>
                <a:latin typeface="Times New Roman"/>
                <a:cs typeface="Times New Roman"/>
              </a:rPr>
              <a:t>to</a:t>
            </a:r>
            <a:r>
              <a:rPr sz="2650" dirty="0">
                <a:solidFill>
                  <a:srgbClr val="010101"/>
                </a:solidFill>
                <a:latin typeface="Times New Roman"/>
                <a:cs typeface="Times New Roman"/>
              </a:rPr>
              <a:t>	</a:t>
            </a:r>
            <a:r>
              <a:rPr sz="2650" spc="20" dirty="0">
                <a:solidFill>
                  <a:srgbClr val="010101"/>
                </a:solidFill>
                <a:latin typeface="Times New Roman"/>
                <a:cs typeface="Times New Roman"/>
              </a:rPr>
              <a:t>a</a:t>
            </a:r>
            <a:r>
              <a:rPr sz="2650" dirty="0">
                <a:solidFill>
                  <a:srgbClr val="010101"/>
                </a:solidFill>
                <a:latin typeface="Times New Roman"/>
                <a:cs typeface="Times New Roman"/>
              </a:rPr>
              <a:t>	</a:t>
            </a:r>
            <a:r>
              <a:rPr sz="2650" spc="55" dirty="0">
                <a:solidFill>
                  <a:srgbClr val="010101"/>
                </a:solidFill>
                <a:latin typeface="Times New Roman"/>
                <a:cs typeface="Times New Roman"/>
              </a:rPr>
              <a:t>copy</a:t>
            </a:r>
            <a:r>
              <a:rPr sz="2650" dirty="0">
                <a:solidFill>
                  <a:srgbClr val="010101"/>
                </a:solidFill>
                <a:latin typeface="Times New Roman"/>
                <a:cs typeface="Times New Roman"/>
              </a:rPr>
              <a:t>	</a:t>
            </a:r>
            <a:r>
              <a:rPr sz="2650" spc="40" dirty="0">
                <a:solidFill>
                  <a:srgbClr val="010101"/>
                </a:solidFill>
                <a:latin typeface="Times New Roman"/>
                <a:cs typeface="Times New Roman"/>
              </a:rPr>
              <a:t>of</a:t>
            </a:r>
            <a:r>
              <a:rPr sz="2650" dirty="0">
                <a:solidFill>
                  <a:srgbClr val="010101"/>
                </a:solidFill>
                <a:latin typeface="Times New Roman"/>
                <a:cs typeface="Times New Roman"/>
              </a:rPr>
              <a:t>	</a:t>
            </a:r>
            <a:r>
              <a:rPr sz="2650" spc="35" dirty="0">
                <a:solidFill>
                  <a:srgbClr val="010101"/>
                </a:solidFill>
                <a:latin typeface="Times New Roman"/>
                <a:cs typeface="Times New Roman"/>
              </a:rPr>
              <a:t>the</a:t>
            </a:r>
            <a:r>
              <a:rPr sz="2650" dirty="0">
                <a:solidFill>
                  <a:srgbClr val="010101"/>
                </a:solidFill>
                <a:latin typeface="Times New Roman"/>
                <a:cs typeface="Times New Roman"/>
              </a:rPr>
              <a:t>	</a:t>
            </a:r>
            <a:r>
              <a:rPr sz="2650" spc="45" dirty="0">
                <a:solidFill>
                  <a:srgbClr val="010101"/>
                </a:solidFill>
                <a:latin typeface="Times New Roman"/>
                <a:cs typeface="Times New Roman"/>
              </a:rPr>
              <a:t>object</a:t>
            </a:r>
            <a:endParaRPr sz="2650">
              <a:latin typeface="Times New Roman"/>
              <a:cs typeface="Times New Roman"/>
            </a:endParaRPr>
          </a:p>
        </p:txBody>
      </p:sp>
      <p:sp>
        <p:nvSpPr>
          <p:cNvPr id="7" name="object 7"/>
          <p:cNvSpPr txBox="1"/>
          <p:nvPr/>
        </p:nvSpPr>
        <p:spPr>
          <a:xfrm>
            <a:off x="717532" y="3680477"/>
            <a:ext cx="9266555" cy="3037840"/>
          </a:xfrm>
          <a:prstGeom prst="rect">
            <a:avLst/>
          </a:prstGeom>
        </p:spPr>
        <p:txBody>
          <a:bodyPr vert="horz" wrap="square" lIns="0" tIns="38100" rIns="0" bIns="0" rtlCol="0">
            <a:spAutoFit/>
          </a:bodyPr>
          <a:lstStyle/>
          <a:p>
            <a:pPr marL="355600" marR="9525" indent="1270">
              <a:lnSpc>
                <a:spcPts val="3070"/>
              </a:lnSpc>
              <a:spcBef>
                <a:spcPts val="300"/>
              </a:spcBef>
              <a:tabLst>
                <a:tab pos="1636395" algn="l"/>
                <a:tab pos="2059305" algn="l"/>
                <a:tab pos="2566670" algn="l"/>
                <a:tab pos="3158490" algn="l"/>
                <a:tab pos="4406265" algn="l"/>
                <a:tab pos="4907280" algn="l"/>
                <a:tab pos="5575300" algn="l"/>
                <a:tab pos="6076315" algn="l"/>
                <a:tab pos="6778625" algn="l"/>
                <a:tab pos="7560945" algn="l"/>
                <a:tab pos="8387080" algn="l"/>
                <a:tab pos="8808720" algn="l"/>
              </a:tabLst>
            </a:pPr>
            <a:r>
              <a:rPr sz="2650" spc="40" dirty="0">
                <a:solidFill>
                  <a:srgbClr val="010101"/>
                </a:solidFill>
                <a:latin typeface="Times New Roman"/>
                <a:cs typeface="Times New Roman"/>
              </a:rPr>
              <a:t>referred</a:t>
            </a:r>
            <a:r>
              <a:rPr sz="2650" dirty="0">
                <a:solidFill>
                  <a:srgbClr val="010101"/>
                </a:solidFill>
                <a:latin typeface="Times New Roman"/>
                <a:cs typeface="Times New Roman"/>
              </a:rPr>
              <a:t>	</a:t>
            </a:r>
            <a:r>
              <a:rPr sz="2650" spc="55" dirty="0">
                <a:solidFill>
                  <a:srgbClr val="010101"/>
                </a:solidFill>
                <a:latin typeface="Times New Roman"/>
                <a:cs typeface="Times New Roman"/>
              </a:rPr>
              <a:t>to</a:t>
            </a:r>
            <a:r>
              <a:rPr sz="2650" dirty="0">
                <a:solidFill>
                  <a:srgbClr val="010101"/>
                </a:solidFill>
                <a:latin typeface="Times New Roman"/>
                <a:cs typeface="Times New Roman"/>
              </a:rPr>
              <a:t>	</a:t>
            </a:r>
            <a:r>
              <a:rPr sz="2650" spc="65" dirty="0">
                <a:solidFill>
                  <a:srgbClr val="010101"/>
                </a:solidFill>
                <a:latin typeface="Times New Roman"/>
                <a:cs typeface="Times New Roman"/>
              </a:rPr>
              <a:t>by</a:t>
            </a:r>
            <a:r>
              <a:rPr sz="2650" dirty="0">
                <a:solidFill>
                  <a:srgbClr val="010101"/>
                </a:solidFill>
                <a:latin typeface="Times New Roman"/>
                <a:cs typeface="Times New Roman"/>
              </a:rPr>
              <a:t>	</a:t>
            </a:r>
            <a:r>
              <a:rPr sz="2650" spc="50" dirty="0">
                <a:solidFill>
                  <a:srgbClr val="010101"/>
                </a:solidFill>
                <a:latin typeface="Times New Roman"/>
                <a:cs typeface="Times New Roman"/>
              </a:rPr>
              <a:t>b1.</a:t>
            </a:r>
            <a:r>
              <a:rPr sz="2650" dirty="0">
                <a:solidFill>
                  <a:srgbClr val="010101"/>
                </a:solidFill>
                <a:latin typeface="Times New Roman"/>
                <a:cs typeface="Times New Roman"/>
              </a:rPr>
              <a:t>	</a:t>
            </a:r>
            <a:r>
              <a:rPr sz="2650" spc="70" dirty="0">
                <a:solidFill>
                  <a:srgbClr val="010101"/>
                </a:solidFill>
                <a:latin typeface="Times New Roman"/>
                <a:cs typeface="Times New Roman"/>
              </a:rPr>
              <a:t>Where</a:t>
            </a:r>
            <a:r>
              <a:rPr sz="2650" dirty="0">
                <a:solidFill>
                  <a:srgbClr val="010101"/>
                </a:solidFill>
                <a:latin typeface="Times New Roman"/>
                <a:cs typeface="Times New Roman"/>
              </a:rPr>
              <a:t>	</a:t>
            </a:r>
            <a:r>
              <a:rPr sz="2650" spc="75" dirty="0">
                <a:solidFill>
                  <a:srgbClr val="010101"/>
                </a:solidFill>
                <a:latin typeface="Times New Roman"/>
                <a:cs typeface="Times New Roman"/>
              </a:rPr>
              <a:t>b1</a:t>
            </a:r>
            <a:r>
              <a:rPr sz="2650" dirty="0">
                <a:solidFill>
                  <a:srgbClr val="010101"/>
                </a:solidFill>
                <a:latin typeface="Times New Roman"/>
                <a:cs typeface="Times New Roman"/>
              </a:rPr>
              <a:t>	</a:t>
            </a:r>
            <a:r>
              <a:rPr sz="2650" spc="50" dirty="0">
                <a:solidFill>
                  <a:srgbClr val="010101"/>
                </a:solidFill>
                <a:latin typeface="Times New Roman"/>
                <a:cs typeface="Times New Roman"/>
              </a:rPr>
              <a:t>and</a:t>
            </a:r>
            <a:r>
              <a:rPr sz="2650" dirty="0">
                <a:solidFill>
                  <a:srgbClr val="010101"/>
                </a:solidFill>
                <a:latin typeface="Times New Roman"/>
                <a:cs typeface="Times New Roman"/>
              </a:rPr>
              <a:t>	</a:t>
            </a:r>
            <a:r>
              <a:rPr sz="2650" spc="40" dirty="0">
                <a:solidFill>
                  <a:srgbClr val="010101"/>
                </a:solidFill>
                <a:latin typeface="Times New Roman"/>
                <a:cs typeface="Times New Roman"/>
              </a:rPr>
              <a:t>b2</a:t>
            </a:r>
            <a:r>
              <a:rPr sz="2650" dirty="0">
                <a:solidFill>
                  <a:srgbClr val="010101"/>
                </a:solidFill>
                <a:latin typeface="Times New Roman"/>
                <a:cs typeface="Times New Roman"/>
              </a:rPr>
              <a:t>	</a:t>
            </a:r>
            <a:r>
              <a:rPr sz="2650" spc="35" dirty="0">
                <a:solidFill>
                  <a:srgbClr val="010101"/>
                </a:solidFill>
                <a:latin typeface="Times New Roman"/>
                <a:cs typeface="Times New Roman"/>
              </a:rPr>
              <a:t>will</a:t>
            </a:r>
            <a:r>
              <a:rPr sz="2650" dirty="0">
                <a:solidFill>
                  <a:srgbClr val="010101"/>
                </a:solidFill>
                <a:latin typeface="Times New Roman"/>
                <a:cs typeface="Times New Roman"/>
              </a:rPr>
              <a:t>	</a:t>
            </a:r>
            <a:r>
              <a:rPr sz="2650" spc="50" dirty="0">
                <a:solidFill>
                  <a:srgbClr val="010101"/>
                </a:solidFill>
                <a:latin typeface="Times New Roman"/>
                <a:cs typeface="Times New Roman"/>
              </a:rPr>
              <a:t>both</a:t>
            </a:r>
            <a:r>
              <a:rPr sz="2650" dirty="0">
                <a:solidFill>
                  <a:srgbClr val="010101"/>
                </a:solidFill>
                <a:latin typeface="Times New Roman"/>
                <a:cs typeface="Times New Roman"/>
              </a:rPr>
              <a:t>	</a:t>
            </a:r>
            <a:r>
              <a:rPr sz="2650" spc="45" dirty="0">
                <a:solidFill>
                  <a:srgbClr val="010101"/>
                </a:solidFill>
                <a:latin typeface="Times New Roman"/>
                <a:cs typeface="Times New Roman"/>
              </a:rPr>
              <a:t>refer</a:t>
            </a:r>
            <a:r>
              <a:rPr sz="2650" dirty="0">
                <a:solidFill>
                  <a:srgbClr val="010101"/>
                </a:solidFill>
                <a:latin typeface="Times New Roman"/>
                <a:cs typeface="Times New Roman"/>
              </a:rPr>
              <a:t>	</a:t>
            </a:r>
            <a:r>
              <a:rPr sz="2650" spc="35" dirty="0">
                <a:solidFill>
                  <a:srgbClr val="010101"/>
                </a:solidFill>
                <a:latin typeface="Times New Roman"/>
                <a:cs typeface="Times New Roman"/>
              </a:rPr>
              <a:t>to</a:t>
            </a:r>
            <a:r>
              <a:rPr sz="2650" dirty="0">
                <a:solidFill>
                  <a:srgbClr val="010101"/>
                </a:solidFill>
                <a:latin typeface="Times New Roman"/>
                <a:cs typeface="Times New Roman"/>
              </a:rPr>
              <a:t>	</a:t>
            </a:r>
            <a:r>
              <a:rPr sz="2650" spc="45" dirty="0">
                <a:solidFill>
                  <a:srgbClr val="010101"/>
                </a:solidFill>
                <a:latin typeface="Times New Roman"/>
                <a:cs typeface="Times New Roman"/>
              </a:rPr>
              <a:t>the </a:t>
            </a:r>
            <a:r>
              <a:rPr sz="2650" spc="60" dirty="0">
                <a:solidFill>
                  <a:srgbClr val="010101"/>
                </a:solidFill>
                <a:latin typeface="Times New Roman"/>
                <a:cs typeface="Times New Roman"/>
              </a:rPr>
              <a:t>same</a:t>
            </a:r>
            <a:r>
              <a:rPr sz="2650" spc="150" dirty="0">
                <a:solidFill>
                  <a:srgbClr val="010101"/>
                </a:solidFill>
                <a:latin typeface="Times New Roman"/>
                <a:cs typeface="Times New Roman"/>
              </a:rPr>
              <a:t> </a:t>
            </a:r>
            <a:r>
              <a:rPr sz="2650" spc="50" dirty="0">
                <a:solidFill>
                  <a:srgbClr val="010101"/>
                </a:solidFill>
                <a:latin typeface="Times New Roman"/>
                <a:cs typeface="Times New Roman"/>
              </a:rPr>
              <a:t>object.</a:t>
            </a:r>
            <a:endParaRPr sz="2650">
              <a:latin typeface="Times New Roman"/>
              <a:cs typeface="Times New Roman"/>
            </a:endParaRPr>
          </a:p>
          <a:p>
            <a:pPr marL="354965" marR="5080" indent="-342900">
              <a:lnSpc>
                <a:spcPts val="3070"/>
              </a:lnSpc>
              <a:spcBef>
                <a:spcPts val="700"/>
              </a:spcBef>
              <a:buClr>
                <a:srgbClr val="DA7E46"/>
              </a:buClr>
              <a:buSzPct val="101886"/>
              <a:buFont typeface="Arial"/>
              <a:buChar char="□"/>
              <a:tabLst>
                <a:tab pos="356870" algn="l"/>
                <a:tab pos="1040130" algn="l"/>
                <a:tab pos="2777490" algn="l"/>
                <a:tab pos="4572635" algn="l"/>
                <a:tab pos="5741035" algn="l"/>
                <a:tab pos="6979920" algn="l"/>
                <a:tab pos="8947150" algn="l"/>
              </a:tabLst>
            </a:pPr>
            <a:r>
              <a:rPr sz="2650" spc="50" dirty="0">
                <a:solidFill>
                  <a:srgbClr val="010101"/>
                </a:solidFill>
                <a:latin typeface="Times New Roman"/>
                <a:cs typeface="Times New Roman"/>
              </a:rPr>
              <a:t>The</a:t>
            </a:r>
            <a:r>
              <a:rPr sz="2650" dirty="0">
                <a:solidFill>
                  <a:srgbClr val="010101"/>
                </a:solidFill>
                <a:latin typeface="Times New Roman"/>
                <a:cs typeface="Times New Roman"/>
              </a:rPr>
              <a:t>	</a:t>
            </a:r>
            <a:r>
              <a:rPr sz="2650" spc="-10" dirty="0">
                <a:solidFill>
                  <a:srgbClr val="010101"/>
                </a:solidFill>
                <a:latin typeface="Times New Roman"/>
                <a:cs typeface="Times New Roman"/>
              </a:rPr>
              <a:t>assignment</a:t>
            </a:r>
            <a:r>
              <a:rPr sz="2650" dirty="0">
                <a:solidFill>
                  <a:srgbClr val="010101"/>
                </a:solidFill>
                <a:latin typeface="Times New Roman"/>
                <a:cs typeface="Times New Roman"/>
              </a:rPr>
              <a:t>	</a:t>
            </a:r>
            <a:r>
              <a:rPr sz="2650" spc="85" dirty="0">
                <a:solidFill>
                  <a:srgbClr val="010101"/>
                </a:solidFill>
                <a:latin typeface="Times New Roman"/>
                <a:cs typeface="Times New Roman"/>
              </a:rPr>
              <a:t>of</a:t>
            </a:r>
            <a:r>
              <a:rPr sz="2650" spc="320" dirty="0">
                <a:solidFill>
                  <a:srgbClr val="010101"/>
                </a:solidFill>
                <a:latin typeface="Times New Roman"/>
                <a:cs typeface="Times New Roman"/>
              </a:rPr>
              <a:t> </a:t>
            </a:r>
            <a:r>
              <a:rPr sz="2650" spc="110" dirty="0">
                <a:solidFill>
                  <a:srgbClr val="010101"/>
                </a:solidFill>
                <a:latin typeface="Times New Roman"/>
                <a:cs typeface="Times New Roman"/>
              </a:rPr>
              <a:t>b1</a:t>
            </a:r>
            <a:r>
              <a:rPr sz="2650" spc="225" dirty="0">
                <a:solidFill>
                  <a:srgbClr val="010101"/>
                </a:solidFill>
                <a:latin typeface="Times New Roman"/>
                <a:cs typeface="Times New Roman"/>
              </a:rPr>
              <a:t> </a:t>
            </a:r>
            <a:r>
              <a:rPr sz="2650" spc="90" dirty="0">
                <a:solidFill>
                  <a:srgbClr val="010101"/>
                </a:solidFill>
                <a:latin typeface="Times New Roman"/>
                <a:cs typeface="Times New Roman"/>
              </a:rPr>
              <a:t>to</a:t>
            </a:r>
            <a:r>
              <a:rPr sz="2650" spc="310" dirty="0">
                <a:solidFill>
                  <a:srgbClr val="010101"/>
                </a:solidFill>
                <a:latin typeface="Times New Roman"/>
                <a:cs typeface="Times New Roman"/>
              </a:rPr>
              <a:t> </a:t>
            </a:r>
            <a:r>
              <a:rPr sz="2650" spc="25" dirty="0">
                <a:solidFill>
                  <a:srgbClr val="010101"/>
                </a:solidFill>
                <a:latin typeface="Times New Roman"/>
                <a:cs typeface="Times New Roman"/>
              </a:rPr>
              <a:t>b2</a:t>
            </a:r>
            <a:r>
              <a:rPr sz="2650" dirty="0">
                <a:solidFill>
                  <a:srgbClr val="010101"/>
                </a:solidFill>
                <a:latin typeface="Times New Roman"/>
                <a:cs typeface="Times New Roman"/>
              </a:rPr>
              <a:t>	</a:t>
            </a:r>
            <a:r>
              <a:rPr sz="2650" spc="75" dirty="0">
                <a:solidFill>
                  <a:srgbClr val="010101"/>
                </a:solidFill>
                <a:latin typeface="Times New Roman"/>
                <a:cs typeface="Times New Roman"/>
              </a:rPr>
              <a:t>did</a:t>
            </a:r>
            <a:r>
              <a:rPr sz="2650" spc="310" dirty="0">
                <a:solidFill>
                  <a:srgbClr val="010101"/>
                </a:solidFill>
                <a:latin typeface="Times New Roman"/>
                <a:cs typeface="Times New Roman"/>
              </a:rPr>
              <a:t> </a:t>
            </a:r>
            <a:r>
              <a:rPr sz="2650" spc="35" dirty="0">
                <a:solidFill>
                  <a:srgbClr val="010101"/>
                </a:solidFill>
                <a:latin typeface="Times New Roman"/>
                <a:cs typeface="Times New Roman"/>
              </a:rPr>
              <a:t>not</a:t>
            </a:r>
            <a:r>
              <a:rPr sz="2650" dirty="0">
                <a:solidFill>
                  <a:srgbClr val="010101"/>
                </a:solidFill>
                <a:latin typeface="Times New Roman"/>
                <a:cs typeface="Times New Roman"/>
              </a:rPr>
              <a:t>	</a:t>
            </a:r>
            <a:r>
              <a:rPr sz="2650" spc="45" dirty="0">
                <a:solidFill>
                  <a:srgbClr val="010101"/>
                </a:solidFill>
                <a:latin typeface="Times New Roman"/>
                <a:cs typeface="Times New Roman"/>
              </a:rPr>
              <a:t>allocate</a:t>
            </a:r>
            <a:r>
              <a:rPr sz="2650" dirty="0">
                <a:solidFill>
                  <a:srgbClr val="010101"/>
                </a:solidFill>
                <a:latin typeface="Times New Roman"/>
                <a:cs typeface="Times New Roman"/>
              </a:rPr>
              <a:t>	</a:t>
            </a:r>
            <a:r>
              <a:rPr sz="2650" spc="85" dirty="0">
                <a:solidFill>
                  <a:srgbClr val="010101"/>
                </a:solidFill>
                <a:latin typeface="Times New Roman"/>
                <a:cs typeface="Times New Roman"/>
              </a:rPr>
              <a:t>any</a:t>
            </a:r>
            <a:r>
              <a:rPr sz="2650" spc="310" dirty="0">
                <a:solidFill>
                  <a:srgbClr val="010101"/>
                </a:solidFill>
                <a:latin typeface="Times New Roman"/>
                <a:cs typeface="Times New Roman"/>
              </a:rPr>
              <a:t> </a:t>
            </a:r>
            <a:r>
              <a:rPr sz="2650" spc="60" dirty="0">
                <a:solidFill>
                  <a:srgbClr val="010101"/>
                </a:solidFill>
                <a:latin typeface="Times New Roman"/>
                <a:cs typeface="Times New Roman"/>
              </a:rPr>
              <a:t>memory</a:t>
            </a:r>
            <a:r>
              <a:rPr sz="2650" dirty="0">
                <a:solidFill>
                  <a:srgbClr val="010101"/>
                </a:solidFill>
                <a:latin typeface="Times New Roman"/>
                <a:cs typeface="Times New Roman"/>
              </a:rPr>
              <a:t>	</a:t>
            </a:r>
            <a:r>
              <a:rPr sz="2650" spc="70" dirty="0">
                <a:solidFill>
                  <a:srgbClr val="010101"/>
                </a:solidFill>
                <a:latin typeface="Times New Roman"/>
                <a:cs typeface="Times New Roman"/>
              </a:rPr>
              <a:t>or 	</a:t>
            </a:r>
            <a:r>
              <a:rPr sz="2650" spc="75" dirty="0">
                <a:solidFill>
                  <a:srgbClr val="010101"/>
                </a:solidFill>
                <a:latin typeface="Times New Roman"/>
                <a:cs typeface="Times New Roman"/>
              </a:rPr>
              <a:t>copy</a:t>
            </a:r>
            <a:r>
              <a:rPr sz="2650" spc="80" dirty="0">
                <a:solidFill>
                  <a:srgbClr val="010101"/>
                </a:solidFill>
                <a:latin typeface="Times New Roman"/>
                <a:cs typeface="Times New Roman"/>
              </a:rPr>
              <a:t> </a:t>
            </a:r>
            <a:r>
              <a:rPr sz="2650" spc="85" dirty="0">
                <a:solidFill>
                  <a:srgbClr val="010101"/>
                </a:solidFill>
                <a:latin typeface="Times New Roman"/>
                <a:cs typeface="Times New Roman"/>
              </a:rPr>
              <a:t>any</a:t>
            </a:r>
            <a:r>
              <a:rPr sz="2650" spc="70" dirty="0">
                <a:solidFill>
                  <a:srgbClr val="010101"/>
                </a:solidFill>
                <a:latin typeface="Times New Roman"/>
                <a:cs typeface="Times New Roman"/>
              </a:rPr>
              <a:t> </a:t>
            </a:r>
            <a:r>
              <a:rPr sz="2650" dirty="0">
                <a:solidFill>
                  <a:srgbClr val="010101"/>
                </a:solidFill>
                <a:latin typeface="Times New Roman"/>
                <a:cs typeface="Times New Roman"/>
              </a:rPr>
              <a:t>part</a:t>
            </a:r>
            <a:r>
              <a:rPr sz="2650" spc="155" dirty="0">
                <a:solidFill>
                  <a:srgbClr val="010101"/>
                </a:solidFill>
                <a:latin typeface="Times New Roman"/>
                <a:cs typeface="Times New Roman"/>
              </a:rPr>
              <a:t> </a:t>
            </a:r>
            <a:r>
              <a:rPr sz="2650" spc="65" dirty="0">
                <a:solidFill>
                  <a:srgbClr val="010101"/>
                </a:solidFill>
                <a:latin typeface="Times New Roman"/>
                <a:cs typeface="Times New Roman"/>
              </a:rPr>
              <a:t>of</a:t>
            </a:r>
            <a:r>
              <a:rPr sz="2650" spc="114" dirty="0">
                <a:solidFill>
                  <a:srgbClr val="010101"/>
                </a:solidFill>
                <a:latin typeface="Times New Roman"/>
                <a:cs typeface="Times New Roman"/>
              </a:rPr>
              <a:t> </a:t>
            </a:r>
            <a:r>
              <a:rPr sz="2650" spc="60" dirty="0">
                <a:solidFill>
                  <a:srgbClr val="010101"/>
                </a:solidFill>
                <a:latin typeface="Times New Roman"/>
                <a:cs typeface="Times New Roman"/>
              </a:rPr>
              <a:t>the</a:t>
            </a:r>
            <a:r>
              <a:rPr sz="2650" spc="70" dirty="0">
                <a:solidFill>
                  <a:srgbClr val="010101"/>
                </a:solidFill>
                <a:latin typeface="Times New Roman"/>
                <a:cs typeface="Times New Roman"/>
              </a:rPr>
              <a:t> </a:t>
            </a:r>
            <a:r>
              <a:rPr sz="2650" spc="55" dirty="0">
                <a:solidFill>
                  <a:srgbClr val="010101"/>
                </a:solidFill>
                <a:latin typeface="Times New Roman"/>
                <a:cs typeface="Times New Roman"/>
              </a:rPr>
              <a:t>original</a:t>
            </a:r>
            <a:r>
              <a:rPr sz="2650" spc="170" dirty="0">
                <a:solidFill>
                  <a:srgbClr val="010101"/>
                </a:solidFill>
                <a:latin typeface="Times New Roman"/>
                <a:cs typeface="Times New Roman"/>
              </a:rPr>
              <a:t> </a:t>
            </a:r>
            <a:r>
              <a:rPr sz="2650" spc="50" dirty="0">
                <a:solidFill>
                  <a:srgbClr val="010101"/>
                </a:solidFill>
                <a:latin typeface="Times New Roman"/>
                <a:cs typeface="Times New Roman"/>
              </a:rPr>
              <a:t>object.</a:t>
            </a:r>
            <a:endParaRPr sz="2650">
              <a:latin typeface="Times New Roman"/>
              <a:cs typeface="Times New Roman"/>
            </a:endParaRPr>
          </a:p>
          <a:p>
            <a:pPr marL="353695" indent="-340995">
              <a:lnSpc>
                <a:spcPct val="100000"/>
              </a:lnSpc>
              <a:spcBef>
                <a:spcPts val="459"/>
              </a:spcBef>
              <a:buClr>
                <a:srgbClr val="DA7E46"/>
              </a:buClr>
              <a:buSzPct val="101886"/>
              <a:buFont typeface="Arial"/>
              <a:buChar char="□"/>
              <a:tabLst>
                <a:tab pos="353695" algn="l"/>
              </a:tabLst>
            </a:pPr>
            <a:r>
              <a:rPr sz="2650" spc="70" dirty="0">
                <a:solidFill>
                  <a:srgbClr val="010101"/>
                </a:solidFill>
                <a:latin typeface="Times New Roman"/>
                <a:cs typeface="Times New Roman"/>
              </a:rPr>
              <a:t>It</a:t>
            </a:r>
            <a:r>
              <a:rPr sz="2650" spc="25" dirty="0">
                <a:solidFill>
                  <a:srgbClr val="010101"/>
                </a:solidFill>
                <a:latin typeface="Times New Roman"/>
                <a:cs typeface="Times New Roman"/>
              </a:rPr>
              <a:t> </a:t>
            </a:r>
            <a:r>
              <a:rPr sz="2650" spc="70" dirty="0">
                <a:solidFill>
                  <a:srgbClr val="010101"/>
                </a:solidFill>
                <a:latin typeface="Times New Roman"/>
                <a:cs typeface="Times New Roman"/>
              </a:rPr>
              <a:t>simply</a:t>
            </a:r>
            <a:r>
              <a:rPr sz="2650" spc="60" dirty="0">
                <a:solidFill>
                  <a:srgbClr val="010101"/>
                </a:solidFill>
                <a:latin typeface="Times New Roman"/>
                <a:cs typeface="Times New Roman"/>
              </a:rPr>
              <a:t> makes</a:t>
            </a:r>
            <a:r>
              <a:rPr sz="2650" spc="175" dirty="0">
                <a:solidFill>
                  <a:srgbClr val="010101"/>
                </a:solidFill>
                <a:latin typeface="Times New Roman"/>
                <a:cs typeface="Times New Roman"/>
              </a:rPr>
              <a:t> </a:t>
            </a:r>
            <a:r>
              <a:rPr sz="2650" spc="90" dirty="0">
                <a:solidFill>
                  <a:srgbClr val="010101"/>
                </a:solidFill>
                <a:latin typeface="Times New Roman"/>
                <a:cs typeface="Times New Roman"/>
              </a:rPr>
              <a:t>b2</a:t>
            </a:r>
            <a:r>
              <a:rPr sz="2650" spc="65" dirty="0">
                <a:solidFill>
                  <a:srgbClr val="010101"/>
                </a:solidFill>
                <a:latin typeface="Times New Roman"/>
                <a:cs typeface="Times New Roman"/>
              </a:rPr>
              <a:t> </a:t>
            </a:r>
            <a:r>
              <a:rPr sz="2650" spc="50" dirty="0">
                <a:solidFill>
                  <a:srgbClr val="010101"/>
                </a:solidFill>
                <a:latin typeface="Times New Roman"/>
                <a:cs typeface="Times New Roman"/>
              </a:rPr>
              <a:t>refer</a:t>
            </a:r>
            <a:r>
              <a:rPr sz="2650" spc="85" dirty="0">
                <a:solidFill>
                  <a:srgbClr val="010101"/>
                </a:solidFill>
                <a:latin typeface="Times New Roman"/>
                <a:cs typeface="Times New Roman"/>
              </a:rPr>
              <a:t> </a:t>
            </a:r>
            <a:r>
              <a:rPr sz="2650" spc="90" dirty="0">
                <a:solidFill>
                  <a:srgbClr val="010101"/>
                </a:solidFill>
                <a:latin typeface="Times New Roman"/>
                <a:cs typeface="Times New Roman"/>
              </a:rPr>
              <a:t>to</a:t>
            </a:r>
            <a:r>
              <a:rPr sz="2650" spc="30" dirty="0">
                <a:solidFill>
                  <a:srgbClr val="010101"/>
                </a:solidFill>
                <a:latin typeface="Times New Roman"/>
                <a:cs typeface="Times New Roman"/>
              </a:rPr>
              <a:t> </a:t>
            </a:r>
            <a:r>
              <a:rPr sz="2650" spc="60" dirty="0">
                <a:solidFill>
                  <a:srgbClr val="010101"/>
                </a:solidFill>
                <a:latin typeface="Times New Roman"/>
                <a:cs typeface="Times New Roman"/>
              </a:rPr>
              <a:t>the</a:t>
            </a:r>
            <a:r>
              <a:rPr sz="2650" spc="80" dirty="0">
                <a:solidFill>
                  <a:srgbClr val="010101"/>
                </a:solidFill>
                <a:latin typeface="Times New Roman"/>
                <a:cs typeface="Times New Roman"/>
              </a:rPr>
              <a:t> </a:t>
            </a:r>
            <a:r>
              <a:rPr sz="2650" spc="75" dirty="0">
                <a:solidFill>
                  <a:srgbClr val="010101"/>
                </a:solidFill>
                <a:latin typeface="Times New Roman"/>
                <a:cs typeface="Times New Roman"/>
              </a:rPr>
              <a:t>same</a:t>
            </a:r>
            <a:r>
              <a:rPr sz="2650" spc="60" dirty="0">
                <a:solidFill>
                  <a:srgbClr val="010101"/>
                </a:solidFill>
                <a:latin typeface="Times New Roman"/>
                <a:cs typeface="Times New Roman"/>
              </a:rPr>
              <a:t> object</a:t>
            </a:r>
            <a:r>
              <a:rPr sz="2650" spc="100" dirty="0">
                <a:solidFill>
                  <a:srgbClr val="010101"/>
                </a:solidFill>
                <a:latin typeface="Times New Roman"/>
                <a:cs typeface="Times New Roman"/>
              </a:rPr>
              <a:t> </a:t>
            </a:r>
            <a:r>
              <a:rPr sz="2650" spc="70" dirty="0">
                <a:solidFill>
                  <a:srgbClr val="010101"/>
                </a:solidFill>
                <a:latin typeface="Times New Roman"/>
                <a:cs typeface="Times New Roman"/>
              </a:rPr>
              <a:t>as</a:t>
            </a:r>
            <a:r>
              <a:rPr sz="2650" spc="45" dirty="0">
                <a:solidFill>
                  <a:srgbClr val="010101"/>
                </a:solidFill>
                <a:latin typeface="Times New Roman"/>
                <a:cs typeface="Times New Roman"/>
              </a:rPr>
              <a:t> </a:t>
            </a:r>
            <a:r>
              <a:rPr sz="2650" spc="65" dirty="0">
                <a:solidFill>
                  <a:srgbClr val="010101"/>
                </a:solidFill>
                <a:latin typeface="Times New Roman"/>
                <a:cs typeface="Times New Roman"/>
              </a:rPr>
              <a:t>does</a:t>
            </a:r>
            <a:r>
              <a:rPr sz="2650" spc="60" dirty="0">
                <a:solidFill>
                  <a:srgbClr val="010101"/>
                </a:solidFill>
                <a:latin typeface="Times New Roman"/>
                <a:cs typeface="Times New Roman"/>
              </a:rPr>
              <a:t> b1.</a:t>
            </a:r>
            <a:endParaRPr sz="2650">
              <a:latin typeface="Times New Roman"/>
              <a:cs typeface="Times New Roman"/>
            </a:endParaRPr>
          </a:p>
          <a:p>
            <a:pPr marL="354965" marR="16510" indent="-342900">
              <a:lnSpc>
                <a:spcPts val="3040"/>
              </a:lnSpc>
              <a:spcBef>
                <a:spcPts val="825"/>
              </a:spcBef>
              <a:buClr>
                <a:srgbClr val="DA7E46"/>
              </a:buClr>
              <a:buSzPct val="101886"/>
              <a:buFont typeface="Arial"/>
              <a:buChar char="□"/>
              <a:tabLst>
                <a:tab pos="356235" algn="l"/>
                <a:tab pos="931544" algn="l"/>
                <a:tab pos="1286510" algn="l"/>
                <a:tab pos="1946275" algn="l"/>
                <a:tab pos="2359660" algn="l"/>
                <a:tab pos="3198495" algn="l"/>
                <a:tab pos="3375025" algn="l"/>
                <a:tab pos="3871595" algn="l"/>
                <a:tab pos="4095115" algn="l"/>
                <a:tab pos="4246245" algn="l"/>
                <a:tab pos="5730240" algn="l"/>
                <a:tab pos="6602095" algn="l"/>
                <a:tab pos="7357109" algn="l"/>
                <a:tab pos="7930515" algn="l"/>
                <a:tab pos="8508365" algn="l"/>
              </a:tabLst>
            </a:pPr>
            <a:r>
              <a:rPr sz="2650" spc="45" dirty="0">
                <a:solidFill>
                  <a:srgbClr val="010101"/>
                </a:solidFill>
                <a:latin typeface="Times New Roman"/>
                <a:cs typeface="Times New Roman"/>
              </a:rPr>
              <a:t>Thus,</a:t>
            </a:r>
            <a:r>
              <a:rPr sz="2650" dirty="0">
                <a:solidFill>
                  <a:srgbClr val="010101"/>
                </a:solidFill>
                <a:latin typeface="Times New Roman"/>
                <a:cs typeface="Times New Roman"/>
              </a:rPr>
              <a:t>	</a:t>
            </a:r>
            <a:r>
              <a:rPr sz="2650" spc="60" dirty="0">
                <a:solidFill>
                  <a:srgbClr val="010101"/>
                </a:solidFill>
                <a:latin typeface="Times New Roman"/>
                <a:cs typeface="Times New Roman"/>
              </a:rPr>
              <a:t>any</a:t>
            </a:r>
            <a:r>
              <a:rPr sz="2650" spc="320" dirty="0">
                <a:solidFill>
                  <a:srgbClr val="010101"/>
                </a:solidFill>
                <a:latin typeface="Times New Roman"/>
                <a:cs typeface="Times New Roman"/>
              </a:rPr>
              <a:t> </a:t>
            </a:r>
            <a:r>
              <a:rPr sz="2650" spc="45" dirty="0">
                <a:solidFill>
                  <a:srgbClr val="010101"/>
                </a:solidFill>
                <a:latin typeface="Times New Roman"/>
                <a:cs typeface="Times New Roman"/>
              </a:rPr>
              <a:t>changes</a:t>
            </a:r>
            <a:r>
              <a:rPr sz="2650" dirty="0">
                <a:solidFill>
                  <a:srgbClr val="010101"/>
                </a:solidFill>
                <a:latin typeface="Times New Roman"/>
                <a:cs typeface="Times New Roman"/>
              </a:rPr>
              <a:t>	</a:t>
            </a:r>
            <a:r>
              <a:rPr sz="2650" spc="45" dirty="0">
                <a:solidFill>
                  <a:srgbClr val="010101"/>
                </a:solidFill>
                <a:latin typeface="Times New Roman"/>
                <a:cs typeface="Times New Roman"/>
              </a:rPr>
              <a:t>made</a:t>
            </a:r>
            <a:r>
              <a:rPr sz="2650" dirty="0">
                <a:solidFill>
                  <a:srgbClr val="010101"/>
                </a:solidFill>
                <a:latin typeface="Times New Roman"/>
                <a:cs typeface="Times New Roman"/>
              </a:rPr>
              <a:t>	</a:t>
            </a:r>
            <a:r>
              <a:rPr sz="2650" spc="60" dirty="0">
                <a:solidFill>
                  <a:srgbClr val="010101"/>
                </a:solidFill>
                <a:latin typeface="Times New Roman"/>
                <a:cs typeface="Times New Roman"/>
              </a:rPr>
              <a:t>to</a:t>
            </a:r>
            <a:r>
              <a:rPr sz="2650" spc="275" dirty="0">
                <a:solidFill>
                  <a:srgbClr val="010101"/>
                </a:solidFill>
                <a:latin typeface="Times New Roman"/>
                <a:cs typeface="Times New Roman"/>
              </a:rPr>
              <a:t> </a:t>
            </a:r>
            <a:r>
              <a:rPr sz="2650" spc="70" dirty="0">
                <a:solidFill>
                  <a:srgbClr val="010101"/>
                </a:solidFill>
                <a:latin typeface="Times New Roman"/>
                <a:cs typeface="Times New Roman"/>
              </a:rPr>
              <a:t>the</a:t>
            </a:r>
            <a:r>
              <a:rPr sz="2650" spc="310" dirty="0">
                <a:solidFill>
                  <a:srgbClr val="010101"/>
                </a:solidFill>
                <a:latin typeface="Times New Roman"/>
                <a:cs typeface="Times New Roman"/>
              </a:rPr>
              <a:t> </a:t>
            </a:r>
            <a:r>
              <a:rPr sz="2650" spc="60" dirty="0">
                <a:solidFill>
                  <a:srgbClr val="010101"/>
                </a:solidFill>
                <a:latin typeface="Times New Roman"/>
                <a:cs typeface="Times New Roman"/>
              </a:rPr>
              <a:t>object</a:t>
            </a:r>
            <a:r>
              <a:rPr sz="2650" spc="340" dirty="0">
                <a:solidFill>
                  <a:srgbClr val="010101"/>
                </a:solidFill>
                <a:latin typeface="Times New Roman"/>
                <a:cs typeface="Times New Roman"/>
              </a:rPr>
              <a:t> </a:t>
            </a:r>
            <a:r>
              <a:rPr sz="2650" spc="70" dirty="0">
                <a:solidFill>
                  <a:srgbClr val="010101"/>
                </a:solidFill>
                <a:latin typeface="Times New Roman"/>
                <a:cs typeface="Times New Roman"/>
              </a:rPr>
              <a:t>through</a:t>
            </a:r>
            <a:r>
              <a:rPr sz="2650" spc="355" dirty="0">
                <a:solidFill>
                  <a:srgbClr val="010101"/>
                </a:solidFill>
                <a:latin typeface="Times New Roman"/>
                <a:cs typeface="Times New Roman"/>
              </a:rPr>
              <a:t> </a:t>
            </a:r>
            <a:r>
              <a:rPr sz="2650" spc="90" dirty="0">
                <a:solidFill>
                  <a:srgbClr val="010101"/>
                </a:solidFill>
                <a:latin typeface="Times New Roman"/>
                <a:cs typeface="Times New Roman"/>
              </a:rPr>
              <a:t>b2</a:t>
            </a:r>
            <a:r>
              <a:rPr sz="2650" spc="300" dirty="0">
                <a:solidFill>
                  <a:srgbClr val="010101"/>
                </a:solidFill>
                <a:latin typeface="Times New Roman"/>
                <a:cs typeface="Times New Roman"/>
              </a:rPr>
              <a:t> </a:t>
            </a:r>
            <a:r>
              <a:rPr sz="2650" dirty="0">
                <a:solidFill>
                  <a:srgbClr val="010101"/>
                </a:solidFill>
                <a:latin typeface="Times New Roman"/>
                <a:cs typeface="Times New Roman"/>
              </a:rPr>
              <a:t>will</a:t>
            </a:r>
            <a:r>
              <a:rPr sz="2650" spc="365" dirty="0">
                <a:solidFill>
                  <a:srgbClr val="010101"/>
                </a:solidFill>
                <a:latin typeface="Times New Roman"/>
                <a:cs typeface="Times New Roman"/>
              </a:rPr>
              <a:t> </a:t>
            </a:r>
            <a:r>
              <a:rPr sz="2650" spc="-10" dirty="0">
                <a:solidFill>
                  <a:srgbClr val="010101"/>
                </a:solidFill>
                <a:latin typeface="Times New Roman"/>
                <a:cs typeface="Times New Roman"/>
              </a:rPr>
              <a:t>affect 	</a:t>
            </a:r>
            <a:r>
              <a:rPr sz="2650" spc="35" dirty="0">
                <a:solidFill>
                  <a:srgbClr val="010101"/>
                </a:solidFill>
                <a:latin typeface="Times New Roman"/>
                <a:cs typeface="Times New Roman"/>
              </a:rPr>
              <a:t>the</a:t>
            </a:r>
            <a:r>
              <a:rPr sz="2650" dirty="0">
                <a:solidFill>
                  <a:srgbClr val="010101"/>
                </a:solidFill>
                <a:latin typeface="Times New Roman"/>
                <a:cs typeface="Times New Roman"/>
              </a:rPr>
              <a:t>	</a:t>
            </a:r>
            <a:r>
              <a:rPr sz="2650" spc="-10" dirty="0">
                <a:solidFill>
                  <a:srgbClr val="010101"/>
                </a:solidFill>
                <a:latin typeface="Times New Roman"/>
                <a:cs typeface="Times New Roman"/>
              </a:rPr>
              <a:t>object</a:t>
            </a:r>
            <a:r>
              <a:rPr sz="2650" dirty="0">
                <a:solidFill>
                  <a:srgbClr val="010101"/>
                </a:solidFill>
                <a:latin typeface="Times New Roman"/>
                <a:cs typeface="Times New Roman"/>
              </a:rPr>
              <a:t>	</a:t>
            </a:r>
            <a:r>
              <a:rPr sz="2650" spc="35" dirty="0">
                <a:solidFill>
                  <a:srgbClr val="010101"/>
                </a:solidFill>
                <a:latin typeface="Times New Roman"/>
                <a:cs typeface="Times New Roman"/>
              </a:rPr>
              <a:t>to</a:t>
            </a:r>
            <a:r>
              <a:rPr sz="2650" dirty="0">
                <a:solidFill>
                  <a:srgbClr val="010101"/>
                </a:solidFill>
                <a:latin typeface="Times New Roman"/>
                <a:cs typeface="Times New Roman"/>
              </a:rPr>
              <a:t>	</a:t>
            </a:r>
            <a:r>
              <a:rPr sz="2650" spc="65" dirty="0">
                <a:solidFill>
                  <a:srgbClr val="010101"/>
                </a:solidFill>
                <a:latin typeface="Times New Roman"/>
                <a:cs typeface="Times New Roman"/>
              </a:rPr>
              <a:t>which</a:t>
            </a:r>
            <a:r>
              <a:rPr sz="2650" dirty="0">
                <a:solidFill>
                  <a:srgbClr val="010101"/>
                </a:solidFill>
                <a:latin typeface="Times New Roman"/>
                <a:cs typeface="Times New Roman"/>
              </a:rPr>
              <a:t>	</a:t>
            </a:r>
            <a:r>
              <a:rPr sz="2650" spc="95" dirty="0">
                <a:solidFill>
                  <a:srgbClr val="010101"/>
                </a:solidFill>
                <a:latin typeface="Times New Roman"/>
                <a:cs typeface="Times New Roman"/>
              </a:rPr>
              <a:t>b1</a:t>
            </a:r>
            <a:r>
              <a:rPr sz="2650" dirty="0">
                <a:solidFill>
                  <a:srgbClr val="010101"/>
                </a:solidFill>
                <a:latin typeface="Times New Roman"/>
                <a:cs typeface="Times New Roman"/>
              </a:rPr>
              <a:t>	</a:t>
            </a:r>
            <a:r>
              <a:rPr sz="2650" spc="40" dirty="0">
                <a:solidFill>
                  <a:srgbClr val="010101"/>
                </a:solidFill>
                <a:latin typeface="Times New Roman"/>
                <a:cs typeface="Times New Roman"/>
              </a:rPr>
              <a:t>is</a:t>
            </a:r>
            <a:r>
              <a:rPr sz="2650" dirty="0">
                <a:solidFill>
                  <a:srgbClr val="010101"/>
                </a:solidFill>
                <a:latin typeface="Times New Roman"/>
                <a:cs typeface="Times New Roman"/>
              </a:rPr>
              <a:t>	</a:t>
            </a:r>
            <a:r>
              <a:rPr sz="2650" spc="-10" dirty="0">
                <a:solidFill>
                  <a:srgbClr val="010101"/>
                </a:solidFill>
                <a:latin typeface="Times New Roman"/>
                <a:cs typeface="Times New Roman"/>
              </a:rPr>
              <a:t>referring,</a:t>
            </a:r>
            <a:r>
              <a:rPr sz="2650" dirty="0">
                <a:solidFill>
                  <a:srgbClr val="010101"/>
                </a:solidFill>
                <a:latin typeface="Times New Roman"/>
                <a:cs typeface="Times New Roman"/>
              </a:rPr>
              <a:t>	</a:t>
            </a:r>
            <a:r>
              <a:rPr sz="2650" spc="40" dirty="0">
                <a:solidFill>
                  <a:srgbClr val="010101"/>
                </a:solidFill>
                <a:latin typeface="Times New Roman"/>
                <a:cs typeface="Times New Roman"/>
              </a:rPr>
              <a:t>since</a:t>
            </a:r>
            <a:r>
              <a:rPr sz="2650" dirty="0">
                <a:solidFill>
                  <a:srgbClr val="010101"/>
                </a:solidFill>
                <a:latin typeface="Times New Roman"/>
                <a:cs typeface="Times New Roman"/>
              </a:rPr>
              <a:t>	</a:t>
            </a:r>
            <a:r>
              <a:rPr sz="2650" spc="45" dirty="0">
                <a:solidFill>
                  <a:srgbClr val="010101"/>
                </a:solidFill>
                <a:latin typeface="Times New Roman"/>
                <a:cs typeface="Times New Roman"/>
              </a:rPr>
              <a:t>they</a:t>
            </a:r>
            <a:r>
              <a:rPr sz="2650" dirty="0">
                <a:solidFill>
                  <a:srgbClr val="010101"/>
                </a:solidFill>
                <a:latin typeface="Times New Roman"/>
                <a:cs typeface="Times New Roman"/>
              </a:rPr>
              <a:t>	</a:t>
            </a:r>
            <a:r>
              <a:rPr sz="2650" spc="45" dirty="0">
                <a:solidFill>
                  <a:srgbClr val="010101"/>
                </a:solidFill>
                <a:latin typeface="Times New Roman"/>
                <a:cs typeface="Times New Roman"/>
              </a:rPr>
              <a:t>are</a:t>
            </a:r>
            <a:r>
              <a:rPr sz="2650" dirty="0">
                <a:solidFill>
                  <a:srgbClr val="010101"/>
                </a:solidFill>
                <a:latin typeface="Times New Roman"/>
                <a:cs typeface="Times New Roman"/>
              </a:rPr>
              <a:t>	</a:t>
            </a:r>
            <a:r>
              <a:rPr sz="2650" spc="55" dirty="0">
                <a:solidFill>
                  <a:srgbClr val="010101"/>
                </a:solidFill>
                <a:latin typeface="Times New Roman"/>
                <a:cs typeface="Times New Roman"/>
              </a:rPr>
              <a:t>the</a:t>
            </a:r>
            <a:r>
              <a:rPr sz="2650" dirty="0">
                <a:solidFill>
                  <a:srgbClr val="010101"/>
                </a:solidFill>
                <a:latin typeface="Times New Roman"/>
                <a:cs typeface="Times New Roman"/>
              </a:rPr>
              <a:t>	</a:t>
            </a:r>
            <a:r>
              <a:rPr sz="2650" spc="55" dirty="0">
                <a:solidFill>
                  <a:srgbClr val="010101"/>
                </a:solidFill>
                <a:latin typeface="Times New Roman"/>
                <a:cs typeface="Times New Roman"/>
              </a:rPr>
              <a:t>same</a:t>
            </a:r>
            <a:endParaRPr sz="2650">
              <a:latin typeface="Times New Roman"/>
              <a:cs typeface="Times New Roman"/>
            </a:endParaRPr>
          </a:p>
        </p:txBody>
      </p:sp>
      <p:sp>
        <p:nvSpPr>
          <p:cNvPr id="8" name="object 8"/>
          <p:cNvSpPr txBox="1"/>
          <p:nvPr/>
        </p:nvSpPr>
        <p:spPr>
          <a:xfrm>
            <a:off x="1062034" y="6648384"/>
            <a:ext cx="972819" cy="415290"/>
          </a:xfrm>
          <a:prstGeom prst="rect">
            <a:avLst/>
          </a:prstGeom>
        </p:spPr>
        <p:txBody>
          <a:bodyPr vert="horz" wrap="square" lIns="0" tIns="13335" rIns="0" bIns="0" rtlCol="0">
            <a:spAutoFit/>
          </a:bodyPr>
          <a:lstStyle/>
          <a:p>
            <a:pPr marL="12700">
              <a:lnSpc>
                <a:spcPct val="100000"/>
              </a:lnSpc>
              <a:spcBef>
                <a:spcPts val="105"/>
              </a:spcBef>
            </a:pPr>
            <a:r>
              <a:rPr sz="2550" b="1" spc="-10" dirty="0">
                <a:solidFill>
                  <a:srgbClr val="010101"/>
                </a:solidFill>
                <a:latin typeface="Times New Roman"/>
                <a:cs typeface="Times New Roman"/>
              </a:rPr>
              <a:t>object.</a:t>
            </a:r>
            <a:endParaRPr sz="2550">
              <a:latin typeface="Times New Roman"/>
              <a:cs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910154" y="3605743"/>
            <a:ext cx="1916017" cy="587839"/>
          </a:xfrm>
          <a:prstGeom prst="rect">
            <a:avLst/>
          </a:prstGeom>
        </p:spPr>
      </p:pic>
      <p:pic>
        <p:nvPicPr>
          <p:cNvPr id="3" name="object 3"/>
          <p:cNvPicPr/>
          <p:nvPr/>
        </p:nvPicPr>
        <p:blipFill>
          <a:blip r:embed="rId3" cstate="print"/>
          <a:stretch>
            <a:fillRect/>
          </a:stretch>
        </p:blipFill>
        <p:spPr>
          <a:xfrm>
            <a:off x="2609977" y="4289426"/>
            <a:ext cx="2203420" cy="1092614"/>
          </a:xfrm>
          <a:prstGeom prst="rect">
            <a:avLst/>
          </a:prstGeom>
        </p:spPr>
      </p:pic>
      <p:pic>
        <p:nvPicPr>
          <p:cNvPr id="4" name="object 4"/>
          <p:cNvPicPr/>
          <p:nvPr/>
        </p:nvPicPr>
        <p:blipFill>
          <a:blip r:embed="rId4" cstate="print"/>
          <a:stretch>
            <a:fillRect/>
          </a:stretch>
        </p:blipFill>
        <p:spPr>
          <a:xfrm>
            <a:off x="5052899" y="4308594"/>
            <a:ext cx="619512" cy="316283"/>
          </a:xfrm>
          <a:prstGeom prst="rect">
            <a:avLst/>
          </a:prstGeom>
        </p:spPr>
      </p:pic>
      <p:grpSp>
        <p:nvGrpSpPr>
          <p:cNvPr id="5" name="object 5"/>
          <p:cNvGrpSpPr/>
          <p:nvPr/>
        </p:nvGrpSpPr>
        <p:grpSpPr>
          <a:xfrm>
            <a:off x="2613170" y="3369328"/>
            <a:ext cx="706120" cy="530860"/>
            <a:chOff x="2613170" y="3369328"/>
            <a:chExt cx="706120" cy="530860"/>
          </a:xfrm>
        </p:grpSpPr>
        <p:sp>
          <p:nvSpPr>
            <p:cNvPr id="6" name="object 6"/>
            <p:cNvSpPr/>
            <p:nvPr/>
          </p:nvSpPr>
          <p:spPr>
            <a:xfrm>
              <a:off x="2625944" y="3369328"/>
              <a:ext cx="0" cy="530860"/>
            </a:xfrm>
            <a:custGeom>
              <a:avLst/>
              <a:gdLst/>
              <a:ahLst/>
              <a:cxnLst/>
              <a:rect l="l" t="t" r="r" b="b"/>
              <a:pathLst>
                <a:path h="530860">
                  <a:moveTo>
                    <a:pt x="0" y="530333"/>
                  </a:moveTo>
                  <a:lnTo>
                    <a:pt x="0" y="0"/>
                  </a:lnTo>
                </a:path>
              </a:pathLst>
            </a:custGeom>
            <a:ln w="19160">
              <a:solidFill>
                <a:srgbClr val="000000"/>
              </a:solidFill>
            </a:ln>
          </p:spPr>
          <p:txBody>
            <a:bodyPr wrap="square" lIns="0" tIns="0" rIns="0" bIns="0" rtlCol="0"/>
            <a:lstStyle/>
            <a:p>
              <a:endParaRPr/>
            </a:p>
          </p:txBody>
        </p:sp>
        <p:sp>
          <p:nvSpPr>
            <p:cNvPr id="7" name="object 7"/>
            <p:cNvSpPr/>
            <p:nvPr/>
          </p:nvSpPr>
          <p:spPr>
            <a:xfrm>
              <a:off x="2613170" y="3388496"/>
              <a:ext cx="706120" cy="0"/>
            </a:xfrm>
            <a:custGeom>
              <a:avLst/>
              <a:gdLst/>
              <a:ahLst/>
              <a:cxnLst/>
              <a:rect l="l" t="t" r="r" b="b"/>
              <a:pathLst>
                <a:path w="706120">
                  <a:moveTo>
                    <a:pt x="0" y="0"/>
                  </a:moveTo>
                  <a:lnTo>
                    <a:pt x="705732" y="0"/>
                  </a:lnTo>
                </a:path>
              </a:pathLst>
            </a:custGeom>
            <a:ln w="28753">
              <a:solidFill>
                <a:srgbClr val="000000"/>
              </a:solidFill>
            </a:ln>
          </p:spPr>
          <p:txBody>
            <a:bodyPr wrap="square" lIns="0" tIns="0" rIns="0" bIns="0" rtlCol="0"/>
            <a:lstStyle/>
            <a:p>
              <a:endParaRPr/>
            </a:p>
          </p:txBody>
        </p:sp>
      </p:grpSp>
      <p:graphicFrame>
        <p:nvGraphicFramePr>
          <p:cNvPr id="8" name="object 8"/>
          <p:cNvGraphicFramePr>
            <a:graphicFrameLocks noGrp="1"/>
          </p:cNvGraphicFramePr>
          <p:nvPr/>
        </p:nvGraphicFramePr>
        <p:xfrm>
          <a:off x="4894828" y="3669637"/>
          <a:ext cx="1698625" cy="1417320"/>
        </p:xfrm>
        <a:graphic>
          <a:graphicData uri="http://schemas.openxmlformats.org/drawingml/2006/table">
            <a:tbl>
              <a:tblPr firstRow="1" bandRow="1">
                <a:tableStyleId>{2D5ABB26-0587-4C30-8999-92F81FD0307C}</a:tableStyleId>
              </a:tblPr>
              <a:tblGrid>
                <a:gridCol w="1698625">
                  <a:extLst>
                    <a:ext uri="{9D8B030D-6E8A-4147-A177-3AD203B41FA5}">
                      <a16:colId xmlns:a16="http://schemas.microsoft.com/office/drawing/2014/main" val="20000"/>
                    </a:ext>
                  </a:extLst>
                </a:gridCol>
              </a:tblGrid>
              <a:tr h="504190">
                <a:tc>
                  <a:txBody>
                    <a:bodyPr/>
                    <a:lstStyle/>
                    <a:p>
                      <a:pPr marL="155575">
                        <a:lnSpc>
                          <a:spcPct val="100000"/>
                        </a:lnSpc>
                        <a:spcBef>
                          <a:spcPts val="415"/>
                        </a:spcBef>
                      </a:pPr>
                      <a:r>
                        <a:rPr sz="2250" spc="-280" dirty="0">
                          <a:solidFill>
                            <a:srgbClr val="605E5E"/>
                          </a:solidFill>
                          <a:latin typeface="Times New Roman"/>
                          <a:cs typeface="Times New Roman"/>
                        </a:rPr>
                        <a:t>Width</a:t>
                      </a:r>
                      <a:endParaRPr sz="2250">
                        <a:latin typeface="Times New Roman"/>
                        <a:cs typeface="Times New Roman"/>
                      </a:endParaRPr>
                    </a:p>
                  </a:txBody>
                  <a:tcPr marL="0" marR="0" marT="52705" marB="0">
                    <a:lnL w="1905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r h="466090">
                <a:tc>
                  <a:txBody>
                    <a:bodyPr/>
                    <a:lstStyle/>
                    <a:p>
                      <a:pPr>
                        <a:lnSpc>
                          <a:spcPct val="100000"/>
                        </a:lnSpc>
                      </a:pPr>
                      <a:endParaRPr sz="2600">
                        <a:latin typeface="Times New Roman"/>
                        <a:cs typeface="Times New Roman"/>
                      </a:endParaRPr>
                    </a:p>
                  </a:txBody>
                  <a:tcPr marL="0" marR="0" marT="0" marB="0">
                    <a:lnL w="19050">
                      <a:solidFill>
                        <a:srgbClr val="000000"/>
                      </a:solidFill>
                      <a:prstDash val="solid"/>
                    </a:lnL>
                    <a:lnR w="28575">
                      <a:solidFill>
                        <a:srgbClr val="000000"/>
                      </a:solidFill>
                      <a:prstDash val="solid"/>
                    </a:lnR>
                    <a:lnT w="28575">
                      <a:solidFill>
                        <a:srgbClr val="000000"/>
                      </a:solidFill>
                      <a:prstDash val="solid"/>
                    </a:lnT>
                    <a:lnB w="38100">
                      <a:solidFill>
                        <a:srgbClr val="000000"/>
                      </a:solidFill>
                      <a:prstDash val="solid"/>
                    </a:lnB>
                  </a:tcPr>
                </a:tc>
                <a:extLst>
                  <a:ext uri="{0D108BD9-81ED-4DB2-BD59-A6C34878D82A}">
                    <a16:rowId xmlns:a16="http://schemas.microsoft.com/office/drawing/2014/main" val="10001"/>
                  </a:ext>
                </a:extLst>
              </a:tr>
              <a:tr h="447040">
                <a:tc>
                  <a:txBody>
                    <a:bodyPr/>
                    <a:lstStyle/>
                    <a:p>
                      <a:pPr marL="189865">
                        <a:lnSpc>
                          <a:spcPct val="100000"/>
                        </a:lnSpc>
                        <a:spcBef>
                          <a:spcPts val="415"/>
                        </a:spcBef>
                      </a:pPr>
                      <a:r>
                        <a:rPr sz="2250" spc="-275" dirty="0">
                          <a:solidFill>
                            <a:srgbClr val="605E5E"/>
                          </a:solidFill>
                          <a:latin typeface="Times New Roman"/>
                          <a:cs typeface="Times New Roman"/>
                        </a:rPr>
                        <a:t>Depth</a:t>
                      </a:r>
                      <a:endParaRPr sz="2250">
                        <a:latin typeface="Times New Roman"/>
                        <a:cs typeface="Times New Roman"/>
                      </a:endParaRPr>
                    </a:p>
                  </a:txBody>
                  <a:tcPr marL="0" marR="0" marT="52705" marB="0">
                    <a:lnL w="19050">
                      <a:solidFill>
                        <a:srgbClr val="000000"/>
                      </a:solidFill>
                      <a:prstDash val="solid"/>
                    </a:lnL>
                    <a:lnR w="28575">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2"/>
                  </a:ext>
                </a:extLst>
              </a:tr>
            </a:tbl>
          </a:graphicData>
        </a:graphic>
      </p:graphicFrame>
      <p:sp>
        <p:nvSpPr>
          <p:cNvPr id="9" name="object 9"/>
          <p:cNvSpPr txBox="1">
            <a:spLocks noGrp="1"/>
          </p:cNvSpPr>
          <p:nvPr>
            <p:ph type="title"/>
          </p:nvPr>
        </p:nvSpPr>
        <p:spPr>
          <a:xfrm>
            <a:off x="725111" y="598113"/>
            <a:ext cx="8665210" cy="636905"/>
          </a:xfrm>
          <a:prstGeom prst="rect">
            <a:avLst/>
          </a:prstGeom>
        </p:spPr>
        <p:txBody>
          <a:bodyPr vert="horz" wrap="square" lIns="0" tIns="13970" rIns="0" bIns="0" rtlCol="0">
            <a:spAutoFit/>
          </a:bodyPr>
          <a:lstStyle/>
          <a:p>
            <a:pPr marL="12700">
              <a:lnSpc>
                <a:spcPct val="100000"/>
              </a:lnSpc>
              <a:spcBef>
                <a:spcPts val="110"/>
              </a:spcBef>
            </a:pPr>
            <a:r>
              <a:rPr sz="4000" spc="50" dirty="0">
                <a:solidFill>
                  <a:srgbClr val="77645B"/>
                </a:solidFill>
                <a:latin typeface="Times New Roman"/>
                <a:cs typeface="Times New Roman"/>
              </a:rPr>
              <a:t>Assigning</a:t>
            </a:r>
            <a:r>
              <a:rPr sz="4000" spc="445" dirty="0">
                <a:solidFill>
                  <a:srgbClr val="77645B"/>
                </a:solidFill>
                <a:latin typeface="Times New Roman"/>
                <a:cs typeface="Times New Roman"/>
              </a:rPr>
              <a:t> </a:t>
            </a:r>
            <a:r>
              <a:rPr sz="4000" dirty="0">
                <a:solidFill>
                  <a:srgbClr val="77645B"/>
                </a:solidFill>
                <a:latin typeface="Times New Roman"/>
                <a:cs typeface="Times New Roman"/>
              </a:rPr>
              <a:t>Object</a:t>
            </a:r>
            <a:r>
              <a:rPr sz="4000" spc="400" dirty="0">
                <a:solidFill>
                  <a:srgbClr val="77645B"/>
                </a:solidFill>
                <a:latin typeface="Times New Roman"/>
                <a:cs typeface="Times New Roman"/>
              </a:rPr>
              <a:t> </a:t>
            </a:r>
            <a:r>
              <a:rPr sz="4000" dirty="0">
                <a:solidFill>
                  <a:srgbClr val="77645B"/>
                </a:solidFill>
                <a:latin typeface="Times New Roman"/>
                <a:cs typeface="Times New Roman"/>
              </a:rPr>
              <a:t>Reference</a:t>
            </a:r>
            <a:r>
              <a:rPr sz="4000" spc="425" dirty="0">
                <a:solidFill>
                  <a:srgbClr val="77645B"/>
                </a:solidFill>
                <a:latin typeface="Times New Roman"/>
                <a:cs typeface="Times New Roman"/>
              </a:rPr>
              <a:t> </a:t>
            </a:r>
            <a:r>
              <a:rPr sz="4000" dirty="0">
                <a:solidFill>
                  <a:srgbClr val="77645B"/>
                </a:solidFill>
                <a:latin typeface="Times New Roman"/>
                <a:cs typeface="Times New Roman"/>
              </a:rPr>
              <a:t>Variables</a:t>
            </a:r>
            <a:r>
              <a:rPr sz="4000" spc="680" dirty="0">
                <a:solidFill>
                  <a:srgbClr val="77645B"/>
                </a:solidFill>
                <a:latin typeface="Times New Roman"/>
                <a:cs typeface="Times New Roman"/>
              </a:rPr>
              <a:t> </a:t>
            </a:r>
            <a:r>
              <a:rPr sz="4000" spc="-25" dirty="0">
                <a:solidFill>
                  <a:srgbClr val="77645B"/>
                </a:solidFill>
                <a:latin typeface="Times New Roman"/>
                <a:cs typeface="Times New Roman"/>
              </a:rPr>
              <a:t>...</a:t>
            </a:r>
            <a:endParaRPr sz="4000">
              <a:latin typeface="Times New Roman"/>
              <a:cs typeface="Times New Roman"/>
            </a:endParaRPr>
          </a:p>
        </p:txBody>
      </p:sp>
      <p:sp>
        <p:nvSpPr>
          <p:cNvPr id="10" name="object 10"/>
          <p:cNvSpPr txBox="1"/>
          <p:nvPr/>
        </p:nvSpPr>
        <p:spPr>
          <a:xfrm>
            <a:off x="521921" y="1021245"/>
            <a:ext cx="330835" cy="1125855"/>
          </a:xfrm>
          <a:prstGeom prst="rect">
            <a:avLst/>
          </a:prstGeom>
        </p:spPr>
        <p:txBody>
          <a:bodyPr vert="horz" wrap="square" lIns="0" tIns="15240" rIns="0" bIns="0" rtlCol="0">
            <a:spAutoFit/>
          </a:bodyPr>
          <a:lstStyle/>
          <a:p>
            <a:pPr marL="12700">
              <a:lnSpc>
                <a:spcPct val="100000"/>
              </a:lnSpc>
              <a:spcBef>
                <a:spcPts val="120"/>
              </a:spcBef>
            </a:pPr>
            <a:r>
              <a:rPr sz="7200" spc="5" dirty="0">
                <a:solidFill>
                  <a:srgbClr val="DB7E44"/>
                </a:solidFill>
                <a:latin typeface="Arial"/>
                <a:cs typeface="Arial"/>
              </a:rPr>
              <a:t>-</a:t>
            </a:r>
            <a:endParaRPr sz="7200">
              <a:latin typeface="Arial"/>
              <a:cs typeface="Arial"/>
            </a:endParaRPr>
          </a:p>
        </p:txBody>
      </p:sp>
      <p:sp>
        <p:nvSpPr>
          <p:cNvPr id="11" name="object 11"/>
          <p:cNvSpPr txBox="1"/>
          <p:nvPr/>
        </p:nvSpPr>
        <p:spPr>
          <a:xfrm>
            <a:off x="718918" y="1907418"/>
            <a:ext cx="7814309" cy="445770"/>
          </a:xfrm>
          <a:prstGeom prst="rect">
            <a:avLst/>
          </a:prstGeom>
        </p:spPr>
        <p:txBody>
          <a:bodyPr vert="horz" wrap="square" lIns="0" tIns="0" rIns="0" bIns="0" rtlCol="0">
            <a:spAutoFit/>
          </a:bodyPr>
          <a:lstStyle/>
          <a:p>
            <a:pPr marL="351155" indent="-338455">
              <a:lnSpc>
                <a:spcPts val="3440"/>
              </a:lnSpc>
              <a:buClr>
                <a:srgbClr val="DB7E44"/>
              </a:buClr>
              <a:buSzPct val="105454"/>
              <a:buFont typeface="Arial"/>
              <a:buChar char="□"/>
              <a:tabLst>
                <a:tab pos="351155" algn="l"/>
              </a:tabLst>
            </a:pPr>
            <a:r>
              <a:rPr sz="2750" b="1" dirty="0">
                <a:solidFill>
                  <a:srgbClr val="010101"/>
                </a:solidFill>
                <a:latin typeface="Times New Roman"/>
                <a:cs typeface="Times New Roman"/>
              </a:rPr>
              <a:t>The</a:t>
            </a:r>
            <a:r>
              <a:rPr sz="2750" b="1" spc="175" dirty="0">
                <a:solidFill>
                  <a:srgbClr val="010101"/>
                </a:solidFill>
                <a:latin typeface="Times New Roman"/>
                <a:cs typeface="Times New Roman"/>
              </a:rPr>
              <a:t> </a:t>
            </a:r>
            <a:r>
              <a:rPr sz="2750" b="1" spc="50" dirty="0">
                <a:solidFill>
                  <a:srgbClr val="010101"/>
                </a:solidFill>
                <a:latin typeface="Times New Roman"/>
                <a:cs typeface="Times New Roman"/>
              </a:rPr>
              <a:t>above</a:t>
            </a:r>
            <a:r>
              <a:rPr sz="2750" b="1" spc="295" dirty="0">
                <a:solidFill>
                  <a:srgbClr val="010101"/>
                </a:solidFill>
                <a:latin typeface="Times New Roman"/>
                <a:cs typeface="Times New Roman"/>
              </a:rPr>
              <a:t> </a:t>
            </a:r>
            <a:r>
              <a:rPr sz="2750" b="1" dirty="0">
                <a:solidFill>
                  <a:srgbClr val="010101"/>
                </a:solidFill>
                <a:latin typeface="Times New Roman"/>
                <a:cs typeface="Times New Roman"/>
              </a:rPr>
              <a:t>situation</a:t>
            </a:r>
            <a:r>
              <a:rPr sz="2750" b="1" spc="275" dirty="0">
                <a:solidFill>
                  <a:srgbClr val="010101"/>
                </a:solidFill>
                <a:latin typeface="Times New Roman"/>
                <a:cs typeface="Times New Roman"/>
              </a:rPr>
              <a:t> </a:t>
            </a:r>
            <a:r>
              <a:rPr sz="2750" b="1" spc="60" dirty="0">
                <a:solidFill>
                  <a:srgbClr val="010101"/>
                </a:solidFill>
                <a:latin typeface="Times New Roman"/>
                <a:cs typeface="Times New Roman"/>
              </a:rPr>
              <a:t>is</a:t>
            </a:r>
            <a:r>
              <a:rPr sz="2750" b="1" spc="95" dirty="0">
                <a:solidFill>
                  <a:srgbClr val="010101"/>
                </a:solidFill>
                <a:latin typeface="Times New Roman"/>
                <a:cs typeface="Times New Roman"/>
              </a:rPr>
              <a:t> </a:t>
            </a:r>
            <a:r>
              <a:rPr sz="2750" b="1" dirty="0">
                <a:solidFill>
                  <a:srgbClr val="010101"/>
                </a:solidFill>
                <a:latin typeface="Times New Roman"/>
                <a:cs typeface="Times New Roman"/>
              </a:rPr>
              <a:t>depicted</a:t>
            </a:r>
            <a:r>
              <a:rPr sz="2750" b="1" spc="185" dirty="0">
                <a:solidFill>
                  <a:srgbClr val="010101"/>
                </a:solidFill>
                <a:latin typeface="Times New Roman"/>
                <a:cs typeface="Times New Roman"/>
              </a:rPr>
              <a:t> </a:t>
            </a:r>
            <a:r>
              <a:rPr sz="2750" b="1" dirty="0">
                <a:solidFill>
                  <a:srgbClr val="010101"/>
                </a:solidFill>
                <a:latin typeface="Times New Roman"/>
                <a:cs typeface="Times New Roman"/>
              </a:rPr>
              <a:t>as</a:t>
            </a:r>
            <a:r>
              <a:rPr sz="2750" b="1" spc="165" dirty="0">
                <a:solidFill>
                  <a:srgbClr val="010101"/>
                </a:solidFill>
                <a:latin typeface="Times New Roman"/>
                <a:cs typeface="Times New Roman"/>
              </a:rPr>
              <a:t> </a:t>
            </a:r>
            <a:r>
              <a:rPr sz="2750" b="1" spc="70" dirty="0">
                <a:solidFill>
                  <a:srgbClr val="010101"/>
                </a:solidFill>
                <a:latin typeface="Times New Roman"/>
                <a:cs typeface="Times New Roman"/>
              </a:rPr>
              <a:t>shown</a:t>
            </a:r>
            <a:r>
              <a:rPr sz="2750" b="1" spc="100" dirty="0">
                <a:solidFill>
                  <a:srgbClr val="010101"/>
                </a:solidFill>
                <a:latin typeface="Times New Roman"/>
                <a:cs typeface="Times New Roman"/>
              </a:rPr>
              <a:t> </a:t>
            </a:r>
            <a:r>
              <a:rPr sz="2750" b="1" spc="50" dirty="0">
                <a:solidFill>
                  <a:srgbClr val="010101"/>
                </a:solidFill>
                <a:latin typeface="Times New Roman"/>
                <a:cs typeface="Times New Roman"/>
              </a:rPr>
              <a:t>below:</a:t>
            </a:r>
            <a:endParaRPr sz="2750">
              <a:latin typeface="Times New Roman"/>
              <a:cs typeface="Times New Roman"/>
            </a:endParaRPr>
          </a:p>
        </p:txBody>
      </p:sp>
      <p:sp>
        <p:nvSpPr>
          <p:cNvPr id="12" name="object 12"/>
          <p:cNvSpPr txBox="1"/>
          <p:nvPr/>
        </p:nvSpPr>
        <p:spPr>
          <a:xfrm>
            <a:off x="2612210" y="3859386"/>
            <a:ext cx="349885" cy="430530"/>
          </a:xfrm>
          <a:prstGeom prst="rect">
            <a:avLst/>
          </a:prstGeom>
        </p:spPr>
        <p:txBody>
          <a:bodyPr vert="horz" wrap="square" lIns="0" tIns="13335" rIns="0" bIns="0" rtlCol="0">
            <a:spAutoFit/>
          </a:bodyPr>
          <a:lstStyle/>
          <a:p>
            <a:pPr marL="12700">
              <a:lnSpc>
                <a:spcPct val="100000"/>
              </a:lnSpc>
              <a:spcBef>
                <a:spcPts val="105"/>
              </a:spcBef>
            </a:pPr>
            <a:r>
              <a:rPr sz="2650" spc="-345" dirty="0">
                <a:solidFill>
                  <a:srgbClr val="605E5E"/>
                </a:solidFill>
                <a:latin typeface="Courier New"/>
                <a:cs typeface="Courier New"/>
              </a:rPr>
              <a:t>b</a:t>
            </a:r>
            <a:r>
              <a:rPr sz="2650" spc="-345" dirty="0">
                <a:solidFill>
                  <a:srgbClr val="464244"/>
                </a:solidFill>
                <a:latin typeface="Courier New"/>
                <a:cs typeface="Courier New"/>
              </a:rPr>
              <a:t>l</a:t>
            </a:r>
            <a:endParaRPr sz="2650">
              <a:latin typeface="Courier New"/>
              <a:cs typeface="Courier New"/>
            </a:endParaRPr>
          </a:p>
        </p:txBody>
      </p:sp>
      <p:sp>
        <p:nvSpPr>
          <p:cNvPr id="13" name="object 13"/>
          <p:cNvSpPr/>
          <p:nvPr/>
        </p:nvSpPr>
        <p:spPr>
          <a:xfrm>
            <a:off x="7444482" y="4180051"/>
            <a:ext cx="10160" cy="391160"/>
          </a:xfrm>
          <a:custGeom>
            <a:avLst/>
            <a:gdLst/>
            <a:ahLst/>
            <a:cxnLst/>
            <a:rect l="l" t="t" r="r" b="b"/>
            <a:pathLst>
              <a:path w="10159" h="391160">
                <a:moveTo>
                  <a:pt x="9580" y="390903"/>
                </a:moveTo>
                <a:lnTo>
                  <a:pt x="0" y="390903"/>
                </a:lnTo>
                <a:lnTo>
                  <a:pt x="0" y="0"/>
                </a:lnTo>
                <a:lnTo>
                  <a:pt x="9580" y="0"/>
                </a:lnTo>
                <a:lnTo>
                  <a:pt x="9580" y="390903"/>
                </a:lnTo>
                <a:close/>
              </a:path>
            </a:pathLst>
          </a:custGeom>
          <a:solidFill>
            <a:srgbClr val="DFDFDF"/>
          </a:solidFill>
        </p:spPr>
        <p:txBody>
          <a:bodyPr wrap="square" lIns="0" tIns="0" rIns="0" bIns="0" rtlCol="0"/>
          <a:lstStyle/>
          <a:p>
            <a:endParaRPr/>
          </a:p>
        </p:txBody>
      </p:sp>
      <p:sp>
        <p:nvSpPr>
          <p:cNvPr id="14" name="object 14"/>
          <p:cNvSpPr txBox="1"/>
          <p:nvPr/>
        </p:nvSpPr>
        <p:spPr>
          <a:xfrm>
            <a:off x="6688549" y="4178686"/>
            <a:ext cx="1248951" cy="359714"/>
          </a:xfrm>
          <a:prstGeom prst="rect">
            <a:avLst/>
          </a:prstGeom>
        </p:spPr>
        <p:txBody>
          <a:bodyPr vert="horz" wrap="square" lIns="0" tIns="13335" rIns="0" bIns="0" rtlCol="0">
            <a:spAutoFit/>
          </a:bodyPr>
          <a:lstStyle/>
          <a:p>
            <a:pPr marL="12700">
              <a:lnSpc>
                <a:spcPct val="100000"/>
              </a:lnSpc>
              <a:spcBef>
                <a:spcPts val="105"/>
              </a:spcBef>
            </a:pPr>
            <a:r>
              <a:rPr sz="2000" spc="-215" dirty="0">
                <a:solidFill>
                  <a:srgbClr val="464244"/>
                </a:solidFill>
                <a:latin typeface="Arial"/>
                <a:cs typeface="Arial"/>
              </a:rPr>
              <a:t>B</a:t>
            </a:r>
            <a:r>
              <a:rPr sz="2000" spc="-215" dirty="0">
                <a:solidFill>
                  <a:srgbClr val="605E5E"/>
                </a:solidFill>
                <a:latin typeface="Arial"/>
                <a:cs typeface="Arial"/>
              </a:rPr>
              <a:t>o</a:t>
            </a:r>
            <a:r>
              <a:rPr sz="2000" spc="-215" dirty="0">
                <a:solidFill>
                  <a:srgbClr val="464244"/>
                </a:solidFill>
                <a:latin typeface="Arial"/>
                <a:cs typeface="Arial"/>
              </a:rPr>
              <a:t>x</a:t>
            </a:r>
            <a:r>
              <a:rPr lang="en-US" sz="2000" spc="-215" dirty="0">
                <a:solidFill>
                  <a:srgbClr val="464244"/>
                </a:solidFill>
                <a:latin typeface="Arial"/>
                <a:cs typeface="Arial"/>
              </a:rPr>
              <a:t> </a:t>
            </a:r>
            <a:r>
              <a:rPr sz="2250" spc="-215" dirty="0" err="1">
                <a:solidFill>
                  <a:srgbClr val="605E5E"/>
                </a:solidFill>
                <a:latin typeface="Arial"/>
                <a:cs typeface="Arial"/>
              </a:rPr>
              <a:t>o</a:t>
            </a:r>
            <a:r>
              <a:rPr sz="2250" spc="-215" dirty="0" err="1">
                <a:solidFill>
                  <a:srgbClr val="C1C1C1"/>
                </a:solidFill>
                <a:latin typeface="Arial"/>
                <a:cs typeface="Arial"/>
              </a:rPr>
              <a:t>’</a:t>
            </a:r>
            <a:r>
              <a:rPr sz="2250" spc="-215" dirty="0" err="1">
                <a:solidFill>
                  <a:srgbClr val="605E5E"/>
                </a:solidFill>
                <a:latin typeface="Arial"/>
                <a:cs typeface="Arial"/>
              </a:rPr>
              <a:t>b</a:t>
            </a:r>
            <a:r>
              <a:rPr lang="en-US" sz="2250" spc="-215" dirty="0" err="1">
                <a:solidFill>
                  <a:srgbClr val="605E5E"/>
                </a:solidFill>
                <a:latin typeface="Arial"/>
                <a:cs typeface="Arial"/>
              </a:rPr>
              <a:t>ject</a:t>
            </a:r>
            <a:endParaRPr sz="2050" dirty="0">
              <a:latin typeface="Arial"/>
              <a:cs typeface="Arial"/>
            </a:endParaRPr>
          </a:p>
        </p:txBody>
      </p:sp>
      <p:sp>
        <p:nvSpPr>
          <p:cNvPr id="15" name="object 15"/>
          <p:cNvSpPr txBox="1"/>
          <p:nvPr/>
        </p:nvSpPr>
        <p:spPr>
          <a:xfrm>
            <a:off x="2620490" y="5405482"/>
            <a:ext cx="269875" cy="369570"/>
          </a:xfrm>
          <a:prstGeom prst="rect">
            <a:avLst/>
          </a:prstGeom>
        </p:spPr>
        <p:txBody>
          <a:bodyPr vert="horz" wrap="square" lIns="0" tIns="13335" rIns="0" bIns="0" rtlCol="0">
            <a:spAutoFit/>
          </a:bodyPr>
          <a:lstStyle/>
          <a:p>
            <a:pPr marL="12700">
              <a:lnSpc>
                <a:spcPct val="100000"/>
              </a:lnSpc>
              <a:spcBef>
                <a:spcPts val="105"/>
              </a:spcBef>
            </a:pPr>
            <a:r>
              <a:rPr sz="2250" spc="-145" dirty="0">
                <a:solidFill>
                  <a:srgbClr val="464244"/>
                </a:solidFill>
                <a:latin typeface="Times New Roman"/>
                <a:cs typeface="Times New Roman"/>
              </a:rPr>
              <a:t>b</a:t>
            </a:r>
            <a:r>
              <a:rPr sz="2250" spc="-145" dirty="0">
                <a:solidFill>
                  <a:srgbClr val="605E5E"/>
                </a:solidFill>
                <a:latin typeface="Times New Roman"/>
                <a:cs typeface="Times New Roman"/>
              </a:rPr>
              <a:t>2</a:t>
            </a:r>
            <a:endParaRPr sz="2250">
              <a:latin typeface="Times New Roman"/>
              <a:cs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21590">
              <a:lnSpc>
                <a:spcPct val="100000"/>
              </a:lnSpc>
              <a:spcBef>
                <a:spcPts val="110"/>
              </a:spcBef>
            </a:pPr>
            <a:r>
              <a:rPr sz="4450" spc="-10" dirty="0">
                <a:solidFill>
                  <a:srgbClr val="7B6960"/>
                </a:solidFill>
                <a:latin typeface="Times New Roman"/>
                <a:cs typeface="Times New Roman"/>
              </a:rPr>
              <a:t>Methods</a:t>
            </a:r>
            <a:endParaRPr sz="4450">
              <a:latin typeface="Times New Roman"/>
              <a:cs typeface="Times New Roman"/>
            </a:endParaRPr>
          </a:p>
        </p:txBody>
      </p:sp>
      <p:sp>
        <p:nvSpPr>
          <p:cNvPr id="3" name="object 3"/>
          <p:cNvSpPr txBox="1"/>
          <p:nvPr/>
        </p:nvSpPr>
        <p:spPr>
          <a:xfrm>
            <a:off x="510465" y="1316066"/>
            <a:ext cx="9140190" cy="4196080"/>
          </a:xfrm>
          <a:prstGeom prst="rect">
            <a:avLst/>
          </a:prstGeom>
        </p:spPr>
        <p:txBody>
          <a:bodyPr vert="horz" wrap="square" lIns="0" tIns="90170" rIns="0" bIns="0" rtlCol="0">
            <a:spAutoFit/>
          </a:bodyPr>
          <a:lstStyle/>
          <a:p>
            <a:pPr marL="12700">
              <a:lnSpc>
                <a:spcPct val="100000"/>
              </a:lnSpc>
              <a:spcBef>
                <a:spcPts val="710"/>
              </a:spcBef>
            </a:pPr>
            <a:endParaRPr sz="2700" dirty="0">
              <a:latin typeface="Times New Roman"/>
              <a:cs typeface="Times New Roman"/>
            </a:endParaRPr>
          </a:p>
          <a:p>
            <a:pPr marL="880744" marR="5080" indent="-340995" algn="just">
              <a:lnSpc>
                <a:spcPct val="106500"/>
              </a:lnSpc>
              <a:spcBef>
                <a:spcPts val="434"/>
              </a:spcBef>
              <a:buClr>
                <a:srgbClr val="DB7E42"/>
              </a:buClr>
              <a:buFont typeface="Arial"/>
              <a:buChar char="□"/>
              <a:tabLst>
                <a:tab pos="882650" algn="l"/>
              </a:tabLst>
            </a:pPr>
            <a:r>
              <a:rPr sz="2900" b="1" dirty="0">
                <a:solidFill>
                  <a:srgbClr val="F20507"/>
                </a:solidFill>
                <a:latin typeface="Times New Roman"/>
                <a:cs typeface="Times New Roman"/>
              </a:rPr>
              <a:t>Methods</a:t>
            </a:r>
            <a:r>
              <a:rPr sz="2900" b="1" spc="15" dirty="0">
                <a:solidFill>
                  <a:srgbClr val="F20507"/>
                </a:solidFill>
                <a:latin typeface="Times New Roman"/>
                <a:cs typeface="Times New Roman"/>
              </a:rPr>
              <a:t>  </a:t>
            </a:r>
            <a:r>
              <a:rPr sz="2850" spc="75" dirty="0">
                <a:solidFill>
                  <a:srgbClr val="010101"/>
                </a:solidFill>
                <a:latin typeface="Times New Roman"/>
                <a:cs typeface="Times New Roman"/>
              </a:rPr>
              <a:t>are</a:t>
            </a:r>
            <a:r>
              <a:rPr sz="2850" spc="665" dirty="0">
                <a:solidFill>
                  <a:srgbClr val="010101"/>
                </a:solidFill>
                <a:latin typeface="Times New Roman"/>
                <a:cs typeface="Times New Roman"/>
              </a:rPr>
              <a:t> </a:t>
            </a:r>
            <a:r>
              <a:rPr sz="2850" spc="60" dirty="0">
                <a:solidFill>
                  <a:srgbClr val="010101"/>
                </a:solidFill>
                <a:latin typeface="Times New Roman"/>
                <a:cs typeface="Times New Roman"/>
              </a:rPr>
              <a:t>declared</a:t>
            </a:r>
            <a:r>
              <a:rPr sz="2850" spc="40" dirty="0">
                <a:solidFill>
                  <a:srgbClr val="010101"/>
                </a:solidFill>
                <a:latin typeface="Times New Roman"/>
                <a:cs typeface="Times New Roman"/>
              </a:rPr>
              <a:t>  </a:t>
            </a:r>
            <a:r>
              <a:rPr sz="2850" spc="50" dirty="0">
                <a:solidFill>
                  <a:srgbClr val="010101"/>
                </a:solidFill>
                <a:latin typeface="Times New Roman"/>
                <a:cs typeface="Times New Roman"/>
              </a:rPr>
              <a:t>inside</a:t>
            </a:r>
            <a:r>
              <a:rPr sz="2850" spc="680" dirty="0">
                <a:solidFill>
                  <a:srgbClr val="010101"/>
                </a:solidFill>
                <a:latin typeface="Times New Roman"/>
                <a:cs typeface="Times New Roman"/>
              </a:rPr>
              <a:t> </a:t>
            </a:r>
            <a:r>
              <a:rPr sz="2850" spc="75" dirty="0">
                <a:solidFill>
                  <a:srgbClr val="010101"/>
                </a:solidFill>
                <a:latin typeface="Times New Roman"/>
                <a:cs typeface="Times New Roman"/>
              </a:rPr>
              <a:t>the</a:t>
            </a:r>
            <a:r>
              <a:rPr sz="2850" spc="640" dirty="0">
                <a:solidFill>
                  <a:srgbClr val="010101"/>
                </a:solidFill>
                <a:latin typeface="Times New Roman"/>
                <a:cs typeface="Times New Roman"/>
              </a:rPr>
              <a:t> </a:t>
            </a:r>
            <a:r>
              <a:rPr sz="2850" spc="70" dirty="0">
                <a:solidFill>
                  <a:srgbClr val="010101"/>
                </a:solidFill>
                <a:latin typeface="Times New Roman"/>
                <a:cs typeface="Times New Roman"/>
              </a:rPr>
              <a:t>body</a:t>
            </a:r>
            <a:r>
              <a:rPr sz="2850" dirty="0">
                <a:solidFill>
                  <a:srgbClr val="010101"/>
                </a:solidFill>
                <a:latin typeface="Times New Roman"/>
                <a:cs typeface="Times New Roman"/>
              </a:rPr>
              <a:t>  </a:t>
            </a:r>
            <a:r>
              <a:rPr sz="2850" spc="80" dirty="0">
                <a:solidFill>
                  <a:srgbClr val="010101"/>
                </a:solidFill>
                <a:latin typeface="Times New Roman"/>
                <a:cs typeface="Times New Roman"/>
              </a:rPr>
              <a:t>of</a:t>
            </a:r>
            <a:r>
              <a:rPr sz="2850" spc="620" dirty="0">
                <a:solidFill>
                  <a:srgbClr val="010101"/>
                </a:solidFill>
                <a:latin typeface="Times New Roman"/>
                <a:cs typeface="Times New Roman"/>
              </a:rPr>
              <a:t> </a:t>
            </a:r>
            <a:r>
              <a:rPr sz="2850" spc="75" dirty="0">
                <a:solidFill>
                  <a:srgbClr val="010101"/>
                </a:solidFill>
                <a:latin typeface="Times New Roman"/>
                <a:cs typeface="Times New Roman"/>
              </a:rPr>
              <a:t>the</a:t>
            </a:r>
            <a:r>
              <a:rPr sz="2850" spc="630" dirty="0">
                <a:solidFill>
                  <a:srgbClr val="010101"/>
                </a:solidFill>
                <a:latin typeface="Times New Roman"/>
                <a:cs typeface="Times New Roman"/>
              </a:rPr>
              <a:t> </a:t>
            </a:r>
            <a:r>
              <a:rPr sz="2850" spc="40" dirty="0">
                <a:solidFill>
                  <a:srgbClr val="010101"/>
                </a:solidFill>
                <a:latin typeface="Times New Roman"/>
                <a:cs typeface="Times New Roman"/>
              </a:rPr>
              <a:t>class 	</a:t>
            </a:r>
            <a:r>
              <a:rPr sz="2850" spc="55" dirty="0">
                <a:solidFill>
                  <a:srgbClr val="010101"/>
                </a:solidFill>
                <a:latin typeface="Times New Roman"/>
                <a:cs typeface="Times New Roman"/>
              </a:rPr>
              <a:t>but</a:t>
            </a:r>
            <a:r>
              <a:rPr sz="2850" spc="215" dirty="0">
                <a:solidFill>
                  <a:srgbClr val="010101"/>
                </a:solidFill>
                <a:latin typeface="Times New Roman"/>
                <a:cs typeface="Times New Roman"/>
              </a:rPr>
              <a:t>  </a:t>
            </a:r>
            <a:r>
              <a:rPr sz="2850" spc="60" dirty="0">
                <a:solidFill>
                  <a:srgbClr val="010101"/>
                </a:solidFill>
                <a:latin typeface="Times New Roman"/>
                <a:cs typeface="Times New Roman"/>
              </a:rPr>
              <a:t>immediately</a:t>
            </a:r>
            <a:r>
              <a:rPr sz="2850" spc="265" dirty="0">
                <a:solidFill>
                  <a:srgbClr val="010101"/>
                </a:solidFill>
                <a:latin typeface="Times New Roman"/>
                <a:cs typeface="Times New Roman"/>
              </a:rPr>
              <a:t>  </a:t>
            </a:r>
            <a:r>
              <a:rPr sz="2850" spc="60" dirty="0">
                <a:solidFill>
                  <a:srgbClr val="010101"/>
                </a:solidFill>
                <a:latin typeface="Times New Roman"/>
                <a:cs typeface="Times New Roman"/>
              </a:rPr>
              <a:t>after</a:t>
            </a:r>
            <a:r>
              <a:rPr sz="2850" spc="204" dirty="0">
                <a:solidFill>
                  <a:srgbClr val="010101"/>
                </a:solidFill>
                <a:latin typeface="Times New Roman"/>
                <a:cs typeface="Times New Roman"/>
              </a:rPr>
              <a:t>  </a:t>
            </a:r>
            <a:r>
              <a:rPr sz="2850" spc="75" dirty="0">
                <a:solidFill>
                  <a:srgbClr val="010101"/>
                </a:solidFill>
                <a:latin typeface="Times New Roman"/>
                <a:cs typeface="Times New Roman"/>
              </a:rPr>
              <a:t>the</a:t>
            </a:r>
            <a:r>
              <a:rPr sz="2850" spc="190" dirty="0">
                <a:solidFill>
                  <a:srgbClr val="010101"/>
                </a:solidFill>
                <a:latin typeface="Times New Roman"/>
                <a:cs typeface="Times New Roman"/>
              </a:rPr>
              <a:t>  </a:t>
            </a:r>
            <a:r>
              <a:rPr sz="2850" spc="55" dirty="0">
                <a:solidFill>
                  <a:srgbClr val="010101"/>
                </a:solidFill>
                <a:latin typeface="Times New Roman"/>
                <a:cs typeface="Times New Roman"/>
              </a:rPr>
              <a:t>declaration</a:t>
            </a:r>
            <a:r>
              <a:rPr sz="2850" spc="275" dirty="0">
                <a:solidFill>
                  <a:srgbClr val="010101"/>
                </a:solidFill>
                <a:latin typeface="Times New Roman"/>
                <a:cs typeface="Times New Roman"/>
              </a:rPr>
              <a:t>  </a:t>
            </a:r>
            <a:r>
              <a:rPr sz="2850" spc="70" dirty="0">
                <a:solidFill>
                  <a:srgbClr val="010101"/>
                </a:solidFill>
                <a:latin typeface="Times New Roman"/>
                <a:cs typeface="Times New Roman"/>
              </a:rPr>
              <a:t>of</a:t>
            </a:r>
            <a:r>
              <a:rPr sz="2850" spc="190" dirty="0">
                <a:solidFill>
                  <a:srgbClr val="010101"/>
                </a:solidFill>
                <a:latin typeface="Times New Roman"/>
                <a:cs typeface="Times New Roman"/>
              </a:rPr>
              <a:t>  </a:t>
            </a:r>
            <a:r>
              <a:rPr sz="2850" spc="40" dirty="0">
                <a:solidFill>
                  <a:srgbClr val="010101"/>
                </a:solidFill>
                <a:latin typeface="Times New Roman"/>
                <a:cs typeface="Times New Roman"/>
              </a:rPr>
              <a:t>instance 	</a:t>
            </a:r>
            <a:r>
              <a:rPr sz="2850" spc="45" dirty="0">
                <a:solidFill>
                  <a:srgbClr val="010101"/>
                </a:solidFill>
                <a:latin typeface="Times New Roman"/>
                <a:cs typeface="Times New Roman"/>
              </a:rPr>
              <a:t>variables.</a:t>
            </a:r>
            <a:endParaRPr sz="2850" dirty="0">
              <a:latin typeface="Times New Roman"/>
              <a:cs typeface="Times New Roman"/>
            </a:endParaRPr>
          </a:p>
          <a:p>
            <a:pPr marL="880110" marR="1367155" indent="-340360" algn="just">
              <a:lnSpc>
                <a:spcPts val="4350"/>
              </a:lnSpc>
              <a:spcBef>
                <a:spcPts val="330"/>
              </a:spcBef>
              <a:buClr>
                <a:srgbClr val="DB7E42"/>
              </a:buClr>
              <a:buSzPct val="101754"/>
              <a:buFont typeface="Arial"/>
              <a:buChar char="□"/>
              <a:tabLst>
                <a:tab pos="1504950" algn="l"/>
              </a:tabLst>
            </a:pPr>
            <a:r>
              <a:rPr sz="2850" spc="85" dirty="0">
                <a:solidFill>
                  <a:srgbClr val="010101"/>
                </a:solidFill>
                <a:latin typeface="Times New Roman"/>
                <a:cs typeface="Times New Roman"/>
              </a:rPr>
              <a:t>The</a:t>
            </a:r>
            <a:r>
              <a:rPr sz="2850" spc="70" dirty="0">
                <a:solidFill>
                  <a:srgbClr val="010101"/>
                </a:solidFill>
                <a:latin typeface="Times New Roman"/>
                <a:cs typeface="Times New Roman"/>
              </a:rPr>
              <a:t> </a:t>
            </a:r>
            <a:r>
              <a:rPr sz="2850" spc="55" dirty="0">
                <a:solidFill>
                  <a:srgbClr val="010101"/>
                </a:solidFill>
                <a:latin typeface="Times New Roman"/>
                <a:cs typeface="Times New Roman"/>
              </a:rPr>
              <a:t>general</a:t>
            </a:r>
            <a:r>
              <a:rPr sz="2850" spc="195" dirty="0">
                <a:solidFill>
                  <a:srgbClr val="010101"/>
                </a:solidFill>
                <a:latin typeface="Times New Roman"/>
                <a:cs typeface="Times New Roman"/>
              </a:rPr>
              <a:t> </a:t>
            </a:r>
            <a:r>
              <a:rPr sz="2850" spc="65" dirty="0">
                <a:solidFill>
                  <a:srgbClr val="010101"/>
                </a:solidFill>
                <a:latin typeface="Times New Roman"/>
                <a:cs typeface="Times New Roman"/>
              </a:rPr>
              <a:t>form</a:t>
            </a:r>
            <a:r>
              <a:rPr sz="2850" spc="114" dirty="0">
                <a:solidFill>
                  <a:srgbClr val="010101"/>
                </a:solidFill>
                <a:latin typeface="Times New Roman"/>
                <a:cs typeface="Times New Roman"/>
              </a:rPr>
              <a:t> </a:t>
            </a:r>
            <a:r>
              <a:rPr sz="2850" spc="80" dirty="0">
                <a:solidFill>
                  <a:srgbClr val="010101"/>
                </a:solidFill>
                <a:latin typeface="Times New Roman"/>
                <a:cs typeface="Times New Roman"/>
              </a:rPr>
              <a:t>of</a:t>
            </a:r>
            <a:r>
              <a:rPr sz="2850" spc="15" dirty="0">
                <a:solidFill>
                  <a:srgbClr val="010101"/>
                </a:solidFill>
                <a:latin typeface="Times New Roman"/>
                <a:cs typeface="Times New Roman"/>
              </a:rPr>
              <a:t> </a:t>
            </a:r>
            <a:r>
              <a:rPr sz="2850" spc="125" dirty="0">
                <a:solidFill>
                  <a:srgbClr val="010101"/>
                </a:solidFill>
                <a:latin typeface="Times New Roman"/>
                <a:cs typeface="Times New Roman"/>
              </a:rPr>
              <a:t>a</a:t>
            </a:r>
            <a:r>
              <a:rPr sz="2850" spc="5" dirty="0">
                <a:solidFill>
                  <a:srgbClr val="010101"/>
                </a:solidFill>
                <a:latin typeface="Times New Roman"/>
                <a:cs typeface="Times New Roman"/>
              </a:rPr>
              <a:t> </a:t>
            </a:r>
            <a:r>
              <a:rPr sz="2850" spc="70" dirty="0">
                <a:solidFill>
                  <a:srgbClr val="010101"/>
                </a:solidFill>
                <a:latin typeface="Times New Roman"/>
                <a:cs typeface="Times New Roman"/>
              </a:rPr>
              <a:t>method</a:t>
            </a:r>
            <a:r>
              <a:rPr sz="2850" spc="160" dirty="0">
                <a:solidFill>
                  <a:srgbClr val="010101"/>
                </a:solidFill>
                <a:latin typeface="Times New Roman"/>
                <a:cs typeface="Times New Roman"/>
              </a:rPr>
              <a:t> </a:t>
            </a:r>
            <a:r>
              <a:rPr sz="2850" spc="55" dirty="0">
                <a:solidFill>
                  <a:srgbClr val="010101"/>
                </a:solidFill>
                <a:latin typeface="Times New Roman"/>
                <a:cs typeface="Times New Roman"/>
              </a:rPr>
              <a:t>declaration</a:t>
            </a:r>
            <a:r>
              <a:rPr sz="2850" spc="215" dirty="0">
                <a:solidFill>
                  <a:srgbClr val="010101"/>
                </a:solidFill>
                <a:latin typeface="Times New Roman"/>
                <a:cs typeface="Times New Roman"/>
              </a:rPr>
              <a:t> </a:t>
            </a:r>
            <a:r>
              <a:rPr sz="2850" spc="30" dirty="0">
                <a:solidFill>
                  <a:srgbClr val="010101"/>
                </a:solidFill>
                <a:latin typeface="Times New Roman"/>
                <a:cs typeface="Times New Roman"/>
              </a:rPr>
              <a:t>is: 	</a:t>
            </a:r>
            <a:r>
              <a:rPr sz="2850" spc="65" dirty="0">
                <a:solidFill>
                  <a:srgbClr val="F20507"/>
                </a:solidFill>
                <a:latin typeface="Times New Roman"/>
                <a:cs typeface="Times New Roman"/>
              </a:rPr>
              <a:t>type</a:t>
            </a:r>
            <a:r>
              <a:rPr sz="2850" spc="210" dirty="0">
                <a:solidFill>
                  <a:srgbClr val="F20507"/>
                </a:solidFill>
                <a:latin typeface="Times New Roman"/>
                <a:cs typeface="Times New Roman"/>
              </a:rPr>
              <a:t> </a:t>
            </a:r>
            <a:r>
              <a:rPr sz="2850" spc="75" dirty="0">
                <a:solidFill>
                  <a:srgbClr val="F20507"/>
                </a:solidFill>
                <a:latin typeface="Times New Roman"/>
                <a:cs typeface="Times New Roman"/>
              </a:rPr>
              <a:t>methodname(parameter-</a:t>
            </a:r>
            <a:r>
              <a:rPr sz="2850" dirty="0">
                <a:solidFill>
                  <a:srgbClr val="F20507"/>
                </a:solidFill>
                <a:latin typeface="Times New Roman"/>
                <a:cs typeface="Times New Roman"/>
              </a:rPr>
              <a:t>list)</a:t>
            </a:r>
            <a:r>
              <a:rPr sz="2850" spc="260" dirty="0">
                <a:solidFill>
                  <a:srgbClr val="F20507"/>
                </a:solidFill>
                <a:latin typeface="Times New Roman"/>
                <a:cs typeface="Times New Roman"/>
              </a:rPr>
              <a:t> </a:t>
            </a:r>
            <a:r>
              <a:rPr sz="2850" spc="30" dirty="0">
                <a:solidFill>
                  <a:srgbClr val="F20507"/>
                </a:solidFill>
                <a:latin typeface="Times New Roman"/>
                <a:cs typeface="Times New Roman"/>
              </a:rPr>
              <a:t>{</a:t>
            </a:r>
            <a:endParaRPr sz="2850" dirty="0">
              <a:latin typeface="Times New Roman"/>
              <a:cs typeface="Times New Roman"/>
            </a:endParaRPr>
          </a:p>
          <a:p>
            <a:pPr marL="2463165" algn="just">
              <a:lnSpc>
                <a:spcPct val="100000"/>
              </a:lnSpc>
              <a:spcBef>
                <a:spcPts val="655"/>
              </a:spcBef>
            </a:pPr>
            <a:r>
              <a:rPr sz="2850" spc="50" dirty="0">
                <a:solidFill>
                  <a:srgbClr val="F20507"/>
                </a:solidFill>
                <a:latin typeface="Times New Roman"/>
                <a:cs typeface="Times New Roman"/>
              </a:rPr>
              <a:t>//</a:t>
            </a:r>
            <a:r>
              <a:rPr sz="2850" spc="40" dirty="0">
                <a:solidFill>
                  <a:srgbClr val="F20507"/>
                </a:solidFill>
                <a:latin typeface="Times New Roman"/>
                <a:cs typeface="Times New Roman"/>
              </a:rPr>
              <a:t> </a:t>
            </a:r>
            <a:r>
              <a:rPr sz="2850" spc="70" dirty="0">
                <a:solidFill>
                  <a:srgbClr val="F20507"/>
                </a:solidFill>
                <a:latin typeface="Times New Roman"/>
                <a:cs typeface="Times New Roman"/>
              </a:rPr>
              <a:t>body</a:t>
            </a:r>
            <a:r>
              <a:rPr sz="2850" spc="130" dirty="0">
                <a:solidFill>
                  <a:srgbClr val="F20507"/>
                </a:solidFill>
                <a:latin typeface="Times New Roman"/>
                <a:cs typeface="Times New Roman"/>
              </a:rPr>
              <a:t> </a:t>
            </a:r>
            <a:r>
              <a:rPr sz="2850" spc="70" dirty="0">
                <a:solidFill>
                  <a:srgbClr val="F20507"/>
                </a:solidFill>
                <a:latin typeface="Times New Roman"/>
                <a:cs typeface="Times New Roman"/>
              </a:rPr>
              <a:t>of</a:t>
            </a:r>
            <a:r>
              <a:rPr sz="2850" spc="30" dirty="0">
                <a:solidFill>
                  <a:srgbClr val="F20507"/>
                </a:solidFill>
                <a:latin typeface="Times New Roman"/>
                <a:cs typeface="Times New Roman"/>
              </a:rPr>
              <a:t> </a:t>
            </a:r>
            <a:r>
              <a:rPr sz="2850" spc="60" dirty="0">
                <a:solidFill>
                  <a:srgbClr val="F20507"/>
                </a:solidFill>
                <a:latin typeface="Times New Roman"/>
                <a:cs typeface="Times New Roman"/>
              </a:rPr>
              <a:t>method</a:t>
            </a:r>
            <a:endParaRPr sz="2850" dirty="0">
              <a:latin typeface="Times New Roman"/>
              <a:cs typeface="Times New Roman"/>
            </a:endParaRPr>
          </a:p>
          <a:p>
            <a:pPr marL="1529080">
              <a:lnSpc>
                <a:spcPct val="100000"/>
              </a:lnSpc>
              <a:spcBef>
                <a:spcPts val="1035"/>
              </a:spcBef>
            </a:pPr>
            <a:r>
              <a:rPr sz="2850" spc="65" dirty="0">
                <a:solidFill>
                  <a:srgbClr val="F20507"/>
                </a:solidFill>
                <a:latin typeface="Arial"/>
                <a:cs typeface="Arial"/>
              </a:rPr>
              <a:t>}</a:t>
            </a:r>
            <a:endParaRPr sz="2850" dirty="0">
              <a:latin typeface="Arial"/>
              <a:cs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85888" y="563170"/>
            <a:ext cx="2047239" cy="705485"/>
          </a:xfrm>
          <a:prstGeom prst="rect">
            <a:avLst/>
          </a:prstGeom>
        </p:spPr>
        <p:txBody>
          <a:bodyPr vert="horz" wrap="square" lIns="0" tIns="13970" rIns="0" bIns="0" rtlCol="0">
            <a:spAutoFit/>
          </a:bodyPr>
          <a:lstStyle/>
          <a:p>
            <a:pPr marL="12700">
              <a:lnSpc>
                <a:spcPct val="100000"/>
              </a:lnSpc>
              <a:spcBef>
                <a:spcPts val="110"/>
              </a:spcBef>
            </a:pPr>
            <a:r>
              <a:rPr sz="4450" spc="-10" dirty="0">
                <a:solidFill>
                  <a:srgbClr val="79675E"/>
                </a:solidFill>
                <a:latin typeface="Times New Roman"/>
                <a:cs typeface="Times New Roman"/>
              </a:rPr>
              <a:t>Methods</a:t>
            </a:r>
            <a:endParaRPr sz="4450">
              <a:latin typeface="Times New Roman"/>
              <a:cs typeface="Times New Roman"/>
            </a:endParaRPr>
          </a:p>
        </p:txBody>
      </p:sp>
      <p:sp>
        <p:nvSpPr>
          <p:cNvPr id="3" name="object 3"/>
          <p:cNvSpPr txBox="1"/>
          <p:nvPr/>
        </p:nvSpPr>
        <p:spPr>
          <a:xfrm>
            <a:off x="3539611" y="945435"/>
            <a:ext cx="495934" cy="323850"/>
          </a:xfrm>
          <a:prstGeom prst="rect">
            <a:avLst/>
          </a:prstGeom>
        </p:spPr>
        <p:txBody>
          <a:bodyPr vert="horz" wrap="square" lIns="0" tIns="13335" rIns="0" bIns="0" rtlCol="0">
            <a:spAutoFit/>
          </a:bodyPr>
          <a:lstStyle/>
          <a:p>
            <a:pPr marL="12700">
              <a:lnSpc>
                <a:spcPct val="100000"/>
              </a:lnSpc>
              <a:spcBef>
                <a:spcPts val="105"/>
              </a:spcBef>
            </a:pPr>
            <a:r>
              <a:rPr sz="1850" dirty="0">
                <a:solidFill>
                  <a:srgbClr val="79675E"/>
                </a:solidFill>
                <a:latin typeface="Arial"/>
                <a:cs typeface="Arial"/>
              </a:rPr>
              <a:t>•</a:t>
            </a:r>
            <a:r>
              <a:rPr sz="1850" spc="330" dirty="0">
                <a:solidFill>
                  <a:srgbClr val="79675E"/>
                </a:solidFill>
                <a:latin typeface="Arial"/>
                <a:cs typeface="Arial"/>
              </a:rPr>
              <a:t> </a:t>
            </a:r>
            <a:r>
              <a:rPr sz="1950" dirty="0">
                <a:solidFill>
                  <a:srgbClr val="79675E"/>
                </a:solidFill>
                <a:latin typeface="Arial"/>
                <a:cs typeface="Arial"/>
              </a:rPr>
              <a:t>•</a:t>
            </a:r>
            <a:r>
              <a:rPr sz="1950" spc="310" dirty="0">
                <a:solidFill>
                  <a:srgbClr val="79675E"/>
                </a:solidFill>
                <a:latin typeface="Arial"/>
                <a:cs typeface="Arial"/>
              </a:rPr>
              <a:t> </a:t>
            </a:r>
            <a:r>
              <a:rPr sz="1850" spc="-60" dirty="0">
                <a:solidFill>
                  <a:srgbClr val="79675E"/>
                </a:solidFill>
                <a:latin typeface="Arial"/>
                <a:cs typeface="Arial"/>
              </a:rPr>
              <a:t>•</a:t>
            </a:r>
            <a:endParaRPr sz="1850">
              <a:latin typeface="Arial"/>
              <a:cs typeface="Arial"/>
            </a:endParaRPr>
          </a:p>
        </p:txBody>
      </p:sp>
      <p:sp>
        <p:nvSpPr>
          <p:cNvPr id="4" name="object 4"/>
          <p:cNvSpPr txBox="1"/>
          <p:nvPr/>
        </p:nvSpPr>
        <p:spPr>
          <a:xfrm>
            <a:off x="521921" y="1021245"/>
            <a:ext cx="337185" cy="1125855"/>
          </a:xfrm>
          <a:prstGeom prst="rect">
            <a:avLst/>
          </a:prstGeom>
        </p:spPr>
        <p:txBody>
          <a:bodyPr vert="horz" wrap="square" lIns="0" tIns="15240" rIns="0" bIns="0" rtlCol="0">
            <a:spAutoFit/>
          </a:bodyPr>
          <a:lstStyle/>
          <a:p>
            <a:pPr marL="12700">
              <a:lnSpc>
                <a:spcPct val="100000"/>
              </a:lnSpc>
              <a:spcBef>
                <a:spcPts val="120"/>
              </a:spcBef>
            </a:pPr>
            <a:r>
              <a:rPr sz="7200" spc="50" dirty="0">
                <a:solidFill>
                  <a:srgbClr val="DB7E44"/>
                </a:solidFill>
                <a:latin typeface="Arial"/>
                <a:cs typeface="Arial"/>
              </a:rPr>
              <a:t>-</a:t>
            </a:r>
            <a:endParaRPr sz="7200">
              <a:latin typeface="Arial"/>
              <a:cs typeface="Arial"/>
            </a:endParaRPr>
          </a:p>
        </p:txBody>
      </p:sp>
      <p:sp>
        <p:nvSpPr>
          <p:cNvPr id="5" name="object 5"/>
          <p:cNvSpPr txBox="1"/>
          <p:nvPr/>
        </p:nvSpPr>
        <p:spPr>
          <a:xfrm>
            <a:off x="718918" y="1888316"/>
            <a:ext cx="8964930" cy="3430270"/>
          </a:xfrm>
          <a:prstGeom prst="rect">
            <a:avLst/>
          </a:prstGeom>
        </p:spPr>
        <p:txBody>
          <a:bodyPr vert="horz" wrap="square" lIns="0" tIns="13970" rIns="0" bIns="0" rtlCol="0">
            <a:spAutoFit/>
          </a:bodyPr>
          <a:lstStyle/>
          <a:p>
            <a:pPr marL="354330" marR="29845" indent="-342265">
              <a:lnSpc>
                <a:spcPts val="3620"/>
              </a:lnSpc>
              <a:spcBef>
                <a:spcPts val="110"/>
              </a:spcBef>
              <a:buClr>
                <a:srgbClr val="DB7E44"/>
              </a:buClr>
              <a:buFont typeface="Arial"/>
              <a:buChar char="□"/>
              <a:tabLst>
                <a:tab pos="354330" algn="l"/>
                <a:tab pos="1366520" algn="l"/>
                <a:tab pos="1786889" algn="l"/>
                <a:tab pos="2198370" algn="l"/>
                <a:tab pos="2653665" algn="l"/>
                <a:tab pos="3370579" algn="l"/>
                <a:tab pos="3707129" algn="l"/>
                <a:tab pos="3915410" algn="l"/>
                <a:tab pos="4342765" algn="l"/>
                <a:tab pos="4656455" algn="l"/>
                <a:tab pos="5166995" algn="l"/>
                <a:tab pos="5607050" algn="l"/>
                <a:tab pos="5652770" algn="l"/>
                <a:tab pos="6457950" algn="l"/>
                <a:tab pos="6551295" algn="l"/>
                <a:tab pos="7908290" algn="l"/>
                <a:tab pos="8181340" algn="l"/>
                <a:tab pos="8458835" algn="l"/>
              </a:tabLst>
            </a:pPr>
            <a:r>
              <a:rPr sz="2900" spc="-10" dirty="0">
                <a:solidFill>
                  <a:srgbClr val="010101"/>
                </a:solidFill>
                <a:latin typeface="Times New Roman"/>
                <a:cs typeface="Times New Roman"/>
              </a:rPr>
              <a:t>Here,</a:t>
            </a:r>
            <a:r>
              <a:rPr sz="2900" dirty="0">
                <a:solidFill>
                  <a:srgbClr val="010101"/>
                </a:solidFill>
                <a:latin typeface="Times New Roman"/>
                <a:cs typeface="Times New Roman"/>
              </a:rPr>
              <a:t>	</a:t>
            </a:r>
            <a:r>
              <a:rPr sz="2900" spc="-20" dirty="0">
                <a:solidFill>
                  <a:srgbClr val="F20505"/>
                </a:solidFill>
                <a:latin typeface="Times New Roman"/>
                <a:cs typeface="Times New Roman"/>
              </a:rPr>
              <a:t>type</a:t>
            </a:r>
            <a:r>
              <a:rPr sz="2900" dirty="0">
                <a:solidFill>
                  <a:srgbClr val="F20505"/>
                </a:solidFill>
                <a:latin typeface="Times New Roman"/>
                <a:cs typeface="Times New Roman"/>
              </a:rPr>
              <a:t>	</a:t>
            </a:r>
            <a:r>
              <a:rPr sz="2900" spc="-10" dirty="0">
                <a:solidFill>
                  <a:srgbClr val="010101"/>
                </a:solidFill>
                <a:latin typeface="Times New Roman"/>
                <a:cs typeface="Times New Roman"/>
              </a:rPr>
              <a:t>specifies</a:t>
            </a:r>
            <a:r>
              <a:rPr sz="2900" dirty="0">
                <a:solidFill>
                  <a:srgbClr val="010101"/>
                </a:solidFill>
                <a:latin typeface="Times New Roman"/>
                <a:cs typeface="Times New Roman"/>
              </a:rPr>
              <a:t>	</a:t>
            </a:r>
            <a:r>
              <a:rPr sz="2900" spc="-25" dirty="0">
                <a:solidFill>
                  <a:srgbClr val="010101"/>
                </a:solidFill>
                <a:latin typeface="Times New Roman"/>
                <a:cs typeface="Times New Roman"/>
              </a:rPr>
              <a:t>the</a:t>
            </a:r>
            <a:r>
              <a:rPr sz="2900" dirty="0">
                <a:solidFill>
                  <a:srgbClr val="010101"/>
                </a:solidFill>
                <a:latin typeface="Times New Roman"/>
                <a:cs typeface="Times New Roman"/>
              </a:rPr>
              <a:t>	</a:t>
            </a:r>
            <a:r>
              <a:rPr sz="2900" spc="-20" dirty="0">
                <a:solidFill>
                  <a:srgbClr val="010101"/>
                </a:solidFill>
                <a:latin typeface="Times New Roman"/>
                <a:cs typeface="Times New Roman"/>
              </a:rPr>
              <a:t>type</a:t>
            </a:r>
            <a:r>
              <a:rPr sz="2900" dirty="0">
                <a:solidFill>
                  <a:srgbClr val="010101"/>
                </a:solidFill>
                <a:latin typeface="Times New Roman"/>
                <a:cs typeface="Times New Roman"/>
              </a:rPr>
              <a:t>	</a:t>
            </a:r>
            <a:r>
              <a:rPr sz="2900" spc="35" dirty="0">
                <a:solidFill>
                  <a:srgbClr val="010101"/>
                </a:solidFill>
                <a:latin typeface="Times New Roman"/>
                <a:cs typeface="Times New Roman"/>
              </a:rPr>
              <a:t>of</a:t>
            </a:r>
            <a:r>
              <a:rPr sz="2900" dirty="0">
                <a:solidFill>
                  <a:srgbClr val="010101"/>
                </a:solidFill>
                <a:latin typeface="Times New Roman"/>
                <a:cs typeface="Times New Roman"/>
              </a:rPr>
              <a:t>		</a:t>
            </a:r>
            <a:r>
              <a:rPr sz="2900" spc="-20" dirty="0">
                <a:solidFill>
                  <a:srgbClr val="010101"/>
                </a:solidFill>
                <a:latin typeface="Times New Roman"/>
                <a:cs typeface="Times New Roman"/>
              </a:rPr>
              <a:t>data</a:t>
            </a:r>
            <a:r>
              <a:rPr sz="2900" dirty="0">
                <a:solidFill>
                  <a:srgbClr val="010101"/>
                </a:solidFill>
                <a:latin typeface="Times New Roman"/>
                <a:cs typeface="Times New Roman"/>
              </a:rPr>
              <a:t>	</a:t>
            </a:r>
            <a:r>
              <a:rPr sz="2900" spc="-10" dirty="0">
                <a:solidFill>
                  <a:srgbClr val="010101"/>
                </a:solidFill>
                <a:latin typeface="Times New Roman"/>
                <a:cs typeface="Times New Roman"/>
              </a:rPr>
              <a:t>returned</a:t>
            </a:r>
            <a:r>
              <a:rPr sz="2900" dirty="0">
                <a:solidFill>
                  <a:srgbClr val="010101"/>
                </a:solidFill>
                <a:latin typeface="Times New Roman"/>
                <a:cs typeface="Times New Roman"/>
              </a:rPr>
              <a:t>	</a:t>
            </a:r>
            <a:r>
              <a:rPr sz="2900" spc="30" dirty="0">
                <a:solidFill>
                  <a:srgbClr val="010101"/>
                </a:solidFill>
                <a:latin typeface="Times New Roman"/>
                <a:cs typeface="Times New Roman"/>
              </a:rPr>
              <a:t>by</a:t>
            </a:r>
            <a:r>
              <a:rPr sz="2900" dirty="0">
                <a:solidFill>
                  <a:srgbClr val="010101"/>
                </a:solidFill>
                <a:latin typeface="Times New Roman"/>
                <a:cs typeface="Times New Roman"/>
              </a:rPr>
              <a:t>	</a:t>
            </a:r>
            <a:r>
              <a:rPr sz="2900" spc="-25" dirty="0">
                <a:solidFill>
                  <a:srgbClr val="010101"/>
                </a:solidFill>
                <a:latin typeface="Times New Roman"/>
                <a:cs typeface="Times New Roman"/>
              </a:rPr>
              <a:t>the </a:t>
            </a:r>
            <a:r>
              <a:rPr sz="2900" spc="-10" dirty="0">
                <a:solidFill>
                  <a:srgbClr val="010101"/>
                </a:solidFill>
                <a:latin typeface="Times New Roman"/>
                <a:cs typeface="Times New Roman"/>
              </a:rPr>
              <a:t>method.</a:t>
            </a:r>
            <a:r>
              <a:rPr sz="2900" dirty="0">
                <a:solidFill>
                  <a:srgbClr val="010101"/>
                </a:solidFill>
                <a:latin typeface="Times New Roman"/>
                <a:cs typeface="Times New Roman"/>
              </a:rPr>
              <a:t>	</a:t>
            </a:r>
            <a:r>
              <a:rPr sz="2900" spc="-20" dirty="0">
                <a:solidFill>
                  <a:srgbClr val="010101"/>
                </a:solidFill>
                <a:latin typeface="Times New Roman"/>
                <a:cs typeface="Times New Roman"/>
              </a:rPr>
              <a:t>This</a:t>
            </a:r>
            <a:r>
              <a:rPr sz="2900" dirty="0">
                <a:solidFill>
                  <a:srgbClr val="010101"/>
                </a:solidFill>
                <a:latin typeface="Times New Roman"/>
                <a:cs typeface="Times New Roman"/>
              </a:rPr>
              <a:t>	</a:t>
            </a:r>
            <a:r>
              <a:rPr sz="2900" spc="40" dirty="0">
                <a:solidFill>
                  <a:srgbClr val="010101"/>
                </a:solidFill>
                <a:latin typeface="Times New Roman"/>
                <a:cs typeface="Times New Roman"/>
              </a:rPr>
              <a:t>can</a:t>
            </a:r>
            <a:r>
              <a:rPr sz="2900" dirty="0">
                <a:solidFill>
                  <a:srgbClr val="010101"/>
                </a:solidFill>
                <a:latin typeface="Times New Roman"/>
                <a:cs typeface="Times New Roman"/>
              </a:rPr>
              <a:t>	</a:t>
            </a:r>
            <a:r>
              <a:rPr sz="2900" spc="25" dirty="0">
                <a:solidFill>
                  <a:srgbClr val="010101"/>
                </a:solidFill>
                <a:latin typeface="Times New Roman"/>
                <a:cs typeface="Times New Roman"/>
              </a:rPr>
              <a:t>be</a:t>
            </a:r>
            <a:r>
              <a:rPr sz="2900" dirty="0">
                <a:solidFill>
                  <a:srgbClr val="010101"/>
                </a:solidFill>
                <a:latin typeface="Times New Roman"/>
                <a:cs typeface="Times New Roman"/>
              </a:rPr>
              <a:t>	</a:t>
            </a:r>
            <a:r>
              <a:rPr sz="2900" spc="30" dirty="0">
                <a:solidFill>
                  <a:srgbClr val="F20505"/>
                </a:solidFill>
                <a:latin typeface="Times New Roman"/>
                <a:cs typeface="Times New Roman"/>
              </a:rPr>
              <a:t>any</a:t>
            </a:r>
            <a:r>
              <a:rPr sz="2900" dirty="0">
                <a:solidFill>
                  <a:srgbClr val="F20505"/>
                </a:solidFill>
                <a:latin typeface="Times New Roman"/>
                <a:cs typeface="Times New Roman"/>
              </a:rPr>
              <a:t>	</a:t>
            </a:r>
            <a:r>
              <a:rPr sz="2900" spc="-10" dirty="0">
                <a:solidFill>
                  <a:srgbClr val="F20505"/>
                </a:solidFill>
                <a:latin typeface="Times New Roman"/>
                <a:cs typeface="Times New Roman"/>
              </a:rPr>
              <a:t>valid</a:t>
            </a:r>
            <a:r>
              <a:rPr sz="2900" dirty="0">
                <a:solidFill>
                  <a:srgbClr val="F20505"/>
                </a:solidFill>
                <a:latin typeface="Times New Roman"/>
                <a:cs typeface="Times New Roman"/>
              </a:rPr>
              <a:t>	</a:t>
            </a:r>
            <a:r>
              <a:rPr sz="2900" spc="-10" dirty="0">
                <a:solidFill>
                  <a:srgbClr val="F20505"/>
                </a:solidFill>
                <a:latin typeface="Times New Roman"/>
                <a:cs typeface="Times New Roman"/>
              </a:rPr>
              <a:t>type,</a:t>
            </a:r>
            <a:r>
              <a:rPr sz="2900" dirty="0">
                <a:solidFill>
                  <a:srgbClr val="F20505"/>
                </a:solidFill>
                <a:latin typeface="Times New Roman"/>
                <a:cs typeface="Times New Roman"/>
              </a:rPr>
              <a:t>		</a:t>
            </a:r>
            <a:r>
              <a:rPr sz="2900" spc="-10" dirty="0">
                <a:solidFill>
                  <a:srgbClr val="F20505"/>
                </a:solidFill>
                <a:latin typeface="Times New Roman"/>
                <a:cs typeface="Times New Roman"/>
              </a:rPr>
              <a:t>including</a:t>
            </a:r>
            <a:r>
              <a:rPr sz="2900" dirty="0">
                <a:solidFill>
                  <a:srgbClr val="F20505"/>
                </a:solidFill>
                <a:latin typeface="Times New Roman"/>
                <a:cs typeface="Times New Roman"/>
              </a:rPr>
              <a:t>	</a:t>
            </a:r>
            <a:r>
              <a:rPr sz="2900" spc="-10" dirty="0">
                <a:solidFill>
                  <a:srgbClr val="F20505"/>
                </a:solidFill>
                <a:latin typeface="Times New Roman"/>
                <a:cs typeface="Times New Roman"/>
              </a:rPr>
              <a:t>class</a:t>
            </a:r>
            <a:endParaRPr sz="2900">
              <a:latin typeface="Times New Roman"/>
              <a:cs typeface="Times New Roman"/>
            </a:endParaRPr>
          </a:p>
          <a:p>
            <a:pPr marL="354330">
              <a:lnSpc>
                <a:spcPct val="100000"/>
              </a:lnSpc>
              <a:spcBef>
                <a:spcPts val="50"/>
              </a:spcBef>
            </a:pPr>
            <a:r>
              <a:rPr sz="2900" spc="-10" dirty="0">
                <a:solidFill>
                  <a:srgbClr val="F20505"/>
                </a:solidFill>
                <a:latin typeface="Times New Roman"/>
                <a:cs typeface="Times New Roman"/>
              </a:rPr>
              <a:t>type.</a:t>
            </a:r>
            <a:endParaRPr sz="2900">
              <a:latin typeface="Times New Roman"/>
              <a:cs typeface="Times New Roman"/>
            </a:endParaRPr>
          </a:p>
          <a:p>
            <a:pPr marL="354330" marR="33020" indent="-342265">
              <a:lnSpc>
                <a:spcPct val="104099"/>
              </a:lnSpc>
              <a:spcBef>
                <a:spcPts val="755"/>
              </a:spcBef>
              <a:buClr>
                <a:srgbClr val="DB7E44"/>
              </a:buClr>
              <a:buFont typeface="Arial"/>
              <a:buChar char="□"/>
              <a:tabLst>
                <a:tab pos="354330" algn="l"/>
                <a:tab pos="5316855" algn="l"/>
                <a:tab pos="6733540" algn="l"/>
                <a:tab pos="8263890" algn="l"/>
              </a:tabLst>
            </a:pPr>
            <a:r>
              <a:rPr sz="2900" dirty="0">
                <a:solidFill>
                  <a:srgbClr val="010101"/>
                </a:solidFill>
                <a:latin typeface="Times New Roman"/>
                <a:cs typeface="Times New Roman"/>
              </a:rPr>
              <a:t>If</a:t>
            </a:r>
            <a:r>
              <a:rPr sz="2900" spc="365" dirty="0">
                <a:solidFill>
                  <a:srgbClr val="010101"/>
                </a:solidFill>
                <a:latin typeface="Times New Roman"/>
                <a:cs typeface="Times New Roman"/>
              </a:rPr>
              <a:t> </a:t>
            </a:r>
            <a:r>
              <a:rPr sz="2900" dirty="0">
                <a:solidFill>
                  <a:srgbClr val="010101"/>
                </a:solidFill>
                <a:latin typeface="Times New Roman"/>
                <a:cs typeface="Times New Roman"/>
              </a:rPr>
              <a:t>the</a:t>
            </a:r>
            <a:r>
              <a:rPr sz="2900" spc="385" dirty="0">
                <a:solidFill>
                  <a:srgbClr val="010101"/>
                </a:solidFill>
                <a:latin typeface="Times New Roman"/>
                <a:cs typeface="Times New Roman"/>
              </a:rPr>
              <a:t> </a:t>
            </a:r>
            <a:r>
              <a:rPr sz="2900" dirty="0">
                <a:solidFill>
                  <a:srgbClr val="010101"/>
                </a:solidFill>
                <a:latin typeface="Times New Roman"/>
                <a:cs typeface="Times New Roman"/>
              </a:rPr>
              <a:t>method</a:t>
            </a:r>
            <a:r>
              <a:rPr sz="2900" spc="445" dirty="0">
                <a:solidFill>
                  <a:srgbClr val="010101"/>
                </a:solidFill>
                <a:latin typeface="Times New Roman"/>
                <a:cs typeface="Times New Roman"/>
              </a:rPr>
              <a:t> </a:t>
            </a:r>
            <a:r>
              <a:rPr sz="2850" b="1" spc="75" dirty="0">
                <a:solidFill>
                  <a:srgbClr val="010101"/>
                </a:solidFill>
                <a:latin typeface="Times New Roman"/>
                <a:cs typeface="Times New Roman"/>
              </a:rPr>
              <a:t>does</a:t>
            </a:r>
            <a:r>
              <a:rPr sz="2850" b="1" spc="390" dirty="0">
                <a:solidFill>
                  <a:srgbClr val="010101"/>
                </a:solidFill>
                <a:latin typeface="Times New Roman"/>
                <a:cs typeface="Times New Roman"/>
              </a:rPr>
              <a:t> </a:t>
            </a:r>
            <a:r>
              <a:rPr sz="2850" b="1" spc="75" dirty="0">
                <a:solidFill>
                  <a:srgbClr val="010101"/>
                </a:solidFill>
                <a:latin typeface="Times New Roman"/>
                <a:cs typeface="Times New Roman"/>
              </a:rPr>
              <a:t>not</a:t>
            </a:r>
            <a:r>
              <a:rPr sz="2850" b="1" spc="375" dirty="0">
                <a:solidFill>
                  <a:srgbClr val="010101"/>
                </a:solidFill>
                <a:latin typeface="Times New Roman"/>
                <a:cs typeface="Times New Roman"/>
              </a:rPr>
              <a:t> </a:t>
            </a:r>
            <a:r>
              <a:rPr sz="2850" b="1" spc="-10" dirty="0">
                <a:solidFill>
                  <a:srgbClr val="010101"/>
                </a:solidFill>
                <a:latin typeface="Times New Roman"/>
                <a:cs typeface="Times New Roman"/>
              </a:rPr>
              <a:t>return</a:t>
            </a:r>
            <a:r>
              <a:rPr sz="2850" b="1" dirty="0">
                <a:solidFill>
                  <a:srgbClr val="010101"/>
                </a:solidFill>
                <a:latin typeface="Times New Roman"/>
                <a:cs typeface="Times New Roman"/>
              </a:rPr>
              <a:t>	</a:t>
            </a:r>
            <a:r>
              <a:rPr sz="2850" b="1" spc="85" dirty="0">
                <a:solidFill>
                  <a:srgbClr val="010101"/>
                </a:solidFill>
                <a:latin typeface="Times New Roman"/>
                <a:cs typeface="Times New Roman"/>
              </a:rPr>
              <a:t>a</a:t>
            </a:r>
            <a:r>
              <a:rPr sz="2850" b="1" spc="285" dirty="0">
                <a:solidFill>
                  <a:srgbClr val="010101"/>
                </a:solidFill>
                <a:latin typeface="Times New Roman"/>
                <a:cs typeface="Times New Roman"/>
              </a:rPr>
              <a:t> </a:t>
            </a:r>
            <a:r>
              <a:rPr sz="2850" b="1" spc="-10" dirty="0">
                <a:solidFill>
                  <a:srgbClr val="010101"/>
                </a:solidFill>
                <a:latin typeface="Times New Roman"/>
                <a:cs typeface="Times New Roman"/>
              </a:rPr>
              <a:t>value,</a:t>
            </a:r>
            <a:r>
              <a:rPr sz="2850" b="1" dirty="0">
                <a:solidFill>
                  <a:srgbClr val="010101"/>
                </a:solidFill>
                <a:latin typeface="Times New Roman"/>
                <a:cs typeface="Times New Roman"/>
              </a:rPr>
              <a:t>	</a:t>
            </a:r>
            <a:r>
              <a:rPr sz="2900" dirty="0">
                <a:solidFill>
                  <a:srgbClr val="010101"/>
                </a:solidFill>
                <a:latin typeface="Times New Roman"/>
                <a:cs typeface="Times New Roman"/>
              </a:rPr>
              <a:t>its</a:t>
            </a:r>
            <a:r>
              <a:rPr sz="2900" spc="330" dirty="0">
                <a:solidFill>
                  <a:srgbClr val="010101"/>
                </a:solidFill>
                <a:latin typeface="Times New Roman"/>
                <a:cs typeface="Times New Roman"/>
              </a:rPr>
              <a:t> </a:t>
            </a:r>
            <a:r>
              <a:rPr sz="2900" spc="-10" dirty="0">
                <a:solidFill>
                  <a:srgbClr val="010101"/>
                </a:solidFill>
                <a:latin typeface="Times New Roman"/>
                <a:cs typeface="Times New Roman"/>
              </a:rPr>
              <a:t>return</a:t>
            </a:r>
            <a:r>
              <a:rPr sz="2900" dirty="0">
                <a:solidFill>
                  <a:srgbClr val="010101"/>
                </a:solidFill>
                <a:latin typeface="Times New Roman"/>
                <a:cs typeface="Times New Roman"/>
              </a:rPr>
              <a:t>	</a:t>
            </a:r>
            <a:r>
              <a:rPr sz="2900" spc="-20" dirty="0">
                <a:solidFill>
                  <a:srgbClr val="010101"/>
                </a:solidFill>
                <a:latin typeface="Times New Roman"/>
                <a:cs typeface="Times New Roman"/>
              </a:rPr>
              <a:t>type </a:t>
            </a:r>
            <a:r>
              <a:rPr sz="2900" dirty="0">
                <a:solidFill>
                  <a:srgbClr val="010101"/>
                </a:solidFill>
                <a:latin typeface="Times New Roman"/>
                <a:cs typeface="Times New Roman"/>
              </a:rPr>
              <a:t>must</a:t>
            </a:r>
            <a:r>
              <a:rPr sz="2900" spc="185" dirty="0">
                <a:solidFill>
                  <a:srgbClr val="010101"/>
                </a:solidFill>
                <a:latin typeface="Times New Roman"/>
                <a:cs typeface="Times New Roman"/>
              </a:rPr>
              <a:t> </a:t>
            </a:r>
            <a:r>
              <a:rPr sz="2900" spc="50" dirty="0">
                <a:solidFill>
                  <a:srgbClr val="010101"/>
                </a:solidFill>
                <a:latin typeface="Times New Roman"/>
                <a:cs typeface="Times New Roman"/>
              </a:rPr>
              <a:t>be</a:t>
            </a:r>
            <a:r>
              <a:rPr sz="2900" spc="130" dirty="0">
                <a:solidFill>
                  <a:srgbClr val="010101"/>
                </a:solidFill>
                <a:latin typeface="Times New Roman"/>
                <a:cs typeface="Times New Roman"/>
              </a:rPr>
              <a:t> </a:t>
            </a:r>
            <a:r>
              <a:rPr sz="2850" b="1" spc="70" dirty="0">
                <a:solidFill>
                  <a:srgbClr val="F20505"/>
                </a:solidFill>
                <a:latin typeface="Times New Roman"/>
                <a:cs typeface="Times New Roman"/>
              </a:rPr>
              <a:t>void</a:t>
            </a:r>
            <a:r>
              <a:rPr sz="2850" b="1" spc="70" dirty="0">
                <a:solidFill>
                  <a:srgbClr val="010101"/>
                </a:solidFill>
                <a:latin typeface="Times New Roman"/>
                <a:cs typeface="Times New Roman"/>
              </a:rPr>
              <a:t>.</a:t>
            </a:r>
            <a:endParaRPr sz="2850">
              <a:latin typeface="Times New Roman"/>
              <a:cs typeface="Times New Roman"/>
            </a:endParaRPr>
          </a:p>
          <a:p>
            <a:pPr marL="353060" indent="-340360">
              <a:lnSpc>
                <a:spcPct val="100000"/>
              </a:lnSpc>
              <a:spcBef>
                <a:spcPts val="900"/>
              </a:spcBef>
              <a:buClr>
                <a:srgbClr val="DB7E44"/>
              </a:buClr>
              <a:buFont typeface="Arial"/>
              <a:buChar char="□"/>
              <a:tabLst>
                <a:tab pos="353060" algn="l"/>
                <a:tab pos="1090295" algn="l"/>
                <a:tab pos="2056764" algn="l"/>
                <a:tab pos="3119755" algn="l"/>
                <a:tab pos="4411980" algn="l"/>
                <a:tab pos="6323965" algn="l"/>
                <a:tab pos="6846570" algn="l"/>
              </a:tabLst>
            </a:pPr>
            <a:r>
              <a:rPr sz="2900" spc="30" dirty="0">
                <a:solidFill>
                  <a:srgbClr val="010101"/>
                </a:solidFill>
                <a:latin typeface="Times New Roman"/>
                <a:cs typeface="Times New Roman"/>
              </a:rPr>
              <a:t>The</a:t>
            </a:r>
            <a:r>
              <a:rPr sz="2900" dirty="0">
                <a:solidFill>
                  <a:srgbClr val="010101"/>
                </a:solidFill>
                <a:latin typeface="Times New Roman"/>
                <a:cs typeface="Times New Roman"/>
              </a:rPr>
              <a:t>	</a:t>
            </a:r>
            <a:r>
              <a:rPr sz="2900" spc="-20" dirty="0">
                <a:solidFill>
                  <a:srgbClr val="010101"/>
                </a:solidFill>
                <a:latin typeface="Times New Roman"/>
                <a:cs typeface="Times New Roman"/>
              </a:rPr>
              <a:t>name</a:t>
            </a:r>
            <a:r>
              <a:rPr sz="2900" dirty="0">
                <a:solidFill>
                  <a:srgbClr val="010101"/>
                </a:solidFill>
                <a:latin typeface="Times New Roman"/>
                <a:cs typeface="Times New Roman"/>
              </a:rPr>
              <a:t>	</a:t>
            </a:r>
            <a:r>
              <a:rPr sz="2900" spc="60" dirty="0">
                <a:solidFill>
                  <a:srgbClr val="010101"/>
                </a:solidFill>
                <a:latin typeface="Times New Roman"/>
                <a:cs typeface="Times New Roman"/>
              </a:rPr>
              <a:t>of</a:t>
            </a:r>
            <a:r>
              <a:rPr sz="2900" spc="350" dirty="0">
                <a:solidFill>
                  <a:srgbClr val="010101"/>
                </a:solidFill>
                <a:latin typeface="Times New Roman"/>
                <a:cs typeface="Times New Roman"/>
              </a:rPr>
              <a:t> </a:t>
            </a:r>
            <a:r>
              <a:rPr sz="2900" spc="-25" dirty="0">
                <a:solidFill>
                  <a:srgbClr val="010101"/>
                </a:solidFill>
                <a:latin typeface="Times New Roman"/>
                <a:cs typeface="Times New Roman"/>
              </a:rPr>
              <a:t>the</a:t>
            </a:r>
            <a:r>
              <a:rPr sz="2900" dirty="0">
                <a:solidFill>
                  <a:srgbClr val="010101"/>
                </a:solidFill>
                <a:latin typeface="Times New Roman"/>
                <a:cs typeface="Times New Roman"/>
              </a:rPr>
              <a:t>	</a:t>
            </a:r>
            <a:r>
              <a:rPr sz="2900" spc="-10" dirty="0">
                <a:solidFill>
                  <a:srgbClr val="010101"/>
                </a:solidFill>
                <a:latin typeface="Times New Roman"/>
                <a:cs typeface="Times New Roman"/>
              </a:rPr>
              <a:t>method</a:t>
            </a:r>
            <a:r>
              <a:rPr sz="2900" dirty="0">
                <a:solidFill>
                  <a:srgbClr val="010101"/>
                </a:solidFill>
                <a:latin typeface="Times New Roman"/>
                <a:cs typeface="Times New Roman"/>
              </a:rPr>
              <a:t>	is</a:t>
            </a:r>
            <a:r>
              <a:rPr sz="2900" spc="365" dirty="0">
                <a:solidFill>
                  <a:srgbClr val="010101"/>
                </a:solidFill>
                <a:latin typeface="Times New Roman"/>
                <a:cs typeface="Times New Roman"/>
              </a:rPr>
              <a:t> </a:t>
            </a:r>
            <a:r>
              <a:rPr sz="2900" spc="-10" dirty="0">
                <a:solidFill>
                  <a:srgbClr val="010101"/>
                </a:solidFill>
                <a:latin typeface="Times New Roman"/>
                <a:cs typeface="Times New Roman"/>
              </a:rPr>
              <a:t>specified</a:t>
            </a:r>
            <a:r>
              <a:rPr sz="2900" dirty="0">
                <a:solidFill>
                  <a:srgbClr val="010101"/>
                </a:solidFill>
                <a:latin typeface="Times New Roman"/>
                <a:cs typeface="Times New Roman"/>
              </a:rPr>
              <a:t>	</a:t>
            </a:r>
            <a:r>
              <a:rPr sz="2900" spc="30" dirty="0">
                <a:solidFill>
                  <a:srgbClr val="010101"/>
                </a:solidFill>
                <a:latin typeface="Times New Roman"/>
                <a:cs typeface="Times New Roman"/>
              </a:rPr>
              <a:t>by</a:t>
            </a:r>
            <a:r>
              <a:rPr sz="2900" dirty="0">
                <a:solidFill>
                  <a:srgbClr val="010101"/>
                </a:solidFill>
                <a:latin typeface="Times New Roman"/>
                <a:cs typeface="Times New Roman"/>
              </a:rPr>
              <a:t>	</a:t>
            </a:r>
            <a:r>
              <a:rPr sz="2900" spc="60" dirty="0">
                <a:solidFill>
                  <a:srgbClr val="F20505"/>
                </a:solidFill>
                <a:latin typeface="Times New Roman"/>
                <a:cs typeface="Times New Roman"/>
              </a:rPr>
              <a:t>methodname</a:t>
            </a:r>
            <a:r>
              <a:rPr sz="2900" spc="60" dirty="0">
                <a:solidFill>
                  <a:srgbClr val="010101"/>
                </a:solidFill>
                <a:latin typeface="Times New Roman"/>
                <a:cs typeface="Times New Roman"/>
              </a:rPr>
              <a:t>.</a:t>
            </a:r>
            <a:endParaRPr sz="2900">
              <a:latin typeface="Times New Roman"/>
              <a:cs typeface="Times New Roman"/>
            </a:endParaRPr>
          </a:p>
          <a:p>
            <a:pPr marL="353060">
              <a:lnSpc>
                <a:spcPct val="100000"/>
              </a:lnSpc>
              <a:spcBef>
                <a:spcPts val="165"/>
              </a:spcBef>
            </a:pPr>
            <a:r>
              <a:rPr sz="2900" dirty="0">
                <a:solidFill>
                  <a:srgbClr val="010101"/>
                </a:solidFill>
                <a:latin typeface="Times New Roman"/>
                <a:cs typeface="Times New Roman"/>
              </a:rPr>
              <a:t>This</a:t>
            </a:r>
            <a:r>
              <a:rPr sz="2900" spc="110" dirty="0">
                <a:solidFill>
                  <a:srgbClr val="010101"/>
                </a:solidFill>
                <a:latin typeface="Times New Roman"/>
                <a:cs typeface="Times New Roman"/>
              </a:rPr>
              <a:t> </a:t>
            </a:r>
            <a:r>
              <a:rPr sz="2900" spc="65" dirty="0">
                <a:solidFill>
                  <a:srgbClr val="010101"/>
                </a:solidFill>
                <a:latin typeface="Times New Roman"/>
                <a:cs typeface="Times New Roman"/>
              </a:rPr>
              <a:t>can</a:t>
            </a:r>
            <a:r>
              <a:rPr sz="2900" spc="95" dirty="0">
                <a:solidFill>
                  <a:srgbClr val="010101"/>
                </a:solidFill>
                <a:latin typeface="Times New Roman"/>
                <a:cs typeface="Times New Roman"/>
              </a:rPr>
              <a:t> </a:t>
            </a:r>
            <a:r>
              <a:rPr sz="2900" spc="50" dirty="0">
                <a:solidFill>
                  <a:srgbClr val="010101"/>
                </a:solidFill>
                <a:latin typeface="Times New Roman"/>
                <a:cs typeface="Times New Roman"/>
              </a:rPr>
              <a:t>be</a:t>
            </a:r>
            <a:r>
              <a:rPr sz="2900" spc="130" dirty="0">
                <a:solidFill>
                  <a:srgbClr val="010101"/>
                </a:solidFill>
                <a:latin typeface="Times New Roman"/>
                <a:cs typeface="Times New Roman"/>
              </a:rPr>
              <a:t> </a:t>
            </a:r>
            <a:r>
              <a:rPr sz="2900" spc="55" dirty="0">
                <a:solidFill>
                  <a:srgbClr val="010101"/>
                </a:solidFill>
                <a:latin typeface="Times New Roman"/>
                <a:cs typeface="Times New Roman"/>
              </a:rPr>
              <a:t>any</a:t>
            </a:r>
            <a:r>
              <a:rPr sz="2900" spc="145" dirty="0">
                <a:solidFill>
                  <a:srgbClr val="010101"/>
                </a:solidFill>
                <a:latin typeface="Times New Roman"/>
                <a:cs typeface="Times New Roman"/>
              </a:rPr>
              <a:t> </a:t>
            </a:r>
            <a:r>
              <a:rPr sz="2900" dirty="0">
                <a:solidFill>
                  <a:srgbClr val="010101"/>
                </a:solidFill>
                <a:latin typeface="Times New Roman"/>
                <a:cs typeface="Times New Roman"/>
              </a:rPr>
              <a:t>legal</a:t>
            </a:r>
            <a:r>
              <a:rPr sz="2900" spc="204" dirty="0">
                <a:solidFill>
                  <a:srgbClr val="010101"/>
                </a:solidFill>
                <a:latin typeface="Times New Roman"/>
                <a:cs typeface="Times New Roman"/>
              </a:rPr>
              <a:t> </a:t>
            </a:r>
            <a:r>
              <a:rPr sz="2900" spc="-10" dirty="0">
                <a:solidFill>
                  <a:srgbClr val="010101"/>
                </a:solidFill>
                <a:latin typeface="Times New Roman"/>
                <a:cs typeface="Times New Roman"/>
              </a:rPr>
              <a:t>identifier.</a:t>
            </a:r>
            <a:endParaRPr sz="2900">
              <a:latin typeface="Times New Roman"/>
              <a:cs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85888" y="563170"/>
            <a:ext cx="2047239" cy="705485"/>
          </a:xfrm>
          <a:prstGeom prst="rect">
            <a:avLst/>
          </a:prstGeom>
        </p:spPr>
        <p:txBody>
          <a:bodyPr vert="horz" wrap="square" lIns="0" tIns="13970" rIns="0" bIns="0" rtlCol="0">
            <a:spAutoFit/>
          </a:bodyPr>
          <a:lstStyle/>
          <a:p>
            <a:pPr marL="12700">
              <a:lnSpc>
                <a:spcPct val="100000"/>
              </a:lnSpc>
              <a:spcBef>
                <a:spcPts val="110"/>
              </a:spcBef>
            </a:pPr>
            <a:r>
              <a:rPr sz="4450" spc="-10" dirty="0">
                <a:solidFill>
                  <a:srgbClr val="79675E"/>
                </a:solidFill>
                <a:latin typeface="Times New Roman"/>
                <a:cs typeface="Times New Roman"/>
              </a:rPr>
              <a:t>Methods</a:t>
            </a:r>
            <a:endParaRPr sz="4450">
              <a:latin typeface="Times New Roman"/>
              <a:cs typeface="Times New Roman"/>
            </a:endParaRPr>
          </a:p>
        </p:txBody>
      </p:sp>
      <p:sp>
        <p:nvSpPr>
          <p:cNvPr id="3" name="object 3"/>
          <p:cNvSpPr txBox="1"/>
          <p:nvPr/>
        </p:nvSpPr>
        <p:spPr>
          <a:xfrm>
            <a:off x="3539611" y="945435"/>
            <a:ext cx="495934" cy="323850"/>
          </a:xfrm>
          <a:prstGeom prst="rect">
            <a:avLst/>
          </a:prstGeom>
        </p:spPr>
        <p:txBody>
          <a:bodyPr vert="horz" wrap="square" lIns="0" tIns="13335" rIns="0" bIns="0" rtlCol="0">
            <a:spAutoFit/>
          </a:bodyPr>
          <a:lstStyle/>
          <a:p>
            <a:pPr marL="12700">
              <a:lnSpc>
                <a:spcPct val="100000"/>
              </a:lnSpc>
              <a:spcBef>
                <a:spcPts val="105"/>
              </a:spcBef>
            </a:pPr>
            <a:r>
              <a:rPr sz="1850" dirty="0">
                <a:solidFill>
                  <a:srgbClr val="79675E"/>
                </a:solidFill>
                <a:latin typeface="Arial"/>
                <a:cs typeface="Arial"/>
              </a:rPr>
              <a:t>•</a:t>
            </a:r>
            <a:r>
              <a:rPr sz="1850" spc="330" dirty="0">
                <a:solidFill>
                  <a:srgbClr val="79675E"/>
                </a:solidFill>
                <a:latin typeface="Arial"/>
                <a:cs typeface="Arial"/>
              </a:rPr>
              <a:t> </a:t>
            </a:r>
            <a:r>
              <a:rPr sz="1950" dirty="0">
                <a:solidFill>
                  <a:srgbClr val="79675E"/>
                </a:solidFill>
                <a:latin typeface="Arial"/>
                <a:cs typeface="Arial"/>
              </a:rPr>
              <a:t>•</a:t>
            </a:r>
            <a:r>
              <a:rPr sz="1950" spc="310" dirty="0">
                <a:solidFill>
                  <a:srgbClr val="79675E"/>
                </a:solidFill>
                <a:latin typeface="Arial"/>
                <a:cs typeface="Arial"/>
              </a:rPr>
              <a:t> </a:t>
            </a:r>
            <a:r>
              <a:rPr sz="1850" spc="-60" dirty="0">
                <a:solidFill>
                  <a:srgbClr val="79675E"/>
                </a:solidFill>
                <a:latin typeface="Arial"/>
                <a:cs typeface="Arial"/>
              </a:rPr>
              <a:t>•</a:t>
            </a:r>
            <a:endParaRPr sz="1850">
              <a:latin typeface="Arial"/>
              <a:cs typeface="Arial"/>
            </a:endParaRPr>
          </a:p>
        </p:txBody>
      </p:sp>
      <p:sp>
        <p:nvSpPr>
          <p:cNvPr id="4" name="object 4"/>
          <p:cNvSpPr txBox="1"/>
          <p:nvPr/>
        </p:nvSpPr>
        <p:spPr>
          <a:xfrm>
            <a:off x="521921" y="1021245"/>
            <a:ext cx="337185" cy="1125855"/>
          </a:xfrm>
          <a:prstGeom prst="rect">
            <a:avLst/>
          </a:prstGeom>
        </p:spPr>
        <p:txBody>
          <a:bodyPr vert="horz" wrap="square" lIns="0" tIns="15240" rIns="0" bIns="0" rtlCol="0">
            <a:spAutoFit/>
          </a:bodyPr>
          <a:lstStyle/>
          <a:p>
            <a:pPr marL="12700">
              <a:lnSpc>
                <a:spcPct val="100000"/>
              </a:lnSpc>
              <a:spcBef>
                <a:spcPts val="120"/>
              </a:spcBef>
            </a:pPr>
            <a:r>
              <a:rPr sz="7200" spc="50" dirty="0">
                <a:solidFill>
                  <a:srgbClr val="DB7E44"/>
                </a:solidFill>
                <a:latin typeface="Arial"/>
                <a:cs typeface="Arial"/>
              </a:rPr>
              <a:t>-</a:t>
            </a:r>
            <a:endParaRPr sz="7200">
              <a:latin typeface="Arial"/>
              <a:cs typeface="Arial"/>
            </a:endParaRPr>
          </a:p>
        </p:txBody>
      </p:sp>
      <p:sp>
        <p:nvSpPr>
          <p:cNvPr id="5" name="object 5"/>
          <p:cNvSpPr txBox="1"/>
          <p:nvPr/>
        </p:nvSpPr>
        <p:spPr>
          <a:xfrm>
            <a:off x="719370" y="1888316"/>
            <a:ext cx="9427930" cy="4015458"/>
          </a:xfrm>
          <a:prstGeom prst="rect">
            <a:avLst/>
          </a:prstGeom>
        </p:spPr>
        <p:txBody>
          <a:bodyPr vert="horz" wrap="square" lIns="0" tIns="13970" rIns="0" bIns="0" rtlCol="0">
            <a:spAutoFit/>
          </a:bodyPr>
          <a:lstStyle/>
          <a:p>
            <a:pPr marL="352425" marR="20320" indent="-340360" algn="just">
              <a:lnSpc>
                <a:spcPts val="3620"/>
              </a:lnSpc>
              <a:spcBef>
                <a:spcPts val="110"/>
              </a:spcBef>
              <a:buClr>
                <a:srgbClr val="DB7E44"/>
              </a:buClr>
              <a:buSzPct val="98275"/>
              <a:buFont typeface="Arial"/>
              <a:buChar char="□"/>
              <a:tabLst>
                <a:tab pos="352425" algn="l"/>
              </a:tabLst>
            </a:pPr>
            <a:r>
              <a:rPr sz="2900" spc="55" dirty="0">
                <a:solidFill>
                  <a:srgbClr val="010101"/>
                </a:solidFill>
                <a:latin typeface="Times New Roman"/>
                <a:cs typeface="Times New Roman"/>
              </a:rPr>
              <a:t>The</a:t>
            </a:r>
            <a:r>
              <a:rPr sz="2900" spc="509" dirty="0">
                <a:solidFill>
                  <a:srgbClr val="010101"/>
                </a:solidFill>
                <a:latin typeface="Times New Roman"/>
                <a:cs typeface="Times New Roman"/>
              </a:rPr>
              <a:t> </a:t>
            </a:r>
            <a:r>
              <a:rPr sz="2900" dirty="0">
                <a:solidFill>
                  <a:srgbClr val="010101"/>
                </a:solidFill>
                <a:latin typeface="Times New Roman"/>
                <a:cs typeface="Times New Roman"/>
              </a:rPr>
              <a:t>parameter-list</a:t>
            </a:r>
            <a:r>
              <a:rPr sz="2900" spc="450" dirty="0">
                <a:solidFill>
                  <a:srgbClr val="010101"/>
                </a:solidFill>
                <a:latin typeface="Times New Roman"/>
                <a:cs typeface="Times New Roman"/>
              </a:rPr>
              <a:t> </a:t>
            </a:r>
            <a:r>
              <a:rPr sz="2900" spc="55" dirty="0">
                <a:solidFill>
                  <a:srgbClr val="010101"/>
                </a:solidFill>
                <a:latin typeface="Times New Roman"/>
                <a:cs typeface="Times New Roman"/>
              </a:rPr>
              <a:t>is</a:t>
            </a:r>
            <a:r>
              <a:rPr sz="2900" spc="440" dirty="0">
                <a:solidFill>
                  <a:srgbClr val="010101"/>
                </a:solidFill>
                <a:latin typeface="Times New Roman"/>
                <a:cs typeface="Times New Roman"/>
              </a:rPr>
              <a:t> </a:t>
            </a:r>
            <a:r>
              <a:rPr sz="2900" spc="75" dirty="0">
                <a:solidFill>
                  <a:srgbClr val="010101"/>
                </a:solidFill>
                <a:latin typeface="Times New Roman"/>
                <a:cs typeface="Times New Roman"/>
              </a:rPr>
              <a:t>a</a:t>
            </a:r>
            <a:r>
              <a:rPr sz="2900" spc="450" dirty="0">
                <a:solidFill>
                  <a:srgbClr val="010101"/>
                </a:solidFill>
                <a:latin typeface="Times New Roman"/>
                <a:cs typeface="Times New Roman"/>
              </a:rPr>
              <a:t> </a:t>
            </a:r>
            <a:r>
              <a:rPr sz="2900" dirty="0">
                <a:solidFill>
                  <a:srgbClr val="010101"/>
                </a:solidFill>
                <a:latin typeface="Times New Roman"/>
                <a:cs typeface="Times New Roman"/>
              </a:rPr>
              <a:t>sequence</a:t>
            </a:r>
            <a:r>
              <a:rPr sz="2900" spc="650" dirty="0">
                <a:solidFill>
                  <a:srgbClr val="010101"/>
                </a:solidFill>
                <a:latin typeface="Times New Roman"/>
                <a:cs typeface="Times New Roman"/>
              </a:rPr>
              <a:t> </a:t>
            </a:r>
            <a:r>
              <a:rPr sz="2900" dirty="0">
                <a:solidFill>
                  <a:srgbClr val="010101"/>
                </a:solidFill>
                <a:latin typeface="Times New Roman"/>
                <a:cs typeface="Times New Roman"/>
              </a:rPr>
              <a:t>of</a:t>
            </a:r>
            <a:r>
              <a:rPr sz="2900" spc="445" dirty="0">
                <a:solidFill>
                  <a:srgbClr val="010101"/>
                </a:solidFill>
                <a:latin typeface="Times New Roman"/>
                <a:cs typeface="Times New Roman"/>
              </a:rPr>
              <a:t> </a:t>
            </a:r>
            <a:r>
              <a:rPr sz="2900" dirty="0">
                <a:solidFill>
                  <a:srgbClr val="010101"/>
                </a:solidFill>
                <a:latin typeface="Times New Roman"/>
                <a:cs typeface="Times New Roman"/>
              </a:rPr>
              <a:t>type</a:t>
            </a:r>
            <a:r>
              <a:rPr sz="2900" spc="575" dirty="0">
                <a:solidFill>
                  <a:srgbClr val="010101"/>
                </a:solidFill>
                <a:latin typeface="Times New Roman"/>
                <a:cs typeface="Times New Roman"/>
              </a:rPr>
              <a:t> </a:t>
            </a:r>
            <a:r>
              <a:rPr sz="2900" dirty="0">
                <a:solidFill>
                  <a:srgbClr val="010101"/>
                </a:solidFill>
                <a:latin typeface="Times New Roman"/>
                <a:cs typeface="Times New Roman"/>
              </a:rPr>
              <a:t>and</a:t>
            </a:r>
            <a:r>
              <a:rPr sz="2900" spc="525" dirty="0">
                <a:solidFill>
                  <a:srgbClr val="010101"/>
                </a:solidFill>
                <a:latin typeface="Times New Roman"/>
                <a:cs typeface="Times New Roman"/>
              </a:rPr>
              <a:t> </a:t>
            </a:r>
            <a:r>
              <a:rPr sz="2900" spc="-10" dirty="0">
                <a:solidFill>
                  <a:srgbClr val="010101"/>
                </a:solidFill>
                <a:latin typeface="Times New Roman"/>
                <a:cs typeface="Times New Roman"/>
              </a:rPr>
              <a:t>identifier </a:t>
            </a:r>
            <a:r>
              <a:rPr sz="2900" dirty="0">
                <a:solidFill>
                  <a:srgbClr val="010101"/>
                </a:solidFill>
                <a:latin typeface="Times New Roman"/>
                <a:cs typeface="Times New Roman"/>
              </a:rPr>
              <a:t>pairs</a:t>
            </a:r>
            <a:r>
              <a:rPr sz="2900" spc="645" dirty="0">
                <a:solidFill>
                  <a:srgbClr val="010101"/>
                </a:solidFill>
                <a:latin typeface="Times New Roman"/>
                <a:cs typeface="Times New Roman"/>
              </a:rPr>
              <a:t> </a:t>
            </a:r>
            <a:r>
              <a:rPr sz="2900" dirty="0">
                <a:solidFill>
                  <a:srgbClr val="010101"/>
                </a:solidFill>
                <a:latin typeface="Times New Roman"/>
                <a:cs typeface="Times New Roman"/>
              </a:rPr>
              <a:t>separated</a:t>
            </a:r>
            <a:r>
              <a:rPr sz="2900" spc="675" dirty="0">
                <a:solidFill>
                  <a:srgbClr val="010101"/>
                </a:solidFill>
                <a:latin typeface="Times New Roman"/>
                <a:cs typeface="Times New Roman"/>
              </a:rPr>
              <a:t> </a:t>
            </a:r>
            <a:r>
              <a:rPr sz="2900" dirty="0">
                <a:solidFill>
                  <a:srgbClr val="010101"/>
                </a:solidFill>
                <a:latin typeface="Times New Roman"/>
                <a:cs typeface="Times New Roman"/>
              </a:rPr>
              <a:t>by</a:t>
            </a:r>
            <a:r>
              <a:rPr sz="2900" spc="530" dirty="0">
                <a:solidFill>
                  <a:srgbClr val="010101"/>
                </a:solidFill>
                <a:latin typeface="Times New Roman"/>
                <a:cs typeface="Times New Roman"/>
              </a:rPr>
              <a:t> </a:t>
            </a:r>
            <a:r>
              <a:rPr sz="2900" dirty="0">
                <a:solidFill>
                  <a:srgbClr val="010101"/>
                </a:solidFill>
                <a:latin typeface="Times New Roman"/>
                <a:cs typeface="Times New Roman"/>
              </a:rPr>
              <a:t>commas.</a:t>
            </a:r>
            <a:r>
              <a:rPr lang="en-US" sz="2900" dirty="0">
                <a:solidFill>
                  <a:srgbClr val="010101"/>
                </a:solidFill>
                <a:latin typeface="Times New Roman"/>
                <a:cs typeface="Times New Roman"/>
              </a:rPr>
              <a:t> </a:t>
            </a:r>
            <a:r>
              <a:rPr sz="2900" dirty="0">
                <a:solidFill>
                  <a:srgbClr val="010101"/>
                </a:solidFill>
                <a:latin typeface="Times New Roman"/>
                <a:cs typeface="Times New Roman"/>
              </a:rPr>
              <a:t>If</a:t>
            </a:r>
            <a:r>
              <a:rPr sz="2900" spc="455" dirty="0">
                <a:solidFill>
                  <a:srgbClr val="010101"/>
                </a:solidFill>
                <a:latin typeface="Times New Roman"/>
                <a:cs typeface="Times New Roman"/>
              </a:rPr>
              <a:t> </a:t>
            </a:r>
            <a:r>
              <a:rPr sz="2900" dirty="0">
                <a:solidFill>
                  <a:srgbClr val="010101"/>
                </a:solidFill>
                <a:latin typeface="Times New Roman"/>
                <a:cs typeface="Times New Roman"/>
              </a:rPr>
              <a:t>the</a:t>
            </a:r>
            <a:r>
              <a:rPr sz="2900" spc="505" dirty="0">
                <a:solidFill>
                  <a:srgbClr val="010101"/>
                </a:solidFill>
                <a:latin typeface="Times New Roman"/>
                <a:cs typeface="Times New Roman"/>
              </a:rPr>
              <a:t> </a:t>
            </a:r>
            <a:r>
              <a:rPr sz="2900" dirty="0">
                <a:solidFill>
                  <a:srgbClr val="010101"/>
                </a:solidFill>
                <a:latin typeface="Times New Roman"/>
                <a:cs typeface="Times New Roman"/>
              </a:rPr>
              <a:t>method</a:t>
            </a:r>
            <a:r>
              <a:rPr sz="2900" spc="625" dirty="0">
                <a:solidFill>
                  <a:srgbClr val="010101"/>
                </a:solidFill>
                <a:latin typeface="Times New Roman"/>
                <a:cs typeface="Times New Roman"/>
              </a:rPr>
              <a:t> </a:t>
            </a:r>
            <a:r>
              <a:rPr sz="2900" spc="60" dirty="0">
                <a:solidFill>
                  <a:srgbClr val="010101"/>
                </a:solidFill>
                <a:latin typeface="Times New Roman"/>
                <a:cs typeface="Times New Roman"/>
              </a:rPr>
              <a:t>has</a:t>
            </a:r>
            <a:r>
              <a:rPr sz="2900" spc="475" dirty="0">
                <a:solidFill>
                  <a:srgbClr val="010101"/>
                </a:solidFill>
                <a:latin typeface="Times New Roman"/>
                <a:cs typeface="Times New Roman"/>
              </a:rPr>
              <a:t> </a:t>
            </a:r>
            <a:r>
              <a:rPr sz="2900" spc="45" dirty="0">
                <a:solidFill>
                  <a:srgbClr val="010101"/>
                </a:solidFill>
                <a:latin typeface="Times New Roman"/>
                <a:cs typeface="Times New Roman"/>
              </a:rPr>
              <a:t>no</a:t>
            </a:r>
            <a:endParaRPr sz="2900" dirty="0">
              <a:latin typeface="Times New Roman"/>
              <a:cs typeface="Times New Roman"/>
            </a:endParaRPr>
          </a:p>
          <a:p>
            <a:pPr marL="352425" algn="just">
              <a:lnSpc>
                <a:spcPct val="100000"/>
              </a:lnSpc>
              <a:spcBef>
                <a:spcPts val="50"/>
              </a:spcBef>
            </a:pPr>
            <a:r>
              <a:rPr sz="2900" dirty="0">
                <a:solidFill>
                  <a:srgbClr val="010101"/>
                </a:solidFill>
                <a:latin typeface="Times New Roman"/>
                <a:cs typeface="Times New Roman"/>
              </a:rPr>
              <a:t>parameters,</a:t>
            </a:r>
            <a:r>
              <a:rPr sz="2900" spc="425" dirty="0">
                <a:solidFill>
                  <a:srgbClr val="010101"/>
                </a:solidFill>
                <a:latin typeface="Times New Roman"/>
                <a:cs typeface="Times New Roman"/>
              </a:rPr>
              <a:t> </a:t>
            </a:r>
            <a:r>
              <a:rPr sz="2900" dirty="0">
                <a:solidFill>
                  <a:srgbClr val="010101"/>
                </a:solidFill>
                <a:latin typeface="Times New Roman"/>
                <a:cs typeface="Times New Roman"/>
              </a:rPr>
              <a:t>then</a:t>
            </a:r>
            <a:r>
              <a:rPr sz="2900" spc="240" dirty="0">
                <a:solidFill>
                  <a:srgbClr val="010101"/>
                </a:solidFill>
                <a:latin typeface="Times New Roman"/>
                <a:cs typeface="Times New Roman"/>
              </a:rPr>
              <a:t> </a:t>
            </a:r>
            <a:r>
              <a:rPr sz="2900" spc="55" dirty="0">
                <a:solidFill>
                  <a:srgbClr val="010101"/>
                </a:solidFill>
                <a:latin typeface="Times New Roman"/>
                <a:cs typeface="Times New Roman"/>
              </a:rPr>
              <a:t>the</a:t>
            </a:r>
            <a:r>
              <a:rPr sz="2900" spc="165" dirty="0">
                <a:solidFill>
                  <a:srgbClr val="010101"/>
                </a:solidFill>
                <a:latin typeface="Times New Roman"/>
                <a:cs typeface="Times New Roman"/>
              </a:rPr>
              <a:t> </a:t>
            </a:r>
            <a:r>
              <a:rPr sz="2900" dirty="0">
                <a:solidFill>
                  <a:srgbClr val="010101"/>
                </a:solidFill>
                <a:latin typeface="Times New Roman"/>
                <a:cs typeface="Times New Roman"/>
              </a:rPr>
              <a:t>parameter</a:t>
            </a:r>
            <a:r>
              <a:rPr sz="2900" spc="390" dirty="0">
                <a:solidFill>
                  <a:srgbClr val="010101"/>
                </a:solidFill>
                <a:latin typeface="Times New Roman"/>
                <a:cs typeface="Times New Roman"/>
              </a:rPr>
              <a:t> </a:t>
            </a:r>
            <a:r>
              <a:rPr sz="2900" dirty="0">
                <a:solidFill>
                  <a:srgbClr val="010101"/>
                </a:solidFill>
                <a:latin typeface="Times New Roman"/>
                <a:cs typeface="Times New Roman"/>
              </a:rPr>
              <a:t>list</a:t>
            </a:r>
            <a:r>
              <a:rPr sz="2900" spc="225" dirty="0">
                <a:solidFill>
                  <a:srgbClr val="010101"/>
                </a:solidFill>
                <a:latin typeface="Times New Roman"/>
                <a:cs typeface="Times New Roman"/>
              </a:rPr>
              <a:t> </a:t>
            </a:r>
            <a:r>
              <a:rPr sz="2900" dirty="0">
                <a:solidFill>
                  <a:srgbClr val="010101"/>
                </a:solidFill>
                <a:latin typeface="Times New Roman"/>
                <a:cs typeface="Times New Roman"/>
              </a:rPr>
              <a:t>will</a:t>
            </a:r>
            <a:r>
              <a:rPr sz="2900" spc="220" dirty="0">
                <a:solidFill>
                  <a:srgbClr val="010101"/>
                </a:solidFill>
                <a:latin typeface="Times New Roman"/>
                <a:cs typeface="Times New Roman"/>
              </a:rPr>
              <a:t> </a:t>
            </a:r>
            <a:r>
              <a:rPr sz="2900" spc="50" dirty="0">
                <a:solidFill>
                  <a:srgbClr val="010101"/>
                </a:solidFill>
                <a:latin typeface="Times New Roman"/>
                <a:cs typeface="Times New Roman"/>
              </a:rPr>
              <a:t>be</a:t>
            </a:r>
            <a:r>
              <a:rPr sz="2900" spc="175" dirty="0">
                <a:solidFill>
                  <a:srgbClr val="010101"/>
                </a:solidFill>
                <a:latin typeface="Times New Roman"/>
                <a:cs typeface="Times New Roman"/>
              </a:rPr>
              <a:t> </a:t>
            </a:r>
            <a:r>
              <a:rPr sz="2900" spc="-10" dirty="0">
                <a:solidFill>
                  <a:srgbClr val="010101"/>
                </a:solidFill>
                <a:latin typeface="Times New Roman"/>
                <a:cs typeface="Times New Roman"/>
              </a:rPr>
              <a:t>empty.</a:t>
            </a:r>
            <a:endParaRPr sz="2900" dirty="0">
              <a:latin typeface="Times New Roman"/>
              <a:cs typeface="Times New Roman"/>
            </a:endParaRPr>
          </a:p>
          <a:p>
            <a:pPr marL="354330" marR="10160" indent="-342265" algn="just">
              <a:lnSpc>
                <a:spcPct val="104800"/>
              </a:lnSpc>
              <a:spcBef>
                <a:spcPts val="705"/>
              </a:spcBef>
              <a:buClr>
                <a:srgbClr val="DB7E44"/>
              </a:buClr>
              <a:buSzPct val="98275"/>
              <a:buFont typeface="Arial"/>
              <a:buChar char="□"/>
              <a:tabLst>
                <a:tab pos="354330" algn="l"/>
              </a:tabLst>
            </a:pPr>
            <a:r>
              <a:rPr sz="2900" dirty="0">
                <a:solidFill>
                  <a:srgbClr val="010101"/>
                </a:solidFill>
                <a:latin typeface="Times New Roman"/>
                <a:cs typeface="Times New Roman"/>
              </a:rPr>
              <a:t>Methods</a:t>
            </a:r>
            <a:r>
              <a:rPr sz="2900" spc="535" dirty="0">
                <a:solidFill>
                  <a:srgbClr val="010101"/>
                </a:solidFill>
                <a:latin typeface="Times New Roman"/>
                <a:cs typeface="Times New Roman"/>
              </a:rPr>
              <a:t> </a:t>
            </a:r>
            <a:r>
              <a:rPr sz="2900" dirty="0">
                <a:solidFill>
                  <a:srgbClr val="010101"/>
                </a:solidFill>
                <a:latin typeface="Times New Roman"/>
                <a:cs typeface="Times New Roman"/>
              </a:rPr>
              <a:t>that</a:t>
            </a:r>
            <a:r>
              <a:rPr sz="2900" spc="484" dirty="0">
                <a:solidFill>
                  <a:srgbClr val="010101"/>
                </a:solidFill>
                <a:latin typeface="Times New Roman"/>
                <a:cs typeface="Times New Roman"/>
              </a:rPr>
              <a:t> </a:t>
            </a:r>
            <a:r>
              <a:rPr sz="2900" dirty="0">
                <a:solidFill>
                  <a:srgbClr val="010101"/>
                </a:solidFill>
                <a:latin typeface="Times New Roman"/>
                <a:cs typeface="Times New Roman"/>
              </a:rPr>
              <a:t>have</a:t>
            </a:r>
            <a:r>
              <a:rPr sz="2900" spc="459" dirty="0">
                <a:solidFill>
                  <a:srgbClr val="010101"/>
                </a:solidFill>
                <a:latin typeface="Times New Roman"/>
                <a:cs typeface="Times New Roman"/>
              </a:rPr>
              <a:t> </a:t>
            </a:r>
            <a:r>
              <a:rPr sz="2900" spc="75" dirty="0">
                <a:solidFill>
                  <a:srgbClr val="010101"/>
                </a:solidFill>
                <a:latin typeface="Times New Roman"/>
                <a:cs typeface="Times New Roman"/>
              </a:rPr>
              <a:t>a</a:t>
            </a:r>
            <a:r>
              <a:rPr sz="2900" spc="330" dirty="0">
                <a:solidFill>
                  <a:srgbClr val="010101"/>
                </a:solidFill>
                <a:latin typeface="Times New Roman"/>
                <a:cs typeface="Times New Roman"/>
              </a:rPr>
              <a:t> </a:t>
            </a:r>
            <a:r>
              <a:rPr sz="2900" dirty="0">
                <a:solidFill>
                  <a:srgbClr val="010101"/>
                </a:solidFill>
                <a:latin typeface="Times New Roman"/>
                <a:cs typeface="Times New Roman"/>
              </a:rPr>
              <a:t>return</a:t>
            </a:r>
            <a:r>
              <a:rPr sz="2900" spc="525" dirty="0">
                <a:solidFill>
                  <a:srgbClr val="010101"/>
                </a:solidFill>
                <a:latin typeface="Times New Roman"/>
                <a:cs typeface="Times New Roman"/>
              </a:rPr>
              <a:t> </a:t>
            </a:r>
            <a:r>
              <a:rPr sz="2900" dirty="0">
                <a:solidFill>
                  <a:srgbClr val="010101"/>
                </a:solidFill>
                <a:latin typeface="Times New Roman"/>
                <a:cs typeface="Times New Roman"/>
              </a:rPr>
              <a:t>type</a:t>
            </a:r>
            <a:r>
              <a:rPr sz="2900" spc="434" dirty="0">
                <a:solidFill>
                  <a:srgbClr val="010101"/>
                </a:solidFill>
                <a:latin typeface="Times New Roman"/>
                <a:cs typeface="Times New Roman"/>
              </a:rPr>
              <a:t> </a:t>
            </a:r>
            <a:r>
              <a:rPr sz="2900" dirty="0">
                <a:solidFill>
                  <a:srgbClr val="010101"/>
                </a:solidFill>
                <a:latin typeface="Times New Roman"/>
                <a:cs typeface="Times New Roman"/>
              </a:rPr>
              <a:t>other</a:t>
            </a:r>
            <a:r>
              <a:rPr sz="2900" spc="420" dirty="0">
                <a:solidFill>
                  <a:srgbClr val="010101"/>
                </a:solidFill>
                <a:latin typeface="Times New Roman"/>
                <a:cs typeface="Times New Roman"/>
              </a:rPr>
              <a:t> </a:t>
            </a:r>
            <a:r>
              <a:rPr sz="2900" dirty="0">
                <a:solidFill>
                  <a:srgbClr val="010101"/>
                </a:solidFill>
                <a:latin typeface="Times New Roman"/>
                <a:cs typeface="Times New Roman"/>
              </a:rPr>
              <a:t>than</a:t>
            </a:r>
            <a:r>
              <a:rPr sz="2900" spc="405" dirty="0">
                <a:solidFill>
                  <a:srgbClr val="010101"/>
                </a:solidFill>
                <a:latin typeface="Times New Roman"/>
                <a:cs typeface="Times New Roman"/>
              </a:rPr>
              <a:t> </a:t>
            </a:r>
            <a:r>
              <a:rPr sz="2900" spc="50" dirty="0">
                <a:solidFill>
                  <a:srgbClr val="010101"/>
                </a:solidFill>
                <a:latin typeface="Times New Roman"/>
                <a:cs typeface="Times New Roman"/>
              </a:rPr>
              <a:t>void</a:t>
            </a:r>
            <a:r>
              <a:rPr sz="2900" spc="405" dirty="0">
                <a:solidFill>
                  <a:srgbClr val="010101"/>
                </a:solidFill>
                <a:latin typeface="Times New Roman"/>
                <a:cs typeface="Times New Roman"/>
              </a:rPr>
              <a:t> </a:t>
            </a:r>
            <a:r>
              <a:rPr sz="2900" spc="-10" dirty="0">
                <a:solidFill>
                  <a:srgbClr val="010101"/>
                </a:solidFill>
                <a:latin typeface="Times New Roman"/>
                <a:cs typeface="Times New Roman"/>
              </a:rPr>
              <a:t>return </a:t>
            </a:r>
            <a:r>
              <a:rPr sz="2900" spc="75" dirty="0">
                <a:solidFill>
                  <a:srgbClr val="010101"/>
                </a:solidFill>
                <a:latin typeface="Times New Roman"/>
                <a:cs typeface="Times New Roman"/>
              </a:rPr>
              <a:t>a</a:t>
            </a:r>
            <a:r>
              <a:rPr sz="2900" spc="330" dirty="0">
                <a:solidFill>
                  <a:srgbClr val="010101"/>
                </a:solidFill>
                <a:latin typeface="Times New Roman"/>
                <a:cs typeface="Times New Roman"/>
              </a:rPr>
              <a:t> </a:t>
            </a:r>
            <a:r>
              <a:rPr sz="2900" dirty="0">
                <a:solidFill>
                  <a:srgbClr val="010101"/>
                </a:solidFill>
                <a:latin typeface="Times New Roman"/>
                <a:cs typeface="Times New Roman"/>
              </a:rPr>
              <a:t>value</a:t>
            </a:r>
            <a:r>
              <a:rPr sz="2900" spc="434" dirty="0">
                <a:solidFill>
                  <a:srgbClr val="010101"/>
                </a:solidFill>
                <a:latin typeface="Times New Roman"/>
                <a:cs typeface="Times New Roman"/>
              </a:rPr>
              <a:t> </a:t>
            </a:r>
            <a:r>
              <a:rPr sz="2900" dirty="0">
                <a:solidFill>
                  <a:srgbClr val="010101"/>
                </a:solidFill>
                <a:latin typeface="Times New Roman"/>
                <a:cs typeface="Times New Roman"/>
              </a:rPr>
              <a:t>to</a:t>
            </a:r>
            <a:r>
              <a:rPr sz="2900" spc="300" dirty="0">
                <a:solidFill>
                  <a:srgbClr val="010101"/>
                </a:solidFill>
                <a:latin typeface="Times New Roman"/>
                <a:cs typeface="Times New Roman"/>
              </a:rPr>
              <a:t> </a:t>
            </a:r>
            <a:r>
              <a:rPr sz="2900" spc="55" dirty="0">
                <a:solidFill>
                  <a:srgbClr val="010101"/>
                </a:solidFill>
                <a:latin typeface="Times New Roman"/>
                <a:cs typeface="Times New Roman"/>
              </a:rPr>
              <a:t>the</a:t>
            </a:r>
            <a:r>
              <a:rPr sz="2900" spc="315" dirty="0">
                <a:solidFill>
                  <a:srgbClr val="010101"/>
                </a:solidFill>
                <a:latin typeface="Times New Roman"/>
                <a:cs typeface="Times New Roman"/>
              </a:rPr>
              <a:t> </a:t>
            </a:r>
            <a:r>
              <a:rPr sz="2900" dirty="0">
                <a:solidFill>
                  <a:srgbClr val="010101"/>
                </a:solidFill>
                <a:latin typeface="Times New Roman"/>
                <a:cs typeface="Times New Roman"/>
              </a:rPr>
              <a:t>calling</a:t>
            </a:r>
            <a:r>
              <a:rPr sz="2900" spc="370" dirty="0">
                <a:solidFill>
                  <a:srgbClr val="010101"/>
                </a:solidFill>
                <a:latin typeface="Times New Roman"/>
                <a:cs typeface="Times New Roman"/>
              </a:rPr>
              <a:t> </a:t>
            </a:r>
            <a:r>
              <a:rPr sz="2900" dirty="0">
                <a:solidFill>
                  <a:srgbClr val="010101"/>
                </a:solidFill>
                <a:latin typeface="Times New Roman"/>
                <a:cs typeface="Times New Roman"/>
              </a:rPr>
              <a:t>routine</a:t>
            </a:r>
            <a:r>
              <a:rPr sz="2900" spc="450" dirty="0">
                <a:solidFill>
                  <a:srgbClr val="010101"/>
                </a:solidFill>
                <a:latin typeface="Times New Roman"/>
                <a:cs typeface="Times New Roman"/>
              </a:rPr>
              <a:t> </a:t>
            </a:r>
            <a:r>
              <a:rPr sz="2900" spc="50" dirty="0">
                <a:solidFill>
                  <a:srgbClr val="010101"/>
                </a:solidFill>
                <a:latin typeface="Times New Roman"/>
                <a:cs typeface="Times New Roman"/>
              </a:rPr>
              <a:t>using</a:t>
            </a:r>
            <a:r>
              <a:rPr sz="2900" spc="350" dirty="0">
                <a:solidFill>
                  <a:srgbClr val="010101"/>
                </a:solidFill>
                <a:latin typeface="Times New Roman"/>
                <a:cs typeface="Times New Roman"/>
              </a:rPr>
              <a:t> </a:t>
            </a:r>
            <a:r>
              <a:rPr sz="2900" spc="55" dirty="0">
                <a:solidFill>
                  <a:srgbClr val="010101"/>
                </a:solidFill>
                <a:latin typeface="Times New Roman"/>
                <a:cs typeface="Times New Roman"/>
              </a:rPr>
              <a:t>the</a:t>
            </a:r>
            <a:r>
              <a:rPr sz="2900" spc="280" dirty="0">
                <a:solidFill>
                  <a:srgbClr val="010101"/>
                </a:solidFill>
                <a:latin typeface="Times New Roman"/>
                <a:cs typeface="Times New Roman"/>
              </a:rPr>
              <a:t> </a:t>
            </a:r>
            <a:r>
              <a:rPr sz="2900" spc="50" dirty="0">
                <a:solidFill>
                  <a:srgbClr val="010101"/>
                </a:solidFill>
                <a:latin typeface="Times New Roman"/>
                <a:cs typeface="Times New Roman"/>
              </a:rPr>
              <a:t>following</a:t>
            </a:r>
            <a:r>
              <a:rPr sz="2900" spc="405" dirty="0">
                <a:solidFill>
                  <a:srgbClr val="010101"/>
                </a:solidFill>
                <a:latin typeface="Times New Roman"/>
                <a:cs typeface="Times New Roman"/>
              </a:rPr>
              <a:t> </a:t>
            </a:r>
            <a:r>
              <a:rPr sz="2900" spc="30" dirty="0">
                <a:solidFill>
                  <a:srgbClr val="010101"/>
                </a:solidFill>
                <a:latin typeface="Times New Roman"/>
                <a:cs typeface="Times New Roman"/>
              </a:rPr>
              <a:t>form </a:t>
            </a:r>
            <a:r>
              <a:rPr sz="2900" spc="60" dirty="0">
                <a:solidFill>
                  <a:srgbClr val="010101"/>
                </a:solidFill>
                <a:latin typeface="Times New Roman"/>
                <a:cs typeface="Times New Roman"/>
              </a:rPr>
              <a:t>of </a:t>
            </a:r>
            <a:r>
              <a:rPr sz="2900" spc="55" dirty="0">
                <a:solidFill>
                  <a:srgbClr val="010101"/>
                </a:solidFill>
                <a:latin typeface="Times New Roman"/>
                <a:cs typeface="Times New Roman"/>
              </a:rPr>
              <a:t>the</a:t>
            </a:r>
            <a:r>
              <a:rPr sz="2900" spc="130" dirty="0">
                <a:solidFill>
                  <a:srgbClr val="010101"/>
                </a:solidFill>
                <a:latin typeface="Times New Roman"/>
                <a:cs typeface="Times New Roman"/>
              </a:rPr>
              <a:t> </a:t>
            </a:r>
            <a:r>
              <a:rPr sz="2900" dirty="0">
                <a:solidFill>
                  <a:srgbClr val="010101"/>
                </a:solidFill>
                <a:latin typeface="Times New Roman"/>
                <a:cs typeface="Times New Roman"/>
              </a:rPr>
              <a:t>return</a:t>
            </a:r>
            <a:r>
              <a:rPr sz="2900" spc="175" dirty="0">
                <a:solidFill>
                  <a:srgbClr val="010101"/>
                </a:solidFill>
                <a:latin typeface="Times New Roman"/>
                <a:cs typeface="Times New Roman"/>
              </a:rPr>
              <a:t> </a:t>
            </a:r>
            <a:r>
              <a:rPr sz="2900" spc="-10" dirty="0">
                <a:solidFill>
                  <a:srgbClr val="010101"/>
                </a:solidFill>
                <a:latin typeface="Times New Roman"/>
                <a:cs typeface="Times New Roman"/>
              </a:rPr>
              <a:t>statement:</a:t>
            </a:r>
            <a:endParaRPr sz="2900" dirty="0">
              <a:latin typeface="Times New Roman"/>
              <a:cs typeface="Times New Roman"/>
            </a:endParaRPr>
          </a:p>
          <a:p>
            <a:pPr marL="977900" algn="just">
              <a:lnSpc>
                <a:spcPct val="100000"/>
              </a:lnSpc>
              <a:spcBef>
                <a:spcPts val="900"/>
              </a:spcBef>
            </a:pPr>
            <a:r>
              <a:rPr sz="2900" dirty="0">
                <a:solidFill>
                  <a:srgbClr val="F00708"/>
                </a:solidFill>
                <a:latin typeface="Times New Roman"/>
                <a:cs typeface="Times New Roman"/>
              </a:rPr>
              <a:t>return</a:t>
            </a:r>
            <a:r>
              <a:rPr sz="2900" spc="295" dirty="0">
                <a:solidFill>
                  <a:srgbClr val="F00708"/>
                </a:solidFill>
                <a:latin typeface="Times New Roman"/>
                <a:cs typeface="Times New Roman"/>
              </a:rPr>
              <a:t> </a:t>
            </a:r>
            <a:r>
              <a:rPr sz="2900" spc="-10" dirty="0">
                <a:solidFill>
                  <a:srgbClr val="F00708"/>
                </a:solidFill>
                <a:latin typeface="Times New Roman"/>
                <a:cs typeface="Times New Roman"/>
              </a:rPr>
              <a:t>value;</a:t>
            </a:r>
            <a:endParaRPr sz="2900" dirty="0">
              <a:latin typeface="Times New Roman"/>
              <a:cs typeface="Times New Roman"/>
            </a:endParaRPr>
          </a:p>
          <a:p>
            <a:pPr marL="353695" indent="-340995" algn="just">
              <a:lnSpc>
                <a:spcPct val="100000"/>
              </a:lnSpc>
              <a:spcBef>
                <a:spcPts val="894"/>
              </a:spcBef>
              <a:buClr>
                <a:srgbClr val="DB7E44"/>
              </a:buClr>
              <a:buSzPct val="98275"/>
              <a:buFont typeface="Arial"/>
              <a:buChar char="□"/>
              <a:tabLst>
                <a:tab pos="353695" algn="l"/>
              </a:tabLst>
            </a:pPr>
            <a:r>
              <a:rPr sz="2900" dirty="0">
                <a:solidFill>
                  <a:srgbClr val="010101"/>
                </a:solidFill>
                <a:latin typeface="Times New Roman"/>
                <a:cs typeface="Times New Roman"/>
              </a:rPr>
              <a:t>Here,</a:t>
            </a:r>
            <a:r>
              <a:rPr sz="2900" spc="325" dirty="0">
                <a:solidFill>
                  <a:srgbClr val="010101"/>
                </a:solidFill>
                <a:latin typeface="Times New Roman"/>
                <a:cs typeface="Times New Roman"/>
              </a:rPr>
              <a:t> </a:t>
            </a:r>
            <a:r>
              <a:rPr sz="2900" dirty="0">
                <a:solidFill>
                  <a:srgbClr val="010101"/>
                </a:solidFill>
                <a:latin typeface="Times New Roman"/>
                <a:cs typeface="Times New Roman"/>
              </a:rPr>
              <a:t>value</a:t>
            </a:r>
            <a:r>
              <a:rPr sz="2900" spc="300" dirty="0">
                <a:solidFill>
                  <a:srgbClr val="010101"/>
                </a:solidFill>
                <a:latin typeface="Times New Roman"/>
                <a:cs typeface="Times New Roman"/>
              </a:rPr>
              <a:t> </a:t>
            </a:r>
            <a:r>
              <a:rPr sz="2900" dirty="0">
                <a:solidFill>
                  <a:srgbClr val="010101"/>
                </a:solidFill>
                <a:latin typeface="Times New Roman"/>
                <a:cs typeface="Times New Roman"/>
              </a:rPr>
              <a:t>is</a:t>
            </a:r>
            <a:r>
              <a:rPr sz="2900" spc="160" dirty="0">
                <a:solidFill>
                  <a:srgbClr val="010101"/>
                </a:solidFill>
                <a:latin typeface="Times New Roman"/>
                <a:cs typeface="Times New Roman"/>
              </a:rPr>
              <a:t> </a:t>
            </a:r>
            <a:r>
              <a:rPr sz="2900" dirty="0">
                <a:solidFill>
                  <a:srgbClr val="010101"/>
                </a:solidFill>
                <a:latin typeface="Times New Roman"/>
                <a:cs typeface="Times New Roman"/>
              </a:rPr>
              <a:t>the</a:t>
            </a:r>
            <a:r>
              <a:rPr sz="2900" spc="195" dirty="0">
                <a:solidFill>
                  <a:srgbClr val="010101"/>
                </a:solidFill>
                <a:latin typeface="Times New Roman"/>
                <a:cs typeface="Times New Roman"/>
              </a:rPr>
              <a:t> </a:t>
            </a:r>
            <a:r>
              <a:rPr sz="2900" dirty="0">
                <a:solidFill>
                  <a:srgbClr val="010101"/>
                </a:solidFill>
                <a:latin typeface="Times New Roman"/>
                <a:cs typeface="Times New Roman"/>
              </a:rPr>
              <a:t>value</a:t>
            </a:r>
            <a:r>
              <a:rPr sz="2900" spc="245" dirty="0">
                <a:solidFill>
                  <a:srgbClr val="010101"/>
                </a:solidFill>
                <a:latin typeface="Times New Roman"/>
                <a:cs typeface="Times New Roman"/>
              </a:rPr>
              <a:t> </a:t>
            </a:r>
            <a:r>
              <a:rPr sz="2900" spc="-10" dirty="0">
                <a:solidFill>
                  <a:srgbClr val="010101"/>
                </a:solidFill>
                <a:latin typeface="Times New Roman"/>
                <a:cs typeface="Times New Roman"/>
              </a:rPr>
              <a:t>returned.</a:t>
            </a:r>
            <a:endParaRPr sz="2900" dirty="0">
              <a:latin typeface="Times New Roman"/>
              <a:cs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63032" y="1506772"/>
            <a:ext cx="9557731" cy="245998"/>
          </a:xfrm>
          <a:prstGeom prst="rect">
            <a:avLst/>
          </a:prstGeom>
        </p:spPr>
      </p:pic>
      <p:sp>
        <p:nvSpPr>
          <p:cNvPr id="3" name="object 3"/>
          <p:cNvSpPr txBox="1">
            <a:spLocks noGrp="1"/>
          </p:cNvSpPr>
          <p:nvPr>
            <p:ph type="title"/>
          </p:nvPr>
        </p:nvSpPr>
        <p:spPr>
          <a:xfrm>
            <a:off x="828501" y="687079"/>
            <a:ext cx="9041130" cy="468630"/>
          </a:xfrm>
          <a:prstGeom prst="rect">
            <a:avLst/>
          </a:prstGeom>
        </p:spPr>
        <p:txBody>
          <a:bodyPr vert="horz" wrap="square" lIns="0" tIns="13335" rIns="0" bIns="0" rtlCol="0">
            <a:spAutoFit/>
          </a:bodyPr>
          <a:lstStyle/>
          <a:p>
            <a:pPr marL="12700">
              <a:lnSpc>
                <a:spcPct val="100000"/>
              </a:lnSpc>
              <a:spcBef>
                <a:spcPts val="105"/>
              </a:spcBef>
              <a:tabLst>
                <a:tab pos="5535930" algn="l"/>
              </a:tabLst>
            </a:pPr>
            <a:r>
              <a:rPr sz="2900" b="1" dirty="0">
                <a:solidFill>
                  <a:srgbClr val="77645B"/>
                </a:solidFill>
                <a:latin typeface="Times New Roman"/>
                <a:cs typeface="Times New Roman"/>
              </a:rPr>
              <a:t>Program</a:t>
            </a:r>
            <a:r>
              <a:rPr sz="2900" b="1" spc="310" dirty="0">
                <a:solidFill>
                  <a:srgbClr val="77645B"/>
                </a:solidFill>
                <a:latin typeface="Times New Roman"/>
                <a:cs typeface="Times New Roman"/>
              </a:rPr>
              <a:t> </a:t>
            </a:r>
            <a:r>
              <a:rPr sz="2900" b="1" spc="60" dirty="0">
                <a:solidFill>
                  <a:srgbClr val="77645B"/>
                </a:solidFill>
                <a:latin typeface="Times New Roman"/>
                <a:cs typeface="Times New Roman"/>
              </a:rPr>
              <a:t>to</a:t>
            </a:r>
            <a:r>
              <a:rPr sz="2900" b="1" spc="95" dirty="0">
                <a:solidFill>
                  <a:srgbClr val="77645B"/>
                </a:solidFill>
                <a:latin typeface="Times New Roman"/>
                <a:cs typeface="Times New Roman"/>
              </a:rPr>
              <a:t> </a:t>
            </a:r>
            <a:r>
              <a:rPr sz="2900" b="1" dirty="0">
                <a:solidFill>
                  <a:srgbClr val="77645B"/>
                </a:solidFill>
                <a:latin typeface="Times New Roman"/>
                <a:cs typeface="Times New Roman"/>
              </a:rPr>
              <a:t>find</a:t>
            </a:r>
            <a:r>
              <a:rPr sz="2900" b="1" spc="55" dirty="0">
                <a:solidFill>
                  <a:srgbClr val="77645B"/>
                </a:solidFill>
                <a:latin typeface="Times New Roman"/>
                <a:cs typeface="Times New Roman"/>
              </a:rPr>
              <a:t> </a:t>
            </a:r>
            <a:r>
              <a:rPr sz="2900" b="1" dirty="0">
                <a:solidFill>
                  <a:srgbClr val="77645B"/>
                </a:solidFill>
                <a:latin typeface="Times New Roman"/>
                <a:cs typeface="Times New Roman"/>
              </a:rPr>
              <a:t>Volume</a:t>
            </a:r>
            <a:r>
              <a:rPr sz="2900" b="1" spc="250" dirty="0">
                <a:solidFill>
                  <a:srgbClr val="77645B"/>
                </a:solidFill>
                <a:latin typeface="Times New Roman"/>
                <a:cs typeface="Times New Roman"/>
              </a:rPr>
              <a:t> </a:t>
            </a:r>
            <a:r>
              <a:rPr sz="2900" b="1" spc="70" dirty="0">
                <a:solidFill>
                  <a:srgbClr val="77645B"/>
                </a:solidFill>
                <a:latin typeface="Times New Roman"/>
                <a:cs typeface="Times New Roman"/>
              </a:rPr>
              <a:t>of</a:t>
            </a:r>
            <a:r>
              <a:rPr sz="2900" b="1" spc="80" dirty="0">
                <a:solidFill>
                  <a:srgbClr val="77645B"/>
                </a:solidFill>
                <a:latin typeface="Times New Roman"/>
                <a:cs typeface="Times New Roman"/>
              </a:rPr>
              <a:t> </a:t>
            </a:r>
            <a:r>
              <a:rPr sz="2900" b="1" spc="60" dirty="0">
                <a:solidFill>
                  <a:srgbClr val="77645B"/>
                </a:solidFill>
                <a:latin typeface="Times New Roman"/>
                <a:cs typeface="Times New Roman"/>
              </a:rPr>
              <a:t>Box</a:t>
            </a:r>
            <a:r>
              <a:rPr sz="2900" b="1" spc="15" dirty="0">
                <a:solidFill>
                  <a:srgbClr val="77645B"/>
                </a:solidFill>
                <a:latin typeface="Times New Roman"/>
                <a:cs typeface="Times New Roman"/>
              </a:rPr>
              <a:t> </a:t>
            </a:r>
            <a:r>
              <a:rPr sz="2900" b="1" spc="-50" dirty="0">
                <a:solidFill>
                  <a:srgbClr val="77645B"/>
                </a:solidFill>
                <a:latin typeface="Times New Roman"/>
                <a:cs typeface="Times New Roman"/>
              </a:rPr>
              <a:t>-</a:t>
            </a:r>
            <a:r>
              <a:rPr sz="2900" b="1" dirty="0">
                <a:solidFill>
                  <a:srgbClr val="77645B"/>
                </a:solidFill>
                <a:latin typeface="Times New Roman"/>
                <a:cs typeface="Times New Roman"/>
              </a:rPr>
              <a:t>	Without</a:t>
            </a:r>
            <a:r>
              <a:rPr sz="2900" b="1" spc="445" dirty="0">
                <a:solidFill>
                  <a:srgbClr val="77645B"/>
                </a:solidFill>
                <a:latin typeface="Times New Roman"/>
                <a:cs typeface="Times New Roman"/>
              </a:rPr>
              <a:t> </a:t>
            </a:r>
            <a:r>
              <a:rPr sz="2900" b="1" dirty="0">
                <a:solidFill>
                  <a:srgbClr val="77645B"/>
                </a:solidFill>
                <a:latin typeface="Times New Roman"/>
                <a:cs typeface="Times New Roman"/>
              </a:rPr>
              <a:t>return</a:t>
            </a:r>
            <a:r>
              <a:rPr sz="2900" b="1" spc="285" dirty="0">
                <a:solidFill>
                  <a:srgbClr val="77645B"/>
                </a:solidFill>
                <a:latin typeface="Times New Roman"/>
                <a:cs typeface="Times New Roman"/>
              </a:rPr>
              <a:t> </a:t>
            </a:r>
            <a:r>
              <a:rPr sz="2900" b="1" spc="-10" dirty="0">
                <a:solidFill>
                  <a:srgbClr val="77645B"/>
                </a:solidFill>
                <a:latin typeface="Times New Roman"/>
                <a:cs typeface="Times New Roman"/>
              </a:rPr>
              <a:t>value</a:t>
            </a:r>
            <a:endParaRPr sz="2900">
              <a:latin typeface="Times New Roman"/>
              <a:cs typeface="Times New Roman"/>
            </a:endParaRPr>
          </a:p>
        </p:txBody>
      </p:sp>
      <p:sp>
        <p:nvSpPr>
          <p:cNvPr id="5" name="object 5"/>
          <p:cNvSpPr txBox="1"/>
          <p:nvPr/>
        </p:nvSpPr>
        <p:spPr>
          <a:xfrm>
            <a:off x="992133" y="6484468"/>
            <a:ext cx="106045" cy="281940"/>
          </a:xfrm>
          <a:prstGeom prst="rect">
            <a:avLst/>
          </a:prstGeom>
        </p:spPr>
        <p:txBody>
          <a:bodyPr vert="horz" wrap="square" lIns="0" tIns="0" rIns="0" bIns="0" rtlCol="0">
            <a:spAutoFit/>
          </a:bodyPr>
          <a:lstStyle/>
          <a:p>
            <a:pPr marL="12700">
              <a:lnSpc>
                <a:spcPts val="2095"/>
              </a:lnSpc>
            </a:pPr>
            <a:r>
              <a:rPr sz="1800" spc="30" dirty="0">
                <a:solidFill>
                  <a:srgbClr val="161616"/>
                </a:solidFill>
                <a:latin typeface="Arial"/>
                <a:cs typeface="Arial"/>
              </a:rPr>
              <a:t>}</a:t>
            </a:r>
            <a:endParaRPr sz="1800">
              <a:latin typeface="Arial"/>
              <a:cs typeface="Arial"/>
            </a:endParaRPr>
          </a:p>
        </p:txBody>
      </p:sp>
      <p:sp>
        <p:nvSpPr>
          <p:cNvPr id="7" name="object 7"/>
          <p:cNvSpPr txBox="1"/>
          <p:nvPr/>
        </p:nvSpPr>
        <p:spPr>
          <a:xfrm>
            <a:off x="739858" y="6819920"/>
            <a:ext cx="106045" cy="281940"/>
          </a:xfrm>
          <a:prstGeom prst="rect">
            <a:avLst/>
          </a:prstGeom>
        </p:spPr>
        <p:txBody>
          <a:bodyPr vert="horz" wrap="square" lIns="0" tIns="0" rIns="0" bIns="0" rtlCol="0">
            <a:spAutoFit/>
          </a:bodyPr>
          <a:lstStyle/>
          <a:p>
            <a:pPr marL="12700">
              <a:lnSpc>
                <a:spcPts val="2095"/>
              </a:lnSpc>
            </a:pPr>
            <a:r>
              <a:rPr sz="1800" spc="30" dirty="0">
                <a:solidFill>
                  <a:srgbClr val="070707"/>
                </a:solidFill>
                <a:latin typeface="Arial"/>
                <a:cs typeface="Arial"/>
              </a:rPr>
              <a:t>}</a:t>
            </a:r>
            <a:endParaRPr sz="1800">
              <a:latin typeface="Arial"/>
              <a:cs typeface="Arial"/>
            </a:endParaRPr>
          </a:p>
        </p:txBody>
      </p:sp>
      <p:sp>
        <p:nvSpPr>
          <p:cNvPr id="4" name="object 4"/>
          <p:cNvSpPr txBox="1"/>
          <p:nvPr/>
        </p:nvSpPr>
        <p:spPr>
          <a:xfrm>
            <a:off x="804391" y="1778252"/>
            <a:ext cx="8007984" cy="4554220"/>
          </a:xfrm>
          <a:prstGeom prst="rect">
            <a:avLst/>
          </a:prstGeom>
        </p:spPr>
        <p:txBody>
          <a:bodyPr vert="horz" wrap="square" lIns="0" tIns="68580" rIns="0" bIns="0" rtlCol="0">
            <a:spAutoFit/>
          </a:bodyPr>
          <a:lstStyle/>
          <a:p>
            <a:pPr marL="12700">
              <a:lnSpc>
                <a:spcPct val="100000"/>
              </a:lnSpc>
              <a:spcBef>
                <a:spcPts val="540"/>
              </a:spcBef>
            </a:pPr>
            <a:r>
              <a:rPr sz="1750" spc="50" dirty="0">
                <a:solidFill>
                  <a:srgbClr val="0A0A0A"/>
                </a:solidFill>
                <a:latin typeface="Times New Roman"/>
                <a:cs typeface="Times New Roman"/>
              </a:rPr>
              <a:t>class</a:t>
            </a:r>
            <a:r>
              <a:rPr sz="1750" spc="15" dirty="0">
                <a:solidFill>
                  <a:srgbClr val="0A0A0A"/>
                </a:solidFill>
                <a:latin typeface="Times New Roman"/>
                <a:cs typeface="Times New Roman"/>
              </a:rPr>
              <a:t> </a:t>
            </a:r>
            <a:r>
              <a:rPr sz="1750" spc="75" dirty="0">
                <a:solidFill>
                  <a:srgbClr val="0A0A0A"/>
                </a:solidFill>
                <a:latin typeface="Times New Roman"/>
                <a:cs typeface="Times New Roman"/>
              </a:rPr>
              <a:t>Box</a:t>
            </a:r>
            <a:r>
              <a:rPr sz="1750" spc="40" dirty="0">
                <a:solidFill>
                  <a:srgbClr val="0A0A0A"/>
                </a:solidFill>
                <a:latin typeface="Times New Roman"/>
                <a:cs typeface="Times New Roman"/>
              </a:rPr>
              <a:t> </a:t>
            </a:r>
            <a:r>
              <a:rPr sz="1750" spc="15" dirty="0">
                <a:solidFill>
                  <a:srgbClr val="0A0A0A"/>
                </a:solidFill>
                <a:latin typeface="Times New Roman"/>
                <a:cs typeface="Times New Roman"/>
              </a:rPr>
              <a:t>{</a:t>
            </a:r>
            <a:endParaRPr sz="1750" dirty="0">
              <a:latin typeface="Times New Roman"/>
              <a:cs typeface="Times New Roman"/>
            </a:endParaRPr>
          </a:p>
          <a:p>
            <a:pPr marL="1989455">
              <a:lnSpc>
                <a:spcPct val="100000"/>
              </a:lnSpc>
              <a:spcBef>
                <a:spcPts val="440"/>
              </a:spcBef>
            </a:pPr>
            <a:r>
              <a:rPr sz="1750" dirty="0">
                <a:solidFill>
                  <a:srgbClr val="0A0A0A"/>
                </a:solidFill>
                <a:latin typeface="Times New Roman"/>
                <a:cs typeface="Times New Roman"/>
              </a:rPr>
              <a:t>double</a:t>
            </a:r>
            <a:r>
              <a:rPr sz="1750" spc="409" dirty="0">
                <a:solidFill>
                  <a:srgbClr val="0A0A0A"/>
                </a:solidFill>
                <a:latin typeface="Times New Roman"/>
                <a:cs typeface="Times New Roman"/>
              </a:rPr>
              <a:t> </a:t>
            </a:r>
            <a:r>
              <a:rPr sz="1750" dirty="0">
                <a:solidFill>
                  <a:srgbClr val="0A0A0A"/>
                </a:solidFill>
                <a:latin typeface="Times New Roman"/>
                <a:cs typeface="Times New Roman"/>
              </a:rPr>
              <a:t>width,</a:t>
            </a:r>
            <a:r>
              <a:rPr sz="1750" spc="415" dirty="0">
                <a:solidFill>
                  <a:srgbClr val="0A0A0A"/>
                </a:solidFill>
                <a:latin typeface="Times New Roman"/>
                <a:cs typeface="Times New Roman"/>
              </a:rPr>
              <a:t> </a:t>
            </a:r>
            <a:r>
              <a:rPr sz="1750" dirty="0">
                <a:solidFill>
                  <a:srgbClr val="0A0A0A"/>
                </a:solidFill>
                <a:latin typeface="Times New Roman"/>
                <a:cs typeface="Times New Roman"/>
              </a:rPr>
              <a:t>height,</a:t>
            </a:r>
            <a:r>
              <a:rPr sz="1750" spc="295" dirty="0">
                <a:solidFill>
                  <a:srgbClr val="0A0A0A"/>
                </a:solidFill>
                <a:latin typeface="Times New Roman"/>
                <a:cs typeface="Times New Roman"/>
              </a:rPr>
              <a:t> </a:t>
            </a:r>
            <a:r>
              <a:rPr sz="1750" spc="-10" dirty="0">
                <a:solidFill>
                  <a:srgbClr val="0A0A0A"/>
                </a:solidFill>
                <a:latin typeface="Times New Roman"/>
                <a:cs typeface="Times New Roman"/>
              </a:rPr>
              <a:t>depth;</a:t>
            </a:r>
            <a:endParaRPr sz="1750" dirty="0">
              <a:latin typeface="Times New Roman"/>
              <a:cs typeface="Times New Roman"/>
            </a:endParaRPr>
          </a:p>
          <a:p>
            <a:pPr marL="1988185">
              <a:lnSpc>
                <a:spcPct val="100000"/>
              </a:lnSpc>
              <a:spcBef>
                <a:spcPts val="415"/>
              </a:spcBef>
            </a:pPr>
            <a:r>
              <a:rPr sz="1800" b="1" dirty="0">
                <a:solidFill>
                  <a:srgbClr val="0A0A0A"/>
                </a:solidFill>
                <a:latin typeface="Times New Roman"/>
                <a:cs typeface="Times New Roman"/>
              </a:rPr>
              <a:t>void</a:t>
            </a:r>
            <a:r>
              <a:rPr sz="1800" b="1" spc="100" dirty="0">
                <a:solidFill>
                  <a:srgbClr val="0A0A0A"/>
                </a:solidFill>
                <a:latin typeface="Times New Roman"/>
                <a:cs typeface="Times New Roman"/>
              </a:rPr>
              <a:t> </a:t>
            </a:r>
            <a:r>
              <a:rPr sz="1800" b="1" dirty="0">
                <a:solidFill>
                  <a:srgbClr val="0A0A0A"/>
                </a:solidFill>
                <a:latin typeface="Times New Roman"/>
                <a:cs typeface="Times New Roman"/>
              </a:rPr>
              <a:t>volume</a:t>
            </a:r>
            <a:r>
              <a:rPr lang="en-US" sz="1800" b="1" dirty="0">
                <a:solidFill>
                  <a:srgbClr val="0A0A0A"/>
                </a:solidFill>
                <a:latin typeface="Times New Roman"/>
                <a:cs typeface="Times New Roman"/>
              </a:rPr>
              <a:t>( )</a:t>
            </a:r>
            <a:r>
              <a:rPr sz="1800" b="1" spc="40" dirty="0">
                <a:solidFill>
                  <a:srgbClr val="0A0A0A"/>
                </a:solidFill>
                <a:latin typeface="Times New Roman"/>
                <a:cs typeface="Times New Roman"/>
              </a:rPr>
              <a:t> </a:t>
            </a:r>
            <a:r>
              <a:rPr sz="1800" spc="-50" dirty="0">
                <a:solidFill>
                  <a:srgbClr val="0A0A0A"/>
                </a:solidFill>
                <a:latin typeface="Times New Roman"/>
                <a:cs typeface="Times New Roman"/>
              </a:rPr>
              <a:t>{</a:t>
            </a:r>
            <a:endParaRPr sz="1800" dirty="0">
              <a:latin typeface="Times New Roman"/>
              <a:cs typeface="Times New Roman"/>
            </a:endParaRPr>
          </a:p>
          <a:p>
            <a:pPr marL="3844925" marR="5080">
              <a:lnSpc>
                <a:spcPts val="2570"/>
              </a:lnSpc>
              <a:spcBef>
                <a:spcPts val="100"/>
              </a:spcBef>
            </a:pPr>
            <a:r>
              <a:rPr sz="1750" spc="40" dirty="0" err="1">
                <a:solidFill>
                  <a:srgbClr val="0A0A0A"/>
                </a:solidFill>
                <a:latin typeface="Times New Roman"/>
                <a:cs typeface="Times New Roman"/>
              </a:rPr>
              <a:t>System.out.print</a:t>
            </a:r>
            <a:r>
              <a:rPr sz="1750" spc="40" dirty="0">
                <a:solidFill>
                  <a:srgbClr val="0A0A0A"/>
                </a:solidFill>
                <a:latin typeface="Times New Roman"/>
                <a:cs typeface="Times New Roman"/>
              </a:rPr>
              <a:t>("Volume</a:t>
            </a:r>
            <a:r>
              <a:rPr sz="1750" spc="50" dirty="0">
                <a:solidFill>
                  <a:srgbClr val="0A0A0A"/>
                </a:solidFill>
                <a:latin typeface="Times New Roman"/>
                <a:cs typeface="Times New Roman"/>
              </a:rPr>
              <a:t> </a:t>
            </a:r>
            <a:r>
              <a:rPr sz="1750" spc="55" dirty="0">
                <a:solidFill>
                  <a:srgbClr val="0A0A0A"/>
                </a:solidFill>
                <a:latin typeface="Times New Roman"/>
                <a:cs typeface="Times New Roman"/>
              </a:rPr>
              <a:t>is</a:t>
            </a:r>
            <a:r>
              <a:rPr sz="1750" spc="90" dirty="0">
                <a:solidFill>
                  <a:srgbClr val="0A0A0A"/>
                </a:solidFill>
                <a:latin typeface="Times New Roman"/>
                <a:cs typeface="Times New Roman"/>
              </a:rPr>
              <a:t> </a:t>
            </a:r>
            <a:r>
              <a:rPr sz="1750" spc="25" dirty="0">
                <a:solidFill>
                  <a:srgbClr val="0A0A0A"/>
                </a:solidFill>
                <a:latin typeface="Times New Roman"/>
                <a:cs typeface="Times New Roman"/>
              </a:rPr>
              <a:t>"); </a:t>
            </a:r>
            <a:r>
              <a:rPr sz="1750" spc="55" dirty="0" err="1">
                <a:solidFill>
                  <a:srgbClr val="0A0A0A"/>
                </a:solidFill>
                <a:latin typeface="Times New Roman"/>
                <a:cs typeface="Times New Roman"/>
              </a:rPr>
              <a:t>System.out.println</a:t>
            </a:r>
            <a:r>
              <a:rPr sz="1750" spc="55" dirty="0">
                <a:solidFill>
                  <a:srgbClr val="0A0A0A"/>
                </a:solidFill>
                <a:latin typeface="Times New Roman"/>
                <a:cs typeface="Times New Roman"/>
              </a:rPr>
              <a:t>(width</a:t>
            </a:r>
            <a:r>
              <a:rPr sz="1750" spc="65" dirty="0">
                <a:solidFill>
                  <a:srgbClr val="0A0A0A"/>
                </a:solidFill>
                <a:latin typeface="Times New Roman"/>
                <a:cs typeface="Times New Roman"/>
              </a:rPr>
              <a:t> </a:t>
            </a:r>
            <a:r>
              <a:rPr sz="2500" spc="-95" dirty="0">
                <a:solidFill>
                  <a:srgbClr val="0A0A0A"/>
                </a:solidFill>
                <a:latin typeface="Arial"/>
                <a:cs typeface="Arial"/>
              </a:rPr>
              <a:t>*</a:t>
            </a:r>
            <a:r>
              <a:rPr sz="2500" spc="-120" dirty="0">
                <a:solidFill>
                  <a:srgbClr val="0A0A0A"/>
                </a:solidFill>
                <a:latin typeface="Arial"/>
                <a:cs typeface="Arial"/>
              </a:rPr>
              <a:t> </a:t>
            </a:r>
            <a:r>
              <a:rPr sz="1750" dirty="0">
                <a:solidFill>
                  <a:srgbClr val="0A0A0A"/>
                </a:solidFill>
                <a:latin typeface="Times New Roman"/>
                <a:cs typeface="Times New Roman"/>
              </a:rPr>
              <a:t>height</a:t>
            </a:r>
            <a:r>
              <a:rPr sz="1750" spc="220" dirty="0">
                <a:solidFill>
                  <a:srgbClr val="0A0A0A"/>
                </a:solidFill>
                <a:latin typeface="Times New Roman"/>
                <a:cs typeface="Times New Roman"/>
              </a:rPr>
              <a:t> </a:t>
            </a:r>
            <a:r>
              <a:rPr sz="2500" spc="-125" dirty="0">
                <a:solidFill>
                  <a:srgbClr val="0A0A0A"/>
                </a:solidFill>
                <a:latin typeface="Arial"/>
                <a:cs typeface="Arial"/>
              </a:rPr>
              <a:t>*</a:t>
            </a:r>
            <a:r>
              <a:rPr sz="2500" spc="-80" dirty="0">
                <a:solidFill>
                  <a:srgbClr val="0A0A0A"/>
                </a:solidFill>
                <a:latin typeface="Arial"/>
                <a:cs typeface="Arial"/>
              </a:rPr>
              <a:t> </a:t>
            </a:r>
            <a:r>
              <a:rPr sz="1750" spc="-10" dirty="0">
                <a:solidFill>
                  <a:srgbClr val="0A0A0A"/>
                </a:solidFill>
                <a:latin typeface="Times New Roman"/>
                <a:cs typeface="Times New Roman"/>
              </a:rPr>
              <a:t>depth);</a:t>
            </a:r>
            <a:endParaRPr sz="1750" dirty="0">
              <a:latin typeface="Times New Roman"/>
              <a:cs typeface="Times New Roman"/>
            </a:endParaRPr>
          </a:p>
          <a:p>
            <a:pPr marL="2004695">
              <a:lnSpc>
                <a:spcPct val="100000"/>
              </a:lnSpc>
              <a:spcBef>
                <a:spcPts val="395"/>
              </a:spcBef>
            </a:pPr>
            <a:r>
              <a:rPr sz="1650" spc="35" dirty="0">
                <a:solidFill>
                  <a:srgbClr val="0A0A0A"/>
                </a:solidFill>
                <a:latin typeface="Arial"/>
                <a:cs typeface="Arial"/>
              </a:rPr>
              <a:t>}</a:t>
            </a:r>
            <a:endParaRPr sz="1650" dirty="0">
              <a:latin typeface="Arial"/>
              <a:cs typeface="Arial"/>
            </a:endParaRPr>
          </a:p>
          <a:p>
            <a:pPr marL="385445">
              <a:lnSpc>
                <a:spcPct val="100000"/>
              </a:lnSpc>
              <a:spcBef>
                <a:spcPts val="540"/>
              </a:spcBef>
            </a:pPr>
            <a:r>
              <a:rPr sz="1700" spc="40" dirty="0">
                <a:solidFill>
                  <a:srgbClr val="0A0A0A"/>
                </a:solidFill>
                <a:latin typeface="Arial"/>
                <a:cs typeface="Arial"/>
              </a:rPr>
              <a:t>}</a:t>
            </a:r>
            <a:endParaRPr sz="1700" dirty="0">
              <a:latin typeface="Arial"/>
              <a:cs typeface="Arial"/>
            </a:endParaRPr>
          </a:p>
          <a:p>
            <a:pPr marL="12700">
              <a:lnSpc>
                <a:spcPct val="100000"/>
              </a:lnSpc>
              <a:spcBef>
                <a:spcPts val="400"/>
              </a:spcBef>
            </a:pPr>
            <a:r>
              <a:rPr sz="1750" spc="50" dirty="0">
                <a:solidFill>
                  <a:srgbClr val="0A0A0A"/>
                </a:solidFill>
                <a:latin typeface="Times New Roman"/>
                <a:cs typeface="Times New Roman"/>
              </a:rPr>
              <a:t>class</a:t>
            </a:r>
            <a:r>
              <a:rPr sz="1750" spc="40" dirty="0">
                <a:solidFill>
                  <a:srgbClr val="0A0A0A"/>
                </a:solidFill>
                <a:latin typeface="Times New Roman"/>
                <a:cs typeface="Times New Roman"/>
              </a:rPr>
              <a:t> </a:t>
            </a:r>
            <a:r>
              <a:rPr sz="1750" spc="60" dirty="0" err="1">
                <a:solidFill>
                  <a:srgbClr val="0A0A0A"/>
                </a:solidFill>
                <a:latin typeface="Times New Roman"/>
                <a:cs typeface="Times New Roman"/>
              </a:rPr>
              <a:t>BoxDemo</a:t>
            </a:r>
            <a:r>
              <a:rPr sz="1750" spc="130" dirty="0">
                <a:solidFill>
                  <a:srgbClr val="0A0A0A"/>
                </a:solidFill>
                <a:latin typeface="Times New Roman"/>
                <a:cs typeface="Times New Roman"/>
              </a:rPr>
              <a:t> </a:t>
            </a:r>
            <a:r>
              <a:rPr sz="1750" dirty="0">
                <a:solidFill>
                  <a:srgbClr val="0A0A0A"/>
                </a:solidFill>
                <a:latin typeface="Times New Roman"/>
                <a:cs typeface="Times New Roman"/>
              </a:rPr>
              <a:t>{</a:t>
            </a:r>
            <a:endParaRPr sz="1750" dirty="0">
              <a:latin typeface="Times New Roman"/>
              <a:cs typeface="Times New Roman"/>
            </a:endParaRPr>
          </a:p>
          <a:p>
            <a:pPr marL="970915" marR="3305810" indent="1270">
              <a:lnSpc>
                <a:spcPct val="118100"/>
              </a:lnSpc>
              <a:spcBef>
                <a:spcPts val="60"/>
              </a:spcBef>
            </a:pPr>
            <a:r>
              <a:rPr sz="1750" dirty="0">
                <a:solidFill>
                  <a:srgbClr val="0A0A0A"/>
                </a:solidFill>
                <a:latin typeface="Times New Roman"/>
                <a:cs typeface="Times New Roman"/>
              </a:rPr>
              <a:t>public</a:t>
            </a:r>
            <a:r>
              <a:rPr sz="1750" spc="295" dirty="0">
                <a:solidFill>
                  <a:srgbClr val="0A0A0A"/>
                </a:solidFill>
                <a:latin typeface="Times New Roman"/>
                <a:cs typeface="Times New Roman"/>
              </a:rPr>
              <a:t> </a:t>
            </a:r>
            <a:r>
              <a:rPr sz="1750" dirty="0">
                <a:solidFill>
                  <a:srgbClr val="0A0A0A"/>
                </a:solidFill>
                <a:latin typeface="Times New Roman"/>
                <a:cs typeface="Times New Roman"/>
              </a:rPr>
              <a:t>static</a:t>
            </a:r>
            <a:r>
              <a:rPr sz="1750" spc="360" dirty="0">
                <a:solidFill>
                  <a:srgbClr val="0A0A0A"/>
                </a:solidFill>
                <a:latin typeface="Times New Roman"/>
                <a:cs typeface="Times New Roman"/>
              </a:rPr>
              <a:t> </a:t>
            </a:r>
            <a:r>
              <a:rPr sz="1750" dirty="0">
                <a:solidFill>
                  <a:srgbClr val="0A0A0A"/>
                </a:solidFill>
                <a:latin typeface="Times New Roman"/>
                <a:cs typeface="Times New Roman"/>
              </a:rPr>
              <a:t>void</a:t>
            </a:r>
            <a:r>
              <a:rPr sz="1750" spc="350" dirty="0">
                <a:solidFill>
                  <a:srgbClr val="0A0A0A"/>
                </a:solidFill>
                <a:latin typeface="Times New Roman"/>
                <a:cs typeface="Times New Roman"/>
              </a:rPr>
              <a:t> </a:t>
            </a:r>
            <a:r>
              <a:rPr sz="1750" dirty="0">
                <a:solidFill>
                  <a:srgbClr val="0A0A0A"/>
                </a:solidFill>
                <a:latin typeface="Times New Roman"/>
                <a:cs typeface="Times New Roman"/>
              </a:rPr>
              <a:t>main(String</a:t>
            </a:r>
            <a:r>
              <a:rPr sz="1750" spc="480" dirty="0">
                <a:solidFill>
                  <a:srgbClr val="0A0A0A"/>
                </a:solidFill>
                <a:latin typeface="Times New Roman"/>
                <a:cs typeface="Times New Roman"/>
              </a:rPr>
              <a:t> </a:t>
            </a:r>
            <a:r>
              <a:rPr sz="1750" dirty="0" err="1">
                <a:solidFill>
                  <a:srgbClr val="0A0A0A"/>
                </a:solidFill>
                <a:latin typeface="Times New Roman"/>
                <a:cs typeface="Times New Roman"/>
              </a:rPr>
              <a:t>args</a:t>
            </a:r>
            <a:r>
              <a:rPr sz="1750" dirty="0">
                <a:solidFill>
                  <a:srgbClr val="0A0A0A"/>
                </a:solidFill>
                <a:latin typeface="Times New Roman"/>
                <a:cs typeface="Times New Roman"/>
              </a:rPr>
              <a:t>[])</a:t>
            </a:r>
            <a:r>
              <a:rPr sz="1750" spc="430" dirty="0">
                <a:solidFill>
                  <a:srgbClr val="0A0A0A"/>
                </a:solidFill>
                <a:latin typeface="Times New Roman"/>
                <a:cs typeface="Times New Roman"/>
              </a:rPr>
              <a:t> </a:t>
            </a:r>
            <a:r>
              <a:rPr sz="1750" spc="-50" dirty="0">
                <a:solidFill>
                  <a:srgbClr val="0A0A0A"/>
                </a:solidFill>
                <a:latin typeface="Times New Roman"/>
                <a:cs typeface="Times New Roman"/>
              </a:rPr>
              <a:t>{ </a:t>
            </a:r>
            <a:r>
              <a:rPr sz="1750" spc="65" dirty="0">
                <a:solidFill>
                  <a:srgbClr val="0A0A0A"/>
                </a:solidFill>
                <a:latin typeface="Times New Roman"/>
                <a:cs typeface="Times New Roman"/>
              </a:rPr>
              <a:t>Box</a:t>
            </a:r>
            <a:r>
              <a:rPr sz="1750" spc="45" dirty="0">
                <a:solidFill>
                  <a:srgbClr val="0A0A0A"/>
                </a:solidFill>
                <a:latin typeface="Times New Roman"/>
                <a:cs typeface="Times New Roman"/>
              </a:rPr>
              <a:t> </a:t>
            </a:r>
            <a:r>
              <a:rPr sz="1750" spc="90" dirty="0" err="1">
                <a:solidFill>
                  <a:srgbClr val="0A0A0A"/>
                </a:solidFill>
                <a:latin typeface="Times New Roman"/>
                <a:cs typeface="Times New Roman"/>
              </a:rPr>
              <a:t>myboxl</a:t>
            </a:r>
            <a:r>
              <a:rPr sz="1750" spc="275" dirty="0">
                <a:solidFill>
                  <a:srgbClr val="0A0A0A"/>
                </a:solidFill>
                <a:latin typeface="Times New Roman"/>
                <a:cs typeface="Times New Roman"/>
              </a:rPr>
              <a:t> </a:t>
            </a:r>
            <a:r>
              <a:rPr sz="1800" spc="110" dirty="0">
                <a:solidFill>
                  <a:srgbClr val="0A0A0A"/>
                </a:solidFill>
                <a:latin typeface="Times New Roman"/>
                <a:cs typeface="Times New Roman"/>
              </a:rPr>
              <a:t>=</a:t>
            </a:r>
            <a:r>
              <a:rPr sz="1800" spc="10" dirty="0">
                <a:solidFill>
                  <a:srgbClr val="0A0A0A"/>
                </a:solidFill>
                <a:latin typeface="Times New Roman"/>
                <a:cs typeface="Times New Roman"/>
              </a:rPr>
              <a:t> </a:t>
            </a:r>
            <a:r>
              <a:rPr sz="1750" spc="55" dirty="0">
                <a:solidFill>
                  <a:srgbClr val="0A0A0A"/>
                </a:solidFill>
                <a:latin typeface="Times New Roman"/>
                <a:cs typeface="Times New Roman"/>
              </a:rPr>
              <a:t>new</a:t>
            </a:r>
            <a:r>
              <a:rPr sz="1750" spc="20" dirty="0">
                <a:solidFill>
                  <a:srgbClr val="0A0A0A"/>
                </a:solidFill>
                <a:latin typeface="Times New Roman"/>
                <a:cs typeface="Times New Roman"/>
              </a:rPr>
              <a:t> </a:t>
            </a:r>
            <a:r>
              <a:rPr sz="1750" spc="40" dirty="0">
                <a:solidFill>
                  <a:srgbClr val="0A0A0A"/>
                </a:solidFill>
                <a:latin typeface="Times New Roman"/>
                <a:cs typeface="Times New Roman"/>
              </a:rPr>
              <a:t>Box(); </a:t>
            </a:r>
            <a:r>
              <a:rPr sz="1750" spc="80" dirty="0" err="1">
                <a:solidFill>
                  <a:srgbClr val="0A0A0A"/>
                </a:solidFill>
                <a:latin typeface="Times New Roman"/>
                <a:cs typeface="Times New Roman"/>
              </a:rPr>
              <a:t>myboxl.width</a:t>
            </a:r>
            <a:r>
              <a:rPr sz="1750" spc="195" dirty="0">
                <a:solidFill>
                  <a:srgbClr val="0A0A0A"/>
                </a:solidFill>
                <a:latin typeface="Times New Roman"/>
                <a:cs typeface="Times New Roman"/>
              </a:rPr>
              <a:t> </a:t>
            </a:r>
            <a:r>
              <a:rPr sz="1800" spc="70" dirty="0">
                <a:solidFill>
                  <a:srgbClr val="0A0A0A"/>
                </a:solidFill>
                <a:latin typeface="Times New Roman"/>
                <a:cs typeface="Times New Roman"/>
              </a:rPr>
              <a:t>=</a:t>
            </a:r>
            <a:r>
              <a:rPr sz="1800" spc="5" dirty="0">
                <a:solidFill>
                  <a:srgbClr val="0A0A0A"/>
                </a:solidFill>
                <a:latin typeface="Times New Roman"/>
                <a:cs typeface="Times New Roman"/>
              </a:rPr>
              <a:t> </a:t>
            </a:r>
            <a:r>
              <a:rPr sz="1750" spc="25" dirty="0">
                <a:solidFill>
                  <a:srgbClr val="0A0A0A"/>
                </a:solidFill>
                <a:latin typeface="Times New Roman"/>
                <a:cs typeface="Times New Roman"/>
              </a:rPr>
              <a:t>10;</a:t>
            </a:r>
            <a:endParaRPr sz="1750" dirty="0">
              <a:latin typeface="Times New Roman"/>
              <a:cs typeface="Times New Roman"/>
            </a:endParaRPr>
          </a:p>
          <a:p>
            <a:pPr marL="969644" marR="5026025" indent="3175" algn="just">
              <a:lnSpc>
                <a:spcPct val="118200"/>
              </a:lnSpc>
              <a:spcBef>
                <a:spcPts val="10"/>
              </a:spcBef>
            </a:pPr>
            <a:r>
              <a:rPr sz="1750" spc="35" dirty="0">
                <a:solidFill>
                  <a:srgbClr val="0A0A0A"/>
                </a:solidFill>
                <a:latin typeface="Times New Roman"/>
                <a:cs typeface="Times New Roman"/>
              </a:rPr>
              <a:t>mybox</a:t>
            </a:r>
            <a:r>
              <a:rPr lang="en-US" sz="1750" spc="35" dirty="0">
                <a:solidFill>
                  <a:srgbClr val="0A0A0A"/>
                </a:solidFill>
                <a:latin typeface="Times New Roman"/>
                <a:cs typeface="Times New Roman"/>
              </a:rPr>
              <a:t>1</a:t>
            </a:r>
            <a:r>
              <a:rPr sz="1750" spc="60" dirty="0">
                <a:solidFill>
                  <a:srgbClr val="0A0A0A"/>
                </a:solidFill>
                <a:latin typeface="Times New Roman"/>
                <a:cs typeface="Times New Roman"/>
              </a:rPr>
              <a:t>.height</a:t>
            </a:r>
            <a:r>
              <a:rPr sz="1750" spc="50" dirty="0">
                <a:solidFill>
                  <a:srgbClr val="0A0A0A"/>
                </a:solidFill>
                <a:latin typeface="Times New Roman"/>
                <a:cs typeface="Times New Roman"/>
              </a:rPr>
              <a:t> </a:t>
            </a:r>
            <a:r>
              <a:rPr sz="1800" spc="70" dirty="0">
                <a:solidFill>
                  <a:srgbClr val="0A0A0A"/>
                </a:solidFill>
                <a:latin typeface="Times New Roman"/>
                <a:cs typeface="Times New Roman"/>
              </a:rPr>
              <a:t>=</a:t>
            </a:r>
            <a:r>
              <a:rPr sz="1800" spc="40" dirty="0">
                <a:solidFill>
                  <a:srgbClr val="0A0A0A"/>
                </a:solidFill>
                <a:latin typeface="Times New Roman"/>
                <a:cs typeface="Times New Roman"/>
              </a:rPr>
              <a:t> </a:t>
            </a:r>
            <a:r>
              <a:rPr sz="1750" spc="-25" dirty="0">
                <a:solidFill>
                  <a:srgbClr val="0A0A0A"/>
                </a:solidFill>
                <a:latin typeface="Times New Roman"/>
                <a:cs typeface="Times New Roman"/>
              </a:rPr>
              <a:t>20; </a:t>
            </a:r>
            <a:r>
              <a:rPr sz="1750" spc="80" dirty="0" err="1">
                <a:solidFill>
                  <a:srgbClr val="0A0A0A"/>
                </a:solidFill>
                <a:latin typeface="Times New Roman"/>
                <a:cs typeface="Times New Roman"/>
              </a:rPr>
              <a:t>myboxl.depth</a:t>
            </a:r>
            <a:r>
              <a:rPr sz="1750" spc="195" dirty="0">
                <a:solidFill>
                  <a:srgbClr val="0A0A0A"/>
                </a:solidFill>
                <a:latin typeface="Times New Roman"/>
                <a:cs typeface="Times New Roman"/>
              </a:rPr>
              <a:t> </a:t>
            </a:r>
            <a:r>
              <a:rPr sz="1800" spc="70" dirty="0">
                <a:solidFill>
                  <a:srgbClr val="0A0A0A"/>
                </a:solidFill>
                <a:latin typeface="Times New Roman"/>
                <a:cs typeface="Times New Roman"/>
              </a:rPr>
              <a:t>=</a:t>
            </a:r>
            <a:r>
              <a:rPr sz="1800" spc="5" dirty="0">
                <a:solidFill>
                  <a:srgbClr val="0A0A0A"/>
                </a:solidFill>
                <a:latin typeface="Times New Roman"/>
                <a:cs typeface="Times New Roman"/>
              </a:rPr>
              <a:t> </a:t>
            </a:r>
            <a:r>
              <a:rPr sz="1750" spc="25" dirty="0">
                <a:solidFill>
                  <a:srgbClr val="0A0A0A"/>
                </a:solidFill>
                <a:latin typeface="Times New Roman"/>
                <a:cs typeface="Times New Roman"/>
              </a:rPr>
              <a:t>15; </a:t>
            </a:r>
            <a:r>
              <a:rPr sz="1800" b="1" spc="50" dirty="0" err="1">
                <a:solidFill>
                  <a:srgbClr val="0A0A0A"/>
                </a:solidFill>
                <a:latin typeface="Times New Roman"/>
                <a:cs typeface="Times New Roman"/>
              </a:rPr>
              <a:t>myboxl.volume</a:t>
            </a:r>
            <a:r>
              <a:rPr sz="1800" b="1" spc="50" dirty="0">
                <a:solidFill>
                  <a:srgbClr val="0A0A0A"/>
                </a:solidFill>
                <a:latin typeface="Times New Roman"/>
                <a:cs typeface="Times New Roman"/>
              </a:rPr>
              <a:t>();</a:t>
            </a:r>
            <a:endParaRPr sz="1800" dirty="0">
              <a:latin typeface="Times New Roman"/>
              <a:cs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1921" y="699792"/>
            <a:ext cx="8930640" cy="1498600"/>
          </a:xfrm>
          <a:prstGeom prst="rect">
            <a:avLst/>
          </a:prstGeom>
        </p:spPr>
        <p:txBody>
          <a:bodyPr vert="horz" wrap="square" lIns="0" tIns="13335" rIns="0" bIns="0" rtlCol="0">
            <a:spAutoFit/>
          </a:bodyPr>
          <a:lstStyle/>
          <a:p>
            <a:pPr marL="725170">
              <a:lnSpc>
                <a:spcPts val="3125"/>
              </a:lnSpc>
              <a:spcBef>
                <a:spcPts val="105"/>
              </a:spcBef>
              <a:tabLst>
                <a:tab pos="6069965" algn="l"/>
              </a:tabLst>
            </a:pPr>
            <a:r>
              <a:rPr sz="2750" b="1" spc="75" dirty="0">
                <a:solidFill>
                  <a:srgbClr val="77645B"/>
                </a:solidFill>
                <a:latin typeface="Times New Roman"/>
                <a:cs typeface="Times New Roman"/>
              </a:rPr>
              <a:t>Program</a:t>
            </a:r>
            <a:r>
              <a:rPr sz="2750" b="1" spc="195" dirty="0">
                <a:solidFill>
                  <a:srgbClr val="77645B"/>
                </a:solidFill>
                <a:latin typeface="Times New Roman"/>
                <a:cs typeface="Times New Roman"/>
              </a:rPr>
              <a:t> </a:t>
            </a:r>
            <a:r>
              <a:rPr sz="2750" b="1" spc="65" dirty="0">
                <a:solidFill>
                  <a:srgbClr val="77645B"/>
                </a:solidFill>
                <a:latin typeface="Times New Roman"/>
                <a:cs typeface="Times New Roman"/>
              </a:rPr>
              <a:t>to</a:t>
            </a:r>
            <a:r>
              <a:rPr sz="2750" b="1" spc="85" dirty="0">
                <a:solidFill>
                  <a:srgbClr val="77645B"/>
                </a:solidFill>
                <a:latin typeface="Times New Roman"/>
                <a:cs typeface="Times New Roman"/>
              </a:rPr>
              <a:t> </a:t>
            </a:r>
            <a:r>
              <a:rPr sz="2750" b="1" spc="65" dirty="0">
                <a:solidFill>
                  <a:srgbClr val="77645B"/>
                </a:solidFill>
                <a:latin typeface="Times New Roman"/>
                <a:cs typeface="Times New Roman"/>
              </a:rPr>
              <a:t>find</a:t>
            </a:r>
            <a:r>
              <a:rPr sz="2750" b="1" spc="80" dirty="0">
                <a:solidFill>
                  <a:srgbClr val="77645B"/>
                </a:solidFill>
                <a:latin typeface="Times New Roman"/>
                <a:cs typeface="Times New Roman"/>
              </a:rPr>
              <a:t> </a:t>
            </a:r>
            <a:r>
              <a:rPr sz="2750" b="1" dirty="0">
                <a:solidFill>
                  <a:srgbClr val="77645B"/>
                </a:solidFill>
                <a:latin typeface="Times New Roman"/>
                <a:cs typeface="Times New Roman"/>
              </a:rPr>
              <a:t>Volume</a:t>
            </a:r>
            <a:r>
              <a:rPr sz="2750" b="1" spc="210" dirty="0">
                <a:solidFill>
                  <a:srgbClr val="77645B"/>
                </a:solidFill>
                <a:latin typeface="Times New Roman"/>
                <a:cs typeface="Times New Roman"/>
              </a:rPr>
              <a:t> </a:t>
            </a:r>
            <a:r>
              <a:rPr sz="2750" b="1" spc="80" dirty="0">
                <a:solidFill>
                  <a:srgbClr val="77645B"/>
                </a:solidFill>
                <a:latin typeface="Times New Roman"/>
                <a:cs typeface="Times New Roman"/>
              </a:rPr>
              <a:t>of</a:t>
            </a:r>
            <a:r>
              <a:rPr sz="2750" b="1" spc="70" dirty="0">
                <a:solidFill>
                  <a:srgbClr val="77645B"/>
                </a:solidFill>
                <a:latin typeface="Times New Roman"/>
                <a:cs typeface="Times New Roman"/>
              </a:rPr>
              <a:t> </a:t>
            </a:r>
            <a:r>
              <a:rPr sz="2750" b="1" spc="90" dirty="0">
                <a:solidFill>
                  <a:srgbClr val="77645B"/>
                </a:solidFill>
                <a:latin typeface="Times New Roman"/>
                <a:cs typeface="Times New Roman"/>
              </a:rPr>
              <a:t>Box</a:t>
            </a:r>
            <a:r>
              <a:rPr sz="2750" b="1" spc="-10" dirty="0">
                <a:solidFill>
                  <a:srgbClr val="77645B"/>
                </a:solidFill>
                <a:latin typeface="Times New Roman"/>
                <a:cs typeface="Times New Roman"/>
              </a:rPr>
              <a:t> </a:t>
            </a:r>
            <a:r>
              <a:rPr sz="2750" b="1" dirty="0">
                <a:solidFill>
                  <a:srgbClr val="77645B"/>
                </a:solidFill>
                <a:latin typeface="Times New Roman"/>
                <a:cs typeface="Times New Roman"/>
              </a:rPr>
              <a:t>-	</a:t>
            </a:r>
            <a:r>
              <a:rPr sz="2750" b="1" spc="55" dirty="0">
                <a:solidFill>
                  <a:srgbClr val="77645B"/>
                </a:solidFill>
                <a:latin typeface="Times New Roman"/>
                <a:cs typeface="Times New Roman"/>
              </a:rPr>
              <a:t>With</a:t>
            </a:r>
            <a:r>
              <a:rPr sz="2750" b="1" spc="270" dirty="0">
                <a:solidFill>
                  <a:srgbClr val="77645B"/>
                </a:solidFill>
                <a:latin typeface="Times New Roman"/>
                <a:cs typeface="Times New Roman"/>
              </a:rPr>
              <a:t> </a:t>
            </a:r>
            <a:r>
              <a:rPr sz="2750" b="1" dirty="0">
                <a:solidFill>
                  <a:srgbClr val="77645B"/>
                </a:solidFill>
                <a:latin typeface="Times New Roman"/>
                <a:cs typeface="Times New Roman"/>
              </a:rPr>
              <a:t>return</a:t>
            </a:r>
            <a:r>
              <a:rPr sz="2750" b="1" spc="295" dirty="0">
                <a:solidFill>
                  <a:srgbClr val="77645B"/>
                </a:solidFill>
                <a:latin typeface="Times New Roman"/>
                <a:cs typeface="Times New Roman"/>
              </a:rPr>
              <a:t> </a:t>
            </a:r>
            <a:r>
              <a:rPr sz="2750" b="1" spc="45" dirty="0">
                <a:solidFill>
                  <a:srgbClr val="77645B"/>
                </a:solidFill>
                <a:latin typeface="Times New Roman"/>
                <a:cs typeface="Times New Roman"/>
              </a:rPr>
              <a:t>value</a:t>
            </a:r>
            <a:endParaRPr sz="2750">
              <a:latin typeface="Times New Roman"/>
              <a:cs typeface="Times New Roman"/>
            </a:endParaRPr>
          </a:p>
          <a:p>
            <a:pPr marL="12700">
              <a:lnSpc>
                <a:spcPts val="8465"/>
              </a:lnSpc>
            </a:pPr>
            <a:r>
              <a:rPr sz="10800" spc="-1230" baseline="3086" dirty="0">
                <a:solidFill>
                  <a:srgbClr val="DB7E44"/>
                </a:solidFill>
              </a:rPr>
              <a:t>-</a:t>
            </a:r>
            <a:r>
              <a:rPr sz="1900" dirty="0">
                <a:solidFill>
                  <a:srgbClr val="070707"/>
                </a:solidFill>
                <a:latin typeface="Times New Roman"/>
                <a:cs typeface="Times New Roman"/>
              </a:rPr>
              <a:t>class</a:t>
            </a:r>
            <a:r>
              <a:rPr sz="1900" spc="165" dirty="0">
                <a:solidFill>
                  <a:srgbClr val="070707"/>
                </a:solidFill>
                <a:latin typeface="Times New Roman"/>
                <a:cs typeface="Times New Roman"/>
              </a:rPr>
              <a:t> </a:t>
            </a:r>
            <a:r>
              <a:rPr sz="1900" dirty="0">
                <a:solidFill>
                  <a:srgbClr val="070707"/>
                </a:solidFill>
                <a:latin typeface="Times New Roman"/>
                <a:cs typeface="Times New Roman"/>
              </a:rPr>
              <a:t>Box</a:t>
            </a:r>
            <a:r>
              <a:rPr sz="1900" spc="135" dirty="0">
                <a:solidFill>
                  <a:srgbClr val="070707"/>
                </a:solidFill>
                <a:latin typeface="Times New Roman"/>
                <a:cs typeface="Times New Roman"/>
              </a:rPr>
              <a:t> </a:t>
            </a:r>
            <a:r>
              <a:rPr sz="1900" spc="-50" dirty="0">
                <a:solidFill>
                  <a:srgbClr val="161616"/>
                </a:solidFill>
                <a:latin typeface="Times New Roman"/>
                <a:cs typeface="Times New Roman"/>
              </a:rPr>
              <a:t>{</a:t>
            </a:r>
            <a:endParaRPr sz="1900">
              <a:latin typeface="Times New Roman"/>
              <a:cs typeface="Times New Roman"/>
            </a:endParaRPr>
          </a:p>
        </p:txBody>
      </p:sp>
      <p:sp>
        <p:nvSpPr>
          <p:cNvPr id="4" name="object 4"/>
          <p:cNvSpPr txBox="1"/>
          <p:nvPr/>
        </p:nvSpPr>
        <p:spPr>
          <a:xfrm>
            <a:off x="992133" y="6484468"/>
            <a:ext cx="106045" cy="281940"/>
          </a:xfrm>
          <a:prstGeom prst="rect">
            <a:avLst/>
          </a:prstGeom>
        </p:spPr>
        <p:txBody>
          <a:bodyPr vert="horz" wrap="square" lIns="0" tIns="0" rIns="0" bIns="0" rtlCol="0">
            <a:spAutoFit/>
          </a:bodyPr>
          <a:lstStyle/>
          <a:p>
            <a:pPr marL="12700">
              <a:lnSpc>
                <a:spcPts val="2095"/>
              </a:lnSpc>
            </a:pPr>
            <a:r>
              <a:rPr sz="1800" spc="30" dirty="0">
                <a:solidFill>
                  <a:srgbClr val="161616"/>
                </a:solidFill>
                <a:latin typeface="Arial"/>
                <a:cs typeface="Arial"/>
              </a:rPr>
              <a:t>}</a:t>
            </a:r>
            <a:endParaRPr sz="1800">
              <a:latin typeface="Arial"/>
              <a:cs typeface="Arial"/>
            </a:endParaRPr>
          </a:p>
        </p:txBody>
      </p:sp>
      <p:sp>
        <p:nvSpPr>
          <p:cNvPr id="6" name="object 6"/>
          <p:cNvSpPr txBox="1"/>
          <p:nvPr/>
        </p:nvSpPr>
        <p:spPr>
          <a:xfrm>
            <a:off x="739858" y="6819920"/>
            <a:ext cx="106045" cy="281940"/>
          </a:xfrm>
          <a:prstGeom prst="rect">
            <a:avLst/>
          </a:prstGeom>
        </p:spPr>
        <p:txBody>
          <a:bodyPr vert="horz" wrap="square" lIns="0" tIns="0" rIns="0" bIns="0" rtlCol="0">
            <a:spAutoFit/>
          </a:bodyPr>
          <a:lstStyle/>
          <a:p>
            <a:pPr marL="12700">
              <a:lnSpc>
                <a:spcPts val="2095"/>
              </a:lnSpc>
            </a:pPr>
            <a:r>
              <a:rPr sz="1800" spc="30" dirty="0">
                <a:solidFill>
                  <a:srgbClr val="070707"/>
                </a:solidFill>
                <a:latin typeface="Arial"/>
                <a:cs typeface="Arial"/>
              </a:rPr>
              <a:t>}</a:t>
            </a:r>
            <a:endParaRPr sz="1800">
              <a:latin typeface="Arial"/>
              <a:cs typeface="Arial"/>
            </a:endParaRPr>
          </a:p>
        </p:txBody>
      </p:sp>
      <p:sp>
        <p:nvSpPr>
          <p:cNvPr id="3" name="object 3"/>
          <p:cNvSpPr txBox="1"/>
          <p:nvPr/>
        </p:nvSpPr>
        <p:spPr>
          <a:xfrm>
            <a:off x="723889" y="2041822"/>
            <a:ext cx="6962140" cy="4382135"/>
          </a:xfrm>
          <a:prstGeom prst="rect">
            <a:avLst/>
          </a:prstGeom>
        </p:spPr>
        <p:txBody>
          <a:bodyPr vert="horz" wrap="square" lIns="0" tIns="50800" rIns="0" bIns="0" rtlCol="0">
            <a:spAutoFit/>
          </a:bodyPr>
          <a:lstStyle/>
          <a:p>
            <a:pPr marL="1344295">
              <a:lnSpc>
                <a:spcPct val="100000"/>
              </a:lnSpc>
              <a:spcBef>
                <a:spcPts val="400"/>
              </a:spcBef>
            </a:pPr>
            <a:r>
              <a:rPr sz="1900" dirty="0">
                <a:solidFill>
                  <a:srgbClr val="070707"/>
                </a:solidFill>
                <a:latin typeface="Times New Roman"/>
                <a:cs typeface="Times New Roman"/>
              </a:rPr>
              <a:t>double</a:t>
            </a:r>
            <a:r>
              <a:rPr sz="1900" spc="204" dirty="0">
                <a:solidFill>
                  <a:srgbClr val="070707"/>
                </a:solidFill>
                <a:latin typeface="Times New Roman"/>
                <a:cs typeface="Times New Roman"/>
              </a:rPr>
              <a:t> </a:t>
            </a:r>
            <a:r>
              <a:rPr sz="1900" dirty="0">
                <a:solidFill>
                  <a:srgbClr val="070707"/>
                </a:solidFill>
                <a:latin typeface="Times New Roman"/>
                <a:cs typeface="Times New Roman"/>
              </a:rPr>
              <a:t>width,</a:t>
            </a:r>
            <a:r>
              <a:rPr sz="1900" spc="265" dirty="0">
                <a:solidFill>
                  <a:srgbClr val="070707"/>
                </a:solidFill>
                <a:latin typeface="Times New Roman"/>
                <a:cs typeface="Times New Roman"/>
              </a:rPr>
              <a:t> </a:t>
            </a:r>
            <a:r>
              <a:rPr sz="1900" dirty="0">
                <a:solidFill>
                  <a:srgbClr val="070707"/>
                </a:solidFill>
                <a:latin typeface="Times New Roman"/>
                <a:cs typeface="Times New Roman"/>
              </a:rPr>
              <a:t>height,</a:t>
            </a:r>
            <a:r>
              <a:rPr sz="1900" spc="190" dirty="0">
                <a:solidFill>
                  <a:srgbClr val="070707"/>
                </a:solidFill>
                <a:latin typeface="Times New Roman"/>
                <a:cs typeface="Times New Roman"/>
              </a:rPr>
              <a:t> </a:t>
            </a:r>
            <a:r>
              <a:rPr sz="1900" spc="-10" dirty="0">
                <a:solidFill>
                  <a:srgbClr val="070707"/>
                </a:solidFill>
                <a:latin typeface="Times New Roman"/>
                <a:cs typeface="Times New Roman"/>
              </a:rPr>
              <a:t>depth;</a:t>
            </a:r>
            <a:endParaRPr sz="1900" dirty="0">
              <a:latin typeface="Times New Roman"/>
              <a:cs typeface="Times New Roman"/>
            </a:endParaRPr>
          </a:p>
          <a:p>
            <a:pPr marL="1288415">
              <a:lnSpc>
                <a:spcPts val="2180"/>
              </a:lnSpc>
              <a:spcBef>
                <a:spcPts val="310"/>
              </a:spcBef>
              <a:tabLst>
                <a:tab pos="2145030" algn="l"/>
              </a:tabLst>
            </a:pPr>
            <a:r>
              <a:rPr sz="1950" b="1" spc="-10" dirty="0">
                <a:solidFill>
                  <a:srgbClr val="070707"/>
                </a:solidFill>
                <a:latin typeface="Times New Roman"/>
                <a:cs typeface="Times New Roman"/>
              </a:rPr>
              <a:t>double</a:t>
            </a:r>
            <a:r>
              <a:rPr sz="1950" b="1" dirty="0">
                <a:solidFill>
                  <a:srgbClr val="070707"/>
                </a:solidFill>
                <a:latin typeface="Times New Roman"/>
                <a:cs typeface="Times New Roman"/>
              </a:rPr>
              <a:t>	volume()</a:t>
            </a:r>
            <a:r>
              <a:rPr sz="1950" b="1" spc="125" dirty="0">
                <a:solidFill>
                  <a:srgbClr val="070707"/>
                </a:solidFill>
                <a:latin typeface="Times New Roman"/>
                <a:cs typeface="Times New Roman"/>
              </a:rPr>
              <a:t> </a:t>
            </a:r>
            <a:r>
              <a:rPr sz="1950" spc="-50" dirty="0">
                <a:solidFill>
                  <a:srgbClr val="070707"/>
                </a:solidFill>
                <a:latin typeface="Times New Roman"/>
                <a:cs typeface="Times New Roman"/>
              </a:rPr>
              <a:t>{</a:t>
            </a:r>
            <a:endParaRPr sz="1950" dirty="0">
              <a:latin typeface="Times New Roman"/>
              <a:cs typeface="Times New Roman"/>
            </a:endParaRPr>
          </a:p>
          <a:p>
            <a:pPr marL="3844925">
              <a:lnSpc>
                <a:spcPts val="2960"/>
              </a:lnSpc>
            </a:pPr>
            <a:r>
              <a:rPr sz="1900" dirty="0">
                <a:solidFill>
                  <a:srgbClr val="070707"/>
                </a:solidFill>
                <a:latin typeface="Times New Roman"/>
                <a:cs typeface="Times New Roman"/>
              </a:rPr>
              <a:t>retum(width</a:t>
            </a:r>
            <a:r>
              <a:rPr sz="1900" spc="405" dirty="0">
                <a:solidFill>
                  <a:srgbClr val="070707"/>
                </a:solidFill>
                <a:latin typeface="Times New Roman"/>
                <a:cs typeface="Times New Roman"/>
              </a:rPr>
              <a:t> </a:t>
            </a:r>
            <a:r>
              <a:rPr sz="2600" spc="-100" dirty="0">
                <a:solidFill>
                  <a:srgbClr val="070707"/>
                </a:solidFill>
                <a:latin typeface="Arial"/>
                <a:cs typeface="Arial"/>
              </a:rPr>
              <a:t>*</a:t>
            </a:r>
            <a:r>
              <a:rPr sz="2600" spc="-114" dirty="0">
                <a:solidFill>
                  <a:srgbClr val="070707"/>
                </a:solidFill>
                <a:latin typeface="Arial"/>
                <a:cs typeface="Arial"/>
              </a:rPr>
              <a:t> </a:t>
            </a:r>
            <a:r>
              <a:rPr sz="1900" dirty="0">
                <a:solidFill>
                  <a:srgbClr val="070707"/>
                </a:solidFill>
                <a:latin typeface="Times New Roman"/>
                <a:cs typeface="Times New Roman"/>
              </a:rPr>
              <a:t>height</a:t>
            </a:r>
            <a:r>
              <a:rPr sz="1900" spc="270" dirty="0">
                <a:solidFill>
                  <a:srgbClr val="070707"/>
                </a:solidFill>
                <a:latin typeface="Times New Roman"/>
                <a:cs typeface="Times New Roman"/>
              </a:rPr>
              <a:t> </a:t>
            </a:r>
            <a:r>
              <a:rPr sz="2600" spc="-130" dirty="0">
                <a:solidFill>
                  <a:srgbClr val="070707"/>
                </a:solidFill>
                <a:latin typeface="Arial"/>
                <a:cs typeface="Arial"/>
              </a:rPr>
              <a:t>*</a:t>
            </a:r>
            <a:r>
              <a:rPr sz="2600" spc="-80" dirty="0">
                <a:solidFill>
                  <a:srgbClr val="070707"/>
                </a:solidFill>
                <a:latin typeface="Arial"/>
                <a:cs typeface="Arial"/>
              </a:rPr>
              <a:t> </a:t>
            </a:r>
            <a:r>
              <a:rPr sz="1900" spc="-10" dirty="0">
                <a:solidFill>
                  <a:srgbClr val="070707"/>
                </a:solidFill>
                <a:latin typeface="Times New Roman"/>
                <a:cs typeface="Times New Roman"/>
              </a:rPr>
              <a:t>depth);</a:t>
            </a:r>
            <a:endParaRPr sz="1900" dirty="0">
              <a:latin typeface="Times New Roman"/>
              <a:cs typeface="Times New Roman"/>
            </a:endParaRPr>
          </a:p>
          <a:p>
            <a:pPr marR="1845945" algn="ctr">
              <a:lnSpc>
                <a:spcPct val="100000"/>
              </a:lnSpc>
              <a:spcBef>
                <a:spcPts val="425"/>
              </a:spcBef>
            </a:pPr>
            <a:r>
              <a:rPr sz="1700" spc="15" dirty="0">
                <a:solidFill>
                  <a:srgbClr val="070707"/>
                </a:solidFill>
                <a:latin typeface="Arial"/>
                <a:cs typeface="Arial"/>
              </a:rPr>
              <a:t>}</a:t>
            </a:r>
            <a:endParaRPr sz="1700" dirty="0">
              <a:latin typeface="Arial"/>
              <a:cs typeface="Arial"/>
            </a:endParaRPr>
          </a:p>
          <a:p>
            <a:pPr marR="6054725" algn="ctr">
              <a:lnSpc>
                <a:spcPct val="100000"/>
              </a:lnSpc>
              <a:spcBef>
                <a:spcPts val="625"/>
              </a:spcBef>
            </a:pPr>
            <a:r>
              <a:rPr sz="1700" spc="15" dirty="0">
                <a:solidFill>
                  <a:srgbClr val="070707"/>
                </a:solidFill>
                <a:latin typeface="Arial"/>
                <a:cs typeface="Arial"/>
              </a:rPr>
              <a:t>}</a:t>
            </a:r>
            <a:endParaRPr sz="1700" dirty="0">
              <a:latin typeface="Arial"/>
              <a:cs typeface="Arial"/>
            </a:endParaRPr>
          </a:p>
          <a:p>
            <a:pPr marL="12700">
              <a:lnSpc>
                <a:spcPct val="100000"/>
              </a:lnSpc>
              <a:spcBef>
                <a:spcPts val="375"/>
              </a:spcBef>
            </a:pPr>
            <a:r>
              <a:rPr sz="1900" dirty="0">
                <a:solidFill>
                  <a:srgbClr val="070707"/>
                </a:solidFill>
                <a:latin typeface="Times New Roman"/>
                <a:cs typeface="Times New Roman"/>
              </a:rPr>
              <a:t>class</a:t>
            </a:r>
            <a:r>
              <a:rPr sz="1900" spc="200" dirty="0">
                <a:solidFill>
                  <a:srgbClr val="070707"/>
                </a:solidFill>
                <a:latin typeface="Times New Roman"/>
                <a:cs typeface="Times New Roman"/>
              </a:rPr>
              <a:t> </a:t>
            </a:r>
            <a:r>
              <a:rPr sz="1900" dirty="0">
                <a:solidFill>
                  <a:srgbClr val="070707"/>
                </a:solidFill>
                <a:latin typeface="Times New Roman"/>
                <a:cs typeface="Times New Roman"/>
              </a:rPr>
              <a:t>BoxDemo</a:t>
            </a:r>
            <a:r>
              <a:rPr sz="1900" spc="325" dirty="0">
                <a:solidFill>
                  <a:srgbClr val="070707"/>
                </a:solidFill>
                <a:latin typeface="Times New Roman"/>
                <a:cs typeface="Times New Roman"/>
              </a:rPr>
              <a:t> </a:t>
            </a:r>
            <a:r>
              <a:rPr sz="1900" spc="-50" dirty="0">
                <a:solidFill>
                  <a:srgbClr val="070707"/>
                </a:solidFill>
                <a:latin typeface="Times New Roman"/>
                <a:cs typeface="Times New Roman"/>
              </a:rPr>
              <a:t>{</a:t>
            </a:r>
            <a:endParaRPr sz="1900" dirty="0">
              <a:latin typeface="Times New Roman"/>
              <a:cs typeface="Times New Roman"/>
            </a:endParaRPr>
          </a:p>
          <a:p>
            <a:pPr marL="962025" marR="2059939" indent="11430">
              <a:lnSpc>
                <a:spcPct val="115799"/>
              </a:lnSpc>
            </a:pPr>
            <a:r>
              <a:rPr sz="1900" dirty="0">
                <a:solidFill>
                  <a:srgbClr val="070707"/>
                </a:solidFill>
                <a:latin typeface="Times New Roman"/>
                <a:cs typeface="Times New Roman"/>
              </a:rPr>
              <a:t>public</a:t>
            </a:r>
            <a:r>
              <a:rPr sz="1900" spc="210" dirty="0">
                <a:solidFill>
                  <a:srgbClr val="070707"/>
                </a:solidFill>
                <a:latin typeface="Times New Roman"/>
                <a:cs typeface="Times New Roman"/>
              </a:rPr>
              <a:t> </a:t>
            </a:r>
            <a:r>
              <a:rPr sz="1900" dirty="0">
                <a:solidFill>
                  <a:srgbClr val="070707"/>
                </a:solidFill>
                <a:latin typeface="Times New Roman"/>
                <a:cs typeface="Times New Roman"/>
              </a:rPr>
              <a:t>static</a:t>
            </a:r>
            <a:r>
              <a:rPr sz="1900" spc="200" dirty="0">
                <a:solidFill>
                  <a:srgbClr val="070707"/>
                </a:solidFill>
                <a:latin typeface="Times New Roman"/>
                <a:cs typeface="Times New Roman"/>
              </a:rPr>
              <a:t> </a:t>
            </a:r>
            <a:r>
              <a:rPr sz="1900" dirty="0">
                <a:solidFill>
                  <a:srgbClr val="070707"/>
                </a:solidFill>
                <a:latin typeface="Times New Roman"/>
                <a:cs typeface="Times New Roman"/>
              </a:rPr>
              <a:t>void</a:t>
            </a:r>
            <a:r>
              <a:rPr sz="1900" spc="215" dirty="0">
                <a:solidFill>
                  <a:srgbClr val="070707"/>
                </a:solidFill>
                <a:latin typeface="Times New Roman"/>
                <a:cs typeface="Times New Roman"/>
              </a:rPr>
              <a:t> </a:t>
            </a:r>
            <a:r>
              <a:rPr sz="1900" dirty="0">
                <a:solidFill>
                  <a:srgbClr val="070707"/>
                </a:solidFill>
                <a:latin typeface="Times New Roman"/>
                <a:cs typeface="Times New Roman"/>
              </a:rPr>
              <a:t>main(String</a:t>
            </a:r>
            <a:r>
              <a:rPr sz="1900" spc="370" dirty="0">
                <a:solidFill>
                  <a:srgbClr val="070707"/>
                </a:solidFill>
                <a:latin typeface="Times New Roman"/>
                <a:cs typeface="Times New Roman"/>
              </a:rPr>
              <a:t> </a:t>
            </a:r>
            <a:r>
              <a:rPr sz="1900" dirty="0">
                <a:solidFill>
                  <a:srgbClr val="070707"/>
                </a:solidFill>
                <a:latin typeface="Times New Roman"/>
                <a:cs typeface="Times New Roman"/>
              </a:rPr>
              <a:t>args[])</a:t>
            </a:r>
            <a:r>
              <a:rPr sz="1900" spc="170" dirty="0">
                <a:solidFill>
                  <a:srgbClr val="070707"/>
                </a:solidFill>
                <a:latin typeface="Times New Roman"/>
                <a:cs typeface="Times New Roman"/>
              </a:rPr>
              <a:t> </a:t>
            </a:r>
            <a:r>
              <a:rPr sz="1900" spc="-50" dirty="0">
                <a:solidFill>
                  <a:srgbClr val="070707"/>
                </a:solidFill>
                <a:latin typeface="Times New Roman"/>
                <a:cs typeface="Times New Roman"/>
              </a:rPr>
              <a:t>{ </a:t>
            </a:r>
            <a:r>
              <a:rPr sz="1900" dirty="0">
                <a:solidFill>
                  <a:srgbClr val="070707"/>
                </a:solidFill>
                <a:latin typeface="Times New Roman"/>
                <a:cs typeface="Times New Roman"/>
              </a:rPr>
              <a:t>Box</a:t>
            </a:r>
            <a:r>
              <a:rPr sz="1900" spc="100" dirty="0">
                <a:solidFill>
                  <a:srgbClr val="070707"/>
                </a:solidFill>
                <a:latin typeface="Times New Roman"/>
                <a:cs typeface="Times New Roman"/>
              </a:rPr>
              <a:t> </a:t>
            </a:r>
            <a:r>
              <a:rPr sz="1900" spc="70" dirty="0">
                <a:solidFill>
                  <a:srgbClr val="070707"/>
                </a:solidFill>
                <a:latin typeface="Times New Roman"/>
                <a:cs typeface="Times New Roman"/>
              </a:rPr>
              <a:t>myboxl</a:t>
            </a:r>
            <a:r>
              <a:rPr sz="1900" spc="275" dirty="0">
                <a:solidFill>
                  <a:srgbClr val="070707"/>
                </a:solidFill>
                <a:latin typeface="Times New Roman"/>
                <a:cs typeface="Times New Roman"/>
              </a:rPr>
              <a:t> </a:t>
            </a:r>
            <a:r>
              <a:rPr sz="1900" spc="85" dirty="0">
                <a:solidFill>
                  <a:srgbClr val="070707"/>
                </a:solidFill>
                <a:latin typeface="Times New Roman"/>
                <a:cs typeface="Times New Roman"/>
              </a:rPr>
              <a:t>=</a:t>
            </a:r>
            <a:r>
              <a:rPr sz="1900" spc="80" dirty="0">
                <a:solidFill>
                  <a:srgbClr val="070707"/>
                </a:solidFill>
                <a:latin typeface="Times New Roman"/>
                <a:cs typeface="Times New Roman"/>
              </a:rPr>
              <a:t> </a:t>
            </a:r>
            <a:r>
              <a:rPr sz="1900" dirty="0">
                <a:solidFill>
                  <a:srgbClr val="070707"/>
                </a:solidFill>
                <a:latin typeface="Times New Roman"/>
                <a:cs typeface="Times New Roman"/>
              </a:rPr>
              <a:t>new</a:t>
            </a:r>
            <a:r>
              <a:rPr sz="1900" spc="105" dirty="0">
                <a:solidFill>
                  <a:srgbClr val="070707"/>
                </a:solidFill>
                <a:latin typeface="Times New Roman"/>
                <a:cs typeface="Times New Roman"/>
              </a:rPr>
              <a:t> </a:t>
            </a:r>
            <a:r>
              <a:rPr sz="1900" spc="-10" dirty="0">
                <a:solidFill>
                  <a:srgbClr val="070707"/>
                </a:solidFill>
                <a:latin typeface="Times New Roman"/>
                <a:cs typeface="Times New Roman"/>
              </a:rPr>
              <a:t>Box(); </a:t>
            </a:r>
            <a:r>
              <a:rPr sz="1900" spc="90" dirty="0">
                <a:solidFill>
                  <a:srgbClr val="070707"/>
                </a:solidFill>
                <a:latin typeface="Times New Roman"/>
                <a:cs typeface="Times New Roman"/>
              </a:rPr>
              <a:t>myboxl.width=</a:t>
            </a:r>
            <a:r>
              <a:rPr sz="1900" spc="280" dirty="0">
                <a:solidFill>
                  <a:srgbClr val="070707"/>
                </a:solidFill>
                <a:latin typeface="Times New Roman"/>
                <a:cs typeface="Times New Roman"/>
              </a:rPr>
              <a:t> </a:t>
            </a:r>
            <a:r>
              <a:rPr sz="1900" spc="-25" dirty="0">
                <a:solidFill>
                  <a:srgbClr val="070707"/>
                </a:solidFill>
                <a:latin typeface="Times New Roman"/>
                <a:cs typeface="Times New Roman"/>
              </a:rPr>
              <a:t>10;</a:t>
            </a:r>
            <a:endParaRPr sz="1900" dirty="0">
              <a:latin typeface="Times New Roman"/>
              <a:cs typeface="Times New Roman"/>
            </a:endParaRPr>
          </a:p>
          <a:p>
            <a:pPr marL="973455">
              <a:lnSpc>
                <a:spcPct val="100000"/>
              </a:lnSpc>
              <a:spcBef>
                <a:spcPts val="390"/>
              </a:spcBef>
            </a:pPr>
            <a:r>
              <a:rPr sz="1900" spc="60" dirty="0">
                <a:solidFill>
                  <a:srgbClr val="070707"/>
                </a:solidFill>
                <a:latin typeface="Times New Roman"/>
                <a:cs typeface="Times New Roman"/>
              </a:rPr>
              <a:t>myboxl</a:t>
            </a:r>
            <a:r>
              <a:rPr sz="1900" spc="-190" dirty="0">
                <a:solidFill>
                  <a:srgbClr val="070707"/>
                </a:solidFill>
                <a:latin typeface="Times New Roman"/>
                <a:cs typeface="Times New Roman"/>
              </a:rPr>
              <a:t> </a:t>
            </a:r>
            <a:r>
              <a:rPr sz="1900" spc="80" dirty="0">
                <a:solidFill>
                  <a:srgbClr val="2A2A2A"/>
                </a:solidFill>
                <a:latin typeface="Times New Roman"/>
                <a:cs typeface="Times New Roman"/>
              </a:rPr>
              <a:t>.height=</a:t>
            </a:r>
            <a:r>
              <a:rPr sz="1900" spc="145" dirty="0">
                <a:solidFill>
                  <a:srgbClr val="2A2A2A"/>
                </a:solidFill>
                <a:latin typeface="Times New Roman"/>
                <a:cs typeface="Times New Roman"/>
              </a:rPr>
              <a:t> </a:t>
            </a:r>
            <a:r>
              <a:rPr sz="1900" spc="-25" dirty="0">
                <a:solidFill>
                  <a:srgbClr val="070707"/>
                </a:solidFill>
                <a:latin typeface="Times New Roman"/>
                <a:cs typeface="Times New Roman"/>
              </a:rPr>
              <a:t>20;</a:t>
            </a:r>
            <a:endParaRPr sz="1900" dirty="0">
              <a:latin typeface="Times New Roman"/>
              <a:cs typeface="Times New Roman"/>
            </a:endParaRPr>
          </a:p>
          <a:p>
            <a:pPr marL="973455">
              <a:lnSpc>
                <a:spcPct val="100000"/>
              </a:lnSpc>
              <a:spcBef>
                <a:spcPts val="360"/>
              </a:spcBef>
            </a:pPr>
            <a:r>
              <a:rPr sz="1900" spc="90" dirty="0">
                <a:solidFill>
                  <a:srgbClr val="070707"/>
                </a:solidFill>
                <a:latin typeface="Times New Roman"/>
                <a:cs typeface="Times New Roman"/>
              </a:rPr>
              <a:t>myboxl.depth=</a:t>
            </a:r>
            <a:r>
              <a:rPr sz="1900" spc="260" dirty="0">
                <a:solidFill>
                  <a:srgbClr val="070707"/>
                </a:solidFill>
                <a:latin typeface="Times New Roman"/>
                <a:cs typeface="Times New Roman"/>
              </a:rPr>
              <a:t> </a:t>
            </a:r>
            <a:r>
              <a:rPr sz="1900" spc="-25" dirty="0">
                <a:solidFill>
                  <a:srgbClr val="070707"/>
                </a:solidFill>
                <a:latin typeface="Times New Roman"/>
                <a:cs typeface="Times New Roman"/>
              </a:rPr>
              <a:t>15;</a:t>
            </a:r>
            <a:endParaRPr sz="1900" dirty="0">
              <a:latin typeface="Times New Roman"/>
              <a:cs typeface="Times New Roman"/>
            </a:endParaRPr>
          </a:p>
          <a:p>
            <a:pPr marL="972185">
              <a:lnSpc>
                <a:spcPct val="100000"/>
              </a:lnSpc>
              <a:spcBef>
                <a:spcPts val="310"/>
              </a:spcBef>
            </a:pPr>
            <a:r>
              <a:rPr sz="1950" b="1" dirty="0">
                <a:solidFill>
                  <a:srgbClr val="070707"/>
                </a:solidFill>
                <a:latin typeface="Times New Roman"/>
                <a:cs typeface="Times New Roman"/>
              </a:rPr>
              <a:t>double</a:t>
            </a:r>
            <a:r>
              <a:rPr sz="1950" b="1" spc="75" dirty="0">
                <a:solidFill>
                  <a:srgbClr val="070707"/>
                </a:solidFill>
                <a:latin typeface="Times New Roman"/>
                <a:cs typeface="Times New Roman"/>
              </a:rPr>
              <a:t> </a:t>
            </a:r>
            <a:r>
              <a:rPr sz="1950" b="1" spc="-10" dirty="0">
                <a:solidFill>
                  <a:srgbClr val="070707"/>
                </a:solidFill>
                <a:latin typeface="Times New Roman"/>
                <a:cs typeface="Times New Roman"/>
              </a:rPr>
              <a:t>res=myboxl.volume();</a:t>
            </a:r>
            <a:endParaRPr sz="1950" dirty="0">
              <a:latin typeface="Times New Roman"/>
              <a:cs typeface="Times New Roman"/>
            </a:endParaRPr>
          </a:p>
          <a:p>
            <a:pPr marL="973455">
              <a:lnSpc>
                <a:spcPct val="100000"/>
              </a:lnSpc>
              <a:spcBef>
                <a:spcPts val="330"/>
              </a:spcBef>
            </a:pPr>
            <a:r>
              <a:rPr sz="1900" spc="20" dirty="0">
                <a:solidFill>
                  <a:srgbClr val="070707"/>
                </a:solidFill>
                <a:latin typeface="Times New Roman"/>
                <a:cs typeface="Times New Roman"/>
              </a:rPr>
              <a:t>System.out.println("Volume</a:t>
            </a:r>
            <a:r>
              <a:rPr sz="1900" spc="-25" dirty="0">
                <a:solidFill>
                  <a:srgbClr val="070707"/>
                </a:solidFill>
                <a:latin typeface="Times New Roman"/>
                <a:cs typeface="Times New Roman"/>
              </a:rPr>
              <a:t> </a:t>
            </a:r>
            <a:r>
              <a:rPr sz="1900" spc="55" dirty="0">
                <a:solidFill>
                  <a:srgbClr val="070707"/>
                </a:solidFill>
                <a:latin typeface="Times New Roman"/>
                <a:cs typeface="Times New Roman"/>
              </a:rPr>
              <a:t>of</a:t>
            </a:r>
            <a:r>
              <a:rPr sz="1900" spc="75" dirty="0">
                <a:solidFill>
                  <a:srgbClr val="070707"/>
                </a:solidFill>
                <a:latin typeface="Times New Roman"/>
                <a:cs typeface="Times New Roman"/>
              </a:rPr>
              <a:t> </a:t>
            </a:r>
            <a:r>
              <a:rPr sz="1900" spc="20" dirty="0">
                <a:solidFill>
                  <a:srgbClr val="070707"/>
                </a:solidFill>
                <a:latin typeface="Times New Roman"/>
                <a:cs typeface="Times New Roman"/>
              </a:rPr>
              <a:t>box</a:t>
            </a:r>
            <a:r>
              <a:rPr sz="1900" spc="165" dirty="0">
                <a:solidFill>
                  <a:srgbClr val="070707"/>
                </a:solidFill>
                <a:latin typeface="Times New Roman"/>
                <a:cs typeface="Times New Roman"/>
              </a:rPr>
              <a:t> </a:t>
            </a:r>
            <a:r>
              <a:rPr sz="1900" spc="295" dirty="0">
                <a:solidFill>
                  <a:srgbClr val="070707"/>
                </a:solidFill>
                <a:latin typeface="Times New Roman"/>
                <a:cs typeface="Times New Roman"/>
              </a:rPr>
              <a:t>is"+</a:t>
            </a:r>
            <a:r>
              <a:rPr sz="1900" spc="110" dirty="0">
                <a:solidFill>
                  <a:srgbClr val="070707"/>
                </a:solidFill>
                <a:latin typeface="Times New Roman"/>
                <a:cs typeface="Times New Roman"/>
              </a:rPr>
              <a:t> </a:t>
            </a:r>
            <a:r>
              <a:rPr sz="1900" spc="-10" dirty="0">
                <a:solidFill>
                  <a:srgbClr val="070707"/>
                </a:solidFill>
                <a:latin typeface="Times New Roman"/>
                <a:cs typeface="Times New Roman"/>
              </a:rPr>
              <a:t>res);</a:t>
            </a:r>
            <a:endParaRPr sz="1900" dirty="0">
              <a:latin typeface="Times New Roman"/>
              <a:cs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20145" y="445940"/>
            <a:ext cx="9386570" cy="3641725"/>
          </a:xfrm>
          <a:prstGeom prst="rect">
            <a:avLst/>
          </a:prstGeom>
        </p:spPr>
        <p:txBody>
          <a:bodyPr vert="horz" wrap="square" lIns="0" tIns="43815" rIns="0" bIns="0" rtlCol="0">
            <a:spAutoFit/>
          </a:bodyPr>
          <a:lstStyle/>
          <a:p>
            <a:pPr marL="297180">
              <a:lnSpc>
                <a:spcPct val="100000"/>
              </a:lnSpc>
              <a:spcBef>
                <a:spcPts val="345"/>
              </a:spcBef>
              <a:tabLst>
                <a:tab pos="4912360" algn="l"/>
              </a:tabLst>
            </a:pPr>
            <a:r>
              <a:rPr sz="2350" b="1" spc="60" dirty="0">
                <a:solidFill>
                  <a:srgbClr val="776259"/>
                </a:solidFill>
                <a:latin typeface="Times New Roman"/>
                <a:cs typeface="Times New Roman"/>
              </a:rPr>
              <a:t>Program</a:t>
            </a:r>
            <a:r>
              <a:rPr sz="2350" b="1" spc="170" dirty="0">
                <a:solidFill>
                  <a:srgbClr val="776259"/>
                </a:solidFill>
                <a:latin typeface="Times New Roman"/>
                <a:cs typeface="Times New Roman"/>
              </a:rPr>
              <a:t> </a:t>
            </a:r>
            <a:r>
              <a:rPr sz="2350" b="1" spc="75" dirty="0">
                <a:solidFill>
                  <a:srgbClr val="776259"/>
                </a:solidFill>
                <a:latin typeface="Times New Roman"/>
                <a:cs typeface="Times New Roman"/>
              </a:rPr>
              <a:t>to</a:t>
            </a:r>
            <a:r>
              <a:rPr sz="2350" b="1" spc="30" dirty="0">
                <a:solidFill>
                  <a:srgbClr val="776259"/>
                </a:solidFill>
                <a:latin typeface="Times New Roman"/>
                <a:cs typeface="Times New Roman"/>
              </a:rPr>
              <a:t> </a:t>
            </a:r>
            <a:r>
              <a:rPr sz="2350" b="1" spc="65" dirty="0">
                <a:solidFill>
                  <a:srgbClr val="776259"/>
                </a:solidFill>
                <a:latin typeface="Times New Roman"/>
                <a:cs typeface="Times New Roman"/>
              </a:rPr>
              <a:t>find</a:t>
            </a:r>
            <a:r>
              <a:rPr sz="2350" b="1" spc="25" dirty="0">
                <a:solidFill>
                  <a:srgbClr val="776259"/>
                </a:solidFill>
                <a:latin typeface="Times New Roman"/>
                <a:cs typeface="Times New Roman"/>
              </a:rPr>
              <a:t> </a:t>
            </a:r>
            <a:r>
              <a:rPr sz="2350" b="1" dirty="0">
                <a:solidFill>
                  <a:srgbClr val="776259"/>
                </a:solidFill>
                <a:latin typeface="Times New Roman"/>
                <a:cs typeface="Times New Roman"/>
              </a:rPr>
              <a:t>Volume</a:t>
            </a:r>
            <a:r>
              <a:rPr sz="2350" b="1" spc="240" dirty="0">
                <a:solidFill>
                  <a:srgbClr val="776259"/>
                </a:solidFill>
                <a:latin typeface="Times New Roman"/>
                <a:cs typeface="Times New Roman"/>
              </a:rPr>
              <a:t> </a:t>
            </a:r>
            <a:r>
              <a:rPr sz="2350" b="1" spc="85" dirty="0">
                <a:solidFill>
                  <a:srgbClr val="776259"/>
                </a:solidFill>
                <a:latin typeface="Times New Roman"/>
                <a:cs typeface="Times New Roman"/>
              </a:rPr>
              <a:t>of</a:t>
            </a:r>
            <a:r>
              <a:rPr sz="2350" b="1" dirty="0">
                <a:solidFill>
                  <a:srgbClr val="776259"/>
                </a:solidFill>
                <a:latin typeface="Times New Roman"/>
                <a:cs typeface="Times New Roman"/>
              </a:rPr>
              <a:t> </a:t>
            </a:r>
            <a:r>
              <a:rPr sz="2350" b="1" spc="90" dirty="0">
                <a:solidFill>
                  <a:srgbClr val="776259"/>
                </a:solidFill>
                <a:latin typeface="Times New Roman"/>
                <a:cs typeface="Times New Roman"/>
              </a:rPr>
              <a:t>Box</a:t>
            </a:r>
            <a:r>
              <a:rPr sz="2350" b="1" spc="-60" dirty="0">
                <a:solidFill>
                  <a:srgbClr val="776259"/>
                </a:solidFill>
                <a:latin typeface="Times New Roman"/>
                <a:cs typeface="Times New Roman"/>
              </a:rPr>
              <a:t> </a:t>
            </a:r>
            <a:r>
              <a:rPr sz="2350" dirty="0">
                <a:solidFill>
                  <a:srgbClr val="776259"/>
                </a:solidFill>
                <a:latin typeface="Times New Roman"/>
                <a:cs typeface="Times New Roman"/>
              </a:rPr>
              <a:t>-	</a:t>
            </a:r>
            <a:r>
              <a:rPr sz="2750" b="1" spc="55" dirty="0">
                <a:solidFill>
                  <a:srgbClr val="776259"/>
                </a:solidFill>
                <a:latin typeface="Times New Roman"/>
                <a:cs typeface="Times New Roman"/>
              </a:rPr>
              <a:t>With</a:t>
            </a:r>
            <a:r>
              <a:rPr sz="2750" b="1" spc="225" dirty="0">
                <a:solidFill>
                  <a:srgbClr val="776259"/>
                </a:solidFill>
                <a:latin typeface="Times New Roman"/>
                <a:cs typeface="Times New Roman"/>
              </a:rPr>
              <a:t> </a:t>
            </a:r>
            <a:r>
              <a:rPr sz="2750" b="1" dirty="0">
                <a:solidFill>
                  <a:srgbClr val="776259"/>
                </a:solidFill>
                <a:latin typeface="Times New Roman"/>
                <a:cs typeface="Times New Roman"/>
              </a:rPr>
              <a:t>return</a:t>
            </a:r>
            <a:r>
              <a:rPr sz="2750" b="1" spc="250" dirty="0">
                <a:solidFill>
                  <a:srgbClr val="776259"/>
                </a:solidFill>
                <a:latin typeface="Times New Roman"/>
                <a:cs typeface="Times New Roman"/>
              </a:rPr>
              <a:t> </a:t>
            </a:r>
            <a:r>
              <a:rPr sz="2750" b="1" spc="70" dirty="0">
                <a:solidFill>
                  <a:srgbClr val="776259"/>
                </a:solidFill>
                <a:latin typeface="Times New Roman"/>
                <a:cs typeface="Times New Roman"/>
              </a:rPr>
              <a:t>value</a:t>
            </a:r>
            <a:r>
              <a:rPr sz="2750" b="1" spc="229" dirty="0">
                <a:solidFill>
                  <a:srgbClr val="776259"/>
                </a:solidFill>
                <a:latin typeface="Times New Roman"/>
                <a:cs typeface="Times New Roman"/>
              </a:rPr>
              <a:t> </a:t>
            </a:r>
            <a:r>
              <a:rPr sz="2750" b="1" spc="55" dirty="0">
                <a:solidFill>
                  <a:srgbClr val="776259"/>
                </a:solidFill>
                <a:latin typeface="Times New Roman"/>
                <a:cs typeface="Times New Roman"/>
              </a:rPr>
              <a:t>and</a:t>
            </a:r>
            <a:endParaRPr sz="2750" dirty="0">
              <a:latin typeface="Times New Roman"/>
              <a:cs typeface="Times New Roman"/>
            </a:endParaRPr>
          </a:p>
          <a:p>
            <a:pPr marL="4126865">
              <a:lnSpc>
                <a:spcPct val="100000"/>
              </a:lnSpc>
              <a:spcBef>
                <a:spcPts val="245"/>
              </a:spcBef>
            </a:pPr>
            <a:r>
              <a:rPr sz="2750" b="1" spc="65" dirty="0">
                <a:solidFill>
                  <a:srgbClr val="776259"/>
                </a:solidFill>
                <a:latin typeface="Times New Roman"/>
                <a:cs typeface="Times New Roman"/>
              </a:rPr>
              <a:t>method</a:t>
            </a:r>
            <a:r>
              <a:rPr sz="2750" b="1" spc="204" dirty="0">
                <a:solidFill>
                  <a:srgbClr val="776259"/>
                </a:solidFill>
                <a:latin typeface="Times New Roman"/>
                <a:cs typeface="Times New Roman"/>
              </a:rPr>
              <a:t> </a:t>
            </a:r>
            <a:r>
              <a:rPr sz="2750" b="1" spc="60" dirty="0">
                <a:solidFill>
                  <a:srgbClr val="776259"/>
                </a:solidFill>
                <a:latin typeface="Times New Roman"/>
                <a:cs typeface="Times New Roman"/>
              </a:rPr>
              <a:t>with</a:t>
            </a:r>
            <a:r>
              <a:rPr sz="2750" b="1" spc="120" dirty="0">
                <a:solidFill>
                  <a:srgbClr val="776259"/>
                </a:solidFill>
                <a:latin typeface="Times New Roman"/>
                <a:cs typeface="Times New Roman"/>
              </a:rPr>
              <a:t> </a:t>
            </a:r>
            <a:r>
              <a:rPr sz="2750" b="1" spc="50" dirty="0">
                <a:solidFill>
                  <a:srgbClr val="776259"/>
                </a:solidFill>
                <a:latin typeface="Times New Roman"/>
                <a:cs typeface="Times New Roman"/>
              </a:rPr>
              <a:t>arguments</a:t>
            </a:r>
            <a:endParaRPr sz="2750" dirty="0">
              <a:latin typeface="Times New Roman"/>
              <a:cs typeface="Times New Roman"/>
            </a:endParaRPr>
          </a:p>
          <a:p>
            <a:pPr marL="12700">
              <a:lnSpc>
                <a:spcPts val="3040"/>
              </a:lnSpc>
              <a:spcBef>
                <a:spcPts val="525"/>
              </a:spcBef>
            </a:pPr>
            <a:endParaRPr sz="2550" dirty="0">
              <a:latin typeface="Arial"/>
              <a:cs typeface="Arial"/>
            </a:endParaRPr>
          </a:p>
          <a:p>
            <a:pPr marL="297815">
              <a:lnSpc>
                <a:spcPts val="3520"/>
              </a:lnSpc>
            </a:pPr>
            <a:r>
              <a:rPr sz="2950" spc="50" dirty="0">
                <a:solidFill>
                  <a:srgbClr val="010101"/>
                </a:solidFill>
                <a:latin typeface="Times New Roman"/>
                <a:cs typeface="Times New Roman"/>
              </a:rPr>
              <a:t>class</a:t>
            </a:r>
            <a:r>
              <a:rPr sz="2950" spc="135" dirty="0">
                <a:solidFill>
                  <a:srgbClr val="010101"/>
                </a:solidFill>
                <a:latin typeface="Times New Roman"/>
                <a:cs typeface="Times New Roman"/>
              </a:rPr>
              <a:t> </a:t>
            </a:r>
            <a:r>
              <a:rPr sz="2950" spc="95" dirty="0">
                <a:solidFill>
                  <a:srgbClr val="010101"/>
                </a:solidFill>
                <a:latin typeface="Times New Roman"/>
                <a:cs typeface="Times New Roman"/>
              </a:rPr>
              <a:t>Box</a:t>
            </a:r>
            <a:r>
              <a:rPr sz="2950" spc="70" dirty="0">
                <a:solidFill>
                  <a:srgbClr val="010101"/>
                </a:solidFill>
                <a:latin typeface="Times New Roman"/>
                <a:cs typeface="Times New Roman"/>
              </a:rPr>
              <a:t> </a:t>
            </a:r>
            <a:r>
              <a:rPr sz="2950" spc="35" dirty="0">
                <a:solidFill>
                  <a:srgbClr val="010101"/>
                </a:solidFill>
                <a:latin typeface="Times New Roman"/>
                <a:cs typeface="Times New Roman"/>
              </a:rPr>
              <a:t>{</a:t>
            </a:r>
            <a:endParaRPr sz="2950" dirty="0">
              <a:latin typeface="Times New Roman"/>
              <a:cs typeface="Times New Roman"/>
            </a:endParaRPr>
          </a:p>
          <a:p>
            <a:pPr marL="2396490">
              <a:lnSpc>
                <a:spcPct val="100000"/>
              </a:lnSpc>
              <a:spcBef>
                <a:spcPts val="155"/>
              </a:spcBef>
            </a:pPr>
            <a:r>
              <a:rPr sz="3000" dirty="0">
                <a:solidFill>
                  <a:srgbClr val="010101"/>
                </a:solidFill>
                <a:latin typeface="Times New Roman"/>
                <a:cs typeface="Times New Roman"/>
              </a:rPr>
              <a:t>double</a:t>
            </a:r>
            <a:r>
              <a:rPr sz="3000" spc="295" dirty="0">
                <a:solidFill>
                  <a:srgbClr val="010101"/>
                </a:solidFill>
                <a:latin typeface="Times New Roman"/>
                <a:cs typeface="Times New Roman"/>
              </a:rPr>
              <a:t> </a:t>
            </a:r>
            <a:r>
              <a:rPr sz="3000" spc="50" dirty="0">
                <a:solidFill>
                  <a:srgbClr val="010101"/>
                </a:solidFill>
                <a:latin typeface="Times New Roman"/>
                <a:cs typeface="Times New Roman"/>
              </a:rPr>
              <a:t>width,</a:t>
            </a:r>
            <a:r>
              <a:rPr sz="3000" spc="210" dirty="0">
                <a:solidFill>
                  <a:srgbClr val="010101"/>
                </a:solidFill>
                <a:latin typeface="Times New Roman"/>
                <a:cs typeface="Times New Roman"/>
              </a:rPr>
              <a:t> </a:t>
            </a:r>
            <a:r>
              <a:rPr sz="3000" dirty="0">
                <a:solidFill>
                  <a:srgbClr val="010101"/>
                </a:solidFill>
                <a:latin typeface="Times New Roman"/>
                <a:cs typeface="Times New Roman"/>
              </a:rPr>
              <a:t>height,</a:t>
            </a:r>
            <a:r>
              <a:rPr sz="3000" spc="355" dirty="0">
                <a:solidFill>
                  <a:srgbClr val="010101"/>
                </a:solidFill>
                <a:latin typeface="Times New Roman"/>
                <a:cs typeface="Times New Roman"/>
              </a:rPr>
              <a:t> </a:t>
            </a:r>
            <a:r>
              <a:rPr sz="3000" spc="-10" dirty="0">
                <a:solidFill>
                  <a:srgbClr val="010101"/>
                </a:solidFill>
                <a:latin typeface="Times New Roman"/>
                <a:cs typeface="Times New Roman"/>
              </a:rPr>
              <a:t>depth;</a:t>
            </a:r>
            <a:endParaRPr sz="3000" dirty="0">
              <a:latin typeface="Times New Roman"/>
              <a:cs typeface="Times New Roman"/>
            </a:endParaRPr>
          </a:p>
          <a:p>
            <a:pPr>
              <a:lnSpc>
                <a:spcPct val="100000"/>
              </a:lnSpc>
              <a:spcBef>
                <a:spcPts val="45"/>
              </a:spcBef>
            </a:pPr>
            <a:endParaRPr sz="3350" dirty="0">
              <a:latin typeface="Times New Roman"/>
              <a:cs typeface="Times New Roman"/>
            </a:endParaRPr>
          </a:p>
          <a:p>
            <a:pPr marL="1754505">
              <a:lnSpc>
                <a:spcPts val="3410"/>
              </a:lnSpc>
              <a:tabLst>
                <a:tab pos="3041015" algn="l"/>
              </a:tabLst>
            </a:pPr>
            <a:r>
              <a:rPr sz="3000" spc="-10" dirty="0">
                <a:solidFill>
                  <a:srgbClr val="010101"/>
                </a:solidFill>
                <a:latin typeface="Times New Roman"/>
                <a:cs typeface="Times New Roman"/>
              </a:rPr>
              <a:t>double</a:t>
            </a:r>
            <a:r>
              <a:rPr sz="3000" dirty="0">
                <a:solidFill>
                  <a:srgbClr val="010101"/>
                </a:solidFill>
                <a:latin typeface="Times New Roman"/>
                <a:cs typeface="Times New Roman"/>
              </a:rPr>
              <a:t>	volu</a:t>
            </a:r>
            <a:r>
              <a:rPr lang="en-US" sz="3000" dirty="0">
                <a:solidFill>
                  <a:srgbClr val="010101"/>
                </a:solidFill>
                <a:latin typeface="Times New Roman"/>
                <a:cs typeface="Times New Roman"/>
              </a:rPr>
              <a:t>m</a:t>
            </a:r>
            <a:r>
              <a:rPr sz="3000" dirty="0">
                <a:solidFill>
                  <a:srgbClr val="010101"/>
                </a:solidFill>
                <a:latin typeface="Times New Roman"/>
                <a:cs typeface="Times New Roman"/>
              </a:rPr>
              <a:t>e(</a:t>
            </a:r>
            <a:r>
              <a:rPr sz="3000" b="1" dirty="0">
                <a:solidFill>
                  <a:srgbClr val="010101"/>
                </a:solidFill>
                <a:latin typeface="Times New Roman"/>
                <a:cs typeface="Times New Roman"/>
              </a:rPr>
              <a:t>double</a:t>
            </a:r>
            <a:r>
              <a:rPr sz="3000" b="1" spc="430" dirty="0">
                <a:solidFill>
                  <a:srgbClr val="010101"/>
                </a:solidFill>
                <a:latin typeface="Times New Roman"/>
                <a:cs typeface="Times New Roman"/>
              </a:rPr>
              <a:t> </a:t>
            </a:r>
            <a:r>
              <a:rPr sz="2800" b="1" spc="65" dirty="0">
                <a:solidFill>
                  <a:srgbClr val="010101"/>
                </a:solidFill>
                <a:latin typeface="Times New Roman"/>
                <a:cs typeface="Times New Roman"/>
              </a:rPr>
              <a:t>w,</a:t>
            </a:r>
            <a:r>
              <a:rPr sz="2800" b="1" spc="350" dirty="0">
                <a:solidFill>
                  <a:srgbClr val="010101"/>
                </a:solidFill>
                <a:latin typeface="Times New Roman"/>
                <a:cs typeface="Times New Roman"/>
              </a:rPr>
              <a:t> </a:t>
            </a:r>
            <a:r>
              <a:rPr sz="3000" b="1" dirty="0">
                <a:solidFill>
                  <a:srgbClr val="010101"/>
                </a:solidFill>
                <a:latin typeface="Times New Roman"/>
                <a:cs typeface="Times New Roman"/>
              </a:rPr>
              <a:t>double</a:t>
            </a:r>
            <a:r>
              <a:rPr sz="3000" b="1" spc="395" dirty="0">
                <a:solidFill>
                  <a:srgbClr val="010101"/>
                </a:solidFill>
                <a:latin typeface="Times New Roman"/>
                <a:cs typeface="Times New Roman"/>
              </a:rPr>
              <a:t> </a:t>
            </a:r>
            <a:r>
              <a:rPr sz="3000" b="1" spc="60" dirty="0">
                <a:solidFill>
                  <a:srgbClr val="010101"/>
                </a:solidFill>
                <a:latin typeface="Times New Roman"/>
                <a:cs typeface="Times New Roman"/>
              </a:rPr>
              <a:t>h,</a:t>
            </a:r>
            <a:r>
              <a:rPr sz="3000" b="1" spc="210" dirty="0">
                <a:solidFill>
                  <a:srgbClr val="010101"/>
                </a:solidFill>
                <a:latin typeface="Times New Roman"/>
                <a:cs typeface="Times New Roman"/>
              </a:rPr>
              <a:t> </a:t>
            </a:r>
            <a:r>
              <a:rPr sz="3000" b="1" dirty="0">
                <a:solidFill>
                  <a:srgbClr val="010101"/>
                </a:solidFill>
                <a:latin typeface="Times New Roman"/>
                <a:cs typeface="Times New Roman"/>
              </a:rPr>
              <a:t>double</a:t>
            </a:r>
            <a:r>
              <a:rPr sz="3000" b="1" spc="405" dirty="0">
                <a:solidFill>
                  <a:srgbClr val="010101"/>
                </a:solidFill>
                <a:latin typeface="Times New Roman"/>
                <a:cs typeface="Times New Roman"/>
              </a:rPr>
              <a:t> </a:t>
            </a:r>
            <a:r>
              <a:rPr sz="3000" b="1" spc="35" dirty="0">
                <a:solidFill>
                  <a:srgbClr val="010101"/>
                </a:solidFill>
                <a:latin typeface="Times New Roman"/>
                <a:cs typeface="Times New Roman"/>
              </a:rPr>
              <a:t>d)</a:t>
            </a:r>
            <a:endParaRPr sz="3000" dirty="0">
              <a:latin typeface="Times New Roman"/>
              <a:cs typeface="Times New Roman"/>
            </a:endParaRPr>
          </a:p>
          <a:p>
            <a:pPr marL="2254885">
              <a:lnSpc>
                <a:spcPts val="3229"/>
              </a:lnSpc>
            </a:pPr>
            <a:r>
              <a:rPr sz="2850" spc="45" dirty="0">
                <a:solidFill>
                  <a:srgbClr val="010101"/>
                </a:solidFill>
                <a:latin typeface="Arial"/>
                <a:cs typeface="Arial"/>
              </a:rPr>
              <a:t>{</a:t>
            </a:r>
            <a:endParaRPr sz="2850" dirty="0">
              <a:latin typeface="Arial"/>
              <a:cs typeface="Arial"/>
            </a:endParaRPr>
          </a:p>
        </p:txBody>
      </p:sp>
      <p:sp>
        <p:nvSpPr>
          <p:cNvPr id="3" name="object 3"/>
          <p:cNvSpPr txBox="1"/>
          <p:nvPr/>
        </p:nvSpPr>
        <p:spPr>
          <a:xfrm>
            <a:off x="3977634" y="4073591"/>
            <a:ext cx="1541780" cy="483870"/>
          </a:xfrm>
          <a:prstGeom prst="rect">
            <a:avLst/>
          </a:prstGeom>
        </p:spPr>
        <p:txBody>
          <a:bodyPr vert="horz" wrap="square" lIns="0" tIns="13335" rIns="0" bIns="0" rtlCol="0">
            <a:spAutoFit/>
          </a:bodyPr>
          <a:lstStyle/>
          <a:p>
            <a:pPr marL="12700">
              <a:lnSpc>
                <a:spcPct val="100000"/>
              </a:lnSpc>
              <a:spcBef>
                <a:spcPts val="105"/>
              </a:spcBef>
            </a:pPr>
            <a:r>
              <a:rPr sz="3000" spc="-160" dirty="0">
                <a:solidFill>
                  <a:srgbClr val="010101"/>
                </a:solidFill>
                <a:latin typeface="Times New Roman"/>
                <a:cs typeface="Times New Roman"/>
              </a:rPr>
              <a:t>width=w·</a:t>
            </a:r>
            <a:endParaRPr sz="3000" dirty="0">
              <a:latin typeface="Times New Roman"/>
              <a:cs typeface="Times New Roman"/>
            </a:endParaRPr>
          </a:p>
        </p:txBody>
      </p:sp>
      <p:sp>
        <p:nvSpPr>
          <p:cNvPr id="4" name="object 4"/>
          <p:cNvSpPr txBox="1"/>
          <p:nvPr/>
        </p:nvSpPr>
        <p:spPr>
          <a:xfrm>
            <a:off x="5408840" y="4319634"/>
            <a:ext cx="92710" cy="499745"/>
          </a:xfrm>
          <a:prstGeom prst="rect">
            <a:avLst/>
          </a:prstGeom>
        </p:spPr>
        <p:txBody>
          <a:bodyPr vert="horz" wrap="square" lIns="0" tIns="13335" rIns="0" bIns="0" rtlCol="0">
            <a:spAutoFit/>
          </a:bodyPr>
          <a:lstStyle/>
          <a:p>
            <a:pPr marL="12700">
              <a:lnSpc>
                <a:spcPct val="100000"/>
              </a:lnSpc>
              <a:spcBef>
                <a:spcPts val="105"/>
              </a:spcBef>
            </a:pPr>
            <a:r>
              <a:rPr sz="3100" spc="-65" dirty="0">
                <a:solidFill>
                  <a:srgbClr val="010101"/>
                </a:solidFill>
                <a:latin typeface="Arial"/>
                <a:cs typeface="Arial"/>
              </a:rPr>
              <a:t>'</a:t>
            </a:r>
            <a:endParaRPr sz="3100">
              <a:latin typeface="Arial"/>
              <a:cs typeface="Arial"/>
            </a:endParaRPr>
          </a:p>
        </p:txBody>
      </p:sp>
      <p:sp>
        <p:nvSpPr>
          <p:cNvPr id="5" name="object 5"/>
          <p:cNvSpPr txBox="1"/>
          <p:nvPr/>
        </p:nvSpPr>
        <p:spPr>
          <a:xfrm>
            <a:off x="3977330" y="4556003"/>
            <a:ext cx="4933315" cy="1436370"/>
          </a:xfrm>
          <a:prstGeom prst="rect">
            <a:avLst/>
          </a:prstGeom>
        </p:spPr>
        <p:txBody>
          <a:bodyPr vert="horz" wrap="square" lIns="0" tIns="16510" rIns="0" bIns="0" rtlCol="0">
            <a:spAutoFit/>
          </a:bodyPr>
          <a:lstStyle/>
          <a:p>
            <a:pPr marL="31115" marR="3398520">
              <a:lnSpc>
                <a:spcPts val="3720"/>
              </a:lnSpc>
              <a:spcBef>
                <a:spcPts val="130"/>
              </a:spcBef>
            </a:pPr>
            <a:r>
              <a:rPr sz="3000" spc="-155" dirty="0">
                <a:solidFill>
                  <a:srgbClr val="010101"/>
                </a:solidFill>
                <a:latin typeface="Times New Roman"/>
                <a:cs typeface="Times New Roman"/>
              </a:rPr>
              <a:t>height=h; </a:t>
            </a:r>
            <a:r>
              <a:rPr sz="3000" spc="-80" dirty="0">
                <a:solidFill>
                  <a:srgbClr val="010101"/>
                </a:solidFill>
                <a:latin typeface="Times New Roman"/>
                <a:cs typeface="Times New Roman"/>
              </a:rPr>
              <a:t>depth=d;</a:t>
            </a:r>
            <a:endParaRPr sz="3000" dirty="0">
              <a:latin typeface="Times New Roman"/>
              <a:cs typeface="Times New Roman"/>
            </a:endParaRPr>
          </a:p>
          <a:p>
            <a:pPr marL="12700">
              <a:lnSpc>
                <a:spcPct val="100000"/>
              </a:lnSpc>
              <a:spcBef>
                <a:spcPts val="35"/>
              </a:spcBef>
            </a:pPr>
            <a:r>
              <a:rPr sz="3000" dirty="0">
                <a:solidFill>
                  <a:srgbClr val="010101"/>
                </a:solidFill>
                <a:latin typeface="Times New Roman"/>
                <a:cs typeface="Times New Roman"/>
              </a:rPr>
              <a:t>return(width</a:t>
            </a:r>
            <a:r>
              <a:rPr sz="3000" spc="565" dirty="0">
                <a:solidFill>
                  <a:srgbClr val="010101"/>
                </a:solidFill>
                <a:latin typeface="Times New Roman"/>
                <a:cs typeface="Times New Roman"/>
              </a:rPr>
              <a:t> </a:t>
            </a:r>
            <a:r>
              <a:rPr sz="3000" spc="245" dirty="0">
                <a:solidFill>
                  <a:srgbClr val="010101"/>
                </a:solidFill>
                <a:latin typeface="Times New Roman"/>
                <a:cs typeface="Times New Roman"/>
              </a:rPr>
              <a:t>*height*</a:t>
            </a:r>
            <a:r>
              <a:rPr sz="3000" spc="275" dirty="0">
                <a:solidFill>
                  <a:srgbClr val="010101"/>
                </a:solidFill>
                <a:latin typeface="Times New Roman"/>
                <a:cs typeface="Times New Roman"/>
              </a:rPr>
              <a:t> </a:t>
            </a:r>
            <a:r>
              <a:rPr sz="3000" spc="-10" dirty="0">
                <a:solidFill>
                  <a:srgbClr val="010101"/>
                </a:solidFill>
                <a:latin typeface="Times New Roman"/>
                <a:cs typeface="Times New Roman"/>
              </a:rPr>
              <a:t>depth);</a:t>
            </a:r>
            <a:endParaRPr sz="3000" dirty="0">
              <a:latin typeface="Times New Roman"/>
              <a:cs typeface="Times New Roman"/>
            </a:endParaRPr>
          </a:p>
        </p:txBody>
      </p:sp>
      <p:sp>
        <p:nvSpPr>
          <p:cNvPr id="6" name="object 6"/>
          <p:cNvSpPr txBox="1"/>
          <p:nvPr/>
        </p:nvSpPr>
        <p:spPr>
          <a:xfrm>
            <a:off x="1432937" y="5965873"/>
            <a:ext cx="1011555" cy="984250"/>
          </a:xfrm>
          <a:prstGeom prst="rect">
            <a:avLst/>
          </a:prstGeom>
        </p:spPr>
        <p:txBody>
          <a:bodyPr vert="horz" wrap="square" lIns="0" tIns="57150" rIns="0" bIns="0" rtlCol="0">
            <a:spAutoFit/>
          </a:bodyPr>
          <a:lstStyle/>
          <a:p>
            <a:pPr marL="864869">
              <a:lnSpc>
                <a:spcPct val="100000"/>
              </a:lnSpc>
              <a:spcBef>
                <a:spcPts val="450"/>
              </a:spcBef>
            </a:pPr>
            <a:r>
              <a:rPr sz="2850" spc="95" dirty="0">
                <a:solidFill>
                  <a:srgbClr val="010101"/>
                </a:solidFill>
                <a:latin typeface="Arial"/>
                <a:cs typeface="Arial"/>
              </a:rPr>
              <a:t>}</a:t>
            </a:r>
            <a:endParaRPr sz="2850" dirty="0">
              <a:latin typeface="Arial"/>
              <a:cs typeface="Arial"/>
            </a:endParaRPr>
          </a:p>
          <a:p>
            <a:pPr marL="12700">
              <a:lnSpc>
                <a:spcPct val="100000"/>
              </a:lnSpc>
              <a:spcBef>
                <a:spcPts val="355"/>
              </a:spcBef>
            </a:pPr>
            <a:r>
              <a:rPr sz="2850" spc="65" dirty="0">
                <a:solidFill>
                  <a:srgbClr val="010101"/>
                </a:solidFill>
                <a:latin typeface="Arial"/>
                <a:cs typeface="Arial"/>
              </a:rPr>
              <a:t>}</a:t>
            </a:r>
            <a:endParaRPr sz="2850" dirty="0">
              <a:latin typeface="Arial"/>
              <a:cs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04705" y="377530"/>
            <a:ext cx="8738870" cy="1061085"/>
          </a:xfrm>
          <a:prstGeom prst="rect">
            <a:avLst/>
          </a:prstGeom>
        </p:spPr>
        <p:txBody>
          <a:bodyPr vert="horz" wrap="square" lIns="0" tIns="41910" rIns="0" bIns="0" rtlCol="0">
            <a:spAutoFit/>
          </a:bodyPr>
          <a:lstStyle/>
          <a:p>
            <a:pPr marL="12700">
              <a:lnSpc>
                <a:spcPct val="100000"/>
              </a:lnSpc>
              <a:spcBef>
                <a:spcPts val="330"/>
              </a:spcBef>
              <a:tabLst>
                <a:tab pos="4662170" algn="l"/>
              </a:tabLst>
            </a:pPr>
            <a:r>
              <a:rPr sz="2350" b="1" spc="60" dirty="0">
                <a:solidFill>
                  <a:srgbClr val="776259"/>
                </a:solidFill>
                <a:latin typeface="Times New Roman"/>
                <a:cs typeface="Times New Roman"/>
              </a:rPr>
              <a:t>Program</a:t>
            </a:r>
            <a:r>
              <a:rPr sz="2350" b="1" spc="170" dirty="0">
                <a:solidFill>
                  <a:srgbClr val="776259"/>
                </a:solidFill>
                <a:latin typeface="Times New Roman"/>
                <a:cs typeface="Times New Roman"/>
              </a:rPr>
              <a:t> </a:t>
            </a:r>
            <a:r>
              <a:rPr sz="2350" b="1" spc="75" dirty="0">
                <a:solidFill>
                  <a:srgbClr val="776259"/>
                </a:solidFill>
                <a:latin typeface="Times New Roman"/>
                <a:cs typeface="Times New Roman"/>
              </a:rPr>
              <a:t>to</a:t>
            </a:r>
            <a:r>
              <a:rPr sz="2350" b="1" spc="30" dirty="0">
                <a:solidFill>
                  <a:srgbClr val="776259"/>
                </a:solidFill>
                <a:latin typeface="Times New Roman"/>
                <a:cs typeface="Times New Roman"/>
              </a:rPr>
              <a:t> </a:t>
            </a:r>
            <a:r>
              <a:rPr sz="2350" b="1" spc="75" dirty="0">
                <a:solidFill>
                  <a:srgbClr val="776259"/>
                </a:solidFill>
                <a:latin typeface="Times New Roman"/>
                <a:cs typeface="Times New Roman"/>
              </a:rPr>
              <a:t>find</a:t>
            </a:r>
            <a:r>
              <a:rPr sz="2350" b="1" spc="-15" dirty="0">
                <a:solidFill>
                  <a:srgbClr val="776259"/>
                </a:solidFill>
                <a:latin typeface="Times New Roman"/>
                <a:cs typeface="Times New Roman"/>
              </a:rPr>
              <a:t> </a:t>
            </a:r>
            <a:r>
              <a:rPr sz="2350" b="1" dirty="0">
                <a:solidFill>
                  <a:srgbClr val="776259"/>
                </a:solidFill>
                <a:latin typeface="Times New Roman"/>
                <a:cs typeface="Times New Roman"/>
              </a:rPr>
              <a:t>Volume</a:t>
            </a:r>
            <a:r>
              <a:rPr sz="2350" b="1" spc="240" dirty="0">
                <a:solidFill>
                  <a:srgbClr val="776259"/>
                </a:solidFill>
                <a:latin typeface="Times New Roman"/>
                <a:cs typeface="Times New Roman"/>
              </a:rPr>
              <a:t> </a:t>
            </a:r>
            <a:r>
              <a:rPr sz="2350" b="1" spc="85" dirty="0">
                <a:solidFill>
                  <a:srgbClr val="776259"/>
                </a:solidFill>
                <a:latin typeface="Times New Roman"/>
                <a:cs typeface="Times New Roman"/>
              </a:rPr>
              <a:t>of</a:t>
            </a:r>
            <a:r>
              <a:rPr sz="2350" b="1" dirty="0">
                <a:solidFill>
                  <a:srgbClr val="776259"/>
                </a:solidFill>
                <a:latin typeface="Times New Roman"/>
                <a:cs typeface="Times New Roman"/>
              </a:rPr>
              <a:t> </a:t>
            </a:r>
            <a:r>
              <a:rPr sz="2350" b="1" spc="90" dirty="0">
                <a:solidFill>
                  <a:srgbClr val="776259"/>
                </a:solidFill>
                <a:latin typeface="Times New Roman"/>
                <a:cs typeface="Times New Roman"/>
              </a:rPr>
              <a:t>Box</a:t>
            </a:r>
            <a:r>
              <a:rPr sz="2350" b="1" spc="-60" dirty="0">
                <a:solidFill>
                  <a:srgbClr val="776259"/>
                </a:solidFill>
                <a:latin typeface="Times New Roman"/>
                <a:cs typeface="Times New Roman"/>
              </a:rPr>
              <a:t> </a:t>
            </a:r>
            <a:r>
              <a:rPr sz="2350" dirty="0">
                <a:solidFill>
                  <a:srgbClr val="776259"/>
                </a:solidFill>
                <a:latin typeface="Times New Roman"/>
                <a:cs typeface="Times New Roman"/>
              </a:rPr>
              <a:t>-	</a:t>
            </a:r>
            <a:r>
              <a:rPr sz="3200" b="1" dirty="0">
                <a:solidFill>
                  <a:srgbClr val="776259"/>
                </a:solidFill>
                <a:latin typeface="Times New Roman"/>
                <a:cs typeface="Times New Roman"/>
              </a:rPr>
              <a:t>With</a:t>
            </a:r>
            <a:r>
              <a:rPr sz="3200" b="1" spc="250" dirty="0">
                <a:solidFill>
                  <a:srgbClr val="776259"/>
                </a:solidFill>
                <a:latin typeface="Times New Roman"/>
                <a:cs typeface="Times New Roman"/>
              </a:rPr>
              <a:t> </a:t>
            </a:r>
            <a:r>
              <a:rPr sz="3200" b="1" dirty="0">
                <a:solidFill>
                  <a:srgbClr val="776259"/>
                </a:solidFill>
                <a:latin typeface="Times New Roman"/>
                <a:cs typeface="Times New Roman"/>
              </a:rPr>
              <a:t>return</a:t>
            </a:r>
            <a:r>
              <a:rPr sz="3200" b="1" spc="245" dirty="0">
                <a:solidFill>
                  <a:srgbClr val="776259"/>
                </a:solidFill>
                <a:latin typeface="Times New Roman"/>
                <a:cs typeface="Times New Roman"/>
              </a:rPr>
              <a:t> </a:t>
            </a:r>
            <a:r>
              <a:rPr sz="3200" b="1" spc="50" dirty="0">
                <a:solidFill>
                  <a:srgbClr val="776259"/>
                </a:solidFill>
                <a:latin typeface="Times New Roman"/>
                <a:cs typeface="Times New Roman"/>
              </a:rPr>
              <a:t>value</a:t>
            </a:r>
            <a:r>
              <a:rPr sz="3200" b="1" spc="250" dirty="0">
                <a:solidFill>
                  <a:srgbClr val="776259"/>
                </a:solidFill>
                <a:latin typeface="Times New Roman"/>
                <a:cs typeface="Times New Roman"/>
              </a:rPr>
              <a:t> </a:t>
            </a:r>
            <a:r>
              <a:rPr sz="3200" b="1" spc="35" dirty="0">
                <a:solidFill>
                  <a:srgbClr val="776259"/>
                </a:solidFill>
                <a:latin typeface="Times New Roman"/>
                <a:cs typeface="Times New Roman"/>
              </a:rPr>
              <a:t>and</a:t>
            </a:r>
            <a:endParaRPr sz="3200">
              <a:latin typeface="Times New Roman"/>
              <a:cs typeface="Times New Roman"/>
            </a:endParaRPr>
          </a:p>
          <a:p>
            <a:pPr marL="3843020">
              <a:lnSpc>
                <a:spcPct val="100000"/>
              </a:lnSpc>
              <a:spcBef>
                <a:spcPts val="235"/>
              </a:spcBef>
            </a:pPr>
            <a:r>
              <a:rPr sz="3200" b="1" dirty="0">
                <a:solidFill>
                  <a:srgbClr val="776259"/>
                </a:solidFill>
                <a:latin typeface="Times New Roman"/>
                <a:cs typeface="Times New Roman"/>
              </a:rPr>
              <a:t>method</a:t>
            </a:r>
            <a:r>
              <a:rPr sz="3200" b="1" spc="345" dirty="0">
                <a:solidFill>
                  <a:srgbClr val="776259"/>
                </a:solidFill>
                <a:latin typeface="Times New Roman"/>
                <a:cs typeface="Times New Roman"/>
              </a:rPr>
              <a:t> </a:t>
            </a:r>
            <a:r>
              <a:rPr sz="3200" b="1" spc="55" dirty="0">
                <a:solidFill>
                  <a:srgbClr val="776259"/>
                </a:solidFill>
                <a:latin typeface="Times New Roman"/>
                <a:cs typeface="Times New Roman"/>
              </a:rPr>
              <a:t>with</a:t>
            </a:r>
            <a:r>
              <a:rPr sz="3200" b="1" spc="204" dirty="0">
                <a:solidFill>
                  <a:srgbClr val="776259"/>
                </a:solidFill>
                <a:latin typeface="Times New Roman"/>
                <a:cs typeface="Times New Roman"/>
              </a:rPr>
              <a:t> </a:t>
            </a:r>
            <a:r>
              <a:rPr sz="3200" b="1" spc="-10" dirty="0">
                <a:solidFill>
                  <a:srgbClr val="776259"/>
                </a:solidFill>
                <a:latin typeface="Times New Roman"/>
                <a:cs typeface="Times New Roman"/>
              </a:rPr>
              <a:t>arguments</a:t>
            </a:r>
            <a:endParaRPr sz="3200">
              <a:latin typeface="Times New Roman"/>
              <a:cs typeface="Times New Roman"/>
            </a:endParaRPr>
          </a:p>
        </p:txBody>
      </p:sp>
      <p:sp>
        <p:nvSpPr>
          <p:cNvPr id="3" name="object 3"/>
          <p:cNvSpPr txBox="1"/>
          <p:nvPr/>
        </p:nvSpPr>
        <p:spPr>
          <a:xfrm>
            <a:off x="543586" y="1399405"/>
            <a:ext cx="8238490" cy="4894289"/>
          </a:xfrm>
          <a:prstGeom prst="rect">
            <a:avLst/>
          </a:prstGeom>
        </p:spPr>
        <p:txBody>
          <a:bodyPr vert="horz" wrap="square" lIns="0" tIns="13335" rIns="0" bIns="0" rtlCol="0">
            <a:spAutoFit/>
          </a:bodyPr>
          <a:lstStyle/>
          <a:p>
            <a:pPr marL="12700">
              <a:lnSpc>
                <a:spcPct val="100000"/>
              </a:lnSpc>
              <a:spcBef>
                <a:spcPts val="105"/>
              </a:spcBef>
            </a:pPr>
            <a:endParaRPr sz="2650" dirty="0">
              <a:latin typeface="Times New Roman"/>
              <a:cs typeface="Times New Roman"/>
            </a:endParaRPr>
          </a:p>
          <a:p>
            <a:pPr>
              <a:lnSpc>
                <a:spcPct val="100000"/>
              </a:lnSpc>
            </a:pPr>
            <a:endParaRPr sz="2900" dirty="0">
              <a:latin typeface="Times New Roman"/>
              <a:cs typeface="Times New Roman"/>
            </a:endParaRPr>
          </a:p>
          <a:p>
            <a:pPr marL="275590">
              <a:lnSpc>
                <a:spcPct val="100000"/>
              </a:lnSpc>
              <a:spcBef>
                <a:spcPts val="2515"/>
              </a:spcBef>
            </a:pPr>
            <a:r>
              <a:rPr sz="2650" spc="85" dirty="0">
                <a:solidFill>
                  <a:srgbClr val="030303"/>
                </a:solidFill>
                <a:latin typeface="Times New Roman"/>
                <a:cs typeface="Times New Roman"/>
              </a:rPr>
              <a:t>class</a:t>
            </a:r>
            <a:r>
              <a:rPr sz="2650" spc="90" dirty="0">
                <a:solidFill>
                  <a:srgbClr val="030303"/>
                </a:solidFill>
                <a:latin typeface="Times New Roman"/>
                <a:cs typeface="Times New Roman"/>
              </a:rPr>
              <a:t> </a:t>
            </a:r>
            <a:r>
              <a:rPr sz="2650" spc="140" dirty="0">
                <a:solidFill>
                  <a:srgbClr val="030303"/>
                </a:solidFill>
                <a:latin typeface="Times New Roman"/>
                <a:cs typeface="Times New Roman"/>
              </a:rPr>
              <a:t>BoxDemo</a:t>
            </a:r>
            <a:r>
              <a:rPr sz="2650" spc="300" dirty="0">
                <a:solidFill>
                  <a:srgbClr val="030303"/>
                </a:solidFill>
                <a:latin typeface="Times New Roman"/>
                <a:cs typeface="Times New Roman"/>
              </a:rPr>
              <a:t> </a:t>
            </a:r>
            <a:r>
              <a:rPr sz="2650" spc="60" dirty="0">
                <a:solidFill>
                  <a:srgbClr val="030303"/>
                </a:solidFill>
                <a:latin typeface="Times New Roman"/>
                <a:cs typeface="Times New Roman"/>
              </a:rPr>
              <a:t>{</a:t>
            </a:r>
            <a:endParaRPr sz="2650" dirty="0">
              <a:latin typeface="Times New Roman"/>
              <a:cs typeface="Times New Roman"/>
            </a:endParaRPr>
          </a:p>
          <a:p>
            <a:pPr marL="1207770" marR="1213485" indent="22860">
              <a:lnSpc>
                <a:spcPts val="4250"/>
              </a:lnSpc>
              <a:spcBef>
                <a:spcPts val="300"/>
              </a:spcBef>
              <a:tabLst>
                <a:tab pos="3228975" algn="l"/>
              </a:tabLst>
            </a:pPr>
            <a:r>
              <a:rPr sz="2650" spc="105" dirty="0">
                <a:solidFill>
                  <a:srgbClr val="030303"/>
                </a:solidFill>
                <a:latin typeface="Times New Roman"/>
                <a:cs typeface="Times New Roman"/>
              </a:rPr>
              <a:t>public</a:t>
            </a:r>
            <a:r>
              <a:rPr sz="2650" spc="114" dirty="0">
                <a:solidFill>
                  <a:srgbClr val="030303"/>
                </a:solidFill>
                <a:latin typeface="Times New Roman"/>
                <a:cs typeface="Times New Roman"/>
              </a:rPr>
              <a:t> </a:t>
            </a:r>
            <a:r>
              <a:rPr sz="2650" spc="85" dirty="0">
                <a:solidFill>
                  <a:srgbClr val="030303"/>
                </a:solidFill>
                <a:latin typeface="Times New Roman"/>
                <a:cs typeface="Times New Roman"/>
              </a:rPr>
              <a:t>static</a:t>
            </a:r>
            <a:r>
              <a:rPr sz="2650" spc="95" dirty="0">
                <a:solidFill>
                  <a:srgbClr val="030303"/>
                </a:solidFill>
                <a:latin typeface="Times New Roman"/>
                <a:cs typeface="Times New Roman"/>
              </a:rPr>
              <a:t> </a:t>
            </a:r>
            <a:r>
              <a:rPr sz="2650" spc="114" dirty="0">
                <a:solidFill>
                  <a:srgbClr val="030303"/>
                </a:solidFill>
                <a:latin typeface="Times New Roman"/>
                <a:cs typeface="Times New Roman"/>
              </a:rPr>
              <a:t>void</a:t>
            </a:r>
            <a:r>
              <a:rPr sz="2650" spc="120" dirty="0">
                <a:solidFill>
                  <a:srgbClr val="030303"/>
                </a:solidFill>
                <a:latin typeface="Times New Roman"/>
                <a:cs typeface="Times New Roman"/>
              </a:rPr>
              <a:t> </a:t>
            </a:r>
            <a:r>
              <a:rPr sz="2650" spc="100" dirty="0">
                <a:solidFill>
                  <a:srgbClr val="030303"/>
                </a:solidFill>
                <a:latin typeface="Times New Roman"/>
                <a:cs typeface="Times New Roman"/>
              </a:rPr>
              <a:t>main(String</a:t>
            </a:r>
            <a:r>
              <a:rPr sz="2650" spc="290" dirty="0">
                <a:solidFill>
                  <a:srgbClr val="030303"/>
                </a:solidFill>
                <a:latin typeface="Times New Roman"/>
                <a:cs typeface="Times New Roman"/>
              </a:rPr>
              <a:t> </a:t>
            </a:r>
            <a:r>
              <a:rPr sz="2650" spc="80" dirty="0">
                <a:solidFill>
                  <a:srgbClr val="030303"/>
                </a:solidFill>
                <a:latin typeface="Times New Roman"/>
                <a:cs typeface="Times New Roman"/>
              </a:rPr>
              <a:t>args[])</a:t>
            </a:r>
            <a:r>
              <a:rPr sz="2650" spc="204" dirty="0">
                <a:solidFill>
                  <a:srgbClr val="030303"/>
                </a:solidFill>
                <a:latin typeface="Times New Roman"/>
                <a:cs typeface="Times New Roman"/>
              </a:rPr>
              <a:t> </a:t>
            </a:r>
            <a:r>
              <a:rPr sz="2650" spc="50" dirty="0">
                <a:solidFill>
                  <a:srgbClr val="030303"/>
                </a:solidFill>
                <a:latin typeface="Times New Roman"/>
                <a:cs typeface="Times New Roman"/>
              </a:rPr>
              <a:t>{ </a:t>
            </a:r>
            <a:r>
              <a:rPr sz="2650" spc="145" dirty="0">
                <a:solidFill>
                  <a:srgbClr val="030303"/>
                </a:solidFill>
                <a:latin typeface="Times New Roman"/>
                <a:cs typeface="Times New Roman"/>
              </a:rPr>
              <a:t>Box</a:t>
            </a:r>
            <a:r>
              <a:rPr sz="2650" spc="50" dirty="0">
                <a:solidFill>
                  <a:srgbClr val="030303"/>
                </a:solidFill>
                <a:latin typeface="Times New Roman"/>
                <a:cs typeface="Times New Roman"/>
              </a:rPr>
              <a:t> </a:t>
            </a:r>
            <a:r>
              <a:rPr sz="2650" spc="160" dirty="0">
                <a:solidFill>
                  <a:srgbClr val="030303"/>
                </a:solidFill>
                <a:latin typeface="Times New Roman"/>
                <a:cs typeface="Times New Roman"/>
              </a:rPr>
              <a:t>myboxl</a:t>
            </a:r>
            <a:r>
              <a:rPr sz="2650" dirty="0">
                <a:solidFill>
                  <a:srgbClr val="030303"/>
                </a:solidFill>
                <a:latin typeface="Times New Roman"/>
                <a:cs typeface="Times New Roman"/>
              </a:rPr>
              <a:t>	</a:t>
            </a:r>
            <a:r>
              <a:rPr sz="2650" spc="-690" dirty="0">
                <a:solidFill>
                  <a:srgbClr val="030303"/>
                </a:solidFill>
                <a:latin typeface="Times New Roman"/>
                <a:cs typeface="Times New Roman"/>
              </a:rPr>
              <a:t>==</a:t>
            </a:r>
            <a:r>
              <a:rPr sz="2650" spc="120" dirty="0">
                <a:solidFill>
                  <a:srgbClr val="030303"/>
                </a:solidFill>
                <a:latin typeface="Times New Roman"/>
                <a:cs typeface="Times New Roman"/>
              </a:rPr>
              <a:t> </a:t>
            </a:r>
            <a:r>
              <a:rPr sz="2650" spc="140" dirty="0">
                <a:solidFill>
                  <a:srgbClr val="030303"/>
                </a:solidFill>
                <a:latin typeface="Times New Roman"/>
                <a:cs typeface="Times New Roman"/>
              </a:rPr>
              <a:t>new</a:t>
            </a:r>
            <a:r>
              <a:rPr sz="2650" spc="125" dirty="0">
                <a:solidFill>
                  <a:srgbClr val="030303"/>
                </a:solidFill>
                <a:latin typeface="Times New Roman"/>
                <a:cs typeface="Times New Roman"/>
              </a:rPr>
              <a:t> </a:t>
            </a:r>
            <a:r>
              <a:rPr sz="2650" spc="90" dirty="0">
                <a:solidFill>
                  <a:srgbClr val="030303"/>
                </a:solidFill>
                <a:latin typeface="Times New Roman"/>
                <a:cs typeface="Times New Roman"/>
              </a:rPr>
              <a:t>Box();</a:t>
            </a:r>
            <a:endParaRPr sz="2650" dirty="0">
              <a:latin typeface="Times New Roman"/>
              <a:cs typeface="Times New Roman"/>
            </a:endParaRPr>
          </a:p>
          <a:p>
            <a:pPr marL="1020444">
              <a:lnSpc>
                <a:spcPct val="100000"/>
              </a:lnSpc>
              <a:spcBef>
                <a:spcPts val="575"/>
              </a:spcBef>
            </a:pPr>
            <a:r>
              <a:rPr sz="2650" spc="100" dirty="0">
                <a:solidFill>
                  <a:srgbClr val="030303"/>
                </a:solidFill>
                <a:latin typeface="Times New Roman"/>
                <a:cs typeface="Times New Roman"/>
              </a:rPr>
              <a:t>double</a:t>
            </a:r>
            <a:r>
              <a:rPr sz="2650" spc="130" dirty="0">
                <a:solidFill>
                  <a:srgbClr val="030303"/>
                </a:solidFill>
                <a:latin typeface="Times New Roman"/>
                <a:cs typeface="Times New Roman"/>
              </a:rPr>
              <a:t> </a:t>
            </a:r>
            <a:r>
              <a:rPr sz="2650" spc="-10" dirty="0">
                <a:solidFill>
                  <a:srgbClr val="030303"/>
                </a:solidFill>
                <a:latin typeface="Times New Roman"/>
                <a:cs typeface="Times New Roman"/>
              </a:rPr>
              <a:t>res==myboxl </a:t>
            </a:r>
            <a:r>
              <a:rPr sz="2800" b="1" spc="45" dirty="0">
                <a:solidFill>
                  <a:srgbClr val="030303"/>
                </a:solidFill>
                <a:latin typeface="Times New Roman"/>
                <a:cs typeface="Times New Roman"/>
              </a:rPr>
              <a:t>.volume(l0,20,15);</a:t>
            </a:r>
            <a:endParaRPr sz="2800" dirty="0">
              <a:latin typeface="Times New Roman"/>
              <a:cs typeface="Times New Roman"/>
            </a:endParaRPr>
          </a:p>
          <a:p>
            <a:pPr marL="1326515">
              <a:lnSpc>
                <a:spcPct val="100000"/>
              </a:lnSpc>
              <a:spcBef>
                <a:spcPts val="1090"/>
              </a:spcBef>
            </a:pPr>
            <a:r>
              <a:rPr sz="2650" spc="105" dirty="0">
                <a:solidFill>
                  <a:srgbClr val="030303"/>
                </a:solidFill>
                <a:latin typeface="Times New Roman"/>
                <a:cs typeface="Times New Roman"/>
              </a:rPr>
              <a:t>System.out.println(''Volume</a:t>
            </a:r>
            <a:r>
              <a:rPr sz="2650" spc="75" dirty="0">
                <a:solidFill>
                  <a:srgbClr val="030303"/>
                </a:solidFill>
                <a:latin typeface="Times New Roman"/>
                <a:cs typeface="Times New Roman"/>
              </a:rPr>
              <a:t> </a:t>
            </a:r>
            <a:r>
              <a:rPr sz="2650" spc="110" dirty="0">
                <a:solidFill>
                  <a:srgbClr val="030303"/>
                </a:solidFill>
                <a:latin typeface="Times New Roman"/>
                <a:cs typeface="Times New Roman"/>
              </a:rPr>
              <a:t>of </a:t>
            </a:r>
            <a:r>
              <a:rPr sz="2650" spc="130" dirty="0">
                <a:solidFill>
                  <a:srgbClr val="030303"/>
                </a:solidFill>
                <a:latin typeface="Times New Roman"/>
                <a:cs typeface="Times New Roman"/>
              </a:rPr>
              <a:t>box</a:t>
            </a:r>
            <a:r>
              <a:rPr sz="2650" spc="135" dirty="0">
                <a:solidFill>
                  <a:srgbClr val="030303"/>
                </a:solidFill>
                <a:latin typeface="Times New Roman"/>
                <a:cs typeface="Times New Roman"/>
              </a:rPr>
              <a:t> </a:t>
            </a:r>
            <a:r>
              <a:rPr sz="2650" spc="430" dirty="0">
                <a:solidFill>
                  <a:srgbClr val="030303"/>
                </a:solidFill>
                <a:latin typeface="Times New Roman"/>
                <a:cs typeface="Times New Roman"/>
              </a:rPr>
              <a:t>is''+</a:t>
            </a:r>
            <a:r>
              <a:rPr sz="2650" spc="70" dirty="0">
                <a:solidFill>
                  <a:srgbClr val="030303"/>
                </a:solidFill>
                <a:latin typeface="Times New Roman"/>
                <a:cs typeface="Times New Roman"/>
              </a:rPr>
              <a:t> </a:t>
            </a:r>
            <a:r>
              <a:rPr sz="2650" spc="80" dirty="0">
                <a:solidFill>
                  <a:srgbClr val="030303"/>
                </a:solidFill>
                <a:latin typeface="Times New Roman"/>
                <a:cs typeface="Times New Roman"/>
              </a:rPr>
              <a:t>res);</a:t>
            </a:r>
            <a:endParaRPr sz="2650" dirty="0">
              <a:latin typeface="Times New Roman"/>
              <a:cs typeface="Times New Roman"/>
            </a:endParaRPr>
          </a:p>
          <a:p>
            <a:pPr marL="669290">
              <a:lnSpc>
                <a:spcPct val="100000"/>
              </a:lnSpc>
              <a:spcBef>
                <a:spcPts val="1100"/>
              </a:spcBef>
            </a:pPr>
            <a:r>
              <a:rPr sz="2700" spc="90" dirty="0">
                <a:solidFill>
                  <a:srgbClr val="030303"/>
                </a:solidFill>
                <a:latin typeface="Arial"/>
                <a:cs typeface="Arial"/>
              </a:rPr>
              <a:t>}</a:t>
            </a:r>
            <a:endParaRPr sz="2700" dirty="0">
              <a:latin typeface="Arial"/>
              <a:cs typeface="Arial"/>
            </a:endParaRPr>
          </a:p>
          <a:p>
            <a:pPr marL="298450">
              <a:lnSpc>
                <a:spcPct val="100000"/>
              </a:lnSpc>
              <a:spcBef>
                <a:spcPts val="985"/>
              </a:spcBef>
            </a:pPr>
            <a:r>
              <a:rPr sz="2700" spc="55" dirty="0">
                <a:solidFill>
                  <a:srgbClr val="030303"/>
                </a:solidFill>
                <a:latin typeface="Arial"/>
                <a:cs typeface="Arial"/>
              </a:rPr>
              <a:t>}</a:t>
            </a:r>
            <a:endParaRPr sz="2700" dirty="0">
              <a:latin typeface="Arial"/>
              <a:cs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22225">
              <a:lnSpc>
                <a:spcPct val="100000"/>
              </a:lnSpc>
              <a:spcBef>
                <a:spcPts val="110"/>
              </a:spcBef>
            </a:pPr>
            <a:r>
              <a:rPr sz="4450" spc="-10" dirty="0">
                <a:solidFill>
                  <a:srgbClr val="79675E"/>
                </a:solidFill>
                <a:latin typeface="Times New Roman"/>
                <a:cs typeface="Times New Roman"/>
              </a:rPr>
              <a:t>Constructors</a:t>
            </a:r>
            <a:endParaRPr sz="4450">
              <a:latin typeface="Times New Roman"/>
              <a:cs typeface="Times New Roman"/>
            </a:endParaRPr>
          </a:p>
        </p:txBody>
      </p:sp>
      <p:sp>
        <p:nvSpPr>
          <p:cNvPr id="3" name="object 3"/>
          <p:cNvSpPr txBox="1"/>
          <p:nvPr/>
        </p:nvSpPr>
        <p:spPr>
          <a:xfrm>
            <a:off x="317500" y="1111250"/>
            <a:ext cx="9832314" cy="6351482"/>
          </a:xfrm>
          <a:prstGeom prst="rect">
            <a:avLst/>
          </a:prstGeom>
        </p:spPr>
        <p:txBody>
          <a:bodyPr vert="horz" wrap="square" lIns="0" tIns="90170" rIns="0" bIns="0" rtlCol="0">
            <a:spAutoFit/>
          </a:bodyPr>
          <a:lstStyle/>
          <a:p>
            <a:pPr marL="12700">
              <a:lnSpc>
                <a:spcPct val="100000"/>
              </a:lnSpc>
              <a:spcBef>
                <a:spcPts val="710"/>
              </a:spcBef>
            </a:pPr>
            <a:endParaRPr sz="2650" dirty="0">
              <a:latin typeface="Times New Roman"/>
              <a:cs typeface="Times New Roman"/>
            </a:endParaRPr>
          </a:p>
          <a:p>
            <a:pPr marL="1087755" marR="41910" indent="-341630" algn="just">
              <a:lnSpc>
                <a:spcPct val="104099"/>
              </a:lnSpc>
              <a:spcBef>
                <a:spcPts val="525"/>
              </a:spcBef>
              <a:buClr>
                <a:srgbClr val="DA8044"/>
              </a:buClr>
              <a:buFont typeface="Arial"/>
              <a:buChar char="□"/>
              <a:tabLst>
                <a:tab pos="1091565" algn="l"/>
              </a:tabLst>
            </a:pPr>
            <a:r>
              <a:rPr lang="en-US" sz="2400" spc="55" dirty="0">
                <a:solidFill>
                  <a:srgbClr val="010101"/>
                </a:solidFill>
                <a:latin typeface="Times New Roman"/>
                <a:cs typeface="Times New Roman"/>
              </a:rPr>
              <a:t>A </a:t>
            </a:r>
            <a:r>
              <a:rPr lang="en-US" sz="2600" spc="55" dirty="0">
                <a:solidFill>
                  <a:srgbClr val="010101"/>
                </a:solidFill>
                <a:latin typeface="Times New Roman"/>
                <a:cs typeface="Times New Roman"/>
              </a:rPr>
              <a:t>constructor is a special method or special member of the class which is used to initialize data members. whose name is the same as the name of its class in which it is declared and defined.</a:t>
            </a:r>
          </a:p>
          <a:p>
            <a:pPr marL="1087755" marR="41910" indent="-341630" algn="just">
              <a:lnSpc>
                <a:spcPct val="104099"/>
              </a:lnSpc>
              <a:spcBef>
                <a:spcPts val="525"/>
              </a:spcBef>
              <a:buClr>
                <a:srgbClr val="DA8044"/>
              </a:buClr>
              <a:buFont typeface="Arial"/>
              <a:buChar char="□"/>
              <a:tabLst>
                <a:tab pos="1091565" algn="l"/>
              </a:tabLst>
            </a:pPr>
            <a:r>
              <a:rPr lang="en-US" sz="2600" spc="55" dirty="0">
                <a:solidFill>
                  <a:srgbClr val="010101"/>
                </a:solidFill>
                <a:latin typeface="Times New Roman"/>
                <a:cs typeface="Times New Roman"/>
              </a:rPr>
              <a:t>A  constructor  initializes  an  object  immediately 	upon creation.</a:t>
            </a:r>
            <a:endParaRPr sz="2600" spc="55" dirty="0">
              <a:solidFill>
                <a:srgbClr val="010101"/>
              </a:solidFill>
              <a:latin typeface="Times New Roman"/>
              <a:cs typeface="Times New Roman"/>
            </a:endParaRPr>
          </a:p>
          <a:p>
            <a:pPr marL="1090295" marR="5080" indent="-343535" algn="just">
              <a:lnSpc>
                <a:spcPct val="104800"/>
              </a:lnSpc>
              <a:spcBef>
                <a:spcPts val="730"/>
              </a:spcBef>
              <a:buFont typeface="Arial"/>
              <a:buChar char="□"/>
              <a:tabLst>
                <a:tab pos="1090295" algn="l"/>
                <a:tab pos="1091565" algn="l"/>
              </a:tabLst>
            </a:pPr>
            <a:r>
              <a:rPr sz="2600" spc="55" dirty="0">
                <a:solidFill>
                  <a:srgbClr val="010101"/>
                </a:solidFill>
                <a:latin typeface="Times New Roman"/>
                <a:cs typeface="Times New Roman"/>
              </a:rPr>
              <a:t>	Once  defined,  the  constructor  is  automatically called  immediately  after  the  object  is  created, before the new operator.</a:t>
            </a:r>
          </a:p>
          <a:p>
            <a:pPr marL="1090930" indent="-344170" algn="just">
              <a:lnSpc>
                <a:spcPct val="100000"/>
              </a:lnSpc>
              <a:spcBef>
                <a:spcPts val="894"/>
              </a:spcBef>
              <a:buClr>
                <a:srgbClr val="DA8044"/>
              </a:buClr>
              <a:buFont typeface="Arial"/>
              <a:buChar char="□"/>
              <a:tabLst>
                <a:tab pos="1090930" algn="l"/>
              </a:tabLst>
            </a:pPr>
            <a:r>
              <a:rPr sz="2600" spc="55" dirty="0">
                <a:solidFill>
                  <a:srgbClr val="010101"/>
                </a:solidFill>
                <a:latin typeface="Times New Roman"/>
                <a:cs typeface="Times New Roman"/>
              </a:rPr>
              <a:t>Constructors -  have no return type, not even void</a:t>
            </a:r>
            <a:r>
              <a:rPr lang="en-US" sz="2600" spc="55" dirty="0">
                <a:solidFill>
                  <a:srgbClr val="010101"/>
                </a:solidFill>
                <a:latin typeface="Times New Roman"/>
                <a:cs typeface="Times New Roman"/>
              </a:rPr>
              <a:t> because the implicit return type of a class constructor is the class type itself </a:t>
            </a:r>
          </a:p>
          <a:p>
            <a:pPr marL="1090930" indent="-344170" algn="just">
              <a:lnSpc>
                <a:spcPct val="100000"/>
              </a:lnSpc>
              <a:spcBef>
                <a:spcPts val="894"/>
              </a:spcBef>
              <a:buClr>
                <a:srgbClr val="DA8044"/>
              </a:buClr>
              <a:buFont typeface="Arial"/>
              <a:buChar char="□"/>
              <a:tabLst>
                <a:tab pos="1090930" algn="l"/>
              </a:tabLst>
            </a:pPr>
            <a:r>
              <a:rPr lang="en-IN" sz="2600" spc="55" dirty="0">
                <a:solidFill>
                  <a:srgbClr val="010101"/>
                </a:solidFill>
                <a:latin typeface="Times New Roman"/>
                <a:cs typeface="Times New Roman"/>
              </a:rPr>
              <a:t>The constructors are always public and non static.</a:t>
            </a:r>
            <a:endParaRPr sz="2600" spc="55" dirty="0">
              <a:solidFill>
                <a:srgbClr val="010101"/>
              </a:solidFill>
              <a:latin typeface="Times New Roman"/>
              <a:cs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980C9-4EA3-E6BD-6F29-3EC74A6DA031}"/>
              </a:ext>
            </a:extLst>
          </p:cNvPr>
          <p:cNvSpPr>
            <a:spLocks noGrp="1"/>
          </p:cNvSpPr>
          <p:nvPr>
            <p:ph type="title"/>
          </p:nvPr>
        </p:nvSpPr>
        <p:spPr>
          <a:xfrm>
            <a:off x="1276567" y="575905"/>
            <a:ext cx="8465820" cy="638636"/>
          </a:xfrm>
        </p:spPr>
        <p:txBody>
          <a:bodyPr/>
          <a:lstStyle/>
          <a:p>
            <a:r>
              <a:rPr lang="en-US" dirty="0"/>
              <a:t>Types of constructors</a:t>
            </a:r>
            <a:endParaRPr lang="en-IN" dirty="0"/>
          </a:p>
        </p:txBody>
      </p:sp>
      <p:sp>
        <p:nvSpPr>
          <p:cNvPr id="3" name="Text Placeholder 2">
            <a:extLst>
              <a:ext uri="{FF2B5EF4-FFF2-40B4-BE49-F238E27FC236}">
                <a16:creationId xmlns:a16="http://schemas.microsoft.com/office/drawing/2014/main" id="{A1D8E7C8-CADA-92D9-8C50-5DF0C8B4D375}"/>
              </a:ext>
            </a:extLst>
          </p:cNvPr>
          <p:cNvSpPr>
            <a:spLocks noGrp="1"/>
          </p:cNvSpPr>
          <p:nvPr>
            <p:ph type="body" idx="1"/>
          </p:nvPr>
        </p:nvSpPr>
        <p:spPr>
          <a:xfrm>
            <a:off x="927100" y="1421767"/>
            <a:ext cx="9438423" cy="6124754"/>
          </a:xfrm>
        </p:spPr>
        <p:txBody>
          <a:bodyPr/>
          <a:lstStyle/>
          <a:p>
            <a:pPr marL="342900" indent="-342900">
              <a:buFont typeface="Wingdings" panose="05000000000000000000" pitchFamily="2" charset="2"/>
              <a:buChar char="§"/>
            </a:pPr>
            <a:endParaRPr lang="en-US" sz="2400" spc="55" dirty="0">
              <a:solidFill>
                <a:srgbClr val="010101"/>
              </a:solidFill>
              <a:latin typeface="Times New Roman"/>
              <a:cs typeface="Times New Roman"/>
            </a:endParaRPr>
          </a:p>
          <a:p>
            <a:pPr marL="342900" indent="-342900">
              <a:buFont typeface="Wingdings" panose="05000000000000000000" pitchFamily="2" charset="2"/>
              <a:buChar char="§"/>
            </a:pPr>
            <a:r>
              <a:rPr lang="en-US" sz="2400" spc="55" dirty="0">
                <a:solidFill>
                  <a:srgbClr val="010101"/>
                </a:solidFill>
                <a:latin typeface="Times New Roman"/>
                <a:cs typeface="Times New Roman"/>
              </a:rPr>
              <a:t>The default constructor or non parameterized constructor</a:t>
            </a:r>
          </a:p>
          <a:p>
            <a:pPr marL="342900" indent="-342900">
              <a:buFont typeface="Wingdings" panose="05000000000000000000" pitchFamily="2" charset="2"/>
              <a:buChar char="§"/>
            </a:pPr>
            <a:r>
              <a:rPr lang="en-US" sz="2400" spc="55" dirty="0">
                <a:solidFill>
                  <a:srgbClr val="010101"/>
                </a:solidFill>
                <a:latin typeface="Times New Roman"/>
                <a:cs typeface="Times New Roman"/>
              </a:rPr>
              <a:t>Parameterized constructor</a:t>
            </a:r>
          </a:p>
          <a:p>
            <a:pPr marL="342900" indent="-342900">
              <a:buFont typeface="Wingdings" panose="05000000000000000000" pitchFamily="2" charset="2"/>
              <a:buChar char="§"/>
            </a:pPr>
            <a:r>
              <a:rPr lang="en-US" sz="2400" spc="55" dirty="0">
                <a:solidFill>
                  <a:srgbClr val="010101"/>
                </a:solidFill>
                <a:latin typeface="Times New Roman"/>
                <a:cs typeface="Times New Roman"/>
              </a:rPr>
              <a:t>The copy constructor</a:t>
            </a:r>
          </a:p>
          <a:p>
            <a:endParaRPr lang="en-IN" dirty="0"/>
          </a:p>
          <a:p>
            <a:r>
              <a:rPr lang="en-US" sz="2900" b="1" spc="55" dirty="0">
                <a:solidFill>
                  <a:srgbClr val="010101"/>
                </a:solidFill>
                <a:latin typeface="Times New Roman"/>
                <a:cs typeface="Times New Roman"/>
              </a:rPr>
              <a:t>The default constructor: </a:t>
            </a:r>
            <a:r>
              <a:rPr lang="en-US" sz="2400" spc="55" dirty="0">
                <a:solidFill>
                  <a:srgbClr val="010101"/>
                </a:solidFill>
                <a:latin typeface="Times New Roman"/>
                <a:cs typeface="Times New Roman"/>
              </a:rPr>
              <a:t>The use of the class name as a function followed by empty parenthesis is known as  default constructor or non parameterized constructor.</a:t>
            </a:r>
          </a:p>
          <a:p>
            <a:r>
              <a:rPr lang="en-US" sz="2900" b="1" spc="55" dirty="0">
                <a:solidFill>
                  <a:srgbClr val="010101"/>
                </a:solidFill>
                <a:latin typeface="Times New Roman"/>
                <a:cs typeface="Times New Roman"/>
              </a:rPr>
              <a:t>Parameterized constructor: </a:t>
            </a:r>
            <a:r>
              <a:rPr lang="en-US" sz="2400" spc="55" dirty="0">
                <a:solidFill>
                  <a:srgbClr val="010101"/>
                </a:solidFill>
                <a:latin typeface="Times New Roman"/>
                <a:cs typeface="Times New Roman"/>
              </a:rPr>
              <a:t>The use of the class name as a function followed by one(or list of primitive date type)as parameters within the parenthesis is known as parameterized constructor.</a:t>
            </a:r>
          </a:p>
          <a:p>
            <a:r>
              <a:rPr lang="en-US" sz="2400" spc="55" dirty="0">
                <a:solidFill>
                  <a:srgbClr val="010101"/>
                </a:solidFill>
                <a:latin typeface="Times New Roman"/>
                <a:cs typeface="Times New Roman"/>
              </a:rPr>
              <a:t>The actual values to the arguments of the parameterized constructor are passed at the time of creation of the object of the class.</a:t>
            </a:r>
          </a:p>
          <a:p>
            <a:r>
              <a:rPr lang="en-IN" sz="2900" b="1" spc="55" dirty="0">
                <a:solidFill>
                  <a:srgbClr val="010101"/>
                </a:solidFill>
                <a:latin typeface="Times New Roman"/>
                <a:cs typeface="Times New Roman"/>
              </a:rPr>
              <a:t>The copy constructor: </a:t>
            </a:r>
            <a:r>
              <a:rPr lang="en-IN" sz="2400" spc="55" dirty="0">
                <a:solidFill>
                  <a:srgbClr val="010101"/>
                </a:solidFill>
                <a:latin typeface="Times New Roman"/>
                <a:cs typeface="Times New Roman"/>
              </a:rPr>
              <a:t>This constructor is used to initialize one object along with the stored values to another object of the same class during declaration</a:t>
            </a:r>
            <a:r>
              <a:rPr lang="en-IN" sz="2900" spc="55" dirty="0">
                <a:solidFill>
                  <a:srgbClr val="010101"/>
                </a:solidFill>
                <a:latin typeface="Times New Roman"/>
                <a:cs typeface="Times New Roman"/>
              </a:rPr>
              <a:t>.</a:t>
            </a:r>
            <a:endParaRPr lang="en-IN" sz="2900" b="1" spc="55" dirty="0">
              <a:solidFill>
                <a:srgbClr val="010101"/>
              </a:solidFill>
              <a:latin typeface="Times New Roman"/>
              <a:cs typeface="Times New Roman"/>
            </a:endParaRPr>
          </a:p>
        </p:txBody>
      </p:sp>
    </p:spTree>
    <p:extLst>
      <p:ext uri="{BB962C8B-B14F-4D97-AF65-F5344CB8AC3E}">
        <p14:creationId xmlns:p14="http://schemas.microsoft.com/office/powerpoint/2010/main" val="27520989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46100" y="524213"/>
            <a:ext cx="9601200" cy="7292381"/>
          </a:xfrm>
          <a:prstGeom prst="rect">
            <a:avLst/>
          </a:prstGeom>
        </p:spPr>
        <p:txBody>
          <a:bodyPr vert="horz" wrap="square" lIns="0" tIns="13335" rIns="0" bIns="0" rtlCol="0">
            <a:spAutoFit/>
          </a:bodyPr>
          <a:lstStyle/>
          <a:p>
            <a:pPr marL="352425">
              <a:lnSpc>
                <a:spcPts val="3740"/>
              </a:lnSpc>
              <a:spcBef>
                <a:spcPts val="105"/>
              </a:spcBef>
            </a:pPr>
            <a:r>
              <a:rPr lang="en-US" sz="2400" b="1" dirty="0">
                <a:solidFill>
                  <a:srgbClr val="776259"/>
                </a:solidFill>
                <a:latin typeface="Times New Roman"/>
                <a:cs typeface="Times New Roman"/>
              </a:rPr>
              <a:t>Default </a:t>
            </a:r>
            <a:r>
              <a:rPr sz="2400" b="1" dirty="0">
                <a:solidFill>
                  <a:srgbClr val="776259"/>
                </a:solidFill>
                <a:latin typeface="Times New Roman"/>
                <a:cs typeface="Times New Roman"/>
              </a:rPr>
              <a:t>constructor</a:t>
            </a:r>
            <a:r>
              <a:rPr sz="2400" b="1" spc="470" dirty="0">
                <a:solidFill>
                  <a:srgbClr val="776259"/>
                </a:solidFill>
                <a:latin typeface="Times New Roman"/>
                <a:cs typeface="Times New Roman"/>
              </a:rPr>
              <a:t> </a:t>
            </a:r>
            <a:r>
              <a:rPr sz="2400" b="1" spc="65" dirty="0">
                <a:solidFill>
                  <a:srgbClr val="776259"/>
                </a:solidFill>
                <a:latin typeface="Times New Roman"/>
                <a:cs typeface="Times New Roman"/>
              </a:rPr>
              <a:t>to</a:t>
            </a:r>
            <a:r>
              <a:rPr sz="2400" b="1" spc="185" dirty="0">
                <a:solidFill>
                  <a:srgbClr val="776259"/>
                </a:solidFill>
                <a:latin typeface="Times New Roman"/>
                <a:cs typeface="Times New Roman"/>
              </a:rPr>
              <a:t> </a:t>
            </a:r>
            <a:r>
              <a:rPr sz="2400" b="1" dirty="0">
                <a:solidFill>
                  <a:srgbClr val="776259"/>
                </a:solidFill>
                <a:latin typeface="Times New Roman"/>
                <a:cs typeface="Times New Roman"/>
              </a:rPr>
              <a:t>initialize</a:t>
            </a:r>
            <a:r>
              <a:rPr sz="2400" b="1" spc="370" dirty="0">
                <a:solidFill>
                  <a:srgbClr val="776259"/>
                </a:solidFill>
                <a:latin typeface="Times New Roman"/>
                <a:cs typeface="Times New Roman"/>
              </a:rPr>
              <a:t> </a:t>
            </a:r>
            <a:r>
              <a:rPr sz="2400" b="1" spc="50" dirty="0">
                <a:solidFill>
                  <a:srgbClr val="776259"/>
                </a:solidFill>
                <a:latin typeface="Times New Roman"/>
                <a:cs typeface="Times New Roman"/>
              </a:rPr>
              <a:t>the</a:t>
            </a:r>
            <a:r>
              <a:rPr sz="2400" b="1" spc="225" dirty="0">
                <a:solidFill>
                  <a:srgbClr val="776259"/>
                </a:solidFill>
                <a:latin typeface="Times New Roman"/>
                <a:cs typeface="Times New Roman"/>
              </a:rPr>
              <a:t> </a:t>
            </a:r>
            <a:r>
              <a:rPr sz="2400" b="1" dirty="0">
                <a:solidFill>
                  <a:srgbClr val="776259"/>
                </a:solidFill>
                <a:latin typeface="Times New Roman"/>
                <a:cs typeface="Times New Roman"/>
              </a:rPr>
              <a:t>dimensions</a:t>
            </a:r>
            <a:r>
              <a:rPr sz="2400" b="1" spc="425" dirty="0">
                <a:solidFill>
                  <a:srgbClr val="776259"/>
                </a:solidFill>
                <a:latin typeface="Times New Roman"/>
                <a:cs typeface="Times New Roman"/>
              </a:rPr>
              <a:t> </a:t>
            </a:r>
            <a:r>
              <a:rPr sz="2400" b="1" spc="65" dirty="0">
                <a:solidFill>
                  <a:srgbClr val="776259"/>
                </a:solidFill>
                <a:latin typeface="Times New Roman"/>
                <a:cs typeface="Times New Roman"/>
              </a:rPr>
              <a:t>of</a:t>
            </a:r>
            <a:r>
              <a:rPr sz="2400" b="1" spc="190" dirty="0">
                <a:solidFill>
                  <a:srgbClr val="776259"/>
                </a:solidFill>
                <a:latin typeface="Times New Roman"/>
                <a:cs typeface="Times New Roman"/>
              </a:rPr>
              <a:t> </a:t>
            </a:r>
            <a:r>
              <a:rPr sz="2400" b="1" spc="80" dirty="0">
                <a:solidFill>
                  <a:srgbClr val="776259"/>
                </a:solidFill>
                <a:latin typeface="Times New Roman"/>
                <a:cs typeface="Times New Roman"/>
              </a:rPr>
              <a:t>a</a:t>
            </a:r>
            <a:r>
              <a:rPr sz="2400" b="1" spc="180" dirty="0">
                <a:solidFill>
                  <a:srgbClr val="776259"/>
                </a:solidFill>
                <a:latin typeface="Times New Roman"/>
                <a:cs typeface="Times New Roman"/>
              </a:rPr>
              <a:t> </a:t>
            </a:r>
            <a:r>
              <a:rPr sz="2400" b="1" spc="40" dirty="0">
                <a:solidFill>
                  <a:srgbClr val="776259"/>
                </a:solidFill>
                <a:latin typeface="Times New Roman"/>
                <a:cs typeface="Times New Roman"/>
              </a:rPr>
              <a:t>box</a:t>
            </a:r>
            <a:endParaRPr sz="2400" dirty="0">
              <a:latin typeface="Times New Roman"/>
              <a:cs typeface="Times New Roman"/>
            </a:endParaRPr>
          </a:p>
          <a:p>
            <a:pPr marL="432434">
              <a:lnSpc>
                <a:spcPts val="3030"/>
              </a:lnSpc>
            </a:pPr>
            <a:r>
              <a:rPr sz="2400" dirty="0">
                <a:solidFill>
                  <a:srgbClr val="030303"/>
                </a:solidFill>
                <a:latin typeface="Times New Roman"/>
                <a:cs typeface="Times New Roman"/>
              </a:rPr>
              <a:t>class</a:t>
            </a:r>
            <a:r>
              <a:rPr sz="2400" spc="130" dirty="0">
                <a:solidFill>
                  <a:srgbClr val="030303"/>
                </a:solidFill>
                <a:latin typeface="Times New Roman"/>
                <a:cs typeface="Times New Roman"/>
              </a:rPr>
              <a:t> </a:t>
            </a:r>
            <a:r>
              <a:rPr sz="2400" b="1" spc="55" dirty="0">
                <a:solidFill>
                  <a:srgbClr val="F00708"/>
                </a:solidFill>
                <a:latin typeface="Times New Roman"/>
                <a:cs typeface="Times New Roman"/>
              </a:rPr>
              <a:t>Box</a:t>
            </a:r>
            <a:r>
              <a:rPr sz="2400" b="1" spc="80" dirty="0">
                <a:solidFill>
                  <a:srgbClr val="F00708"/>
                </a:solidFill>
                <a:latin typeface="Times New Roman"/>
                <a:cs typeface="Times New Roman"/>
              </a:rPr>
              <a:t> </a:t>
            </a:r>
            <a:r>
              <a:rPr sz="2400" spc="55" dirty="0">
                <a:solidFill>
                  <a:srgbClr val="030303"/>
                </a:solidFill>
                <a:latin typeface="Times New Roman"/>
                <a:cs typeface="Times New Roman"/>
              </a:rPr>
              <a:t>{</a:t>
            </a:r>
            <a:endParaRPr sz="2400" dirty="0">
              <a:latin typeface="Times New Roman"/>
              <a:cs typeface="Times New Roman"/>
            </a:endParaRPr>
          </a:p>
          <a:p>
            <a:pPr marL="2349500">
              <a:lnSpc>
                <a:spcPct val="100000"/>
              </a:lnSpc>
              <a:spcBef>
                <a:spcPts val="215"/>
              </a:spcBef>
            </a:pPr>
            <a:r>
              <a:rPr sz="2400" dirty="0">
                <a:solidFill>
                  <a:srgbClr val="030303"/>
                </a:solidFill>
                <a:latin typeface="Times New Roman"/>
                <a:cs typeface="Times New Roman"/>
              </a:rPr>
              <a:t>double</a:t>
            </a:r>
            <a:r>
              <a:rPr sz="2400" spc="185" dirty="0">
                <a:solidFill>
                  <a:srgbClr val="030303"/>
                </a:solidFill>
                <a:latin typeface="Times New Roman"/>
                <a:cs typeface="Times New Roman"/>
              </a:rPr>
              <a:t> </a:t>
            </a:r>
            <a:r>
              <a:rPr sz="2400" dirty="0">
                <a:solidFill>
                  <a:srgbClr val="030303"/>
                </a:solidFill>
                <a:latin typeface="Times New Roman"/>
                <a:cs typeface="Times New Roman"/>
              </a:rPr>
              <a:t>width,</a:t>
            </a:r>
            <a:r>
              <a:rPr sz="2400" spc="185" dirty="0">
                <a:solidFill>
                  <a:srgbClr val="030303"/>
                </a:solidFill>
                <a:latin typeface="Times New Roman"/>
                <a:cs typeface="Times New Roman"/>
              </a:rPr>
              <a:t> </a:t>
            </a:r>
            <a:r>
              <a:rPr sz="2400" dirty="0">
                <a:solidFill>
                  <a:srgbClr val="030303"/>
                </a:solidFill>
                <a:latin typeface="Times New Roman"/>
                <a:cs typeface="Times New Roman"/>
              </a:rPr>
              <a:t>height,</a:t>
            </a:r>
            <a:r>
              <a:rPr sz="2400" spc="150" dirty="0">
                <a:solidFill>
                  <a:srgbClr val="030303"/>
                </a:solidFill>
                <a:latin typeface="Times New Roman"/>
                <a:cs typeface="Times New Roman"/>
              </a:rPr>
              <a:t> </a:t>
            </a:r>
            <a:r>
              <a:rPr sz="2400" spc="-10" dirty="0">
                <a:solidFill>
                  <a:srgbClr val="030303"/>
                </a:solidFill>
                <a:latin typeface="Times New Roman"/>
                <a:cs typeface="Times New Roman"/>
              </a:rPr>
              <a:t>depth;</a:t>
            </a:r>
            <a:endParaRPr sz="2400" dirty="0">
              <a:latin typeface="Times New Roman"/>
              <a:cs typeface="Times New Roman"/>
            </a:endParaRPr>
          </a:p>
          <a:p>
            <a:pPr marL="2348230">
              <a:lnSpc>
                <a:spcPct val="100000"/>
              </a:lnSpc>
            </a:pPr>
            <a:r>
              <a:rPr sz="2400" dirty="0">
                <a:solidFill>
                  <a:srgbClr val="F00708"/>
                </a:solidFill>
                <a:latin typeface="Times New Roman"/>
                <a:cs typeface="Times New Roman"/>
              </a:rPr>
              <a:t>Box()</a:t>
            </a:r>
            <a:r>
              <a:rPr sz="2400" spc="165" dirty="0">
                <a:solidFill>
                  <a:srgbClr val="F00708"/>
                </a:solidFill>
                <a:latin typeface="Times New Roman"/>
                <a:cs typeface="Times New Roman"/>
              </a:rPr>
              <a:t> </a:t>
            </a:r>
            <a:r>
              <a:rPr sz="2400" spc="70" dirty="0">
                <a:solidFill>
                  <a:srgbClr val="F00708"/>
                </a:solidFill>
                <a:latin typeface="Times New Roman"/>
                <a:cs typeface="Times New Roman"/>
              </a:rPr>
              <a:t>{</a:t>
            </a:r>
            <a:endParaRPr sz="2400" dirty="0">
              <a:latin typeface="Times New Roman"/>
              <a:cs typeface="Times New Roman"/>
            </a:endParaRPr>
          </a:p>
          <a:p>
            <a:pPr marL="3639820">
              <a:lnSpc>
                <a:spcPct val="100000"/>
              </a:lnSpc>
              <a:spcBef>
                <a:spcPts val="235"/>
              </a:spcBef>
            </a:pPr>
            <a:r>
              <a:rPr sz="2400" spc="20" dirty="0">
                <a:solidFill>
                  <a:srgbClr val="030303"/>
                </a:solidFill>
                <a:latin typeface="Times New Roman"/>
                <a:cs typeface="Times New Roman"/>
              </a:rPr>
              <a:t>System.out.println("Constructing</a:t>
            </a:r>
            <a:r>
              <a:rPr sz="2400" spc="275" dirty="0">
                <a:solidFill>
                  <a:srgbClr val="030303"/>
                </a:solidFill>
                <a:latin typeface="Times New Roman"/>
                <a:cs typeface="Times New Roman"/>
              </a:rPr>
              <a:t> </a:t>
            </a:r>
            <a:r>
              <a:rPr sz="2400" spc="-10" dirty="0">
                <a:solidFill>
                  <a:srgbClr val="030303"/>
                </a:solidFill>
                <a:latin typeface="Times New Roman"/>
                <a:cs typeface="Times New Roman"/>
              </a:rPr>
              <a:t>Box");</a:t>
            </a:r>
            <a:endParaRPr lang="en-US" sz="2400" spc="-10" dirty="0">
              <a:solidFill>
                <a:srgbClr val="030303"/>
              </a:solidFill>
              <a:latin typeface="Times New Roman"/>
              <a:cs typeface="Times New Roman"/>
            </a:endParaRPr>
          </a:p>
          <a:p>
            <a:pPr marL="3639820">
              <a:spcBef>
                <a:spcPts val="235"/>
              </a:spcBef>
            </a:pPr>
            <a:r>
              <a:rPr lang="en-IN" sz="2400" spc="-70" dirty="0">
                <a:solidFill>
                  <a:srgbClr val="030303"/>
                </a:solidFill>
                <a:latin typeface="Times New Roman"/>
                <a:cs typeface="Times New Roman"/>
              </a:rPr>
              <a:t>width=</a:t>
            </a:r>
            <a:r>
              <a:rPr lang="en-IN" sz="2400" spc="-75" dirty="0">
                <a:solidFill>
                  <a:srgbClr val="030303"/>
                </a:solidFill>
                <a:latin typeface="Times New Roman"/>
                <a:cs typeface="Times New Roman"/>
              </a:rPr>
              <a:t> </a:t>
            </a:r>
            <a:r>
              <a:rPr lang="en-IN" sz="2400" spc="-195" dirty="0">
                <a:solidFill>
                  <a:srgbClr val="030303"/>
                </a:solidFill>
                <a:latin typeface="Times New Roman"/>
                <a:cs typeface="Times New Roman"/>
              </a:rPr>
              <a:t>10;   </a:t>
            </a:r>
            <a:r>
              <a:rPr lang="en-IN" sz="2400" dirty="0">
                <a:solidFill>
                  <a:srgbClr val="030303"/>
                </a:solidFill>
                <a:latin typeface="Times New Roman"/>
                <a:cs typeface="Times New Roman"/>
              </a:rPr>
              <a:t>height</a:t>
            </a:r>
            <a:r>
              <a:rPr lang="en-IN" sz="2400" spc="160" dirty="0">
                <a:solidFill>
                  <a:srgbClr val="030303"/>
                </a:solidFill>
                <a:latin typeface="Times New Roman"/>
                <a:cs typeface="Times New Roman"/>
              </a:rPr>
              <a:t> </a:t>
            </a:r>
            <a:r>
              <a:rPr lang="en-IN" sz="2400" spc="-415" dirty="0">
                <a:solidFill>
                  <a:srgbClr val="030303"/>
                </a:solidFill>
                <a:latin typeface="Times New Roman"/>
                <a:cs typeface="Times New Roman"/>
              </a:rPr>
              <a:t>=10;       </a:t>
            </a:r>
            <a:r>
              <a:rPr lang="en-IN" sz="2400" spc="-80" dirty="0">
                <a:solidFill>
                  <a:srgbClr val="030303"/>
                </a:solidFill>
                <a:latin typeface="Times New Roman"/>
                <a:cs typeface="Times New Roman"/>
              </a:rPr>
              <a:t>depth=10</a:t>
            </a:r>
            <a:r>
              <a:rPr lang="en-IN" sz="2400" spc="-165" dirty="0">
                <a:solidFill>
                  <a:srgbClr val="030303"/>
                </a:solidFill>
                <a:latin typeface="Times New Roman"/>
                <a:cs typeface="Times New Roman"/>
              </a:rPr>
              <a:t>;</a:t>
            </a:r>
          </a:p>
          <a:p>
            <a:pPr marL="1330960">
              <a:lnSpc>
                <a:spcPct val="100000"/>
              </a:lnSpc>
              <a:spcBef>
                <a:spcPts val="285"/>
              </a:spcBef>
            </a:pPr>
            <a:r>
              <a:rPr lang="en-US" sz="2400" spc="75" dirty="0">
                <a:solidFill>
                  <a:srgbClr val="F00708"/>
                </a:solidFill>
                <a:latin typeface="Arial"/>
                <a:cs typeface="Arial"/>
              </a:rPr>
              <a:t>			}</a:t>
            </a:r>
            <a:endParaRPr lang="en-US" sz="2400" dirty="0">
              <a:latin typeface="Arial"/>
              <a:cs typeface="Arial"/>
            </a:endParaRPr>
          </a:p>
          <a:p>
            <a:pPr marL="311150">
              <a:lnSpc>
                <a:spcPts val="2830"/>
              </a:lnSpc>
              <a:spcBef>
                <a:spcPts val="210"/>
              </a:spcBef>
            </a:pPr>
            <a:r>
              <a:rPr lang="en-US" sz="2400" dirty="0">
                <a:solidFill>
                  <a:srgbClr val="030303"/>
                </a:solidFill>
                <a:latin typeface="Times New Roman"/>
                <a:cs typeface="Times New Roman"/>
              </a:rPr>
              <a:t>double</a:t>
            </a:r>
            <a:r>
              <a:rPr lang="en-US" sz="2400" spc="195" dirty="0">
                <a:solidFill>
                  <a:srgbClr val="030303"/>
                </a:solidFill>
                <a:latin typeface="Times New Roman"/>
                <a:cs typeface="Times New Roman"/>
              </a:rPr>
              <a:t> </a:t>
            </a:r>
            <a:r>
              <a:rPr lang="en-US" sz="2400" dirty="0">
                <a:solidFill>
                  <a:srgbClr val="030303"/>
                </a:solidFill>
                <a:latin typeface="Times New Roman"/>
                <a:cs typeface="Times New Roman"/>
              </a:rPr>
              <a:t>volume()</a:t>
            </a:r>
            <a:r>
              <a:rPr lang="en-US" sz="2400" spc="220" dirty="0">
                <a:solidFill>
                  <a:srgbClr val="030303"/>
                </a:solidFill>
                <a:latin typeface="Times New Roman"/>
                <a:cs typeface="Times New Roman"/>
              </a:rPr>
              <a:t> </a:t>
            </a:r>
            <a:r>
              <a:rPr lang="en-US" sz="2400" spc="70" dirty="0">
                <a:solidFill>
                  <a:srgbClr val="030303"/>
                </a:solidFill>
                <a:latin typeface="Times New Roman"/>
                <a:cs typeface="Times New Roman"/>
              </a:rPr>
              <a:t>{</a:t>
            </a:r>
            <a:endParaRPr lang="en-US" sz="2400" dirty="0">
              <a:latin typeface="Times New Roman"/>
              <a:cs typeface="Times New Roman"/>
            </a:endParaRPr>
          </a:p>
          <a:p>
            <a:pPr marL="2641600">
              <a:lnSpc>
                <a:spcPts val="3729"/>
              </a:lnSpc>
            </a:pPr>
            <a:r>
              <a:rPr lang="en-US" sz="2400" dirty="0">
                <a:solidFill>
                  <a:srgbClr val="030303"/>
                </a:solidFill>
                <a:latin typeface="Times New Roman"/>
                <a:cs typeface="Times New Roman"/>
              </a:rPr>
              <a:t>return</a:t>
            </a:r>
            <a:r>
              <a:rPr lang="en-US" sz="2400" spc="175" dirty="0">
                <a:solidFill>
                  <a:srgbClr val="030303"/>
                </a:solidFill>
                <a:latin typeface="Times New Roman"/>
                <a:cs typeface="Times New Roman"/>
              </a:rPr>
              <a:t> </a:t>
            </a:r>
            <a:r>
              <a:rPr lang="en-US" sz="2400" dirty="0">
                <a:solidFill>
                  <a:srgbClr val="030303"/>
                </a:solidFill>
                <a:latin typeface="Times New Roman"/>
                <a:cs typeface="Times New Roman"/>
              </a:rPr>
              <a:t>width</a:t>
            </a:r>
            <a:r>
              <a:rPr lang="en-US" sz="2400" spc="245" dirty="0">
                <a:solidFill>
                  <a:srgbClr val="030303"/>
                </a:solidFill>
                <a:latin typeface="Times New Roman"/>
                <a:cs typeface="Times New Roman"/>
              </a:rPr>
              <a:t> </a:t>
            </a:r>
            <a:r>
              <a:rPr lang="en-US" sz="2400" spc="-135" dirty="0">
                <a:solidFill>
                  <a:srgbClr val="030303"/>
                </a:solidFill>
                <a:latin typeface="Arial"/>
                <a:cs typeface="Arial"/>
              </a:rPr>
              <a:t>*</a:t>
            </a:r>
            <a:r>
              <a:rPr lang="en-US" sz="2400" spc="-180" dirty="0">
                <a:solidFill>
                  <a:srgbClr val="030303"/>
                </a:solidFill>
                <a:latin typeface="Arial"/>
                <a:cs typeface="Arial"/>
              </a:rPr>
              <a:t> </a:t>
            </a:r>
            <a:r>
              <a:rPr lang="en-US" sz="2400" dirty="0">
                <a:solidFill>
                  <a:srgbClr val="030303"/>
                </a:solidFill>
                <a:latin typeface="Times New Roman"/>
                <a:cs typeface="Times New Roman"/>
              </a:rPr>
              <a:t>height</a:t>
            </a:r>
            <a:r>
              <a:rPr lang="en-US" sz="2400" spc="265" dirty="0">
                <a:solidFill>
                  <a:srgbClr val="030303"/>
                </a:solidFill>
                <a:latin typeface="Times New Roman"/>
                <a:cs typeface="Times New Roman"/>
              </a:rPr>
              <a:t> </a:t>
            </a:r>
            <a:r>
              <a:rPr lang="en-US" sz="2400" spc="-135" dirty="0">
                <a:solidFill>
                  <a:srgbClr val="030303"/>
                </a:solidFill>
                <a:latin typeface="Arial"/>
                <a:cs typeface="Arial"/>
              </a:rPr>
              <a:t>*</a:t>
            </a:r>
            <a:r>
              <a:rPr lang="en-US" sz="2400" spc="-170" dirty="0">
                <a:solidFill>
                  <a:srgbClr val="030303"/>
                </a:solidFill>
                <a:latin typeface="Arial"/>
                <a:cs typeface="Arial"/>
              </a:rPr>
              <a:t> </a:t>
            </a:r>
            <a:r>
              <a:rPr lang="en-US" sz="2400" spc="-10" dirty="0">
                <a:solidFill>
                  <a:srgbClr val="030303"/>
                </a:solidFill>
                <a:latin typeface="Times New Roman"/>
                <a:cs typeface="Times New Roman"/>
              </a:rPr>
              <a:t>depth;</a:t>
            </a:r>
            <a:endParaRPr lang="en-US" sz="2400" dirty="0">
              <a:latin typeface="Times New Roman"/>
              <a:cs typeface="Times New Roman"/>
            </a:endParaRPr>
          </a:p>
          <a:p>
            <a:pPr marL="956944">
              <a:lnSpc>
                <a:spcPct val="100000"/>
              </a:lnSpc>
              <a:spcBef>
                <a:spcPts val="235"/>
              </a:spcBef>
            </a:pPr>
            <a:r>
              <a:rPr lang="en-US" sz="2000" spc="75" dirty="0">
                <a:solidFill>
                  <a:srgbClr val="030303"/>
                </a:solidFill>
                <a:latin typeface="Arial"/>
                <a:cs typeface="Arial"/>
              </a:rPr>
              <a:t>		}</a:t>
            </a:r>
          </a:p>
          <a:p>
            <a:pPr marL="431800">
              <a:lnSpc>
                <a:spcPct val="100000"/>
              </a:lnSpc>
              <a:spcBef>
                <a:spcPts val="750"/>
              </a:spcBef>
              <a:tabLst>
                <a:tab pos="2965450" algn="l"/>
              </a:tabLst>
            </a:pPr>
            <a:r>
              <a:rPr lang="en-IN" sz="2400" spc="80" dirty="0">
                <a:solidFill>
                  <a:srgbClr val="010101"/>
                </a:solidFill>
                <a:latin typeface="Times New Roman"/>
                <a:cs typeface="Times New Roman"/>
              </a:rPr>
              <a:t>class</a:t>
            </a:r>
            <a:r>
              <a:rPr lang="en-IN" sz="2400" spc="85" dirty="0">
                <a:solidFill>
                  <a:srgbClr val="010101"/>
                </a:solidFill>
                <a:latin typeface="Times New Roman"/>
                <a:cs typeface="Times New Roman"/>
              </a:rPr>
              <a:t> </a:t>
            </a:r>
            <a:r>
              <a:rPr lang="en-IN" sz="2400" spc="85" dirty="0" err="1">
                <a:solidFill>
                  <a:srgbClr val="010101"/>
                </a:solidFill>
                <a:latin typeface="Times New Roman"/>
                <a:cs typeface="Times New Roman"/>
              </a:rPr>
              <a:t>BoxDemo</a:t>
            </a:r>
            <a:r>
              <a:rPr lang="en-IN" sz="2400" dirty="0">
                <a:solidFill>
                  <a:srgbClr val="010101"/>
                </a:solidFill>
                <a:latin typeface="Times New Roman"/>
                <a:cs typeface="Times New Roman"/>
              </a:rPr>
              <a:t>	</a:t>
            </a:r>
            <a:r>
              <a:rPr lang="en-IN" sz="2400" spc="30" dirty="0">
                <a:solidFill>
                  <a:srgbClr val="010101"/>
                </a:solidFill>
                <a:latin typeface="Times New Roman"/>
                <a:cs typeface="Times New Roman"/>
              </a:rPr>
              <a:t>{</a:t>
            </a:r>
            <a:endParaRPr lang="en-IN" sz="2400" dirty="0">
              <a:latin typeface="Times New Roman"/>
              <a:cs typeface="Times New Roman"/>
            </a:endParaRPr>
          </a:p>
          <a:p>
            <a:pPr marL="1205230">
              <a:lnSpc>
                <a:spcPct val="100000"/>
              </a:lnSpc>
              <a:spcBef>
                <a:spcPts val="1015"/>
              </a:spcBef>
            </a:pPr>
            <a:r>
              <a:rPr lang="en-IN" sz="2400" spc="75" dirty="0">
                <a:solidFill>
                  <a:srgbClr val="010101"/>
                </a:solidFill>
                <a:latin typeface="Times New Roman"/>
                <a:cs typeface="Times New Roman"/>
              </a:rPr>
              <a:t>public</a:t>
            </a:r>
            <a:r>
              <a:rPr lang="en-IN" sz="2400" spc="170" dirty="0">
                <a:solidFill>
                  <a:srgbClr val="010101"/>
                </a:solidFill>
                <a:latin typeface="Times New Roman"/>
                <a:cs typeface="Times New Roman"/>
              </a:rPr>
              <a:t> </a:t>
            </a:r>
            <a:r>
              <a:rPr lang="en-IN" sz="2400" spc="60" dirty="0">
                <a:solidFill>
                  <a:srgbClr val="010101"/>
                </a:solidFill>
                <a:latin typeface="Times New Roman"/>
                <a:cs typeface="Times New Roman"/>
              </a:rPr>
              <a:t>static</a:t>
            </a:r>
            <a:r>
              <a:rPr lang="en-IN" sz="2400" spc="120" dirty="0">
                <a:solidFill>
                  <a:srgbClr val="010101"/>
                </a:solidFill>
                <a:latin typeface="Times New Roman"/>
                <a:cs typeface="Times New Roman"/>
              </a:rPr>
              <a:t> </a:t>
            </a:r>
            <a:r>
              <a:rPr lang="en-IN" sz="2400" spc="95" dirty="0">
                <a:solidFill>
                  <a:srgbClr val="010101"/>
                </a:solidFill>
                <a:latin typeface="Times New Roman"/>
                <a:cs typeface="Times New Roman"/>
              </a:rPr>
              <a:t>void</a:t>
            </a:r>
            <a:r>
              <a:rPr lang="en-IN" sz="2400" spc="110" dirty="0">
                <a:solidFill>
                  <a:srgbClr val="010101"/>
                </a:solidFill>
                <a:latin typeface="Times New Roman"/>
                <a:cs typeface="Times New Roman"/>
              </a:rPr>
              <a:t> </a:t>
            </a:r>
            <a:r>
              <a:rPr lang="en-IN" sz="2400" spc="85" dirty="0">
                <a:solidFill>
                  <a:srgbClr val="010101"/>
                </a:solidFill>
                <a:latin typeface="Times New Roman"/>
                <a:cs typeface="Times New Roman"/>
              </a:rPr>
              <a:t>main(String</a:t>
            </a:r>
            <a:r>
              <a:rPr lang="en-IN" sz="2400" spc="185" dirty="0">
                <a:solidFill>
                  <a:srgbClr val="010101"/>
                </a:solidFill>
                <a:latin typeface="Times New Roman"/>
                <a:cs typeface="Times New Roman"/>
              </a:rPr>
              <a:t> </a:t>
            </a:r>
            <a:r>
              <a:rPr lang="en-IN" sz="2400" spc="60" dirty="0" err="1">
                <a:solidFill>
                  <a:srgbClr val="010101"/>
                </a:solidFill>
                <a:latin typeface="Times New Roman"/>
                <a:cs typeface="Times New Roman"/>
              </a:rPr>
              <a:t>args</a:t>
            </a:r>
            <a:r>
              <a:rPr lang="en-IN" sz="2400" spc="60" dirty="0">
                <a:solidFill>
                  <a:srgbClr val="010101"/>
                </a:solidFill>
                <a:latin typeface="Times New Roman"/>
                <a:cs typeface="Times New Roman"/>
              </a:rPr>
              <a:t>[])</a:t>
            </a:r>
            <a:r>
              <a:rPr lang="en-IN" sz="2400" spc="200" dirty="0">
                <a:solidFill>
                  <a:srgbClr val="010101"/>
                </a:solidFill>
                <a:latin typeface="Times New Roman"/>
                <a:cs typeface="Times New Roman"/>
              </a:rPr>
              <a:t> </a:t>
            </a:r>
            <a:r>
              <a:rPr lang="en-IN" sz="2400" spc="30" dirty="0">
                <a:solidFill>
                  <a:srgbClr val="010101"/>
                </a:solidFill>
                <a:latin typeface="Times New Roman"/>
                <a:cs typeface="Times New Roman"/>
              </a:rPr>
              <a:t>{</a:t>
            </a:r>
            <a:endParaRPr lang="en-IN" sz="2400" dirty="0">
              <a:latin typeface="Times New Roman"/>
              <a:cs typeface="Times New Roman"/>
            </a:endParaRPr>
          </a:p>
          <a:p>
            <a:pPr marL="1391920">
              <a:lnSpc>
                <a:spcPct val="100000"/>
              </a:lnSpc>
              <a:spcBef>
                <a:spcPts val="995"/>
              </a:spcBef>
            </a:pPr>
            <a:r>
              <a:rPr lang="en-IN" sz="2400" spc="65" dirty="0">
                <a:solidFill>
                  <a:srgbClr val="010101"/>
                </a:solidFill>
                <a:latin typeface="Times New Roman"/>
                <a:cs typeface="Times New Roman"/>
              </a:rPr>
              <a:t>//</a:t>
            </a:r>
            <a:r>
              <a:rPr lang="en-IN" sz="2400" spc="40" dirty="0">
                <a:solidFill>
                  <a:srgbClr val="010101"/>
                </a:solidFill>
                <a:latin typeface="Times New Roman"/>
                <a:cs typeface="Times New Roman"/>
              </a:rPr>
              <a:t> </a:t>
            </a:r>
            <a:r>
              <a:rPr lang="en-IN" sz="2400" spc="75" dirty="0">
                <a:solidFill>
                  <a:srgbClr val="010101"/>
                </a:solidFill>
                <a:latin typeface="Times New Roman"/>
                <a:cs typeface="Times New Roman"/>
              </a:rPr>
              <a:t>declare,</a:t>
            </a:r>
            <a:r>
              <a:rPr lang="en-IN" sz="2400" spc="204" dirty="0">
                <a:solidFill>
                  <a:srgbClr val="010101"/>
                </a:solidFill>
                <a:latin typeface="Times New Roman"/>
                <a:cs typeface="Times New Roman"/>
              </a:rPr>
              <a:t> </a:t>
            </a:r>
            <a:r>
              <a:rPr lang="en-IN" sz="2400" spc="70" dirty="0">
                <a:solidFill>
                  <a:srgbClr val="010101"/>
                </a:solidFill>
                <a:latin typeface="Times New Roman"/>
                <a:cs typeface="Times New Roman"/>
              </a:rPr>
              <a:t>allocate,</a:t>
            </a:r>
            <a:r>
              <a:rPr lang="en-IN" sz="2400" spc="145" dirty="0">
                <a:solidFill>
                  <a:srgbClr val="010101"/>
                </a:solidFill>
                <a:latin typeface="Times New Roman"/>
                <a:cs typeface="Times New Roman"/>
              </a:rPr>
              <a:t> </a:t>
            </a:r>
            <a:r>
              <a:rPr lang="en-IN" sz="2400" spc="105" dirty="0">
                <a:solidFill>
                  <a:srgbClr val="010101"/>
                </a:solidFill>
                <a:latin typeface="Times New Roman"/>
                <a:cs typeface="Times New Roman"/>
              </a:rPr>
              <a:t>and </a:t>
            </a:r>
            <a:r>
              <a:rPr lang="en-IN" sz="2400" spc="60" dirty="0">
                <a:solidFill>
                  <a:srgbClr val="010101"/>
                </a:solidFill>
                <a:latin typeface="Times New Roman"/>
                <a:cs typeface="Times New Roman"/>
              </a:rPr>
              <a:t>initialize</a:t>
            </a:r>
            <a:r>
              <a:rPr lang="en-IN" sz="2400" spc="160" dirty="0">
                <a:solidFill>
                  <a:srgbClr val="010101"/>
                </a:solidFill>
                <a:latin typeface="Times New Roman"/>
                <a:cs typeface="Times New Roman"/>
              </a:rPr>
              <a:t> </a:t>
            </a:r>
            <a:r>
              <a:rPr lang="en-IN" sz="2400" spc="120" dirty="0">
                <a:solidFill>
                  <a:srgbClr val="010101"/>
                </a:solidFill>
                <a:latin typeface="Times New Roman"/>
                <a:cs typeface="Times New Roman"/>
              </a:rPr>
              <a:t>Box</a:t>
            </a:r>
            <a:r>
              <a:rPr lang="en-IN" sz="2400" spc="100" dirty="0">
                <a:solidFill>
                  <a:srgbClr val="010101"/>
                </a:solidFill>
                <a:latin typeface="Times New Roman"/>
                <a:cs typeface="Times New Roman"/>
              </a:rPr>
              <a:t> </a:t>
            </a:r>
            <a:r>
              <a:rPr lang="en-IN" sz="2400" spc="60" dirty="0">
                <a:solidFill>
                  <a:srgbClr val="010101"/>
                </a:solidFill>
                <a:latin typeface="Times New Roman"/>
                <a:cs typeface="Times New Roman"/>
              </a:rPr>
              <a:t>objects</a:t>
            </a:r>
            <a:endParaRPr lang="en-IN" sz="2400" dirty="0">
              <a:latin typeface="Times New Roman"/>
              <a:cs typeface="Times New Roman"/>
            </a:endParaRPr>
          </a:p>
          <a:p>
            <a:pPr marL="1391285">
              <a:lnSpc>
                <a:spcPct val="100000"/>
              </a:lnSpc>
              <a:spcBef>
                <a:spcPts val="915"/>
              </a:spcBef>
              <a:tabLst>
                <a:tab pos="3537585" algn="l"/>
              </a:tabLst>
            </a:pPr>
            <a:r>
              <a:rPr lang="en-IN" sz="2400" b="1" spc="60" dirty="0">
                <a:solidFill>
                  <a:srgbClr val="010101"/>
                </a:solidFill>
                <a:latin typeface="Times New Roman"/>
                <a:cs typeface="Times New Roman"/>
              </a:rPr>
              <a:t>Box</a:t>
            </a:r>
            <a:r>
              <a:rPr lang="en-IN" sz="2400" b="1" spc="80" dirty="0">
                <a:solidFill>
                  <a:srgbClr val="010101"/>
                </a:solidFill>
                <a:latin typeface="Times New Roman"/>
                <a:cs typeface="Times New Roman"/>
              </a:rPr>
              <a:t> </a:t>
            </a:r>
            <a:r>
              <a:rPr lang="en-IN" sz="2400" b="1" spc="105" dirty="0" err="1">
                <a:solidFill>
                  <a:srgbClr val="010101"/>
                </a:solidFill>
                <a:latin typeface="Times New Roman"/>
                <a:cs typeface="Times New Roman"/>
              </a:rPr>
              <a:t>myboxl</a:t>
            </a:r>
            <a:r>
              <a:rPr lang="en-IN" sz="2400" b="1" dirty="0">
                <a:solidFill>
                  <a:srgbClr val="010101"/>
                </a:solidFill>
                <a:latin typeface="Times New Roman"/>
                <a:cs typeface="Times New Roman"/>
              </a:rPr>
              <a:t>	</a:t>
            </a:r>
            <a:r>
              <a:rPr lang="en-IN" sz="2400" b="1" spc="80" dirty="0">
                <a:solidFill>
                  <a:srgbClr val="010101"/>
                </a:solidFill>
                <a:latin typeface="Times New Roman"/>
                <a:cs typeface="Times New Roman"/>
              </a:rPr>
              <a:t>=</a:t>
            </a:r>
            <a:r>
              <a:rPr lang="en-IN" sz="2400" b="1" spc="30" dirty="0">
                <a:solidFill>
                  <a:srgbClr val="010101"/>
                </a:solidFill>
                <a:latin typeface="Times New Roman"/>
                <a:cs typeface="Times New Roman"/>
              </a:rPr>
              <a:t> </a:t>
            </a:r>
            <a:r>
              <a:rPr lang="en-IN" sz="2400" b="1" spc="60" dirty="0">
                <a:solidFill>
                  <a:srgbClr val="010101"/>
                </a:solidFill>
                <a:latin typeface="Times New Roman"/>
                <a:cs typeface="Times New Roman"/>
              </a:rPr>
              <a:t>new</a:t>
            </a:r>
            <a:r>
              <a:rPr lang="en-IN" sz="2400" b="1" spc="25" dirty="0">
                <a:solidFill>
                  <a:srgbClr val="010101"/>
                </a:solidFill>
                <a:latin typeface="Times New Roman"/>
                <a:cs typeface="Times New Roman"/>
              </a:rPr>
              <a:t> </a:t>
            </a:r>
            <a:r>
              <a:rPr lang="en-IN" sz="2400" b="1" spc="40" dirty="0">
                <a:solidFill>
                  <a:srgbClr val="F40305"/>
                </a:solidFill>
                <a:latin typeface="Times New Roman"/>
                <a:cs typeface="Times New Roman"/>
              </a:rPr>
              <a:t>Box();</a:t>
            </a:r>
            <a:endParaRPr lang="en-IN" sz="2400" dirty="0">
              <a:latin typeface="Times New Roman"/>
              <a:cs typeface="Times New Roman"/>
            </a:endParaRPr>
          </a:p>
          <a:p>
            <a:pPr marL="1392555">
              <a:lnSpc>
                <a:spcPct val="100000"/>
              </a:lnSpc>
              <a:spcBef>
                <a:spcPts val="675"/>
              </a:spcBef>
            </a:pPr>
            <a:r>
              <a:rPr lang="en-IN" sz="2400" spc="30" dirty="0" err="1">
                <a:solidFill>
                  <a:srgbClr val="010101"/>
                </a:solidFill>
                <a:latin typeface="Times New Roman"/>
                <a:cs typeface="Times New Roman"/>
              </a:rPr>
              <a:t>System.out.println</a:t>
            </a:r>
            <a:r>
              <a:rPr lang="en-IN" sz="2400" spc="30" dirty="0">
                <a:solidFill>
                  <a:srgbClr val="010101"/>
                </a:solidFill>
                <a:latin typeface="Times New Roman"/>
                <a:cs typeface="Times New Roman"/>
              </a:rPr>
              <a:t>("Volume</a:t>
            </a:r>
            <a:r>
              <a:rPr lang="en-IN" sz="2400" spc="-105" dirty="0">
                <a:solidFill>
                  <a:srgbClr val="010101"/>
                </a:solidFill>
                <a:latin typeface="Times New Roman"/>
                <a:cs typeface="Times New Roman"/>
              </a:rPr>
              <a:t> </a:t>
            </a:r>
            <a:r>
              <a:rPr lang="en-IN" sz="2400" spc="30" dirty="0">
                <a:solidFill>
                  <a:srgbClr val="010101"/>
                </a:solidFill>
                <a:latin typeface="Times New Roman"/>
                <a:cs typeface="Times New Roman"/>
              </a:rPr>
              <a:t>is</a:t>
            </a:r>
            <a:r>
              <a:rPr lang="en-IN" sz="2400" spc="170" dirty="0">
                <a:solidFill>
                  <a:srgbClr val="010101"/>
                </a:solidFill>
                <a:latin typeface="Times New Roman"/>
                <a:cs typeface="Times New Roman"/>
              </a:rPr>
              <a:t> </a:t>
            </a:r>
            <a:r>
              <a:rPr lang="en-IN" sz="2400" spc="80" dirty="0">
                <a:solidFill>
                  <a:srgbClr val="010101"/>
                </a:solidFill>
                <a:latin typeface="Times New Roman"/>
                <a:cs typeface="Times New Roman"/>
              </a:rPr>
              <a:t>"</a:t>
            </a:r>
            <a:r>
              <a:rPr lang="en-IN" sz="2400" spc="-65" dirty="0">
                <a:solidFill>
                  <a:srgbClr val="010101"/>
                </a:solidFill>
                <a:latin typeface="Times New Roman"/>
                <a:cs typeface="Times New Roman"/>
              </a:rPr>
              <a:t> </a:t>
            </a:r>
            <a:r>
              <a:rPr lang="en-IN" sz="2400" spc="110" dirty="0">
                <a:solidFill>
                  <a:srgbClr val="010101"/>
                </a:solidFill>
                <a:latin typeface="Arial"/>
                <a:cs typeface="Arial"/>
              </a:rPr>
              <a:t>+</a:t>
            </a:r>
            <a:r>
              <a:rPr lang="en-IN" sz="2400" spc="-220" dirty="0">
                <a:solidFill>
                  <a:srgbClr val="010101"/>
                </a:solidFill>
                <a:latin typeface="Arial"/>
                <a:cs typeface="Arial"/>
              </a:rPr>
              <a:t> </a:t>
            </a:r>
            <a:r>
              <a:rPr lang="en-IN" sz="2400" spc="95" dirty="0" err="1">
                <a:solidFill>
                  <a:srgbClr val="010101"/>
                </a:solidFill>
                <a:latin typeface="Times New Roman"/>
                <a:cs typeface="Times New Roman"/>
              </a:rPr>
              <a:t>myboxl</a:t>
            </a:r>
            <a:r>
              <a:rPr lang="en-IN" sz="2400" spc="-185" dirty="0">
                <a:solidFill>
                  <a:srgbClr val="010101"/>
                </a:solidFill>
                <a:latin typeface="Times New Roman"/>
                <a:cs typeface="Times New Roman"/>
              </a:rPr>
              <a:t> </a:t>
            </a:r>
            <a:r>
              <a:rPr lang="en-IN" sz="2400" spc="-10" dirty="0">
                <a:solidFill>
                  <a:srgbClr val="010101"/>
                </a:solidFill>
                <a:latin typeface="Times New Roman"/>
                <a:cs typeface="Times New Roman"/>
              </a:rPr>
              <a:t>.volume());</a:t>
            </a:r>
            <a:endParaRPr lang="en-IN" sz="2400" dirty="0">
              <a:latin typeface="Times New Roman"/>
              <a:cs typeface="Times New Roman"/>
            </a:endParaRPr>
          </a:p>
          <a:p>
            <a:pPr marL="748665">
              <a:lnSpc>
                <a:spcPct val="100000"/>
              </a:lnSpc>
              <a:spcBef>
                <a:spcPts val="1019"/>
              </a:spcBef>
            </a:pPr>
            <a:r>
              <a:rPr lang="en-IN" sz="2000" spc="85" dirty="0">
                <a:solidFill>
                  <a:srgbClr val="010101"/>
                </a:solidFill>
                <a:latin typeface="Arial"/>
                <a:cs typeface="Arial"/>
              </a:rPr>
              <a:t>			 }			      }</a:t>
            </a:r>
            <a:endParaRPr lang="en-IN" sz="2000" dirty="0">
              <a:latin typeface="Times New Roman"/>
              <a:cs typeface="Times New Roman"/>
            </a:endParaRPr>
          </a:p>
          <a:p>
            <a:pPr marL="3639820">
              <a:lnSpc>
                <a:spcPct val="100000"/>
              </a:lnSpc>
              <a:spcBef>
                <a:spcPts val="235"/>
              </a:spcBef>
            </a:pPr>
            <a:endParaRPr sz="2550" dirty="0">
              <a:latin typeface="Times New Roman"/>
              <a:cs typeface="Times New Roman"/>
            </a:endParaRPr>
          </a:p>
        </p:txBody>
      </p:sp>
      <p:sp>
        <p:nvSpPr>
          <p:cNvPr id="5" name="object 5"/>
          <p:cNvSpPr txBox="1"/>
          <p:nvPr/>
        </p:nvSpPr>
        <p:spPr>
          <a:xfrm>
            <a:off x="5625372" y="4063851"/>
            <a:ext cx="74295" cy="430530"/>
          </a:xfrm>
          <a:prstGeom prst="rect">
            <a:avLst/>
          </a:prstGeom>
        </p:spPr>
        <p:txBody>
          <a:bodyPr vert="horz" wrap="square" lIns="0" tIns="13335" rIns="0" bIns="0" rtlCol="0">
            <a:spAutoFit/>
          </a:bodyPr>
          <a:lstStyle/>
          <a:p>
            <a:pPr marL="12700">
              <a:lnSpc>
                <a:spcPct val="100000"/>
              </a:lnSpc>
              <a:spcBef>
                <a:spcPts val="105"/>
              </a:spcBef>
            </a:pPr>
            <a:r>
              <a:rPr sz="2650" spc="-130" dirty="0">
                <a:solidFill>
                  <a:srgbClr val="030303"/>
                </a:solidFill>
                <a:latin typeface="Arial"/>
                <a:cs typeface="Arial"/>
              </a:rPr>
              <a:t>'</a:t>
            </a:r>
            <a:endParaRPr sz="2650">
              <a:latin typeface="Arial"/>
              <a:cs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85311" y="696642"/>
            <a:ext cx="8247380" cy="461009"/>
          </a:xfrm>
          <a:prstGeom prst="rect">
            <a:avLst/>
          </a:prstGeom>
        </p:spPr>
        <p:txBody>
          <a:bodyPr vert="horz" wrap="square" lIns="0" tIns="13335" rIns="0" bIns="0" rtlCol="0">
            <a:spAutoFit/>
          </a:bodyPr>
          <a:lstStyle/>
          <a:p>
            <a:pPr marL="12700">
              <a:lnSpc>
                <a:spcPct val="100000"/>
              </a:lnSpc>
              <a:spcBef>
                <a:spcPts val="105"/>
              </a:spcBef>
              <a:tabLst>
                <a:tab pos="5078730" algn="l"/>
              </a:tabLst>
            </a:pPr>
            <a:r>
              <a:rPr sz="2850" b="1" spc="60" dirty="0">
                <a:solidFill>
                  <a:srgbClr val="77645B"/>
                </a:solidFill>
                <a:latin typeface="Times New Roman"/>
                <a:cs typeface="Times New Roman"/>
              </a:rPr>
              <a:t>Parameterized</a:t>
            </a:r>
            <a:r>
              <a:rPr sz="2850" b="1" spc="355" dirty="0">
                <a:solidFill>
                  <a:srgbClr val="77645B"/>
                </a:solidFill>
                <a:latin typeface="Times New Roman"/>
                <a:cs typeface="Times New Roman"/>
              </a:rPr>
              <a:t> </a:t>
            </a:r>
            <a:r>
              <a:rPr sz="2850" b="1" spc="60" dirty="0">
                <a:solidFill>
                  <a:srgbClr val="77645B"/>
                </a:solidFill>
                <a:latin typeface="Times New Roman"/>
                <a:cs typeface="Times New Roman"/>
              </a:rPr>
              <a:t>Constructors</a:t>
            </a:r>
            <a:r>
              <a:rPr sz="2850" b="1" spc="170" dirty="0">
                <a:solidFill>
                  <a:srgbClr val="77645B"/>
                </a:solidFill>
                <a:latin typeface="Times New Roman"/>
                <a:cs typeface="Times New Roman"/>
              </a:rPr>
              <a:t> </a:t>
            </a:r>
            <a:r>
              <a:rPr sz="2850" b="1" spc="-50" dirty="0">
                <a:solidFill>
                  <a:srgbClr val="77645B"/>
                </a:solidFill>
                <a:latin typeface="Times New Roman"/>
                <a:cs typeface="Times New Roman"/>
              </a:rPr>
              <a:t>-</a:t>
            </a:r>
            <a:r>
              <a:rPr sz="2850" b="1" dirty="0">
                <a:solidFill>
                  <a:srgbClr val="77645B"/>
                </a:solidFill>
                <a:latin typeface="Times New Roman"/>
                <a:cs typeface="Times New Roman"/>
              </a:rPr>
              <a:t>	</a:t>
            </a:r>
            <a:r>
              <a:rPr sz="2850" b="1" spc="70" dirty="0">
                <a:solidFill>
                  <a:srgbClr val="77645B"/>
                </a:solidFill>
                <a:latin typeface="Times New Roman"/>
                <a:cs typeface="Times New Roman"/>
              </a:rPr>
              <a:t>Having</a:t>
            </a:r>
            <a:r>
              <a:rPr sz="2850" b="1" spc="160" dirty="0">
                <a:solidFill>
                  <a:srgbClr val="77645B"/>
                </a:solidFill>
                <a:latin typeface="Times New Roman"/>
                <a:cs typeface="Times New Roman"/>
              </a:rPr>
              <a:t> </a:t>
            </a:r>
            <a:r>
              <a:rPr sz="2850" b="1" spc="50" dirty="0">
                <a:solidFill>
                  <a:srgbClr val="77645B"/>
                </a:solidFill>
                <a:latin typeface="Times New Roman"/>
                <a:cs typeface="Times New Roman"/>
              </a:rPr>
              <a:t>parameters</a:t>
            </a:r>
            <a:endParaRPr sz="2850" dirty="0">
              <a:latin typeface="Times New Roman"/>
              <a:cs typeface="Times New Roman"/>
            </a:endParaRPr>
          </a:p>
        </p:txBody>
      </p:sp>
      <p:sp>
        <p:nvSpPr>
          <p:cNvPr id="3" name="object 3"/>
          <p:cNvSpPr txBox="1"/>
          <p:nvPr/>
        </p:nvSpPr>
        <p:spPr>
          <a:xfrm>
            <a:off x="215751" y="577850"/>
            <a:ext cx="10261898" cy="6665094"/>
          </a:xfrm>
          <a:prstGeom prst="rect">
            <a:avLst/>
          </a:prstGeom>
        </p:spPr>
        <p:txBody>
          <a:bodyPr vert="horz" wrap="square" lIns="0" tIns="13335" rIns="0" bIns="0" rtlCol="0">
            <a:spAutoFit/>
          </a:bodyPr>
          <a:lstStyle/>
          <a:p>
            <a:pPr marL="12700">
              <a:lnSpc>
                <a:spcPct val="100000"/>
              </a:lnSpc>
              <a:spcBef>
                <a:spcPts val="105"/>
              </a:spcBef>
            </a:pPr>
            <a:endParaRPr sz="2700" dirty="0">
              <a:latin typeface="Times New Roman"/>
              <a:cs typeface="Times New Roman"/>
            </a:endParaRPr>
          </a:p>
          <a:p>
            <a:pPr marR="4563110" algn="ctr">
              <a:lnSpc>
                <a:spcPct val="100000"/>
              </a:lnSpc>
              <a:spcBef>
                <a:spcPts val="30"/>
              </a:spcBef>
            </a:pPr>
            <a:endParaRPr lang="en-US" sz="2400" dirty="0">
              <a:solidFill>
                <a:srgbClr val="050505"/>
              </a:solidFill>
              <a:latin typeface="Times New Roman"/>
              <a:cs typeface="Times New Roman"/>
            </a:endParaRPr>
          </a:p>
          <a:p>
            <a:pPr marR="4563110" algn="ctr">
              <a:lnSpc>
                <a:spcPct val="100000"/>
              </a:lnSpc>
              <a:spcBef>
                <a:spcPts val="30"/>
              </a:spcBef>
            </a:pPr>
            <a:endParaRPr lang="en-IN" sz="2400" dirty="0">
              <a:solidFill>
                <a:srgbClr val="050505"/>
              </a:solidFill>
              <a:latin typeface="Times New Roman"/>
              <a:cs typeface="Times New Roman"/>
            </a:endParaRPr>
          </a:p>
          <a:p>
            <a:pPr marR="4563110" algn="ctr">
              <a:lnSpc>
                <a:spcPct val="100000"/>
              </a:lnSpc>
              <a:spcBef>
                <a:spcPts val="30"/>
              </a:spcBef>
            </a:pPr>
            <a:r>
              <a:rPr sz="2400" dirty="0">
                <a:solidFill>
                  <a:srgbClr val="050505"/>
                </a:solidFill>
                <a:latin typeface="Times New Roman"/>
                <a:cs typeface="Times New Roman"/>
              </a:rPr>
              <a:t>class</a:t>
            </a:r>
            <a:r>
              <a:rPr sz="2400" spc="55" dirty="0">
                <a:solidFill>
                  <a:srgbClr val="050505"/>
                </a:solidFill>
                <a:latin typeface="Times New Roman"/>
                <a:cs typeface="Times New Roman"/>
              </a:rPr>
              <a:t> </a:t>
            </a:r>
            <a:r>
              <a:rPr sz="2400" b="1" spc="70" dirty="0">
                <a:solidFill>
                  <a:srgbClr val="EF080A"/>
                </a:solidFill>
                <a:latin typeface="Times New Roman"/>
                <a:cs typeface="Times New Roman"/>
              </a:rPr>
              <a:t>Box</a:t>
            </a:r>
            <a:r>
              <a:rPr sz="2400" b="1" spc="114" dirty="0">
                <a:solidFill>
                  <a:srgbClr val="EF080A"/>
                </a:solidFill>
                <a:latin typeface="Times New Roman"/>
                <a:cs typeface="Times New Roman"/>
              </a:rPr>
              <a:t> </a:t>
            </a:r>
            <a:r>
              <a:rPr sz="2400" spc="10" dirty="0">
                <a:solidFill>
                  <a:srgbClr val="050505"/>
                </a:solidFill>
                <a:latin typeface="Times New Roman"/>
                <a:cs typeface="Times New Roman"/>
              </a:rPr>
              <a:t>{</a:t>
            </a:r>
            <a:endParaRPr lang="en-IN" sz="2400" dirty="0">
              <a:latin typeface="Times New Roman"/>
              <a:cs typeface="Times New Roman"/>
            </a:endParaRPr>
          </a:p>
          <a:p>
            <a:pPr marL="459740" algn="ctr">
              <a:lnSpc>
                <a:spcPct val="100000"/>
              </a:lnSpc>
              <a:spcBef>
                <a:spcPts val="240"/>
              </a:spcBef>
            </a:pPr>
            <a:r>
              <a:rPr sz="2400" dirty="0">
                <a:solidFill>
                  <a:srgbClr val="050505"/>
                </a:solidFill>
                <a:latin typeface="Times New Roman"/>
                <a:cs typeface="Times New Roman"/>
              </a:rPr>
              <a:t>double</a:t>
            </a:r>
            <a:r>
              <a:rPr sz="2400" spc="110" dirty="0">
                <a:solidFill>
                  <a:srgbClr val="050505"/>
                </a:solidFill>
                <a:latin typeface="Times New Roman"/>
                <a:cs typeface="Times New Roman"/>
              </a:rPr>
              <a:t> </a:t>
            </a:r>
            <a:r>
              <a:rPr sz="2400" dirty="0">
                <a:solidFill>
                  <a:srgbClr val="050505"/>
                </a:solidFill>
                <a:latin typeface="Times New Roman"/>
                <a:cs typeface="Times New Roman"/>
              </a:rPr>
              <a:t>width,</a:t>
            </a:r>
            <a:r>
              <a:rPr sz="2400" spc="170" dirty="0">
                <a:solidFill>
                  <a:srgbClr val="050505"/>
                </a:solidFill>
                <a:latin typeface="Times New Roman"/>
                <a:cs typeface="Times New Roman"/>
              </a:rPr>
              <a:t> </a:t>
            </a:r>
            <a:r>
              <a:rPr sz="2400" dirty="0">
                <a:solidFill>
                  <a:srgbClr val="050505"/>
                </a:solidFill>
                <a:latin typeface="Times New Roman"/>
                <a:cs typeface="Times New Roman"/>
              </a:rPr>
              <a:t>height,</a:t>
            </a:r>
            <a:r>
              <a:rPr sz="2400" spc="130" dirty="0">
                <a:solidFill>
                  <a:srgbClr val="050505"/>
                </a:solidFill>
                <a:latin typeface="Times New Roman"/>
                <a:cs typeface="Times New Roman"/>
              </a:rPr>
              <a:t> </a:t>
            </a:r>
            <a:r>
              <a:rPr sz="2400" spc="-10" dirty="0">
                <a:solidFill>
                  <a:srgbClr val="050505"/>
                </a:solidFill>
                <a:latin typeface="Times New Roman"/>
                <a:cs typeface="Times New Roman"/>
              </a:rPr>
              <a:t>depth;</a:t>
            </a:r>
            <a:endParaRPr sz="2400" dirty="0">
              <a:latin typeface="Times New Roman"/>
              <a:cs typeface="Times New Roman"/>
            </a:endParaRPr>
          </a:p>
          <a:p>
            <a:pPr marL="2666365" marR="5080" indent="-951865">
              <a:lnSpc>
                <a:spcPct val="109000"/>
              </a:lnSpc>
              <a:spcBef>
                <a:spcPts val="5"/>
              </a:spcBef>
            </a:pPr>
            <a:r>
              <a:rPr sz="2400" dirty="0">
                <a:solidFill>
                  <a:srgbClr val="EF080A"/>
                </a:solidFill>
                <a:latin typeface="Times New Roman"/>
                <a:cs typeface="Times New Roman"/>
              </a:rPr>
              <a:t>Box(double</a:t>
            </a:r>
            <a:r>
              <a:rPr sz="2400" spc="90" dirty="0">
                <a:solidFill>
                  <a:srgbClr val="EF080A"/>
                </a:solidFill>
                <a:latin typeface="Times New Roman"/>
                <a:cs typeface="Times New Roman"/>
              </a:rPr>
              <a:t> </a:t>
            </a:r>
            <a:r>
              <a:rPr sz="2400" dirty="0">
                <a:solidFill>
                  <a:srgbClr val="EF080A"/>
                </a:solidFill>
                <a:latin typeface="Times New Roman"/>
                <a:cs typeface="Times New Roman"/>
              </a:rPr>
              <a:t>w,</a:t>
            </a:r>
            <a:r>
              <a:rPr sz="2400" spc="114" dirty="0">
                <a:solidFill>
                  <a:srgbClr val="EF080A"/>
                </a:solidFill>
                <a:latin typeface="Times New Roman"/>
                <a:cs typeface="Times New Roman"/>
              </a:rPr>
              <a:t> </a:t>
            </a:r>
            <a:r>
              <a:rPr sz="2400" dirty="0">
                <a:solidFill>
                  <a:srgbClr val="EF080A"/>
                </a:solidFill>
                <a:latin typeface="Times New Roman"/>
                <a:cs typeface="Times New Roman"/>
              </a:rPr>
              <a:t>double</a:t>
            </a:r>
            <a:r>
              <a:rPr sz="2400" spc="130" dirty="0">
                <a:solidFill>
                  <a:srgbClr val="EF080A"/>
                </a:solidFill>
                <a:latin typeface="Times New Roman"/>
                <a:cs typeface="Times New Roman"/>
              </a:rPr>
              <a:t> </a:t>
            </a:r>
            <a:r>
              <a:rPr sz="2400" dirty="0">
                <a:solidFill>
                  <a:srgbClr val="EF080A"/>
                </a:solidFill>
                <a:latin typeface="Times New Roman"/>
                <a:cs typeface="Times New Roman"/>
              </a:rPr>
              <a:t>h,</a:t>
            </a:r>
            <a:r>
              <a:rPr sz="2400" spc="35" dirty="0">
                <a:solidFill>
                  <a:srgbClr val="EF080A"/>
                </a:solidFill>
                <a:latin typeface="Times New Roman"/>
                <a:cs typeface="Times New Roman"/>
              </a:rPr>
              <a:t> </a:t>
            </a:r>
            <a:r>
              <a:rPr sz="2400" dirty="0">
                <a:solidFill>
                  <a:srgbClr val="EF080A"/>
                </a:solidFill>
                <a:latin typeface="Times New Roman"/>
                <a:cs typeface="Times New Roman"/>
              </a:rPr>
              <a:t>double</a:t>
            </a:r>
            <a:r>
              <a:rPr sz="2400" spc="80" dirty="0">
                <a:solidFill>
                  <a:srgbClr val="EF080A"/>
                </a:solidFill>
                <a:latin typeface="Times New Roman"/>
                <a:cs typeface="Times New Roman"/>
              </a:rPr>
              <a:t> </a:t>
            </a:r>
            <a:r>
              <a:rPr sz="2400" dirty="0">
                <a:solidFill>
                  <a:srgbClr val="EF080A"/>
                </a:solidFill>
                <a:latin typeface="Times New Roman"/>
                <a:cs typeface="Times New Roman"/>
              </a:rPr>
              <a:t>d)</a:t>
            </a:r>
            <a:r>
              <a:rPr sz="2400" spc="70" dirty="0">
                <a:solidFill>
                  <a:srgbClr val="EF080A"/>
                </a:solidFill>
                <a:latin typeface="Times New Roman"/>
                <a:cs typeface="Times New Roman"/>
              </a:rPr>
              <a:t> </a:t>
            </a:r>
            <a:r>
              <a:rPr sz="2400" spc="45" dirty="0">
                <a:solidFill>
                  <a:srgbClr val="050505"/>
                </a:solidFill>
                <a:latin typeface="Times New Roman"/>
                <a:cs typeface="Times New Roman"/>
              </a:rPr>
              <a:t>{ </a:t>
            </a:r>
            <a:r>
              <a:rPr sz="2400" dirty="0">
                <a:solidFill>
                  <a:srgbClr val="050505"/>
                </a:solidFill>
                <a:latin typeface="Times New Roman"/>
                <a:cs typeface="Times New Roman"/>
              </a:rPr>
              <a:t>System.out.println("Constructing</a:t>
            </a:r>
            <a:r>
              <a:rPr sz="2400" spc="60" dirty="0">
                <a:solidFill>
                  <a:srgbClr val="050505"/>
                </a:solidFill>
                <a:latin typeface="Times New Roman"/>
                <a:cs typeface="Times New Roman"/>
              </a:rPr>
              <a:t>  </a:t>
            </a:r>
            <a:r>
              <a:rPr sz="2400" spc="-10" dirty="0">
                <a:solidFill>
                  <a:srgbClr val="050505"/>
                </a:solidFill>
                <a:latin typeface="Times New Roman"/>
                <a:cs typeface="Times New Roman"/>
              </a:rPr>
              <a:t>Box");</a:t>
            </a:r>
            <a:endParaRPr lang="en-US" sz="2400" spc="-10" dirty="0">
              <a:solidFill>
                <a:srgbClr val="050505"/>
              </a:solidFill>
              <a:latin typeface="Times New Roman"/>
              <a:cs typeface="Times New Roman"/>
            </a:endParaRPr>
          </a:p>
          <a:p>
            <a:pPr marL="2666365" marR="5080" indent="-951865">
              <a:lnSpc>
                <a:spcPct val="109000"/>
              </a:lnSpc>
              <a:spcBef>
                <a:spcPts val="5"/>
              </a:spcBef>
            </a:pPr>
            <a:r>
              <a:rPr lang="en-IN" sz="2400" spc="-75" dirty="0">
                <a:solidFill>
                  <a:srgbClr val="050505"/>
                </a:solidFill>
                <a:latin typeface="Times New Roman"/>
                <a:cs typeface="Times New Roman"/>
              </a:rPr>
              <a:t>          	 width=</a:t>
            </a:r>
            <a:r>
              <a:rPr lang="en-IN" sz="2400" spc="-20" dirty="0">
                <a:solidFill>
                  <a:srgbClr val="050505"/>
                </a:solidFill>
                <a:latin typeface="Times New Roman"/>
                <a:cs typeface="Times New Roman"/>
              </a:rPr>
              <a:t> </a:t>
            </a:r>
            <a:r>
              <a:rPr lang="en-IN" sz="2400" spc="-25" dirty="0">
                <a:solidFill>
                  <a:srgbClr val="050505"/>
                </a:solidFill>
                <a:latin typeface="Times New Roman"/>
                <a:cs typeface="Times New Roman"/>
              </a:rPr>
              <a:t>w;</a:t>
            </a:r>
          </a:p>
          <a:p>
            <a:pPr marL="2666365" marR="5080" indent="-951865">
              <a:lnSpc>
                <a:spcPct val="109000"/>
              </a:lnSpc>
              <a:spcBef>
                <a:spcPts val="5"/>
              </a:spcBef>
            </a:pPr>
            <a:r>
              <a:rPr lang="en-IN" sz="2400" spc="-65" dirty="0">
                <a:solidFill>
                  <a:srgbClr val="050505"/>
                </a:solidFill>
                <a:latin typeface="Times New Roman"/>
                <a:cs typeface="Times New Roman"/>
              </a:rPr>
              <a:t>	height=</a:t>
            </a:r>
            <a:r>
              <a:rPr lang="en-IN" sz="2400" spc="-25" dirty="0">
                <a:solidFill>
                  <a:srgbClr val="050505"/>
                </a:solidFill>
                <a:latin typeface="Times New Roman"/>
                <a:cs typeface="Times New Roman"/>
              </a:rPr>
              <a:t>h; </a:t>
            </a:r>
          </a:p>
          <a:p>
            <a:pPr marL="2666365" marR="5080" indent="-951865">
              <a:lnSpc>
                <a:spcPct val="109000"/>
              </a:lnSpc>
              <a:spcBef>
                <a:spcPts val="5"/>
              </a:spcBef>
            </a:pPr>
            <a:r>
              <a:rPr lang="en-IN" sz="2400" spc="-25" dirty="0">
                <a:solidFill>
                  <a:srgbClr val="050505"/>
                </a:solidFill>
                <a:latin typeface="Times New Roman"/>
                <a:cs typeface="Times New Roman"/>
              </a:rPr>
              <a:t>	</a:t>
            </a:r>
            <a:r>
              <a:rPr lang="en-IN" sz="2400" spc="-75" dirty="0">
                <a:solidFill>
                  <a:srgbClr val="050505"/>
                </a:solidFill>
                <a:latin typeface="Times New Roman"/>
                <a:cs typeface="Times New Roman"/>
              </a:rPr>
              <a:t>depth=</a:t>
            </a:r>
            <a:r>
              <a:rPr lang="en-IN" sz="2400" spc="-45" dirty="0">
                <a:solidFill>
                  <a:srgbClr val="050505"/>
                </a:solidFill>
                <a:latin typeface="Times New Roman"/>
                <a:cs typeface="Times New Roman"/>
              </a:rPr>
              <a:t> </a:t>
            </a:r>
            <a:r>
              <a:rPr lang="en-IN" sz="2400" spc="-25" dirty="0">
                <a:solidFill>
                  <a:srgbClr val="050505"/>
                </a:solidFill>
                <a:latin typeface="Times New Roman"/>
                <a:cs typeface="Times New Roman"/>
              </a:rPr>
              <a:t>d;</a:t>
            </a:r>
            <a:endParaRPr lang="en-IN" sz="2400" dirty="0">
              <a:latin typeface="Times New Roman"/>
              <a:cs typeface="Times New Roman"/>
            </a:endParaRPr>
          </a:p>
          <a:p>
            <a:pPr marL="1033780">
              <a:lnSpc>
                <a:spcPct val="100000"/>
              </a:lnSpc>
              <a:spcBef>
                <a:spcPts val="325"/>
              </a:spcBef>
            </a:pPr>
            <a:r>
              <a:rPr lang="en-US" sz="2400" spc="20" dirty="0">
                <a:solidFill>
                  <a:srgbClr val="050505"/>
                </a:solidFill>
                <a:latin typeface="Arial"/>
                <a:cs typeface="Arial"/>
              </a:rPr>
              <a:t>					  }</a:t>
            </a:r>
            <a:endParaRPr lang="en-US" sz="2400" dirty="0">
              <a:latin typeface="Arial"/>
              <a:cs typeface="Arial"/>
            </a:endParaRPr>
          </a:p>
          <a:p>
            <a:pPr marL="647700">
              <a:lnSpc>
                <a:spcPts val="2445"/>
              </a:lnSpc>
              <a:spcBef>
                <a:spcPts val="240"/>
              </a:spcBef>
            </a:pPr>
            <a:r>
              <a:rPr lang="en-US" sz="2400" dirty="0">
                <a:solidFill>
                  <a:srgbClr val="050505"/>
                </a:solidFill>
                <a:latin typeface="Times New Roman"/>
                <a:cs typeface="Times New Roman"/>
              </a:rPr>
              <a:t>double</a:t>
            </a:r>
            <a:r>
              <a:rPr lang="en-US" sz="2400" spc="75" dirty="0">
                <a:solidFill>
                  <a:srgbClr val="050505"/>
                </a:solidFill>
                <a:latin typeface="Times New Roman"/>
                <a:cs typeface="Times New Roman"/>
              </a:rPr>
              <a:t> </a:t>
            </a:r>
            <a:r>
              <a:rPr lang="en-US" sz="2400" dirty="0">
                <a:solidFill>
                  <a:srgbClr val="050505"/>
                </a:solidFill>
                <a:latin typeface="Times New Roman"/>
                <a:cs typeface="Times New Roman"/>
              </a:rPr>
              <a:t>volume()</a:t>
            </a:r>
            <a:r>
              <a:rPr lang="en-US" sz="2400" spc="229" dirty="0">
                <a:solidFill>
                  <a:srgbClr val="050505"/>
                </a:solidFill>
                <a:latin typeface="Times New Roman"/>
                <a:cs typeface="Times New Roman"/>
              </a:rPr>
              <a:t> </a:t>
            </a:r>
            <a:r>
              <a:rPr lang="en-US" sz="2400" spc="45" dirty="0">
                <a:solidFill>
                  <a:srgbClr val="050505"/>
                </a:solidFill>
                <a:latin typeface="Times New Roman"/>
                <a:cs typeface="Times New Roman"/>
              </a:rPr>
              <a:t>{</a:t>
            </a:r>
            <a:endParaRPr lang="en-US" sz="2400" dirty="0">
              <a:latin typeface="Times New Roman"/>
              <a:cs typeface="Times New Roman"/>
            </a:endParaRPr>
          </a:p>
          <a:p>
            <a:pPr marL="2497455">
              <a:lnSpc>
                <a:spcPts val="3404"/>
              </a:lnSpc>
            </a:pPr>
            <a:r>
              <a:rPr lang="en-US" sz="2400" dirty="0">
                <a:solidFill>
                  <a:srgbClr val="050505"/>
                </a:solidFill>
                <a:latin typeface="Times New Roman"/>
                <a:cs typeface="Times New Roman"/>
              </a:rPr>
              <a:t>return</a:t>
            </a:r>
            <a:r>
              <a:rPr lang="en-US" sz="2400" spc="114" dirty="0">
                <a:solidFill>
                  <a:srgbClr val="050505"/>
                </a:solidFill>
                <a:latin typeface="Times New Roman"/>
                <a:cs typeface="Times New Roman"/>
              </a:rPr>
              <a:t> </a:t>
            </a:r>
            <a:r>
              <a:rPr lang="en-US" sz="2400" dirty="0">
                <a:solidFill>
                  <a:srgbClr val="050505"/>
                </a:solidFill>
                <a:latin typeface="Times New Roman"/>
                <a:cs typeface="Times New Roman"/>
              </a:rPr>
              <a:t>width</a:t>
            </a:r>
            <a:r>
              <a:rPr lang="en-US" sz="2400" spc="155" dirty="0">
                <a:solidFill>
                  <a:srgbClr val="050505"/>
                </a:solidFill>
                <a:latin typeface="Times New Roman"/>
                <a:cs typeface="Times New Roman"/>
              </a:rPr>
              <a:t> </a:t>
            </a:r>
            <a:r>
              <a:rPr lang="en-US" sz="2400" spc="-125" dirty="0">
                <a:solidFill>
                  <a:srgbClr val="050505"/>
                </a:solidFill>
                <a:latin typeface="Arial"/>
                <a:cs typeface="Arial"/>
              </a:rPr>
              <a:t>*</a:t>
            </a:r>
            <a:r>
              <a:rPr lang="en-US" sz="2400" spc="-229" dirty="0">
                <a:solidFill>
                  <a:srgbClr val="050505"/>
                </a:solidFill>
                <a:latin typeface="Arial"/>
                <a:cs typeface="Arial"/>
              </a:rPr>
              <a:t> </a:t>
            </a:r>
            <a:r>
              <a:rPr lang="en-US" sz="2400" dirty="0">
                <a:solidFill>
                  <a:srgbClr val="050505"/>
                </a:solidFill>
                <a:latin typeface="Times New Roman"/>
                <a:cs typeface="Times New Roman"/>
              </a:rPr>
              <a:t>height</a:t>
            </a:r>
            <a:r>
              <a:rPr lang="en-US" sz="2400" spc="195" dirty="0">
                <a:solidFill>
                  <a:srgbClr val="050505"/>
                </a:solidFill>
                <a:latin typeface="Times New Roman"/>
                <a:cs typeface="Times New Roman"/>
              </a:rPr>
              <a:t> </a:t>
            </a:r>
            <a:r>
              <a:rPr lang="en-US" sz="2400" spc="-160" dirty="0">
                <a:solidFill>
                  <a:srgbClr val="050505"/>
                </a:solidFill>
                <a:latin typeface="Arial"/>
                <a:cs typeface="Arial"/>
              </a:rPr>
              <a:t>*</a:t>
            </a:r>
            <a:r>
              <a:rPr lang="en-US" sz="2400" spc="-204" dirty="0">
                <a:solidFill>
                  <a:srgbClr val="050505"/>
                </a:solidFill>
                <a:latin typeface="Arial"/>
                <a:cs typeface="Arial"/>
              </a:rPr>
              <a:t> </a:t>
            </a:r>
            <a:r>
              <a:rPr lang="en-US" sz="2400" spc="-10" dirty="0">
                <a:solidFill>
                  <a:srgbClr val="050505"/>
                </a:solidFill>
                <a:latin typeface="Times New Roman"/>
                <a:cs typeface="Times New Roman"/>
              </a:rPr>
              <a:t>depth;</a:t>
            </a:r>
            <a:endParaRPr lang="en-US" sz="2400" dirty="0">
              <a:latin typeface="Times New Roman"/>
              <a:cs typeface="Times New Roman"/>
            </a:endParaRPr>
          </a:p>
          <a:p>
            <a:pPr marL="1404620">
              <a:lnSpc>
                <a:spcPct val="100000"/>
              </a:lnSpc>
              <a:spcBef>
                <a:spcPts val="204"/>
              </a:spcBef>
            </a:pPr>
            <a:r>
              <a:rPr lang="en-US" sz="2400" spc="15" dirty="0">
                <a:solidFill>
                  <a:srgbClr val="050505"/>
                </a:solidFill>
                <a:latin typeface="Arial"/>
                <a:cs typeface="Arial"/>
              </a:rPr>
              <a:t>}     </a:t>
            </a:r>
          </a:p>
          <a:p>
            <a:pPr marL="1404620">
              <a:lnSpc>
                <a:spcPct val="100000"/>
              </a:lnSpc>
              <a:spcBef>
                <a:spcPts val="204"/>
              </a:spcBef>
            </a:pPr>
            <a:r>
              <a:rPr lang="en-US" sz="2400" spc="15" dirty="0">
                <a:solidFill>
                  <a:srgbClr val="050505"/>
                </a:solidFill>
                <a:latin typeface="Arial"/>
                <a:cs typeface="Arial"/>
              </a:rPr>
              <a:t>			 </a:t>
            </a:r>
            <a:r>
              <a:rPr lang="en-US" sz="2400" spc="70" dirty="0">
                <a:solidFill>
                  <a:srgbClr val="050505"/>
                </a:solidFill>
                <a:latin typeface="Arial"/>
                <a:cs typeface="Arial"/>
              </a:rPr>
              <a:t>}</a:t>
            </a:r>
          </a:p>
          <a:p>
            <a:pPr marL="2666365" marR="5080" indent="-951865">
              <a:lnSpc>
                <a:spcPct val="109000"/>
              </a:lnSpc>
              <a:spcBef>
                <a:spcPts val="5"/>
              </a:spcBef>
            </a:pPr>
            <a:endParaRPr lang="en-IN" sz="2400" spc="-10" dirty="0">
              <a:solidFill>
                <a:srgbClr val="050505"/>
              </a:solidFill>
              <a:latin typeface="Times New Roman"/>
              <a:cs typeface="Times New Roman"/>
            </a:endParaRPr>
          </a:p>
          <a:p>
            <a:pPr marL="2666365" marR="5080" indent="-951865">
              <a:lnSpc>
                <a:spcPct val="109000"/>
              </a:lnSpc>
              <a:spcBef>
                <a:spcPts val="5"/>
              </a:spcBef>
            </a:pPr>
            <a:endParaRPr lang="en-IN" sz="2250" dirty="0">
              <a:latin typeface="Times New Roman"/>
              <a:cs typeface="Times New Roman"/>
            </a:endParaRPr>
          </a:p>
        </p:txBody>
      </p:sp>
      <p:sp>
        <p:nvSpPr>
          <p:cNvPr id="5" name="object 5"/>
          <p:cNvSpPr txBox="1"/>
          <p:nvPr/>
        </p:nvSpPr>
        <p:spPr>
          <a:xfrm>
            <a:off x="4398219" y="3862403"/>
            <a:ext cx="79375" cy="369570"/>
          </a:xfrm>
          <a:prstGeom prst="rect">
            <a:avLst/>
          </a:prstGeom>
        </p:spPr>
        <p:txBody>
          <a:bodyPr vert="horz" wrap="square" lIns="0" tIns="13335" rIns="0" bIns="0" rtlCol="0">
            <a:spAutoFit/>
          </a:bodyPr>
          <a:lstStyle/>
          <a:p>
            <a:pPr marL="12700">
              <a:lnSpc>
                <a:spcPct val="100000"/>
              </a:lnSpc>
              <a:spcBef>
                <a:spcPts val="105"/>
              </a:spcBef>
            </a:pPr>
            <a:r>
              <a:rPr sz="2250" spc="-10" dirty="0">
                <a:solidFill>
                  <a:srgbClr val="050505"/>
                </a:solidFill>
                <a:latin typeface="Arial"/>
                <a:cs typeface="Arial"/>
              </a:rPr>
              <a:t>'</a:t>
            </a:r>
            <a:endParaRPr sz="2250">
              <a:latin typeface="Arial"/>
              <a:cs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43331" y="696642"/>
            <a:ext cx="9363075" cy="5066130"/>
          </a:xfrm>
          <a:prstGeom prst="rect">
            <a:avLst/>
          </a:prstGeom>
        </p:spPr>
        <p:txBody>
          <a:bodyPr vert="horz" wrap="square" lIns="0" tIns="13335" rIns="0" bIns="0" rtlCol="0">
            <a:spAutoFit/>
          </a:bodyPr>
          <a:lstStyle/>
          <a:p>
            <a:pPr marL="195580">
              <a:lnSpc>
                <a:spcPct val="100000"/>
              </a:lnSpc>
              <a:spcBef>
                <a:spcPts val="105"/>
              </a:spcBef>
              <a:tabLst>
                <a:tab pos="5261610" algn="l"/>
              </a:tabLst>
            </a:pPr>
            <a:r>
              <a:rPr sz="2850" b="1" spc="60" dirty="0">
                <a:solidFill>
                  <a:srgbClr val="776459"/>
                </a:solidFill>
                <a:latin typeface="Times New Roman"/>
                <a:cs typeface="Times New Roman"/>
              </a:rPr>
              <a:t>Parameterized</a:t>
            </a:r>
            <a:r>
              <a:rPr sz="2850" b="1" spc="330" dirty="0">
                <a:solidFill>
                  <a:srgbClr val="776459"/>
                </a:solidFill>
                <a:latin typeface="Times New Roman"/>
                <a:cs typeface="Times New Roman"/>
              </a:rPr>
              <a:t> </a:t>
            </a:r>
            <a:r>
              <a:rPr sz="2850" b="1" spc="60" dirty="0">
                <a:solidFill>
                  <a:srgbClr val="776459"/>
                </a:solidFill>
                <a:latin typeface="Times New Roman"/>
                <a:cs typeface="Times New Roman"/>
              </a:rPr>
              <a:t>Constructors</a:t>
            </a:r>
            <a:r>
              <a:rPr sz="2850" b="1" spc="170" dirty="0">
                <a:solidFill>
                  <a:srgbClr val="776459"/>
                </a:solidFill>
                <a:latin typeface="Times New Roman"/>
                <a:cs typeface="Times New Roman"/>
              </a:rPr>
              <a:t> </a:t>
            </a:r>
            <a:r>
              <a:rPr sz="2850" b="1" spc="-50" dirty="0">
                <a:solidFill>
                  <a:srgbClr val="776459"/>
                </a:solidFill>
                <a:latin typeface="Times New Roman"/>
                <a:cs typeface="Times New Roman"/>
              </a:rPr>
              <a:t>-</a:t>
            </a:r>
            <a:r>
              <a:rPr sz="2850" b="1" dirty="0">
                <a:solidFill>
                  <a:srgbClr val="776459"/>
                </a:solidFill>
                <a:latin typeface="Times New Roman"/>
                <a:cs typeface="Times New Roman"/>
              </a:rPr>
              <a:t>	</a:t>
            </a:r>
            <a:r>
              <a:rPr sz="2850" b="1" spc="70" dirty="0">
                <a:solidFill>
                  <a:srgbClr val="776459"/>
                </a:solidFill>
                <a:latin typeface="Times New Roman"/>
                <a:cs typeface="Times New Roman"/>
              </a:rPr>
              <a:t>Having</a:t>
            </a:r>
            <a:r>
              <a:rPr sz="2850" b="1" spc="120" dirty="0">
                <a:solidFill>
                  <a:srgbClr val="776459"/>
                </a:solidFill>
                <a:latin typeface="Times New Roman"/>
                <a:cs typeface="Times New Roman"/>
              </a:rPr>
              <a:t> </a:t>
            </a:r>
            <a:r>
              <a:rPr sz="2850" b="1" spc="65" dirty="0">
                <a:solidFill>
                  <a:srgbClr val="776459"/>
                </a:solidFill>
                <a:latin typeface="Times New Roman"/>
                <a:cs typeface="Times New Roman"/>
              </a:rPr>
              <a:t>parameters</a:t>
            </a:r>
            <a:r>
              <a:rPr sz="2850" b="1" spc="335" dirty="0">
                <a:solidFill>
                  <a:srgbClr val="776459"/>
                </a:solidFill>
                <a:latin typeface="Times New Roman"/>
                <a:cs typeface="Times New Roman"/>
              </a:rPr>
              <a:t> </a:t>
            </a:r>
            <a:r>
              <a:rPr sz="2850" spc="-25" dirty="0">
                <a:solidFill>
                  <a:srgbClr val="776459"/>
                </a:solidFill>
                <a:latin typeface="Times New Roman"/>
                <a:cs typeface="Times New Roman"/>
              </a:rPr>
              <a:t>...</a:t>
            </a:r>
            <a:endParaRPr sz="2850" dirty="0">
              <a:latin typeface="Times New Roman"/>
              <a:cs typeface="Times New Roman"/>
            </a:endParaRPr>
          </a:p>
          <a:p>
            <a:pPr marL="12700">
              <a:lnSpc>
                <a:spcPct val="100000"/>
              </a:lnSpc>
              <a:spcBef>
                <a:spcPts val="2014"/>
              </a:spcBef>
            </a:pPr>
            <a:endParaRPr sz="2750" dirty="0">
              <a:latin typeface="Times New Roman"/>
              <a:cs typeface="Times New Roman"/>
            </a:endParaRPr>
          </a:p>
          <a:p>
            <a:pPr marL="351155">
              <a:lnSpc>
                <a:spcPct val="100000"/>
              </a:lnSpc>
              <a:spcBef>
                <a:spcPts val="650"/>
              </a:spcBef>
            </a:pPr>
            <a:r>
              <a:rPr sz="2900" dirty="0">
                <a:solidFill>
                  <a:srgbClr val="010101"/>
                </a:solidFill>
                <a:latin typeface="Times New Roman"/>
                <a:cs typeface="Times New Roman"/>
              </a:rPr>
              <a:t>class</a:t>
            </a:r>
            <a:r>
              <a:rPr sz="2900" spc="280" dirty="0">
                <a:solidFill>
                  <a:srgbClr val="010101"/>
                </a:solidFill>
                <a:latin typeface="Times New Roman"/>
                <a:cs typeface="Times New Roman"/>
              </a:rPr>
              <a:t> </a:t>
            </a:r>
            <a:r>
              <a:rPr sz="2900" dirty="0">
                <a:solidFill>
                  <a:srgbClr val="010101"/>
                </a:solidFill>
                <a:latin typeface="Times New Roman"/>
                <a:cs typeface="Times New Roman"/>
              </a:rPr>
              <a:t>BoxDemo</a:t>
            </a:r>
            <a:r>
              <a:rPr sz="2900" spc="585" dirty="0">
                <a:solidFill>
                  <a:srgbClr val="010101"/>
                </a:solidFill>
                <a:latin typeface="Times New Roman"/>
                <a:cs typeface="Times New Roman"/>
              </a:rPr>
              <a:t> </a:t>
            </a:r>
            <a:r>
              <a:rPr sz="2900" spc="-50" dirty="0">
                <a:solidFill>
                  <a:srgbClr val="010101"/>
                </a:solidFill>
                <a:latin typeface="Times New Roman"/>
                <a:cs typeface="Times New Roman"/>
              </a:rPr>
              <a:t>{</a:t>
            </a:r>
            <a:endParaRPr sz="2900" dirty="0">
              <a:latin typeface="Times New Roman"/>
              <a:cs typeface="Times New Roman"/>
            </a:endParaRPr>
          </a:p>
          <a:p>
            <a:pPr marL="1125855">
              <a:lnSpc>
                <a:spcPct val="100000"/>
              </a:lnSpc>
              <a:spcBef>
                <a:spcPts val="894"/>
              </a:spcBef>
            </a:pPr>
            <a:r>
              <a:rPr sz="2900" dirty="0">
                <a:solidFill>
                  <a:srgbClr val="010101"/>
                </a:solidFill>
                <a:latin typeface="Times New Roman"/>
                <a:cs typeface="Times New Roman"/>
              </a:rPr>
              <a:t>public</a:t>
            </a:r>
            <a:r>
              <a:rPr sz="2900" spc="330" dirty="0">
                <a:solidFill>
                  <a:srgbClr val="010101"/>
                </a:solidFill>
                <a:latin typeface="Times New Roman"/>
                <a:cs typeface="Times New Roman"/>
              </a:rPr>
              <a:t> </a:t>
            </a:r>
            <a:r>
              <a:rPr sz="2900" dirty="0">
                <a:solidFill>
                  <a:srgbClr val="010101"/>
                </a:solidFill>
                <a:latin typeface="Times New Roman"/>
                <a:cs typeface="Times New Roman"/>
              </a:rPr>
              <a:t>static</a:t>
            </a:r>
            <a:r>
              <a:rPr sz="2900" spc="280" dirty="0">
                <a:solidFill>
                  <a:srgbClr val="010101"/>
                </a:solidFill>
                <a:latin typeface="Times New Roman"/>
                <a:cs typeface="Times New Roman"/>
              </a:rPr>
              <a:t> </a:t>
            </a:r>
            <a:r>
              <a:rPr sz="2900" spc="50" dirty="0">
                <a:solidFill>
                  <a:srgbClr val="010101"/>
                </a:solidFill>
                <a:latin typeface="Times New Roman"/>
                <a:cs typeface="Times New Roman"/>
              </a:rPr>
              <a:t>void</a:t>
            </a:r>
            <a:r>
              <a:rPr sz="2900" spc="254" dirty="0">
                <a:solidFill>
                  <a:srgbClr val="010101"/>
                </a:solidFill>
                <a:latin typeface="Times New Roman"/>
                <a:cs typeface="Times New Roman"/>
              </a:rPr>
              <a:t> </a:t>
            </a:r>
            <a:r>
              <a:rPr sz="2900" dirty="0">
                <a:solidFill>
                  <a:srgbClr val="010101"/>
                </a:solidFill>
                <a:latin typeface="Times New Roman"/>
                <a:cs typeface="Times New Roman"/>
              </a:rPr>
              <a:t>main(String</a:t>
            </a:r>
            <a:r>
              <a:rPr sz="2900" spc="375" dirty="0">
                <a:solidFill>
                  <a:srgbClr val="010101"/>
                </a:solidFill>
                <a:latin typeface="Times New Roman"/>
                <a:cs typeface="Times New Roman"/>
              </a:rPr>
              <a:t> </a:t>
            </a:r>
            <a:r>
              <a:rPr sz="2900" dirty="0">
                <a:solidFill>
                  <a:srgbClr val="010101"/>
                </a:solidFill>
                <a:latin typeface="Times New Roman"/>
                <a:cs typeface="Times New Roman"/>
              </a:rPr>
              <a:t>args[])</a:t>
            </a:r>
            <a:r>
              <a:rPr sz="2900" spc="365" dirty="0">
                <a:solidFill>
                  <a:srgbClr val="010101"/>
                </a:solidFill>
                <a:latin typeface="Times New Roman"/>
                <a:cs typeface="Times New Roman"/>
              </a:rPr>
              <a:t> </a:t>
            </a:r>
            <a:r>
              <a:rPr sz="2900" spc="75" dirty="0">
                <a:solidFill>
                  <a:srgbClr val="010101"/>
                </a:solidFill>
                <a:latin typeface="Times New Roman"/>
                <a:cs typeface="Times New Roman"/>
              </a:rPr>
              <a:t>{</a:t>
            </a:r>
            <a:endParaRPr sz="2900" dirty="0">
              <a:latin typeface="Times New Roman"/>
              <a:cs typeface="Times New Roman"/>
            </a:endParaRPr>
          </a:p>
          <a:p>
            <a:pPr marL="1309370" marR="1127760" indent="2540">
              <a:lnSpc>
                <a:spcPts val="4350"/>
              </a:lnSpc>
              <a:spcBef>
                <a:spcPts val="295"/>
              </a:spcBef>
              <a:tabLst>
                <a:tab pos="3402329" algn="l"/>
              </a:tabLst>
            </a:pPr>
            <a:r>
              <a:rPr sz="2900" dirty="0">
                <a:solidFill>
                  <a:srgbClr val="010101"/>
                </a:solidFill>
                <a:latin typeface="Times New Roman"/>
                <a:cs typeface="Times New Roman"/>
              </a:rPr>
              <a:t>//</a:t>
            </a:r>
            <a:r>
              <a:rPr sz="2900" spc="130" dirty="0">
                <a:solidFill>
                  <a:srgbClr val="010101"/>
                </a:solidFill>
                <a:latin typeface="Times New Roman"/>
                <a:cs typeface="Times New Roman"/>
              </a:rPr>
              <a:t> </a:t>
            </a:r>
            <a:r>
              <a:rPr sz="2900" dirty="0">
                <a:solidFill>
                  <a:srgbClr val="010101"/>
                </a:solidFill>
                <a:latin typeface="Times New Roman"/>
                <a:cs typeface="Times New Roman"/>
              </a:rPr>
              <a:t>declare,</a:t>
            </a:r>
            <a:r>
              <a:rPr sz="2900" spc="355" dirty="0">
                <a:solidFill>
                  <a:srgbClr val="010101"/>
                </a:solidFill>
                <a:latin typeface="Times New Roman"/>
                <a:cs typeface="Times New Roman"/>
              </a:rPr>
              <a:t> </a:t>
            </a:r>
            <a:r>
              <a:rPr sz="2900" dirty="0">
                <a:solidFill>
                  <a:srgbClr val="010101"/>
                </a:solidFill>
                <a:latin typeface="Times New Roman"/>
                <a:cs typeface="Times New Roman"/>
              </a:rPr>
              <a:t>allocate,</a:t>
            </a:r>
            <a:r>
              <a:rPr sz="2900" spc="290" dirty="0">
                <a:solidFill>
                  <a:srgbClr val="010101"/>
                </a:solidFill>
                <a:latin typeface="Times New Roman"/>
                <a:cs typeface="Times New Roman"/>
              </a:rPr>
              <a:t> </a:t>
            </a:r>
            <a:r>
              <a:rPr sz="2900" spc="55" dirty="0">
                <a:solidFill>
                  <a:srgbClr val="010101"/>
                </a:solidFill>
                <a:latin typeface="Times New Roman"/>
                <a:cs typeface="Times New Roman"/>
              </a:rPr>
              <a:t>and</a:t>
            </a:r>
            <a:r>
              <a:rPr sz="2900" spc="220" dirty="0">
                <a:solidFill>
                  <a:srgbClr val="010101"/>
                </a:solidFill>
                <a:latin typeface="Times New Roman"/>
                <a:cs typeface="Times New Roman"/>
              </a:rPr>
              <a:t> </a:t>
            </a:r>
            <a:r>
              <a:rPr sz="2900" dirty="0">
                <a:solidFill>
                  <a:srgbClr val="010101"/>
                </a:solidFill>
                <a:latin typeface="Times New Roman"/>
                <a:cs typeface="Times New Roman"/>
              </a:rPr>
              <a:t>initialize</a:t>
            </a:r>
            <a:r>
              <a:rPr sz="2900" spc="340" dirty="0">
                <a:solidFill>
                  <a:srgbClr val="010101"/>
                </a:solidFill>
                <a:latin typeface="Times New Roman"/>
                <a:cs typeface="Times New Roman"/>
              </a:rPr>
              <a:t> </a:t>
            </a:r>
            <a:r>
              <a:rPr sz="2900" spc="60" dirty="0">
                <a:solidFill>
                  <a:srgbClr val="010101"/>
                </a:solidFill>
                <a:latin typeface="Times New Roman"/>
                <a:cs typeface="Times New Roman"/>
              </a:rPr>
              <a:t>Box</a:t>
            </a:r>
            <a:r>
              <a:rPr sz="2900" spc="185" dirty="0">
                <a:solidFill>
                  <a:srgbClr val="010101"/>
                </a:solidFill>
                <a:latin typeface="Times New Roman"/>
                <a:cs typeface="Times New Roman"/>
              </a:rPr>
              <a:t> </a:t>
            </a:r>
            <a:r>
              <a:rPr sz="2900" spc="-10" dirty="0">
                <a:solidFill>
                  <a:srgbClr val="010101"/>
                </a:solidFill>
                <a:latin typeface="Times New Roman"/>
                <a:cs typeface="Times New Roman"/>
              </a:rPr>
              <a:t>objects </a:t>
            </a:r>
            <a:r>
              <a:rPr sz="2900" spc="60" dirty="0">
                <a:solidFill>
                  <a:srgbClr val="010101"/>
                </a:solidFill>
                <a:latin typeface="Times New Roman"/>
                <a:cs typeface="Times New Roman"/>
              </a:rPr>
              <a:t>Box</a:t>
            </a:r>
            <a:r>
              <a:rPr sz="2900" spc="100" dirty="0">
                <a:solidFill>
                  <a:srgbClr val="010101"/>
                </a:solidFill>
                <a:latin typeface="Times New Roman"/>
                <a:cs typeface="Times New Roman"/>
              </a:rPr>
              <a:t> </a:t>
            </a:r>
            <a:r>
              <a:rPr sz="2900" spc="85" dirty="0">
                <a:solidFill>
                  <a:srgbClr val="010101"/>
                </a:solidFill>
                <a:latin typeface="Times New Roman"/>
                <a:cs typeface="Times New Roman"/>
              </a:rPr>
              <a:t>myboxl</a:t>
            </a:r>
            <a:r>
              <a:rPr sz="2900" dirty="0">
                <a:solidFill>
                  <a:srgbClr val="010101"/>
                </a:solidFill>
                <a:latin typeface="Times New Roman"/>
                <a:cs typeface="Times New Roman"/>
              </a:rPr>
              <a:t>	</a:t>
            </a:r>
            <a:r>
              <a:rPr sz="2100" spc="-325" dirty="0">
                <a:solidFill>
                  <a:srgbClr val="010101"/>
                </a:solidFill>
                <a:latin typeface="Arial"/>
                <a:cs typeface="Arial"/>
              </a:rPr>
              <a:t>==</a:t>
            </a:r>
            <a:r>
              <a:rPr sz="2100" spc="140" dirty="0">
                <a:solidFill>
                  <a:srgbClr val="010101"/>
                </a:solidFill>
                <a:latin typeface="Arial"/>
                <a:cs typeface="Arial"/>
              </a:rPr>
              <a:t> </a:t>
            </a:r>
            <a:r>
              <a:rPr sz="2900" spc="60" dirty="0">
                <a:solidFill>
                  <a:srgbClr val="010101"/>
                </a:solidFill>
                <a:latin typeface="Times New Roman"/>
                <a:cs typeface="Times New Roman"/>
              </a:rPr>
              <a:t>new</a:t>
            </a:r>
            <a:r>
              <a:rPr sz="2900" spc="85" dirty="0">
                <a:solidFill>
                  <a:srgbClr val="010101"/>
                </a:solidFill>
                <a:latin typeface="Times New Roman"/>
                <a:cs typeface="Times New Roman"/>
              </a:rPr>
              <a:t> </a:t>
            </a:r>
            <a:r>
              <a:rPr sz="2850" b="1" spc="95" dirty="0">
                <a:solidFill>
                  <a:srgbClr val="F40305"/>
                </a:solidFill>
                <a:latin typeface="Times New Roman"/>
                <a:cs typeface="Times New Roman"/>
              </a:rPr>
              <a:t>Box(l0,20,5);</a:t>
            </a:r>
            <a:endParaRPr sz="2850" dirty="0">
              <a:latin typeface="Times New Roman"/>
              <a:cs typeface="Times New Roman"/>
            </a:endParaRPr>
          </a:p>
          <a:p>
            <a:pPr marL="1310005">
              <a:lnSpc>
                <a:spcPct val="100000"/>
              </a:lnSpc>
              <a:spcBef>
                <a:spcPts val="409"/>
              </a:spcBef>
            </a:pPr>
            <a:r>
              <a:rPr sz="2800" spc="30" dirty="0">
                <a:solidFill>
                  <a:srgbClr val="010101"/>
                </a:solidFill>
                <a:latin typeface="Times New Roman"/>
                <a:cs typeface="Times New Roman"/>
              </a:rPr>
              <a:t>System.out.println("Volume</a:t>
            </a:r>
            <a:r>
              <a:rPr sz="2800" spc="-70" dirty="0">
                <a:solidFill>
                  <a:srgbClr val="010101"/>
                </a:solidFill>
                <a:latin typeface="Times New Roman"/>
                <a:cs typeface="Times New Roman"/>
              </a:rPr>
              <a:t> </a:t>
            </a:r>
            <a:r>
              <a:rPr sz="2800" spc="30" dirty="0">
                <a:solidFill>
                  <a:srgbClr val="010101"/>
                </a:solidFill>
                <a:latin typeface="Times New Roman"/>
                <a:cs typeface="Times New Roman"/>
              </a:rPr>
              <a:t>is</a:t>
            </a:r>
            <a:r>
              <a:rPr sz="2800" spc="155" dirty="0">
                <a:solidFill>
                  <a:srgbClr val="010101"/>
                </a:solidFill>
                <a:latin typeface="Times New Roman"/>
                <a:cs typeface="Times New Roman"/>
              </a:rPr>
              <a:t> </a:t>
            </a:r>
            <a:r>
              <a:rPr sz="2800" spc="110" dirty="0">
                <a:solidFill>
                  <a:srgbClr val="010101"/>
                </a:solidFill>
                <a:latin typeface="Times New Roman"/>
                <a:cs typeface="Times New Roman"/>
              </a:rPr>
              <a:t>"</a:t>
            </a:r>
            <a:r>
              <a:rPr sz="2800" spc="-105" dirty="0">
                <a:solidFill>
                  <a:srgbClr val="010101"/>
                </a:solidFill>
                <a:latin typeface="Times New Roman"/>
                <a:cs typeface="Times New Roman"/>
              </a:rPr>
              <a:t> </a:t>
            </a:r>
            <a:r>
              <a:rPr sz="3150" spc="110" dirty="0">
                <a:solidFill>
                  <a:srgbClr val="010101"/>
                </a:solidFill>
                <a:latin typeface="Arial"/>
                <a:cs typeface="Arial"/>
              </a:rPr>
              <a:t>+</a:t>
            </a:r>
            <a:r>
              <a:rPr sz="3150" spc="-215" dirty="0">
                <a:solidFill>
                  <a:srgbClr val="010101"/>
                </a:solidFill>
                <a:latin typeface="Arial"/>
                <a:cs typeface="Arial"/>
              </a:rPr>
              <a:t> </a:t>
            </a:r>
            <a:r>
              <a:rPr sz="2800" spc="95" dirty="0">
                <a:solidFill>
                  <a:srgbClr val="010101"/>
                </a:solidFill>
                <a:latin typeface="Times New Roman"/>
                <a:cs typeface="Times New Roman"/>
              </a:rPr>
              <a:t>myboxl</a:t>
            </a:r>
            <a:r>
              <a:rPr sz="2800" spc="-180" dirty="0">
                <a:solidFill>
                  <a:srgbClr val="010101"/>
                </a:solidFill>
                <a:latin typeface="Times New Roman"/>
                <a:cs typeface="Times New Roman"/>
              </a:rPr>
              <a:t> </a:t>
            </a:r>
            <a:r>
              <a:rPr sz="2800" spc="-10" dirty="0">
                <a:solidFill>
                  <a:srgbClr val="010101"/>
                </a:solidFill>
                <a:latin typeface="Times New Roman"/>
                <a:cs typeface="Times New Roman"/>
              </a:rPr>
              <a:t>.volume());</a:t>
            </a:r>
            <a:endParaRPr sz="2800" dirty="0">
              <a:latin typeface="Times New Roman"/>
              <a:cs typeface="Times New Roman"/>
            </a:endParaRPr>
          </a:p>
          <a:p>
            <a:pPr marL="572770">
              <a:lnSpc>
                <a:spcPct val="100000"/>
              </a:lnSpc>
              <a:spcBef>
                <a:spcPts val="969"/>
              </a:spcBef>
            </a:pPr>
            <a:r>
              <a:rPr sz="2850" spc="65" dirty="0">
                <a:solidFill>
                  <a:srgbClr val="010101"/>
                </a:solidFill>
                <a:latin typeface="Arial"/>
                <a:cs typeface="Arial"/>
              </a:rPr>
              <a:t>}</a:t>
            </a:r>
            <a:endParaRPr sz="2850" dirty="0">
              <a:latin typeface="Arial"/>
              <a:cs typeface="Arial"/>
            </a:endParaRPr>
          </a:p>
          <a:p>
            <a:pPr marL="375285">
              <a:lnSpc>
                <a:spcPct val="100000"/>
              </a:lnSpc>
              <a:spcBef>
                <a:spcPts val="960"/>
              </a:spcBef>
            </a:pPr>
            <a:r>
              <a:rPr sz="2850" spc="95" dirty="0">
                <a:solidFill>
                  <a:srgbClr val="010101"/>
                </a:solidFill>
                <a:latin typeface="Arial"/>
                <a:cs typeface="Arial"/>
              </a:rPr>
              <a:t>}</a:t>
            </a:r>
            <a:endParaRPr sz="2850" dirty="0">
              <a:latin typeface="Arial"/>
              <a:cs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9EC7ED1-7DDB-CAF3-5E00-D62A343B05ED}"/>
              </a:ext>
            </a:extLst>
          </p:cNvPr>
          <p:cNvSpPr txBox="1"/>
          <p:nvPr/>
        </p:nvSpPr>
        <p:spPr>
          <a:xfrm>
            <a:off x="774700" y="501650"/>
            <a:ext cx="8839200" cy="6851876"/>
          </a:xfrm>
          <a:prstGeom prst="rect">
            <a:avLst/>
          </a:prstGeom>
          <a:noFill/>
        </p:spPr>
        <p:txBody>
          <a:bodyPr wrap="square">
            <a:spAutoFit/>
          </a:bodyPr>
          <a:lstStyle/>
          <a:p>
            <a:pPr algn="just"/>
            <a:r>
              <a:rPr lang="en-US" b="0" i="0" dirty="0">
                <a:solidFill>
                  <a:srgbClr val="610B38"/>
                </a:solidFill>
                <a:effectLst/>
                <a:latin typeface="erdana"/>
              </a:rPr>
              <a:t>Why copy constructor is required?</a:t>
            </a:r>
          </a:p>
          <a:p>
            <a:pPr algn="just"/>
            <a:endParaRPr lang="en-US" dirty="0">
              <a:solidFill>
                <a:srgbClr val="610B38"/>
              </a:solidFill>
              <a:latin typeface="erdana"/>
            </a:endParaRPr>
          </a:p>
          <a:p>
            <a:pPr algn="just"/>
            <a:endParaRPr lang="en-US" b="0" i="0" dirty="0">
              <a:solidFill>
                <a:srgbClr val="610B38"/>
              </a:solidFill>
              <a:effectLst/>
              <a:latin typeface="erdana"/>
            </a:endParaRPr>
          </a:p>
          <a:p>
            <a:pPr algn="just"/>
            <a:endParaRPr lang="en-US" dirty="0">
              <a:solidFill>
                <a:srgbClr val="610B38"/>
              </a:solidFill>
              <a:latin typeface="erdana"/>
            </a:endParaRPr>
          </a:p>
          <a:p>
            <a:pPr algn="just"/>
            <a:endParaRPr lang="en-US" b="0" i="0" dirty="0">
              <a:solidFill>
                <a:srgbClr val="610B38"/>
              </a:solidFill>
              <a:effectLst/>
              <a:latin typeface="erdana"/>
            </a:endParaRPr>
          </a:p>
          <a:p>
            <a:pPr algn="just"/>
            <a:r>
              <a:rPr lang="en-US" b="0" i="0" dirty="0">
                <a:solidFill>
                  <a:srgbClr val="333333"/>
                </a:solidFill>
                <a:effectLst/>
                <a:latin typeface="inter-regular"/>
              </a:rPr>
              <a:t>Sometimes, we face a problem where we required to create an exact copy of an existing object of the class. There is also a condition, if we have made any changes in the copy it should not reflect in the original one and vice-versa. For such cases, Java provides the concept of a </a:t>
            </a:r>
            <a:r>
              <a:rPr lang="en-US" b="1" i="0" dirty="0">
                <a:solidFill>
                  <a:srgbClr val="333333"/>
                </a:solidFill>
                <a:effectLst/>
                <a:latin typeface="inter-bold"/>
              </a:rPr>
              <a:t>copy constructor</a:t>
            </a:r>
            <a:r>
              <a:rPr lang="en-US" b="0" i="0" dirty="0">
                <a:solidFill>
                  <a:srgbClr val="333333"/>
                </a:solidFill>
                <a:effectLst/>
                <a:latin typeface="inter-regular"/>
              </a:rPr>
              <a:t>.</a:t>
            </a:r>
          </a:p>
          <a:p>
            <a:pPr marL="228600" algn="just">
              <a:lnSpc>
                <a:spcPct val="107000"/>
              </a:lnSpc>
              <a:spcAft>
                <a:spcPts val="800"/>
              </a:spcAft>
            </a:pP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public class Fruit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private double </a:t>
            </a:r>
            <a:r>
              <a:rPr lang="en-IN" sz="1800" kern="0" dirty="0" err="1">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fprice</a:t>
            </a: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private String </a:t>
            </a:r>
            <a:r>
              <a:rPr lang="en-IN" sz="1800" kern="0" dirty="0" err="1">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fname</a:t>
            </a: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//constructor to initialize price   and name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Fruit(double </a:t>
            </a:r>
            <a:r>
              <a:rPr lang="en-IN" sz="1800" kern="0" dirty="0" err="1">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fPrice</a:t>
            </a: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String </a:t>
            </a:r>
            <a:r>
              <a:rPr lang="en-IN" sz="1800" kern="0" dirty="0" err="1">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fName</a:t>
            </a: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r>
              <a:rPr lang="en-IN" sz="1800" kern="0" dirty="0" err="1">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fprice</a:t>
            </a: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 </a:t>
            </a:r>
            <a:r>
              <a:rPr lang="en-IN" sz="1800" kern="0" dirty="0" err="1">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fPrice</a:t>
            </a: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r>
              <a:rPr lang="en-IN" sz="1800" kern="0" dirty="0" err="1">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fname</a:t>
            </a: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 </a:t>
            </a:r>
            <a:r>
              <a:rPr lang="en-IN" sz="1800" kern="0" dirty="0" err="1">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fName</a:t>
            </a: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n-US" b="0" i="0" dirty="0">
              <a:solidFill>
                <a:srgbClr val="333333"/>
              </a:solidFill>
              <a:effectLst/>
              <a:latin typeface="inter-regular"/>
            </a:endParaRPr>
          </a:p>
        </p:txBody>
      </p:sp>
    </p:spTree>
    <p:extLst>
      <p:ext uri="{BB962C8B-B14F-4D97-AF65-F5344CB8AC3E}">
        <p14:creationId xmlns:p14="http://schemas.microsoft.com/office/powerpoint/2010/main" val="11291667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06EF19-30B1-2508-037F-FC03791140B1}"/>
              </a:ext>
            </a:extLst>
          </p:cNvPr>
          <p:cNvSpPr txBox="1"/>
          <p:nvPr/>
        </p:nvSpPr>
        <p:spPr>
          <a:xfrm>
            <a:off x="546100" y="120650"/>
            <a:ext cx="9601200" cy="7569893"/>
          </a:xfrm>
          <a:prstGeom prst="rect">
            <a:avLst/>
          </a:prstGeom>
          <a:noFill/>
        </p:spPr>
        <p:txBody>
          <a:bodyPr wrap="square">
            <a:spAutoFit/>
          </a:bodyPr>
          <a:lstStyle/>
          <a:p>
            <a:pPr marL="228600" algn="just">
              <a:lnSpc>
                <a:spcPct val="107000"/>
              </a:lnSpc>
              <a:spcAft>
                <a:spcPts val="800"/>
              </a:spcAft>
            </a:pP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//creating a copy constructor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Fruit(Fruit fruit)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a:t>
            </a:r>
          </a:p>
          <a:p>
            <a:pPr marL="228600" algn="just">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r>
              <a:rPr lang="en-IN" sz="1800" kern="0" dirty="0" err="1">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System.out.println</a:t>
            </a: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a:t>
            </a:r>
            <a:r>
              <a:rPr lang="en-IN" sz="1800" kern="0" dirty="0" err="1">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nAfter</a:t>
            </a: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invoking the Copy Constructor:\n");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r>
              <a:rPr lang="en-IN" sz="1800" kern="0" dirty="0" err="1">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fprice</a:t>
            </a: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 </a:t>
            </a:r>
            <a:r>
              <a:rPr lang="en-IN" sz="1800" kern="0" dirty="0" err="1">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fruit.fprice</a:t>
            </a: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r>
              <a:rPr lang="en-IN" sz="1800" kern="0" dirty="0" err="1">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fname</a:t>
            </a: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 </a:t>
            </a:r>
            <a:r>
              <a:rPr lang="en-IN" sz="1800" kern="0" dirty="0" err="1">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fruit.fname</a:t>
            </a: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//creating a method that returns the price of the fruit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double </a:t>
            </a:r>
            <a:r>
              <a:rPr lang="en-IN" sz="1800" kern="0" dirty="0" err="1">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showPrice</a:t>
            </a: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return </a:t>
            </a:r>
            <a:r>
              <a:rPr lang="en-IN" sz="1800" kern="0" dirty="0" err="1">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fprice</a:t>
            </a: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//creating a method that returns the name of the fruit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String </a:t>
            </a:r>
            <a:r>
              <a:rPr lang="en-IN" sz="1800" kern="0" dirty="0" err="1">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showName</a:t>
            </a: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return </a:t>
            </a:r>
            <a:r>
              <a:rPr lang="en-IN" sz="1800" kern="0" dirty="0" err="1">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fname</a:t>
            </a: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624957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3F49D8C-CEEA-AFB1-7C94-924D25E02C0A}"/>
              </a:ext>
            </a:extLst>
          </p:cNvPr>
          <p:cNvSpPr txBox="1"/>
          <p:nvPr/>
        </p:nvSpPr>
        <p:spPr>
          <a:xfrm>
            <a:off x="774700" y="1949450"/>
            <a:ext cx="8305800" cy="5052024"/>
          </a:xfrm>
          <a:prstGeom prst="rect">
            <a:avLst/>
          </a:prstGeom>
          <a:noFill/>
        </p:spPr>
        <p:txBody>
          <a:bodyPr wrap="square">
            <a:spAutoFit/>
          </a:bodyPr>
          <a:lstStyle/>
          <a:p>
            <a:pPr marL="228600" algn="just">
              <a:lnSpc>
                <a:spcPct val="107000"/>
              </a:lnSpc>
              <a:spcAft>
                <a:spcPts val="800"/>
              </a:spcAft>
            </a:pP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//class to create student object and print roll number and name of the student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public static void main(String </a:t>
            </a:r>
            <a:r>
              <a:rPr lang="en-IN" sz="1800" kern="0" dirty="0" err="1">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args</a:t>
            </a: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Fruit f1 = new Fruit(399, "Ruby Roman Grapes");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r>
              <a:rPr lang="en-IN" sz="1800" kern="0" dirty="0" err="1">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System.out.println</a:t>
            </a: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("Name of the first fruit: "+ f1.showName());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r>
              <a:rPr lang="en-IN" sz="1800" kern="0" dirty="0" err="1">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System.out.println</a:t>
            </a: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("Price of the first fruit: "+ f1.showPrice());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//passing the parameters to the copy constructor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Fruit f2 = new Fruit(f1);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r>
              <a:rPr lang="en-IN" sz="1800" kern="0" dirty="0" err="1">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System.out.println</a:t>
            </a: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("Name of the second fruit: "+ f2.showName());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r>
              <a:rPr lang="en-IN" sz="1800" kern="0" dirty="0" err="1">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System.out.println</a:t>
            </a: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("Price of the second fruit: "+ f2.showPrice());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r>
              <a:rPr lang="en-IN" sz="1800" kern="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  </a:t>
            </a:r>
            <a:endParaRPr lang="en-IN" dirty="0"/>
          </a:p>
        </p:txBody>
      </p:sp>
    </p:spTree>
    <p:extLst>
      <p:ext uri="{BB962C8B-B14F-4D97-AF65-F5344CB8AC3E}">
        <p14:creationId xmlns:p14="http://schemas.microsoft.com/office/powerpoint/2010/main" val="37542294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1EE2C12-16EA-8984-EEE6-B6D92F4F7379}"/>
              </a:ext>
            </a:extLst>
          </p:cNvPr>
          <p:cNvPicPr>
            <a:picLocks noChangeAspect="1"/>
          </p:cNvPicPr>
          <p:nvPr/>
        </p:nvPicPr>
        <p:blipFill>
          <a:blip r:embed="rId2"/>
          <a:stretch>
            <a:fillRect/>
          </a:stretch>
        </p:blipFill>
        <p:spPr>
          <a:xfrm>
            <a:off x="1231900" y="2178050"/>
            <a:ext cx="7543800" cy="4495800"/>
          </a:xfrm>
          <a:prstGeom prst="rect">
            <a:avLst/>
          </a:prstGeom>
        </p:spPr>
      </p:pic>
      <p:sp>
        <p:nvSpPr>
          <p:cNvPr id="3" name="TextBox 2">
            <a:extLst>
              <a:ext uri="{FF2B5EF4-FFF2-40B4-BE49-F238E27FC236}">
                <a16:creationId xmlns:a16="http://schemas.microsoft.com/office/drawing/2014/main" id="{5AD1D3D4-FD51-D075-36F2-F0FEBB9554F1}"/>
              </a:ext>
            </a:extLst>
          </p:cNvPr>
          <p:cNvSpPr txBox="1"/>
          <p:nvPr/>
        </p:nvSpPr>
        <p:spPr>
          <a:xfrm>
            <a:off x="1231900" y="697984"/>
            <a:ext cx="8458200" cy="523220"/>
          </a:xfrm>
          <a:prstGeom prst="rect">
            <a:avLst/>
          </a:prstGeom>
          <a:noFill/>
        </p:spPr>
        <p:txBody>
          <a:bodyPr wrap="square" rtlCol="0">
            <a:spAutoFit/>
          </a:bodyPr>
          <a:lstStyle/>
          <a:p>
            <a:r>
              <a:rPr lang="en-US" sz="2800" dirty="0"/>
              <a:t>Differences between Constructor and Method</a:t>
            </a:r>
            <a:endParaRPr lang="en-IN" sz="2800" dirty="0"/>
          </a:p>
        </p:txBody>
      </p:sp>
    </p:spTree>
    <p:extLst>
      <p:ext uri="{BB962C8B-B14F-4D97-AF65-F5344CB8AC3E}">
        <p14:creationId xmlns:p14="http://schemas.microsoft.com/office/powerpoint/2010/main" val="8078112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22860">
              <a:lnSpc>
                <a:spcPct val="100000"/>
              </a:lnSpc>
              <a:spcBef>
                <a:spcPts val="110"/>
              </a:spcBef>
            </a:pPr>
            <a:r>
              <a:rPr sz="4450" spc="65" dirty="0">
                <a:solidFill>
                  <a:srgbClr val="755D52"/>
                </a:solidFill>
                <a:latin typeface="Times New Roman"/>
                <a:cs typeface="Times New Roman"/>
              </a:rPr>
              <a:t>The</a:t>
            </a:r>
            <a:r>
              <a:rPr sz="4450" spc="145" dirty="0">
                <a:solidFill>
                  <a:srgbClr val="755D52"/>
                </a:solidFill>
                <a:latin typeface="Times New Roman"/>
                <a:cs typeface="Times New Roman"/>
              </a:rPr>
              <a:t> </a:t>
            </a:r>
            <a:r>
              <a:rPr sz="4450" dirty="0">
                <a:solidFill>
                  <a:srgbClr val="F00507"/>
                </a:solidFill>
                <a:latin typeface="Times New Roman"/>
                <a:cs typeface="Times New Roman"/>
              </a:rPr>
              <a:t>this</a:t>
            </a:r>
            <a:r>
              <a:rPr sz="4450" spc="135" dirty="0">
                <a:solidFill>
                  <a:srgbClr val="F00507"/>
                </a:solidFill>
                <a:latin typeface="Times New Roman"/>
                <a:cs typeface="Times New Roman"/>
              </a:rPr>
              <a:t> </a:t>
            </a:r>
            <a:r>
              <a:rPr sz="4450" spc="-10" dirty="0">
                <a:solidFill>
                  <a:srgbClr val="755D52"/>
                </a:solidFill>
                <a:latin typeface="Times New Roman"/>
                <a:cs typeface="Times New Roman"/>
              </a:rPr>
              <a:t>Keyword</a:t>
            </a:r>
            <a:endParaRPr sz="4450">
              <a:latin typeface="Times New Roman"/>
              <a:cs typeface="Times New Roman"/>
            </a:endParaRPr>
          </a:p>
        </p:txBody>
      </p:sp>
      <p:sp>
        <p:nvSpPr>
          <p:cNvPr id="3" name="object 3"/>
          <p:cNvSpPr txBox="1"/>
          <p:nvPr/>
        </p:nvSpPr>
        <p:spPr>
          <a:xfrm>
            <a:off x="543586" y="1399405"/>
            <a:ext cx="9514205" cy="2399030"/>
          </a:xfrm>
          <a:prstGeom prst="rect">
            <a:avLst/>
          </a:prstGeom>
        </p:spPr>
        <p:txBody>
          <a:bodyPr vert="horz" wrap="square" lIns="0" tIns="13335" rIns="0" bIns="0" rtlCol="0">
            <a:spAutoFit/>
          </a:bodyPr>
          <a:lstStyle/>
          <a:p>
            <a:pPr marL="12700">
              <a:lnSpc>
                <a:spcPts val="3160"/>
              </a:lnSpc>
              <a:spcBef>
                <a:spcPts val="105"/>
              </a:spcBef>
            </a:pPr>
            <a:endParaRPr sz="2650" dirty="0">
              <a:latin typeface="Times New Roman"/>
              <a:cs typeface="Times New Roman"/>
            </a:endParaRPr>
          </a:p>
          <a:p>
            <a:pPr marL="529590" marR="5080" indent="-343535" algn="just">
              <a:lnSpc>
                <a:spcPct val="88800"/>
              </a:lnSpc>
              <a:spcBef>
                <a:spcPts val="345"/>
              </a:spcBef>
              <a:buClr>
                <a:srgbClr val="D87E46"/>
              </a:buClr>
              <a:buFont typeface="Arial"/>
              <a:buChar char="□"/>
              <a:tabLst>
                <a:tab pos="531495" algn="l"/>
              </a:tabLst>
            </a:pPr>
            <a:r>
              <a:rPr sz="2700" b="1" i="1" dirty="0">
                <a:solidFill>
                  <a:srgbClr val="F00507"/>
                </a:solidFill>
                <a:latin typeface="Times New Roman"/>
                <a:cs typeface="Times New Roman"/>
              </a:rPr>
              <a:t>this</a:t>
            </a:r>
            <a:r>
              <a:rPr sz="2700" b="1" i="1" spc="5" dirty="0">
                <a:solidFill>
                  <a:srgbClr val="F00507"/>
                </a:solidFill>
                <a:latin typeface="Times New Roman"/>
                <a:cs typeface="Times New Roman"/>
              </a:rPr>
              <a:t>  </a:t>
            </a:r>
            <a:r>
              <a:rPr sz="2550" dirty="0">
                <a:solidFill>
                  <a:srgbClr val="030303"/>
                </a:solidFill>
                <a:latin typeface="Times New Roman"/>
                <a:cs typeface="Times New Roman"/>
              </a:rPr>
              <a:t>can</a:t>
            </a:r>
            <a:r>
              <a:rPr sz="2550" spc="150" dirty="0">
                <a:solidFill>
                  <a:srgbClr val="030303"/>
                </a:solidFill>
                <a:latin typeface="Times New Roman"/>
                <a:cs typeface="Times New Roman"/>
              </a:rPr>
              <a:t>  </a:t>
            </a:r>
            <a:r>
              <a:rPr sz="2550" dirty="0">
                <a:solidFill>
                  <a:srgbClr val="030303"/>
                </a:solidFill>
                <a:latin typeface="Times New Roman"/>
                <a:cs typeface="Times New Roman"/>
              </a:rPr>
              <a:t>be</a:t>
            </a:r>
            <a:r>
              <a:rPr sz="2550" spc="120" dirty="0">
                <a:solidFill>
                  <a:srgbClr val="030303"/>
                </a:solidFill>
                <a:latin typeface="Times New Roman"/>
                <a:cs typeface="Times New Roman"/>
              </a:rPr>
              <a:t>  </a:t>
            </a:r>
            <a:r>
              <a:rPr sz="2550" spc="114" dirty="0">
                <a:solidFill>
                  <a:srgbClr val="030303"/>
                </a:solidFill>
                <a:latin typeface="Times New Roman"/>
                <a:cs typeface="Times New Roman"/>
              </a:rPr>
              <a:t>used</a:t>
            </a:r>
            <a:r>
              <a:rPr sz="2550" spc="30" dirty="0">
                <a:solidFill>
                  <a:srgbClr val="030303"/>
                </a:solidFill>
                <a:latin typeface="Times New Roman"/>
                <a:cs typeface="Times New Roman"/>
              </a:rPr>
              <a:t>  </a:t>
            </a:r>
            <a:r>
              <a:rPr sz="2550" spc="95" dirty="0">
                <a:solidFill>
                  <a:srgbClr val="030303"/>
                </a:solidFill>
                <a:latin typeface="Times New Roman"/>
                <a:cs typeface="Times New Roman"/>
              </a:rPr>
              <a:t>inside</a:t>
            </a:r>
            <a:r>
              <a:rPr sz="2550" spc="55" dirty="0">
                <a:solidFill>
                  <a:srgbClr val="030303"/>
                </a:solidFill>
                <a:latin typeface="Times New Roman"/>
                <a:cs typeface="Times New Roman"/>
              </a:rPr>
              <a:t>  </a:t>
            </a:r>
            <a:r>
              <a:rPr sz="2550" spc="120" dirty="0">
                <a:solidFill>
                  <a:srgbClr val="030303"/>
                </a:solidFill>
                <a:latin typeface="Times New Roman"/>
                <a:cs typeface="Times New Roman"/>
              </a:rPr>
              <a:t>any</a:t>
            </a:r>
            <a:r>
              <a:rPr sz="2550" spc="5" dirty="0">
                <a:solidFill>
                  <a:srgbClr val="030303"/>
                </a:solidFill>
                <a:latin typeface="Times New Roman"/>
                <a:cs typeface="Times New Roman"/>
              </a:rPr>
              <a:t>  </a:t>
            </a:r>
            <a:r>
              <a:rPr sz="2550" spc="125" dirty="0">
                <a:solidFill>
                  <a:srgbClr val="030303"/>
                </a:solidFill>
                <a:latin typeface="Times New Roman"/>
                <a:cs typeface="Times New Roman"/>
              </a:rPr>
              <a:t>method</a:t>
            </a:r>
            <a:r>
              <a:rPr sz="2550" spc="35" dirty="0">
                <a:solidFill>
                  <a:srgbClr val="030303"/>
                </a:solidFill>
                <a:latin typeface="Times New Roman"/>
                <a:cs typeface="Times New Roman"/>
              </a:rPr>
              <a:t>  </a:t>
            </a:r>
            <a:r>
              <a:rPr sz="2550" spc="95" dirty="0">
                <a:solidFill>
                  <a:srgbClr val="030303"/>
                </a:solidFill>
                <a:latin typeface="Times New Roman"/>
                <a:cs typeface="Times New Roman"/>
              </a:rPr>
              <a:t>to</a:t>
            </a:r>
            <a:r>
              <a:rPr sz="2550" spc="35" dirty="0">
                <a:solidFill>
                  <a:srgbClr val="030303"/>
                </a:solidFill>
                <a:latin typeface="Times New Roman"/>
                <a:cs typeface="Times New Roman"/>
              </a:rPr>
              <a:t>  </a:t>
            </a:r>
            <a:r>
              <a:rPr sz="2550" spc="100" dirty="0">
                <a:solidFill>
                  <a:srgbClr val="030303"/>
                </a:solidFill>
                <a:latin typeface="Times New Roman"/>
                <a:cs typeface="Times New Roman"/>
              </a:rPr>
              <a:t>refer</a:t>
            </a:r>
            <a:r>
              <a:rPr sz="2550" dirty="0">
                <a:solidFill>
                  <a:srgbClr val="030303"/>
                </a:solidFill>
                <a:latin typeface="Times New Roman"/>
                <a:cs typeface="Times New Roman"/>
              </a:rPr>
              <a:t>  </a:t>
            </a:r>
            <a:r>
              <a:rPr sz="2550" spc="95" dirty="0">
                <a:solidFill>
                  <a:srgbClr val="030303"/>
                </a:solidFill>
                <a:latin typeface="Times New Roman"/>
                <a:cs typeface="Times New Roman"/>
              </a:rPr>
              <a:t>to</a:t>
            </a:r>
            <a:r>
              <a:rPr sz="2550" spc="45" dirty="0">
                <a:solidFill>
                  <a:srgbClr val="030303"/>
                </a:solidFill>
                <a:latin typeface="Times New Roman"/>
                <a:cs typeface="Times New Roman"/>
              </a:rPr>
              <a:t>  </a:t>
            </a:r>
            <a:r>
              <a:rPr sz="2550" spc="100" dirty="0">
                <a:solidFill>
                  <a:srgbClr val="030303"/>
                </a:solidFill>
                <a:latin typeface="Times New Roman"/>
                <a:cs typeface="Times New Roman"/>
              </a:rPr>
              <a:t>the</a:t>
            </a:r>
            <a:r>
              <a:rPr sz="2550" spc="15" dirty="0">
                <a:solidFill>
                  <a:srgbClr val="030303"/>
                </a:solidFill>
                <a:latin typeface="Times New Roman"/>
                <a:cs typeface="Times New Roman"/>
              </a:rPr>
              <a:t>  </a:t>
            </a:r>
            <a:r>
              <a:rPr sz="2550" spc="85" dirty="0">
                <a:solidFill>
                  <a:srgbClr val="030303"/>
                </a:solidFill>
                <a:latin typeface="Times New Roman"/>
                <a:cs typeface="Times New Roman"/>
              </a:rPr>
              <a:t>current 	</a:t>
            </a:r>
            <a:r>
              <a:rPr sz="2550" spc="95" dirty="0">
                <a:solidFill>
                  <a:srgbClr val="030303"/>
                </a:solidFill>
                <a:latin typeface="Times New Roman"/>
                <a:cs typeface="Times New Roman"/>
              </a:rPr>
              <a:t>object.</a:t>
            </a:r>
            <a:r>
              <a:rPr sz="2550" spc="35" dirty="0">
                <a:solidFill>
                  <a:srgbClr val="030303"/>
                </a:solidFill>
                <a:latin typeface="Times New Roman"/>
                <a:cs typeface="Times New Roman"/>
              </a:rPr>
              <a:t>  </a:t>
            </a:r>
            <a:r>
              <a:rPr sz="2550" spc="110" dirty="0">
                <a:solidFill>
                  <a:srgbClr val="030303"/>
                </a:solidFill>
                <a:latin typeface="Times New Roman"/>
                <a:cs typeface="Times New Roman"/>
              </a:rPr>
              <a:t>That</a:t>
            </a:r>
            <a:r>
              <a:rPr sz="2550" spc="25" dirty="0">
                <a:solidFill>
                  <a:srgbClr val="030303"/>
                </a:solidFill>
                <a:latin typeface="Times New Roman"/>
                <a:cs typeface="Times New Roman"/>
              </a:rPr>
              <a:t>  </a:t>
            </a:r>
            <a:r>
              <a:rPr sz="2550" spc="75" dirty="0">
                <a:solidFill>
                  <a:srgbClr val="030303"/>
                </a:solidFill>
                <a:latin typeface="Times New Roman"/>
                <a:cs typeface="Times New Roman"/>
              </a:rPr>
              <a:t>is,</a:t>
            </a:r>
            <a:r>
              <a:rPr sz="2550" spc="25" dirty="0">
                <a:solidFill>
                  <a:srgbClr val="030303"/>
                </a:solidFill>
                <a:latin typeface="Times New Roman"/>
                <a:cs typeface="Times New Roman"/>
              </a:rPr>
              <a:t>  </a:t>
            </a:r>
            <a:r>
              <a:rPr sz="2550" spc="85" dirty="0">
                <a:solidFill>
                  <a:srgbClr val="030303"/>
                </a:solidFill>
                <a:latin typeface="Times New Roman"/>
                <a:cs typeface="Times New Roman"/>
              </a:rPr>
              <a:t>this</a:t>
            </a:r>
            <a:r>
              <a:rPr sz="2550" spc="25" dirty="0">
                <a:solidFill>
                  <a:srgbClr val="030303"/>
                </a:solidFill>
                <a:latin typeface="Times New Roman"/>
                <a:cs typeface="Times New Roman"/>
              </a:rPr>
              <a:t>  </a:t>
            </a:r>
            <a:r>
              <a:rPr sz="2550" spc="80" dirty="0">
                <a:solidFill>
                  <a:srgbClr val="030303"/>
                </a:solidFill>
                <a:latin typeface="Times New Roman"/>
                <a:cs typeface="Times New Roman"/>
              </a:rPr>
              <a:t>is</a:t>
            </a:r>
            <a:r>
              <a:rPr sz="2550" spc="15" dirty="0">
                <a:solidFill>
                  <a:srgbClr val="030303"/>
                </a:solidFill>
                <a:latin typeface="Times New Roman"/>
                <a:cs typeface="Times New Roman"/>
              </a:rPr>
              <a:t>  </a:t>
            </a:r>
            <a:r>
              <a:rPr sz="2550" spc="100" dirty="0">
                <a:solidFill>
                  <a:srgbClr val="030303"/>
                </a:solidFill>
                <a:latin typeface="Times New Roman"/>
                <a:cs typeface="Times New Roman"/>
              </a:rPr>
              <a:t>always</a:t>
            </a:r>
            <a:r>
              <a:rPr sz="2550" spc="65" dirty="0">
                <a:solidFill>
                  <a:srgbClr val="030303"/>
                </a:solidFill>
                <a:latin typeface="Times New Roman"/>
                <a:cs typeface="Times New Roman"/>
              </a:rPr>
              <a:t>  </a:t>
            </a:r>
            <a:r>
              <a:rPr sz="2550" spc="100" dirty="0">
                <a:solidFill>
                  <a:srgbClr val="030303"/>
                </a:solidFill>
                <a:latin typeface="Times New Roman"/>
                <a:cs typeface="Times New Roman"/>
              </a:rPr>
              <a:t>a</a:t>
            </a:r>
            <a:r>
              <a:rPr sz="2550" spc="25" dirty="0">
                <a:solidFill>
                  <a:srgbClr val="030303"/>
                </a:solidFill>
                <a:latin typeface="Times New Roman"/>
                <a:cs typeface="Times New Roman"/>
              </a:rPr>
              <a:t>  </a:t>
            </a:r>
            <a:r>
              <a:rPr sz="2550" spc="90" dirty="0">
                <a:solidFill>
                  <a:srgbClr val="030303"/>
                </a:solidFill>
                <a:latin typeface="Times New Roman"/>
                <a:cs typeface="Times New Roman"/>
              </a:rPr>
              <a:t>reference</a:t>
            </a:r>
            <a:r>
              <a:rPr sz="2550" spc="105" dirty="0">
                <a:solidFill>
                  <a:srgbClr val="030303"/>
                </a:solidFill>
                <a:latin typeface="Times New Roman"/>
                <a:cs typeface="Times New Roman"/>
              </a:rPr>
              <a:t>  </a:t>
            </a:r>
            <a:r>
              <a:rPr sz="2550" spc="85" dirty="0">
                <a:solidFill>
                  <a:srgbClr val="030303"/>
                </a:solidFill>
                <a:latin typeface="Times New Roman"/>
                <a:cs typeface="Times New Roman"/>
              </a:rPr>
              <a:t>to</a:t>
            </a:r>
            <a:r>
              <a:rPr sz="2550" spc="25" dirty="0">
                <a:solidFill>
                  <a:srgbClr val="030303"/>
                </a:solidFill>
                <a:latin typeface="Times New Roman"/>
                <a:cs typeface="Times New Roman"/>
              </a:rPr>
              <a:t>  </a:t>
            </a:r>
            <a:r>
              <a:rPr sz="2550" spc="90" dirty="0">
                <a:solidFill>
                  <a:srgbClr val="030303"/>
                </a:solidFill>
                <a:latin typeface="Times New Roman"/>
                <a:cs typeface="Times New Roman"/>
              </a:rPr>
              <a:t>the</a:t>
            </a:r>
            <a:r>
              <a:rPr sz="2550" spc="50" dirty="0">
                <a:solidFill>
                  <a:srgbClr val="030303"/>
                </a:solidFill>
                <a:latin typeface="Times New Roman"/>
                <a:cs typeface="Times New Roman"/>
              </a:rPr>
              <a:t>  </a:t>
            </a:r>
            <a:r>
              <a:rPr sz="2550" spc="95" dirty="0">
                <a:solidFill>
                  <a:srgbClr val="030303"/>
                </a:solidFill>
                <a:latin typeface="Times New Roman"/>
                <a:cs typeface="Times New Roman"/>
              </a:rPr>
              <a:t>object</a:t>
            </a:r>
            <a:r>
              <a:rPr sz="2550" spc="45" dirty="0">
                <a:solidFill>
                  <a:srgbClr val="030303"/>
                </a:solidFill>
                <a:latin typeface="Times New Roman"/>
                <a:cs typeface="Times New Roman"/>
              </a:rPr>
              <a:t>  </a:t>
            </a:r>
            <a:r>
              <a:rPr sz="2550" spc="100" dirty="0">
                <a:solidFill>
                  <a:srgbClr val="030303"/>
                </a:solidFill>
                <a:latin typeface="Times New Roman"/>
                <a:cs typeface="Times New Roman"/>
              </a:rPr>
              <a:t>on 	</a:t>
            </a:r>
            <a:r>
              <a:rPr sz="2550" spc="110" dirty="0">
                <a:solidFill>
                  <a:srgbClr val="030303"/>
                </a:solidFill>
                <a:latin typeface="Times New Roman"/>
                <a:cs typeface="Times New Roman"/>
              </a:rPr>
              <a:t>which</a:t>
            </a:r>
            <a:r>
              <a:rPr sz="2550" spc="175" dirty="0">
                <a:solidFill>
                  <a:srgbClr val="030303"/>
                </a:solidFill>
                <a:latin typeface="Times New Roman"/>
                <a:cs typeface="Times New Roman"/>
              </a:rPr>
              <a:t> </a:t>
            </a:r>
            <a:r>
              <a:rPr sz="2550" spc="100" dirty="0">
                <a:solidFill>
                  <a:srgbClr val="030303"/>
                </a:solidFill>
                <a:latin typeface="Times New Roman"/>
                <a:cs typeface="Times New Roman"/>
              </a:rPr>
              <a:t>the</a:t>
            </a:r>
            <a:r>
              <a:rPr sz="2550" spc="114" dirty="0">
                <a:solidFill>
                  <a:srgbClr val="030303"/>
                </a:solidFill>
                <a:latin typeface="Times New Roman"/>
                <a:cs typeface="Times New Roman"/>
              </a:rPr>
              <a:t> </a:t>
            </a:r>
            <a:r>
              <a:rPr sz="2550" spc="110" dirty="0">
                <a:solidFill>
                  <a:srgbClr val="030303"/>
                </a:solidFill>
                <a:latin typeface="Times New Roman"/>
                <a:cs typeface="Times New Roman"/>
              </a:rPr>
              <a:t>method</a:t>
            </a:r>
            <a:r>
              <a:rPr sz="2550" spc="204" dirty="0">
                <a:solidFill>
                  <a:srgbClr val="030303"/>
                </a:solidFill>
                <a:latin typeface="Times New Roman"/>
                <a:cs typeface="Times New Roman"/>
              </a:rPr>
              <a:t> </a:t>
            </a:r>
            <a:r>
              <a:rPr sz="2550" spc="125" dirty="0">
                <a:solidFill>
                  <a:srgbClr val="030303"/>
                </a:solidFill>
                <a:latin typeface="Times New Roman"/>
                <a:cs typeface="Times New Roman"/>
              </a:rPr>
              <a:t>was</a:t>
            </a:r>
            <a:r>
              <a:rPr sz="2550" spc="120" dirty="0">
                <a:solidFill>
                  <a:srgbClr val="030303"/>
                </a:solidFill>
                <a:latin typeface="Times New Roman"/>
                <a:cs typeface="Times New Roman"/>
              </a:rPr>
              <a:t> </a:t>
            </a:r>
            <a:r>
              <a:rPr sz="2550" spc="100" dirty="0">
                <a:solidFill>
                  <a:srgbClr val="030303"/>
                </a:solidFill>
                <a:latin typeface="Times New Roman"/>
                <a:cs typeface="Times New Roman"/>
              </a:rPr>
              <a:t>invoked.</a:t>
            </a:r>
            <a:endParaRPr sz="2550" dirty="0">
              <a:latin typeface="Times New Roman"/>
              <a:cs typeface="Times New Roman"/>
            </a:endParaRPr>
          </a:p>
          <a:p>
            <a:pPr marL="528955" indent="-342900" algn="just">
              <a:lnSpc>
                <a:spcPct val="100000"/>
              </a:lnSpc>
              <a:spcBef>
                <a:spcPts val="265"/>
              </a:spcBef>
              <a:buClr>
                <a:srgbClr val="D87E46"/>
              </a:buClr>
              <a:buSzPct val="105882"/>
              <a:buFont typeface="Arial"/>
              <a:buChar char="□"/>
              <a:tabLst>
                <a:tab pos="528955" algn="l"/>
              </a:tabLst>
            </a:pPr>
            <a:r>
              <a:rPr sz="2550" spc="110" dirty="0">
                <a:solidFill>
                  <a:srgbClr val="030303"/>
                </a:solidFill>
                <a:latin typeface="Times New Roman"/>
                <a:cs typeface="Times New Roman"/>
              </a:rPr>
              <a:t>Example</a:t>
            </a:r>
            <a:endParaRPr sz="2550" dirty="0">
              <a:latin typeface="Times New Roman"/>
              <a:cs typeface="Times New Roman"/>
            </a:endParaRPr>
          </a:p>
          <a:p>
            <a:pPr marL="2111375" algn="just">
              <a:lnSpc>
                <a:spcPct val="100000"/>
              </a:lnSpc>
              <a:spcBef>
                <a:spcPts val="305"/>
              </a:spcBef>
            </a:pPr>
            <a:r>
              <a:rPr sz="2550" spc="114" dirty="0">
                <a:solidFill>
                  <a:srgbClr val="030303"/>
                </a:solidFill>
                <a:latin typeface="Times New Roman"/>
                <a:cs typeface="Times New Roman"/>
              </a:rPr>
              <a:t>Box(double</a:t>
            </a:r>
            <a:r>
              <a:rPr sz="2550" spc="125" dirty="0">
                <a:solidFill>
                  <a:srgbClr val="030303"/>
                </a:solidFill>
                <a:latin typeface="Times New Roman"/>
                <a:cs typeface="Times New Roman"/>
              </a:rPr>
              <a:t> </a:t>
            </a:r>
            <a:r>
              <a:rPr sz="2550" dirty="0">
                <a:solidFill>
                  <a:srgbClr val="030303"/>
                </a:solidFill>
                <a:latin typeface="Times New Roman"/>
                <a:cs typeface="Times New Roman"/>
              </a:rPr>
              <a:t>w,</a:t>
            </a:r>
            <a:r>
              <a:rPr sz="2550" spc="95" dirty="0">
                <a:solidFill>
                  <a:srgbClr val="030303"/>
                </a:solidFill>
                <a:latin typeface="Times New Roman"/>
                <a:cs typeface="Times New Roman"/>
              </a:rPr>
              <a:t> </a:t>
            </a:r>
            <a:r>
              <a:rPr sz="2550" spc="110" dirty="0">
                <a:solidFill>
                  <a:srgbClr val="030303"/>
                </a:solidFill>
                <a:latin typeface="Times New Roman"/>
                <a:cs typeface="Times New Roman"/>
              </a:rPr>
              <a:t>double</a:t>
            </a:r>
            <a:r>
              <a:rPr sz="2550" spc="135" dirty="0">
                <a:solidFill>
                  <a:srgbClr val="030303"/>
                </a:solidFill>
                <a:latin typeface="Times New Roman"/>
                <a:cs typeface="Times New Roman"/>
              </a:rPr>
              <a:t> </a:t>
            </a:r>
            <a:r>
              <a:rPr sz="2550" spc="95" dirty="0">
                <a:solidFill>
                  <a:srgbClr val="030303"/>
                </a:solidFill>
                <a:latin typeface="Times New Roman"/>
                <a:cs typeface="Times New Roman"/>
              </a:rPr>
              <a:t>h,</a:t>
            </a:r>
            <a:r>
              <a:rPr sz="2550" spc="125" dirty="0">
                <a:solidFill>
                  <a:srgbClr val="030303"/>
                </a:solidFill>
                <a:latin typeface="Times New Roman"/>
                <a:cs typeface="Times New Roman"/>
              </a:rPr>
              <a:t> </a:t>
            </a:r>
            <a:r>
              <a:rPr sz="2550" spc="110" dirty="0">
                <a:solidFill>
                  <a:srgbClr val="030303"/>
                </a:solidFill>
                <a:latin typeface="Times New Roman"/>
                <a:cs typeface="Times New Roman"/>
              </a:rPr>
              <a:t>double</a:t>
            </a:r>
            <a:r>
              <a:rPr sz="2550" spc="145" dirty="0">
                <a:solidFill>
                  <a:srgbClr val="030303"/>
                </a:solidFill>
                <a:latin typeface="Times New Roman"/>
                <a:cs typeface="Times New Roman"/>
              </a:rPr>
              <a:t> </a:t>
            </a:r>
            <a:r>
              <a:rPr sz="2550" spc="105" dirty="0">
                <a:solidFill>
                  <a:srgbClr val="030303"/>
                </a:solidFill>
                <a:latin typeface="Times New Roman"/>
                <a:cs typeface="Times New Roman"/>
              </a:rPr>
              <a:t>d)</a:t>
            </a:r>
            <a:r>
              <a:rPr sz="2550" spc="140" dirty="0">
                <a:solidFill>
                  <a:srgbClr val="030303"/>
                </a:solidFill>
                <a:latin typeface="Times New Roman"/>
                <a:cs typeface="Times New Roman"/>
              </a:rPr>
              <a:t> </a:t>
            </a:r>
            <a:r>
              <a:rPr sz="2550" spc="70" dirty="0">
                <a:solidFill>
                  <a:srgbClr val="030303"/>
                </a:solidFill>
                <a:latin typeface="Times New Roman"/>
                <a:cs typeface="Times New Roman"/>
              </a:rPr>
              <a:t>{</a:t>
            </a:r>
            <a:endParaRPr sz="2550" dirty="0">
              <a:latin typeface="Times New Roman"/>
              <a:cs typeface="Times New Roman"/>
            </a:endParaRPr>
          </a:p>
        </p:txBody>
      </p:sp>
      <p:sp>
        <p:nvSpPr>
          <p:cNvPr id="4" name="object 4"/>
          <p:cNvSpPr txBox="1"/>
          <p:nvPr/>
        </p:nvSpPr>
        <p:spPr>
          <a:xfrm>
            <a:off x="3537305" y="3817809"/>
            <a:ext cx="5000625" cy="317908"/>
          </a:xfrm>
          <a:prstGeom prst="rect">
            <a:avLst/>
          </a:prstGeom>
        </p:spPr>
        <p:txBody>
          <a:bodyPr vert="horz" wrap="square" lIns="0" tIns="13335" rIns="0" bIns="0" rtlCol="0">
            <a:spAutoFit/>
          </a:bodyPr>
          <a:lstStyle/>
          <a:p>
            <a:pPr marL="12700">
              <a:lnSpc>
                <a:spcPts val="2300"/>
              </a:lnSpc>
              <a:spcBef>
                <a:spcPts val="105"/>
              </a:spcBef>
              <a:tabLst>
                <a:tab pos="1752600" algn="l"/>
                <a:tab pos="3583304" algn="l"/>
              </a:tabLst>
            </a:pPr>
            <a:r>
              <a:rPr sz="2550" spc="114" dirty="0">
                <a:solidFill>
                  <a:srgbClr val="F00507"/>
                </a:solidFill>
                <a:latin typeface="Times New Roman"/>
                <a:cs typeface="Times New Roman"/>
              </a:rPr>
              <a:t>width</a:t>
            </a:r>
            <a:r>
              <a:rPr sz="2550" spc="135" dirty="0">
                <a:solidFill>
                  <a:srgbClr val="F00507"/>
                </a:solidFill>
                <a:latin typeface="Times New Roman"/>
                <a:cs typeface="Times New Roman"/>
              </a:rPr>
              <a:t> </a:t>
            </a:r>
            <a:r>
              <a:rPr sz="2550" spc="-680" dirty="0">
                <a:solidFill>
                  <a:srgbClr val="F00507"/>
                </a:solidFill>
                <a:latin typeface="Times New Roman"/>
                <a:cs typeface="Times New Roman"/>
              </a:rPr>
              <a:t>=</a:t>
            </a:r>
            <a:r>
              <a:rPr sz="2550" spc="130" dirty="0">
                <a:solidFill>
                  <a:srgbClr val="F00507"/>
                </a:solidFill>
                <a:latin typeface="Times New Roman"/>
                <a:cs typeface="Times New Roman"/>
              </a:rPr>
              <a:t> </a:t>
            </a:r>
            <a:r>
              <a:rPr sz="2550" spc="80" dirty="0">
                <a:solidFill>
                  <a:srgbClr val="F00507"/>
                </a:solidFill>
                <a:latin typeface="Times New Roman"/>
                <a:cs typeface="Times New Roman"/>
              </a:rPr>
              <a:t>w</a:t>
            </a:r>
            <a:r>
              <a:rPr lang="en-US" sz="2550" spc="80" dirty="0">
                <a:solidFill>
                  <a:srgbClr val="F00507"/>
                </a:solidFill>
                <a:latin typeface="Times New Roman"/>
                <a:cs typeface="Times New Roman"/>
              </a:rPr>
              <a:t>;</a:t>
            </a:r>
            <a:r>
              <a:rPr sz="2550" dirty="0">
                <a:solidFill>
                  <a:srgbClr val="F00507"/>
                </a:solidFill>
                <a:latin typeface="Times New Roman"/>
                <a:cs typeface="Times New Roman"/>
              </a:rPr>
              <a:t>	</a:t>
            </a:r>
            <a:r>
              <a:rPr sz="2550" spc="100" dirty="0">
                <a:solidFill>
                  <a:srgbClr val="F00507"/>
                </a:solidFill>
                <a:latin typeface="Times New Roman"/>
                <a:cs typeface="Times New Roman"/>
              </a:rPr>
              <a:t>height</a:t>
            </a:r>
            <a:r>
              <a:rPr sz="2550" spc="105" dirty="0">
                <a:solidFill>
                  <a:srgbClr val="F00507"/>
                </a:solidFill>
                <a:latin typeface="Times New Roman"/>
                <a:cs typeface="Times New Roman"/>
              </a:rPr>
              <a:t> </a:t>
            </a:r>
            <a:r>
              <a:rPr sz="2550" spc="-665" dirty="0">
                <a:solidFill>
                  <a:srgbClr val="F00507"/>
                </a:solidFill>
                <a:latin typeface="Times New Roman"/>
                <a:cs typeface="Times New Roman"/>
              </a:rPr>
              <a:t>=</a:t>
            </a:r>
            <a:r>
              <a:rPr sz="2550" spc="130" dirty="0">
                <a:solidFill>
                  <a:srgbClr val="F00507"/>
                </a:solidFill>
                <a:latin typeface="Times New Roman"/>
                <a:cs typeface="Times New Roman"/>
              </a:rPr>
              <a:t> </a:t>
            </a:r>
            <a:r>
              <a:rPr sz="2550" spc="-590" dirty="0">
                <a:solidFill>
                  <a:srgbClr val="F00507"/>
                </a:solidFill>
                <a:latin typeface="Times New Roman"/>
                <a:cs typeface="Times New Roman"/>
              </a:rPr>
              <a:t>h</a:t>
            </a:r>
            <a:r>
              <a:rPr sz="2550" spc="10" dirty="0">
                <a:solidFill>
                  <a:srgbClr val="F00507"/>
                </a:solidFill>
                <a:latin typeface="Times New Roman"/>
                <a:cs typeface="Times New Roman"/>
              </a:rPr>
              <a:t> </a:t>
            </a:r>
            <a:r>
              <a:rPr sz="2550" spc="-445" dirty="0">
                <a:solidFill>
                  <a:srgbClr val="F00507"/>
                </a:solidFill>
                <a:latin typeface="Times New Roman"/>
                <a:cs typeface="Times New Roman"/>
              </a:rPr>
              <a:t>·</a:t>
            </a:r>
            <a:r>
              <a:rPr lang="en-US" sz="2550" spc="-445" dirty="0">
                <a:solidFill>
                  <a:srgbClr val="F00507"/>
                </a:solidFill>
                <a:latin typeface="Times New Roman"/>
                <a:cs typeface="Times New Roman"/>
              </a:rPr>
              <a:t>; </a:t>
            </a:r>
            <a:r>
              <a:rPr sz="2550" spc="110" dirty="0">
                <a:solidFill>
                  <a:srgbClr val="F00507"/>
                </a:solidFill>
                <a:latin typeface="Times New Roman"/>
                <a:cs typeface="Times New Roman"/>
              </a:rPr>
              <a:t>depth</a:t>
            </a:r>
            <a:r>
              <a:rPr sz="2550" spc="70" dirty="0">
                <a:solidFill>
                  <a:srgbClr val="F00507"/>
                </a:solidFill>
                <a:latin typeface="Times New Roman"/>
                <a:cs typeface="Times New Roman"/>
              </a:rPr>
              <a:t> </a:t>
            </a:r>
            <a:r>
              <a:rPr sz="2550" spc="-680" dirty="0">
                <a:solidFill>
                  <a:srgbClr val="F00507"/>
                </a:solidFill>
                <a:latin typeface="Times New Roman"/>
                <a:cs typeface="Times New Roman"/>
              </a:rPr>
              <a:t>=</a:t>
            </a:r>
            <a:r>
              <a:rPr sz="2550" spc="170" dirty="0">
                <a:solidFill>
                  <a:srgbClr val="F00507"/>
                </a:solidFill>
                <a:latin typeface="Times New Roman"/>
                <a:cs typeface="Times New Roman"/>
              </a:rPr>
              <a:t> </a:t>
            </a:r>
            <a:r>
              <a:rPr sz="2550" spc="-600" dirty="0">
                <a:solidFill>
                  <a:srgbClr val="F00507"/>
                </a:solidFill>
                <a:latin typeface="Times New Roman"/>
                <a:cs typeface="Times New Roman"/>
              </a:rPr>
              <a:t>d</a:t>
            </a:r>
            <a:r>
              <a:rPr sz="2550" spc="10" dirty="0">
                <a:solidFill>
                  <a:srgbClr val="F00507"/>
                </a:solidFill>
                <a:latin typeface="Times New Roman"/>
                <a:cs typeface="Times New Roman"/>
              </a:rPr>
              <a:t> </a:t>
            </a:r>
            <a:r>
              <a:rPr lang="en-US" sz="2550" spc="10" dirty="0">
                <a:solidFill>
                  <a:srgbClr val="F00507"/>
                </a:solidFill>
                <a:latin typeface="Times New Roman"/>
                <a:cs typeface="Times New Roman"/>
              </a:rPr>
              <a:t>;</a:t>
            </a:r>
            <a:endParaRPr sz="2850" dirty="0">
              <a:latin typeface="Arial"/>
              <a:cs typeface="Arial"/>
            </a:endParaRPr>
          </a:p>
        </p:txBody>
      </p:sp>
      <p:sp>
        <p:nvSpPr>
          <p:cNvPr id="5" name="object 5"/>
          <p:cNvSpPr txBox="1"/>
          <p:nvPr/>
        </p:nvSpPr>
        <p:spPr>
          <a:xfrm>
            <a:off x="717532" y="4229030"/>
            <a:ext cx="2349500" cy="895985"/>
          </a:xfrm>
          <a:prstGeom prst="rect">
            <a:avLst/>
          </a:prstGeom>
        </p:spPr>
        <p:txBody>
          <a:bodyPr vert="horz" wrap="square" lIns="0" tIns="43180" rIns="0" bIns="0" rtlCol="0">
            <a:spAutoFit/>
          </a:bodyPr>
          <a:lstStyle/>
          <a:p>
            <a:pPr marR="563880" algn="r">
              <a:lnSpc>
                <a:spcPct val="100000"/>
              </a:lnSpc>
              <a:spcBef>
                <a:spcPts val="340"/>
              </a:spcBef>
            </a:pPr>
            <a:r>
              <a:rPr sz="2600" spc="-409" dirty="0">
                <a:solidFill>
                  <a:srgbClr val="030303"/>
                </a:solidFill>
                <a:latin typeface="Arial"/>
                <a:cs typeface="Arial"/>
              </a:rPr>
              <a:t>}</a:t>
            </a:r>
            <a:endParaRPr sz="2600">
              <a:latin typeface="Arial"/>
              <a:cs typeface="Arial"/>
            </a:endParaRPr>
          </a:p>
          <a:p>
            <a:pPr marL="355600" indent="-342900">
              <a:lnSpc>
                <a:spcPct val="100000"/>
              </a:lnSpc>
              <a:spcBef>
                <a:spcPts val="250"/>
              </a:spcBef>
              <a:buClr>
                <a:srgbClr val="D87E46"/>
              </a:buClr>
              <a:buSzPct val="105882"/>
              <a:buFont typeface="Arial"/>
              <a:buChar char="□"/>
              <a:tabLst>
                <a:tab pos="355600" algn="l"/>
              </a:tabLst>
            </a:pPr>
            <a:r>
              <a:rPr sz="2550" spc="65" dirty="0">
                <a:solidFill>
                  <a:srgbClr val="F00507"/>
                </a:solidFill>
                <a:latin typeface="Times New Roman"/>
                <a:cs typeface="Times New Roman"/>
              </a:rPr>
              <a:t>it</a:t>
            </a:r>
            <a:r>
              <a:rPr sz="2550" spc="70" dirty="0">
                <a:solidFill>
                  <a:srgbClr val="F00507"/>
                </a:solidFill>
                <a:latin typeface="Times New Roman"/>
                <a:cs typeface="Times New Roman"/>
              </a:rPr>
              <a:t> </a:t>
            </a:r>
            <a:r>
              <a:rPr sz="2550" spc="80" dirty="0">
                <a:solidFill>
                  <a:srgbClr val="F00507"/>
                </a:solidFill>
                <a:latin typeface="Times New Roman"/>
                <a:cs typeface="Times New Roman"/>
              </a:rPr>
              <a:t>is </a:t>
            </a:r>
            <a:r>
              <a:rPr sz="2550" spc="100" dirty="0">
                <a:solidFill>
                  <a:srgbClr val="F00507"/>
                </a:solidFill>
                <a:latin typeface="Times New Roman"/>
                <a:cs typeface="Times New Roman"/>
              </a:rPr>
              <a:t>similar</a:t>
            </a:r>
            <a:r>
              <a:rPr sz="2550" spc="110" dirty="0">
                <a:solidFill>
                  <a:srgbClr val="F00507"/>
                </a:solidFill>
                <a:latin typeface="Times New Roman"/>
                <a:cs typeface="Times New Roman"/>
              </a:rPr>
              <a:t> </a:t>
            </a:r>
            <a:r>
              <a:rPr sz="2550" spc="70" dirty="0">
                <a:solidFill>
                  <a:srgbClr val="F00507"/>
                </a:solidFill>
                <a:latin typeface="Times New Roman"/>
                <a:cs typeface="Times New Roman"/>
              </a:rPr>
              <a:t>to</a:t>
            </a:r>
            <a:endParaRPr sz="2550">
              <a:latin typeface="Times New Roman"/>
              <a:cs typeface="Times New Roman"/>
            </a:endParaRPr>
          </a:p>
        </p:txBody>
      </p:sp>
      <p:sp>
        <p:nvSpPr>
          <p:cNvPr id="6" name="object 6"/>
          <p:cNvSpPr txBox="1"/>
          <p:nvPr/>
        </p:nvSpPr>
        <p:spPr>
          <a:xfrm>
            <a:off x="717532" y="5082863"/>
            <a:ext cx="8779510" cy="1769202"/>
          </a:xfrm>
          <a:prstGeom prst="rect">
            <a:avLst/>
          </a:prstGeom>
        </p:spPr>
        <p:txBody>
          <a:bodyPr vert="horz" wrap="square" lIns="0" tIns="12700" rIns="0" bIns="0" rtlCol="0">
            <a:spAutoFit/>
          </a:bodyPr>
          <a:lstStyle/>
          <a:p>
            <a:pPr marL="1936750" marR="268605" indent="635">
              <a:lnSpc>
                <a:spcPct val="113399"/>
              </a:lnSpc>
              <a:spcBef>
                <a:spcPts val="100"/>
              </a:spcBef>
            </a:pPr>
            <a:r>
              <a:rPr sz="2550" spc="114" dirty="0">
                <a:solidFill>
                  <a:srgbClr val="030303"/>
                </a:solidFill>
                <a:latin typeface="Times New Roman"/>
                <a:cs typeface="Times New Roman"/>
              </a:rPr>
              <a:t>Box(double</a:t>
            </a:r>
            <a:r>
              <a:rPr sz="2550" spc="125" dirty="0">
                <a:solidFill>
                  <a:srgbClr val="030303"/>
                </a:solidFill>
                <a:latin typeface="Times New Roman"/>
                <a:cs typeface="Times New Roman"/>
              </a:rPr>
              <a:t> </a:t>
            </a:r>
            <a:r>
              <a:rPr sz="2550" dirty="0">
                <a:solidFill>
                  <a:srgbClr val="030303"/>
                </a:solidFill>
                <a:latin typeface="Times New Roman"/>
                <a:cs typeface="Times New Roman"/>
              </a:rPr>
              <a:t>w,</a:t>
            </a:r>
            <a:r>
              <a:rPr sz="2550" spc="95" dirty="0">
                <a:solidFill>
                  <a:srgbClr val="030303"/>
                </a:solidFill>
                <a:latin typeface="Times New Roman"/>
                <a:cs typeface="Times New Roman"/>
              </a:rPr>
              <a:t> </a:t>
            </a:r>
            <a:r>
              <a:rPr sz="2550" spc="110" dirty="0">
                <a:solidFill>
                  <a:srgbClr val="030303"/>
                </a:solidFill>
                <a:latin typeface="Times New Roman"/>
                <a:cs typeface="Times New Roman"/>
              </a:rPr>
              <a:t>double</a:t>
            </a:r>
            <a:r>
              <a:rPr sz="2550" spc="135" dirty="0">
                <a:solidFill>
                  <a:srgbClr val="030303"/>
                </a:solidFill>
                <a:latin typeface="Times New Roman"/>
                <a:cs typeface="Times New Roman"/>
              </a:rPr>
              <a:t> </a:t>
            </a:r>
            <a:r>
              <a:rPr sz="2550" spc="95" dirty="0">
                <a:solidFill>
                  <a:srgbClr val="030303"/>
                </a:solidFill>
                <a:latin typeface="Times New Roman"/>
                <a:cs typeface="Times New Roman"/>
              </a:rPr>
              <a:t>h,</a:t>
            </a:r>
            <a:r>
              <a:rPr sz="2550" spc="125" dirty="0">
                <a:solidFill>
                  <a:srgbClr val="030303"/>
                </a:solidFill>
                <a:latin typeface="Times New Roman"/>
                <a:cs typeface="Times New Roman"/>
              </a:rPr>
              <a:t> </a:t>
            </a:r>
            <a:r>
              <a:rPr sz="2550" spc="110" dirty="0">
                <a:solidFill>
                  <a:srgbClr val="030303"/>
                </a:solidFill>
                <a:latin typeface="Times New Roman"/>
                <a:cs typeface="Times New Roman"/>
              </a:rPr>
              <a:t>double</a:t>
            </a:r>
            <a:r>
              <a:rPr sz="2550" spc="145" dirty="0">
                <a:solidFill>
                  <a:srgbClr val="030303"/>
                </a:solidFill>
                <a:latin typeface="Times New Roman"/>
                <a:cs typeface="Times New Roman"/>
              </a:rPr>
              <a:t> </a:t>
            </a:r>
            <a:r>
              <a:rPr sz="2550" spc="105" dirty="0">
                <a:solidFill>
                  <a:srgbClr val="030303"/>
                </a:solidFill>
                <a:latin typeface="Times New Roman"/>
                <a:cs typeface="Times New Roman"/>
              </a:rPr>
              <a:t>d)</a:t>
            </a:r>
            <a:r>
              <a:rPr sz="2550" spc="140" dirty="0">
                <a:solidFill>
                  <a:srgbClr val="030303"/>
                </a:solidFill>
                <a:latin typeface="Times New Roman"/>
                <a:cs typeface="Times New Roman"/>
              </a:rPr>
              <a:t> </a:t>
            </a:r>
            <a:r>
              <a:rPr sz="2550" spc="70" dirty="0">
                <a:solidFill>
                  <a:srgbClr val="030303"/>
                </a:solidFill>
                <a:latin typeface="Times New Roman"/>
                <a:cs typeface="Times New Roman"/>
              </a:rPr>
              <a:t>{ </a:t>
            </a:r>
            <a:r>
              <a:rPr sz="2550" dirty="0" err="1">
                <a:solidFill>
                  <a:srgbClr val="F00507"/>
                </a:solidFill>
                <a:latin typeface="Times New Roman"/>
                <a:cs typeface="Times New Roman"/>
              </a:rPr>
              <a:t>this.width</a:t>
            </a:r>
            <a:r>
              <a:rPr lang="en-US" sz="2550" dirty="0">
                <a:solidFill>
                  <a:srgbClr val="F00507"/>
                </a:solidFill>
                <a:latin typeface="Times New Roman"/>
                <a:cs typeface="Times New Roman"/>
              </a:rPr>
              <a:t>=</a:t>
            </a:r>
            <a:r>
              <a:rPr sz="2550" dirty="0">
                <a:solidFill>
                  <a:srgbClr val="F00507"/>
                </a:solidFill>
                <a:latin typeface="Times New Roman"/>
                <a:cs typeface="Times New Roman"/>
              </a:rPr>
              <a:t>w;</a:t>
            </a:r>
            <a:r>
              <a:rPr sz="2550" spc="495" dirty="0">
                <a:solidFill>
                  <a:srgbClr val="F00507"/>
                </a:solidFill>
                <a:latin typeface="Times New Roman"/>
                <a:cs typeface="Times New Roman"/>
              </a:rPr>
              <a:t> </a:t>
            </a:r>
            <a:r>
              <a:rPr sz="2550" dirty="0" err="1">
                <a:solidFill>
                  <a:srgbClr val="F00507"/>
                </a:solidFill>
                <a:latin typeface="Times New Roman"/>
                <a:cs typeface="Times New Roman"/>
              </a:rPr>
              <a:t>this.height</a:t>
            </a:r>
            <a:r>
              <a:rPr sz="2550" dirty="0">
                <a:solidFill>
                  <a:srgbClr val="F00507"/>
                </a:solidFill>
                <a:latin typeface="Times New Roman"/>
                <a:cs typeface="Times New Roman"/>
              </a:rPr>
              <a:t>=h;</a:t>
            </a:r>
            <a:r>
              <a:rPr sz="2550" spc="415" dirty="0">
                <a:solidFill>
                  <a:srgbClr val="F00507"/>
                </a:solidFill>
                <a:latin typeface="Times New Roman"/>
                <a:cs typeface="Times New Roman"/>
              </a:rPr>
              <a:t> </a:t>
            </a:r>
            <a:r>
              <a:rPr sz="2550" dirty="0" err="1">
                <a:solidFill>
                  <a:srgbClr val="F00507"/>
                </a:solidFill>
                <a:latin typeface="Times New Roman"/>
                <a:cs typeface="Times New Roman"/>
              </a:rPr>
              <a:t>this.depth</a:t>
            </a:r>
            <a:r>
              <a:rPr sz="2550" dirty="0">
                <a:solidFill>
                  <a:srgbClr val="F00507"/>
                </a:solidFill>
                <a:latin typeface="Times New Roman"/>
                <a:cs typeface="Times New Roman"/>
              </a:rPr>
              <a:t>=</a:t>
            </a:r>
            <a:r>
              <a:rPr sz="2550" spc="-25" dirty="0">
                <a:solidFill>
                  <a:srgbClr val="F00507"/>
                </a:solidFill>
                <a:latin typeface="Times New Roman"/>
                <a:cs typeface="Times New Roman"/>
              </a:rPr>
              <a:t>d;</a:t>
            </a:r>
            <a:endParaRPr sz="2550" dirty="0">
              <a:latin typeface="Times New Roman"/>
              <a:cs typeface="Times New Roman"/>
            </a:endParaRPr>
          </a:p>
          <a:p>
            <a:pPr marL="1271270">
              <a:lnSpc>
                <a:spcPct val="100000"/>
              </a:lnSpc>
              <a:spcBef>
                <a:spcPts val="360"/>
              </a:spcBef>
            </a:pPr>
            <a:r>
              <a:rPr sz="2600" spc="25" dirty="0">
                <a:solidFill>
                  <a:srgbClr val="030303"/>
                </a:solidFill>
                <a:latin typeface="Arial"/>
                <a:cs typeface="Arial"/>
              </a:rPr>
              <a:t>}</a:t>
            </a:r>
            <a:endParaRPr sz="2600" dirty="0">
              <a:latin typeface="Arial"/>
              <a:cs typeface="Arial"/>
            </a:endParaRPr>
          </a:p>
          <a:p>
            <a:pPr marL="357505" indent="-344805">
              <a:lnSpc>
                <a:spcPct val="100000"/>
              </a:lnSpc>
              <a:spcBef>
                <a:spcPts val="200"/>
              </a:spcBef>
              <a:buClr>
                <a:srgbClr val="D87E46"/>
              </a:buClr>
              <a:buSzPct val="105882"/>
              <a:buFont typeface="Arial"/>
              <a:buChar char="□"/>
              <a:tabLst>
                <a:tab pos="357505" algn="l"/>
              </a:tabLst>
            </a:pPr>
            <a:r>
              <a:rPr sz="2550" spc="95" dirty="0">
                <a:solidFill>
                  <a:srgbClr val="030303"/>
                </a:solidFill>
                <a:latin typeface="Times New Roman"/>
                <a:cs typeface="Times New Roman"/>
              </a:rPr>
              <a:t>Inside</a:t>
            </a:r>
            <a:r>
              <a:rPr sz="2550" spc="130" dirty="0">
                <a:solidFill>
                  <a:srgbClr val="030303"/>
                </a:solidFill>
                <a:latin typeface="Times New Roman"/>
                <a:cs typeface="Times New Roman"/>
              </a:rPr>
              <a:t> </a:t>
            </a:r>
            <a:r>
              <a:rPr sz="2550" spc="110" dirty="0">
                <a:solidFill>
                  <a:srgbClr val="030303"/>
                </a:solidFill>
                <a:latin typeface="Times New Roman"/>
                <a:cs typeface="Times New Roman"/>
              </a:rPr>
              <a:t>Box(</a:t>
            </a:r>
            <a:r>
              <a:rPr sz="2550" spc="145" dirty="0">
                <a:solidFill>
                  <a:srgbClr val="030303"/>
                </a:solidFill>
                <a:latin typeface="Times New Roman"/>
                <a:cs typeface="Times New Roman"/>
              </a:rPr>
              <a:t> </a:t>
            </a:r>
            <a:r>
              <a:rPr sz="2550" spc="65" dirty="0">
                <a:solidFill>
                  <a:srgbClr val="030303"/>
                </a:solidFill>
                <a:latin typeface="Times New Roman"/>
                <a:cs typeface="Times New Roman"/>
              </a:rPr>
              <a:t>),</a:t>
            </a:r>
            <a:r>
              <a:rPr sz="2550" spc="90" dirty="0">
                <a:solidFill>
                  <a:srgbClr val="030303"/>
                </a:solidFill>
                <a:latin typeface="Times New Roman"/>
                <a:cs typeface="Times New Roman"/>
              </a:rPr>
              <a:t> </a:t>
            </a:r>
            <a:r>
              <a:rPr sz="2550" spc="95" dirty="0">
                <a:solidFill>
                  <a:srgbClr val="030303"/>
                </a:solidFill>
                <a:latin typeface="Times New Roman"/>
                <a:cs typeface="Times New Roman"/>
              </a:rPr>
              <a:t>this</a:t>
            </a:r>
            <a:r>
              <a:rPr sz="2550" spc="65" dirty="0">
                <a:solidFill>
                  <a:srgbClr val="030303"/>
                </a:solidFill>
                <a:latin typeface="Times New Roman"/>
                <a:cs typeface="Times New Roman"/>
              </a:rPr>
              <a:t> </a:t>
            </a:r>
            <a:r>
              <a:rPr sz="2550" spc="95" dirty="0">
                <a:solidFill>
                  <a:srgbClr val="030303"/>
                </a:solidFill>
                <a:latin typeface="Times New Roman"/>
                <a:cs typeface="Times New Roman"/>
              </a:rPr>
              <a:t>will</a:t>
            </a:r>
            <a:r>
              <a:rPr sz="2550" spc="140" dirty="0">
                <a:solidFill>
                  <a:srgbClr val="030303"/>
                </a:solidFill>
                <a:latin typeface="Times New Roman"/>
                <a:cs typeface="Times New Roman"/>
              </a:rPr>
              <a:t> </a:t>
            </a:r>
            <a:r>
              <a:rPr sz="2550" spc="110" dirty="0">
                <a:solidFill>
                  <a:srgbClr val="030303"/>
                </a:solidFill>
                <a:latin typeface="Times New Roman"/>
                <a:cs typeface="Times New Roman"/>
              </a:rPr>
              <a:t>always</a:t>
            </a:r>
            <a:r>
              <a:rPr sz="2550" spc="114" dirty="0">
                <a:solidFill>
                  <a:srgbClr val="030303"/>
                </a:solidFill>
                <a:latin typeface="Times New Roman"/>
                <a:cs typeface="Times New Roman"/>
              </a:rPr>
              <a:t> </a:t>
            </a:r>
            <a:r>
              <a:rPr sz="2550" spc="85" dirty="0">
                <a:solidFill>
                  <a:srgbClr val="030303"/>
                </a:solidFill>
                <a:latin typeface="Times New Roman"/>
                <a:cs typeface="Times New Roman"/>
              </a:rPr>
              <a:t>refer</a:t>
            </a:r>
            <a:r>
              <a:rPr sz="2550" spc="140" dirty="0">
                <a:solidFill>
                  <a:srgbClr val="030303"/>
                </a:solidFill>
                <a:latin typeface="Times New Roman"/>
                <a:cs typeface="Times New Roman"/>
              </a:rPr>
              <a:t> </a:t>
            </a:r>
            <a:r>
              <a:rPr sz="2550" spc="85" dirty="0">
                <a:solidFill>
                  <a:srgbClr val="030303"/>
                </a:solidFill>
                <a:latin typeface="Times New Roman"/>
                <a:cs typeface="Times New Roman"/>
              </a:rPr>
              <a:t>to</a:t>
            </a:r>
            <a:r>
              <a:rPr sz="2550" spc="125" dirty="0">
                <a:solidFill>
                  <a:srgbClr val="030303"/>
                </a:solidFill>
                <a:latin typeface="Times New Roman"/>
                <a:cs typeface="Times New Roman"/>
              </a:rPr>
              <a:t> </a:t>
            </a:r>
            <a:r>
              <a:rPr sz="2550" spc="100" dirty="0">
                <a:solidFill>
                  <a:srgbClr val="030303"/>
                </a:solidFill>
                <a:latin typeface="Times New Roman"/>
                <a:cs typeface="Times New Roman"/>
              </a:rPr>
              <a:t>the</a:t>
            </a:r>
            <a:r>
              <a:rPr sz="2550" spc="120" dirty="0">
                <a:solidFill>
                  <a:srgbClr val="030303"/>
                </a:solidFill>
                <a:latin typeface="Times New Roman"/>
                <a:cs typeface="Times New Roman"/>
              </a:rPr>
              <a:t> </a:t>
            </a:r>
            <a:r>
              <a:rPr sz="2550" spc="110" dirty="0">
                <a:solidFill>
                  <a:srgbClr val="030303"/>
                </a:solidFill>
                <a:latin typeface="Times New Roman"/>
                <a:cs typeface="Times New Roman"/>
              </a:rPr>
              <a:t>invoking</a:t>
            </a:r>
            <a:r>
              <a:rPr sz="2550" spc="125" dirty="0">
                <a:solidFill>
                  <a:srgbClr val="030303"/>
                </a:solidFill>
                <a:latin typeface="Times New Roman"/>
                <a:cs typeface="Times New Roman"/>
              </a:rPr>
              <a:t> </a:t>
            </a:r>
            <a:r>
              <a:rPr sz="2550" spc="85" dirty="0">
                <a:solidFill>
                  <a:srgbClr val="030303"/>
                </a:solidFill>
                <a:latin typeface="Times New Roman"/>
                <a:cs typeface="Times New Roman"/>
              </a:rPr>
              <a:t>object.</a:t>
            </a:r>
            <a:endParaRPr sz="2550" dirty="0">
              <a:latin typeface="Times New Roman"/>
              <a:cs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79CD1D2-3FD2-4742-00AF-43D62502B016}"/>
              </a:ext>
            </a:extLst>
          </p:cNvPr>
          <p:cNvSpPr>
            <a:spLocks noGrp="1"/>
          </p:cNvSpPr>
          <p:nvPr>
            <p:ph type="body" idx="1"/>
          </p:nvPr>
        </p:nvSpPr>
        <p:spPr>
          <a:xfrm>
            <a:off x="774700" y="2150881"/>
            <a:ext cx="8534400" cy="4547399"/>
          </a:xfrm>
        </p:spPr>
        <p:txBody>
          <a:bodyPr/>
          <a:lstStyle/>
          <a:p>
            <a:pPr algn="just"/>
            <a:r>
              <a:rPr lang="en-US" sz="2800" b="0" i="0" dirty="0">
                <a:solidFill>
                  <a:srgbClr val="610B4B"/>
                </a:solidFill>
                <a:effectLst/>
                <a:latin typeface="erdana"/>
              </a:rPr>
              <a:t> this: to refer current class instance variable</a:t>
            </a:r>
          </a:p>
          <a:p>
            <a:pPr marL="457200" indent="-457200" algn="just">
              <a:buFont typeface="Arial" panose="020B0604020202020204" pitchFamily="34" charset="0"/>
              <a:buChar char="•"/>
            </a:pPr>
            <a:r>
              <a:rPr lang="en-US" sz="2800" b="0" i="0" dirty="0">
                <a:solidFill>
                  <a:srgbClr val="333333"/>
                </a:solidFill>
                <a:effectLst/>
                <a:latin typeface="inter-regular"/>
              </a:rPr>
              <a:t>The this keyword can be used to refer current class instance variable. </a:t>
            </a:r>
          </a:p>
          <a:p>
            <a:pPr marL="457200" indent="-457200" algn="just">
              <a:buFont typeface="Arial" panose="020B0604020202020204" pitchFamily="34" charset="0"/>
              <a:buChar char="•"/>
            </a:pPr>
            <a:r>
              <a:rPr lang="en-US" sz="2800" b="0" i="0" dirty="0">
                <a:solidFill>
                  <a:srgbClr val="333333"/>
                </a:solidFill>
                <a:effectLst/>
                <a:latin typeface="inter-regular"/>
              </a:rPr>
              <a:t>If there is ambiguity between the instance variables and formal parameters, this keyword resolves the problem of ambiguity.</a:t>
            </a:r>
          </a:p>
          <a:p>
            <a:pPr marL="457200" indent="-457200" algn="just">
              <a:buFont typeface="Arial" panose="020B0604020202020204" pitchFamily="34" charset="0"/>
              <a:buChar char="•"/>
            </a:pPr>
            <a:r>
              <a:rPr lang="en-US" sz="2800" dirty="0">
                <a:solidFill>
                  <a:srgbClr val="333333"/>
                </a:solidFill>
                <a:latin typeface="inter-regular"/>
              </a:rPr>
              <a:t>This keyword can be used only in the non static context.</a:t>
            </a:r>
            <a:endParaRPr lang="en-US" sz="2800" b="0" i="0" dirty="0">
              <a:solidFill>
                <a:srgbClr val="333333"/>
              </a:solidFill>
              <a:effectLst/>
              <a:latin typeface="inter-regular"/>
            </a:endParaRPr>
          </a:p>
          <a:p>
            <a:pPr algn="just"/>
            <a:r>
              <a:rPr lang="en-US" sz="2800" b="0" i="0" dirty="0">
                <a:solidFill>
                  <a:srgbClr val="333333"/>
                </a:solidFill>
                <a:effectLst/>
                <a:latin typeface="inter-regular"/>
              </a:rPr>
              <a:t>	</a:t>
            </a:r>
          </a:p>
          <a:p>
            <a:endParaRPr lang="en-US" sz="2550" spc="110" dirty="0">
              <a:solidFill>
                <a:srgbClr val="030303"/>
              </a:solidFill>
              <a:latin typeface="Times New Roman"/>
              <a:cs typeface="Times New Roman"/>
            </a:endParaRPr>
          </a:p>
          <a:p>
            <a:endParaRPr lang="en-IN" dirty="0"/>
          </a:p>
        </p:txBody>
      </p:sp>
    </p:spTree>
    <p:extLst>
      <p:ext uri="{BB962C8B-B14F-4D97-AF65-F5344CB8AC3E}">
        <p14:creationId xmlns:p14="http://schemas.microsoft.com/office/powerpoint/2010/main" val="23315081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D5452C4-1E09-3DB2-3E92-72DCF6E34D3A}"/>
              </a:ext>
            </a:extLst>
          </p:cNvPr>
          <p:cNvSpPr txBox="1"/>
          <p:nvPr/>
        </p:nvSpPr>
        <p:spPr>
          <a:xfrm>
            <a:off x="698500" y="1644650"/>
            <a:ext cx="8991600" cy="6217087"/>
          </a:xfrm>
          <a:prstGeom prst="rect">
            <a:avLst/>
          </a:prstGeom>
          <a:noFill/>
        </p:spPr>
        <p:txBody>
          <a:bodyPr wrap="square">
            <a:spAutoFit/>
          </a:bodyPr>
          <a:lstStyle/>
          <a:p>
            <a:pPr algn="just"/>
            <a:r>
              <a:rPr lang="en-IN" sz="2000" b="1" i="0" dirty="0">
                <a:solidFill>
                  <a:srgbClr val="006699"/>
                </a:solidFill>
                <a:effectLst/>
                <a:latin typeface="inter-regular"/>
              </a:rPr>
              <a:t>class</a:t>
            </a:r>
            <a:r>
              <a:rPr lang="en-IN" sz="2000" b="0" i="0" dirty="0">
                <a:solidFill>
                  <a:srgbClr val="000000"/>
                </a:solidFill>
                <a:effectLst/>
                <a:latin typeface="inter-regular"/>
              </a:rPr>
              <a:t> Student{  </a:t>
            </a:r>
          </a:p>
          <a:p>
            <a:pPr lvl="2" algn="just"/>
            <a:r>
              <a:rPr lang="en-IN" sz="2000" b="1" i="0" dirty="0">
                <a:solidFill>
                  <a:srgbClr val="006699"/>
                </a:solidFill>
                <a:effectLst/>
                <a:latin typeface="inter-regular"/>
              </a:rPr>
              <a:t>	int</a:t>
            </a:r>
            <a:r>
              <a:rPr lang="en-IN" sz="2000" b="0" i="0" dirty="0">
                <a:solidFill>
                  <a:srgbClr val="000000"/>
                </a:solidFill>
                <a:effectLst/>
                <a:latin typeface="inter-regular"/>
              </a:rPr>
              <a:t> </a:t>
            </a:r>
            <a:r>
              <a:rPr lang="en-IN" sz="2000" b="0" i="0" dirty="0" err="1">
                <a:solidFill>
                  <a:srgbClr val="000000"/>
                </a:solidFill>
                <a:effectLst/>
                <a:latin typeface="inter-regular"/>
              </a:rPr>
              <a:t>rollno</a:t>
            </a:r>
            <a:r>
              <a:rPr lang="en-IN" sz="2000" b="0" i="0" dirty="0">
                <a:solidFill>
                  <a:srgbClr val="000000"/>
                </a:solidFill>
                <a:effectLst/>
                <a:latin typeface="inter-regular"/>
              </a:rPr>
              <a:t>;  </a:t>
            </a:r>
          </a:p>
          <a:p>
            <a:pPr lvl="2" algn="just"/>
            <a:r>
              <a:rPr lang="en-IN" sz="2000" b="0" i="0" dirty="0">
                <a:solidFill>
                  <a:srgbClr val="000000"/>
                </a:solidFill>
                <a:effectLst/>
                <a:latin typeface="inter-regular"/>
              </a:rPr>
              <a:t>	String name;  </a:t>
            </a:r>
          </a:p>
          <a:p>
            <a:pPr lvl="2" algn="just"/>
            <a:r>
              <a:rPr lang="en-IN" sz="2000" b="1" i="0" dirty="0">
                <a:solidFill>
                  <a:srgbClr val="006699"/>
                </a:solidFill>
                <a:effectLst/>
                <a:latin typeface="inter-regular"/>
              </a:rPr>
              <a:t>	float</a:t>
            </a:r>
            <a:r>
              <a:rPr lang="en-IN" sz="2000" b="0" i="0" dirty="0">
                <a:solidFill>
                  <a:srgbClr val="000000"/>
                </a:solidFill>
                <a:effectLst/>
                <a:latin typeface="inter-regular"/>
              </a:rPr>
              <a:t> fee;  </a:t>
            </a:r>
          </a:p>
          <a:p>
            <a:pPr algn="just"/>
            <a:r>
              <a:rPr lang="en-IN" sz="2000" b="0" i="0" dirty="0">
                <a:solidFill>
                  <a:srgbClr val="000000"/>
                </a:solidFill>
                <a:effectLst/>
                <a:latin typeface="inter-regular"/>
              </a:rPr>
              <a:t>Student(</a:t>
            </a:r>
            <a:r>
              <a:rPr lang="en-IN" sz="2000" b="1" i="0" dirty="0">
                <a:solidFill>
                  <a:srgbClr val="006699"/>
                </a:solidFill>
                <a:effectLst/>
                <a:latin typeface="inter-regular"/>
              </a:rPr>
              <a:t>int</a:t>
            </a:r>
            <a:r>
              <a:rPr lang="en-IN" sz="2000" b="0" i="0" dirty="0">
                <a:solidFill>
                  <a:srgbClr val="000000"/>
                </a:solidFill>
                <a:effectLst/>
                <a:latin typeface="inter-regular"/>
              </a:rPr>
              <a:t> </a:t>
            </a:r>
            <a:r>
              <a:rPr lang="en-IN" sz="2000" b="0" i="0" dirty="0" err="1">
                <a:solidFill>
                  <a:srgbClr val="000000"/>
                </a:solidFill>
                <a:effectLst/>
                <a:latin typeface="inter-regular"/>
              </a:rPr>
              <a:t>rollno,String</a:t>
            </a:r>
            <a:r>
              <a:rPr lang="en-IN" sz="2000" b="0" i="0" dirty="0">
                <a:solidFill>
                  <a:srgbClr val="000000"/>
                </a:solidFill>
                <a:effectLst/>
                <a:latin typeface="inter-regular"/>
              </a:rPr>
              <a:t> </a:t>
            </a:r>
            <a:r>
              <a:rPr lang="en-IN" sz="2000" b="0" i="0" dirty="0" err="1">
                <a:solidFill>
                  <a:srgbClr val="000000"/>
                </a:solidFill>
                <a:effectLst/>
                <a:latin typeface="inter-regular"/>
              </a:rPr>
              <a:t>name,</a:t>
            </a:r>
            <a:r>
              <a:rPr lang="en-IN" sz="2000" b="1" i="0" dirty="0" err="1">
                <a:solidFill>
                  <a:srgbClr val="006699"/>
                </a:solidFill>
                <a:effectLst/>
                <a:latin typeface="inter-regular"/>
              </a:rPr>
              <a:t>float</a:t>
            </a:r>
            <a:r>
              <a:rPr lang="en-IN" sz="2000" b="0" i="0" dirty="0">
                <a:solidFill>
                  <a:srgbClr val="000000"/>
                </a:solidFill>
                <a:effectLst/>
                <a:latin typeface="inter-regular"/>
              </a:rPr>
              <a:t> fee){  </a:t>
            </a:r>
          </a:p>
          <a:p>
            <a:pPr algn="just"/>
            <a:r>
              <a:rPr lang="en-IN" sz="2000" b="0" i="0" dirty="0">
                <a:solidFill>
                  <a:srgbClr val="000000"/>
                </a:solidFill>
                <a:effectLst/>
                <a:latin typeface="inter-regular"/>
              </a:rPr>
              <a:t>	</a:t>
            </a:r>
            <a:r>
              <a:rPr lang="en-IN" sz="2000" b="0" i="0" dirty="0" err="1">
                <a:solidFill>
                  <a:srgbClr val="000000"/>
                </a:solidFill>
                <a:effectLst/>
                <a:latin typeface="inter-regular"/>
              </a:rPr>
              <a:t>rollno</a:t>
            </a:r>
            <a:r>
              <a:rPr lang="en-IN" sz="2000" b="0" i="0" dirty="0">
                <a:solidFill>
                  <a:srgbClr val="000000"/>
                </a:solidFill>
                <a:effectLst/>
                <a:latin typeface="inter-regular"/>
              </a:rPr>
              <a:t>=</a:t>
            </a:r>
            <a:r>
              <a:rPr lang="en-IN" sz="2000" b="0" i="0" dirty="0" err="1">
                <a:solidFill>
                  <a:srgbClr val="000000"/>
                </a:solidFill>
                <a:effectLst/>
                <a:latin typeface="inter-regular"/>
              </a:rPr>
              <a:t>rollno</a:t>
            </a:r>
            <a:r>
              <a:rPr lang="en-IN" sz="2000" b="0" i="0" dirty="0">
                <a:solidFill>
                  <a:srgbClr val="000000"/>
                </a:solidFill>
                <a:effectLst/>
                <a:latin typeface="inter-regular"/>
              </a:rPr>
              <a:t>;  </a:t>
            </a:r>
          </a:p>
          <a:p>
            <a:pPr algn="just"/>
            <a:r>
              <a:rPr lang="en-IN" sz="2000" b="0" i="0" dirty="0">
                <a:solidFill>
                  <a:srgbClr val="000000"/>
                </a:solidFill>
                <a:effectLst/>
                <a:latin typeface="inter-regular"/>
              </a:rPr>
              <a:t>	name=name;  </a:t>
            </a:r>
          </a:p>
          <a:p>
            <a:pPr algn="just"/>
            <a:r>
              <a:rPr lang="en-IN" sz="2000" b="0" i="0" dirty="0">
                <a:solidFill>
                  <a:srgbClr val="000000"/>
                </a:solidFill>
                <a:effectLst/>
                <a:latin typeface="inter-regular"/>
              </a:rPr>
              <a:t>	fee=fee;  </a:t>
            </a:r>
          </a:p>
          <a:p>
            <a:pPr algn="just"/>
            <a:r>
              <a:rPr lang="en-IN" sz="2000" b="0" i="0" dirty="0">
                <a:solidFill>
                  <a:srgbClr val="000000"/>
                </a:solidFill>
                <a:effectLst/>
                <a:latin typeface="inter-regular"/>
              </a:rPr>
              <a:t>		}  </a:t>
            </a:r>
          </a:p>
          <a:p>
            <a:pPr algn="just"/>
            <a:r>
              <a:rPr lang="en-IN" sz="2000" b="1" i="0" dirty="0">
                <a:solidFill>
                  <a:srgbClr val="006699"/>
                </a:solidFill>
                <a:effectLst/>
                <a:latin typeface="inter-regular"/>
              </a:rPr>
              <a:t>void</a:t>
            </a:r>
            <a:r>
              <a:rPr lang="en-IN" sz="2000" b="0" i="0" dirty="0">
                <a:solidFill>
                  <a:srgbClr val="000000"/>
                </a:solidFill>
                <a:effectLst/>
                <a:latin typeface="inter-regular"/>
              </a:rPr>
              <a:t> display(){</a:t>
            </a:r>
          </a:p>
          <a:p>
            <a:pPr algn="just"/>
            <a:r>
              <a:rPr lang="en-IN" sz="2000" b="0" i="0" dirty="0" err="1">
                <a:solidFill>
                  <a:srgbClr val="000000"/>
                </a:solidFill>
                <a:effectLst/>
                <a:latin typeface="inter-regular"/>
              </a:rPr>
              <a:t>System.out.println</a:t>
            </a:r>
            <a:r>
              <a:rPr lang="en-IN" sz="2000" b="0" i="0" dirty="0">
                <a:solidFill>
                  <a:srgbClr val="000000"/>
                </a:solidFill>
                <a:effectLst/>
                <a:latin typeface="inter-regular"/>
              </a:rPr>
              <a:t>(</a:t>
            </a:r>
            <a:r>
              <a:rPr lang="en-IN" sz="2000" b="0" i="0" dirty="0" err="1">
                <a:solidFill>
                  <a:srgbClr val="000000"/>
                </a:solidFill>
                <a:effectLst/>
                <a:latin typeface="inter-regular"/>
              </a:rPr>
              <a:t>rollno</a:t>
            </a:r>
            <a:r>
              <a:rPr lang="en-IN" sz="2000" b="0" i="0" dirty="0">
                <a:solidFill>
                  <a:srgbClr val="000000"/>
                </a:solidFill>
                <a:effectLst/>
                <a:latin typeface="inter-regular"/>
              </a:rPr>
              <a:t>+</a:t>
            </a:r>
            <a:r>
              <a:rPr lang="en-IN" sz="2000" b="0" i="0" dirty="0">
                <a:solidFill>
                  <a:srgbClr val="0000FF"/>
                </a:solidFill>
                <a:effectLst/>
                <a:latin typeface="inter-regular"/>
              </a:rPr>
              <a:t>" "</a:t>
            </a:r>
            <a:r>
              <a:rPr lang="en-IN" sz="2000" b="0" i="0" dirty="0">
                <a:solidFill>
                  <a:srgbClr val="000000"/>
                </a:solidFill>
                <a:effectLst/>
                <a:latin typeface="inter-regular"/>
              </a:rPr>
              <a:t>+name+</a:t>
            </a:r>
            <a:r>
              <a:rPr lang="en-IN" sz="2000" b="0" i="0" dirty="0">
                <a:solidFill>
                  <a:srgbClr val="0000FF"/>
                </a:solidFill>
                <a:effectLst/>
                <a:latin typeface="inter-regular"/>
              </a:rPr>
              <a:t>" "</a:t>
            </a:r>
            <a:r>
              <a:rPr lang="en-IN" sz="2000" b="0" i="0" dirty="0">
                <a:solidFill>
                  <a:srgbClr val="000000"/>
                </a:solidFill>
                <a:effectLst/>
                <a:latin typeface="inter-regular"/>
              </a:rPr>
              <a:t>+fee);}  </a:t>
            </a:r>
          </a:p>
          <a:p>
            <a:pPr algn="just"/>
            <a:r>
              <a:rPr lang="en-IN" sz="2000" b="0" i="0" dirty="0">
                <a:solidFill>
                  <a:srgbClr val="000000"/>
                </a:solidFill>
                <a:effectLst/>
                <a:latin typeface="inter-regular"/>
              </a:rPr>
              <a:t>}  </a:t>
            </a:r>
          </a:p>
          <a:p>
            <a:pPr algn="just"/>
            <a:r>
              <a:rPr lang="en-IN" sz="2000" b="1" i="0" dirty="0">
                <a:solidFill>
                  <a:srgbClr val="006699"/>
                </a:solidFill>
                <a:effectLst/>
                <a:latin typeface="inter-regular"/>
              </a:rPr>
              <a:t>class</a:t>
            </a:r>
            <a:r>
              <a:rPr lang="en-IN" sz="2000" b="0" i="0" dirty="0">
                <a:solidFill>
                  <a:srgbClr val="000000"/>
                </a:solidFill>
                <a:effectLst/>
                <a:latin typeface="inter-regular"/>
              </a:rPr>
              <a:t> TestThis1{  </a:t>
            </a:r>
          </a:p>
          <a:p>
            <a:pPr algn="just"/>
            <a:r>
              <a:rPr lang="en-IN" sz="2000" b="1" i="0" dirty="0">
                <a:solidFill>
                  <a:srgbClr val="006699"/>
                </a:solidFill>
                <a:effectLst/>
                <a:latin typeface="inter-regular"/>
              </a:rPr>
              <a:t>public</a:t>
            </a:r>
            <a:r>
              <a:rPr lang="en-IN" sz="2000" b="0" i="0" dirty="0">
                <a:solidFill>
                  <a:srgbClr val="000000"/>
                </a:solidFill>
                <a:effectLst/>
                <a:latin typeface="inter-regular"/>
              </a:rPr>
              <a:t> </a:t>
            </a:r>
            <a:r>
              <a:rPr lang="en-IN" sz="2000" b="1" i="0" dirty="0">
                <a:solidFill>
                  <a:srgbClr val="006699"/>
                </a:solidFill>
                <a:effectLst/>
                <a:latin typeface="inter-regular"/>
              </a:rPr>
              <a:t>static</a:t>
            </a:r>
            <a:r>
              <a:rPr lang="en-IN" sz="2000" b="0" i="0" dirty="0">
                <a:solidFill>
                  <a:srgbClr val="000000"/>
                </a:solidFill>
                <a:effectLst/>
                <a:latin typeface="inter-regular"/>
              </a:rPr>
              <a:t> </a:t>
            </a:r>
            <a:r>
              <a:rPr lang="en-IN" sz="2000" b="1" i="0" dirty="0">
                <a:solidFill>
                  <a:srgbClr val="006699"/>
                </a:solidFill>
                <a:effectLst/>
                <a:latin typeface="inter-regular"/>
              </a:rPr>
              <a:t>void</a:t>
            </a:r>
            <a:r>
              <a:rPr lang="en-IN" sz="2000" b="0" i="0" dirty="0">
                <a:solidFill>
                  <a:srgbClr val="000000"/>
                </a:solidFill>
                <a:effectLst/>
                <a:latin typeface="inter-regular"/>
              </a:rPr>
              <a:t> main(String </a:t>
            </a:r>
            <a:r>
              <a:rPr lang="en-IN" sz="2000" b="0" i="0" dirty="0" err="1">
                <a:solidFill>
                  <a:srgbClr val="000000"/>
                </a:solidFill>
                <a:effectLst/>
                <a:latin typeface="inter-regular"/>
              </a:rPr>
              <a:t>args</a:t>
            </a:r>
            <a:r>
              <a:rPr lang="en-IN" sz="2000" b="0" i="0" dirty="0">
                <a:solidFill>
                  <a:srgbClr val="000000"/>
                </a:solidFill>
                <a:effectLst/>
                <a:latin typeface="inter-regular"/>
              </a:rPr>
              <a:t>[]){  </a:t>
            </a:r>
          </a:p>
          <a:p>
            <a:pPr algn="just"/>
            <a:r>
              <a:rPr lang="en-IN" sz="2000" b="0" i="0" dirty="0">
                <a:solidFill>
                  <a:srgbClr val="000000"/>
                </a:solidFill>
                <a:effectLst/>
                <a:latin typeface="inter-regular"/>
              </a:rPr>
              <a:t>Student s1=</a:t>
            </a:r>
            <a:r>
              <a:rPr lang="en-IN" sz="2000" b="1" i="0" dirty="0">
                <a:solidFill>
                  <a:srgbClr val="006699"/>
                </a:solidFill>
                <a:effectLst/>
                <a:latin typeface="inter-regular"/>
              </a:rPr>
              <a:t>new</a:t>
            </a:r>
            <a:r>
              <a:rPr lang="en-IN" sz="2000" b="0" i="0" dirty="0">
                <a:solidFill>
                  <a:srgbClr val="000000"/>
                </a:solidFill>
                <a:effectLst/>
                <a:latin typeface="inter-regular"/>
              </a:rPr>
              <a:t> Student(</a:t>
            </a:r>
            <a:r>
              <a:rPr lang="en-IN" sz="2000" b="0" i="0" dirty="0">
                <a:solidFill>
                  <a:srgbClr val="C00000"/>
                </a:solidFill>
                <a:effectLst/>
                <a:latin typeface="inter-regular"/>
              </a:rPr>
              <a:t>111</a:t>
            </a:r>
            <a:r>
              <a:rPr lang="en-IN" sz="2000" b="0" i="0" dirty="0">
                <a:solidFill>
                  <a:srgbClr val="000000"/>
                </a:solidFill>
                <a:effectLst/>
                <a:latin typeface="inter-regular"/>
              </a:rPr>
              <a:t>,</a:t>
            </a:r>
            <a:r>
              <a:rPr lang="en-IN" sz="2000" b="0" i="0" dirty="0">
                <a:solidFill>
                  <a:srgbClr val="0000FF"/>
                </a:solidFill>
                <a:effectLst/>
                <a:latin typeface="inter-regular"/>
              </a:rPr>
              <a:t>"ankit"</a:t>
            </a:r>
            <a:r>
              <a:rPr lang="en-IN" sz="2000" b="0" i="0" dirty="0">
                <a:solidFill>
                  <a:srgbClr val="000000"/>
                </a:solidFill>
                <a:effectLst/>
                <a:latin typeface="inter-regular"/>
              </a:rPr>
              <a:t>,5000f);  </a:t>
            </a:r>
          </a:p>
          <a:p>
            <a:pPr algn="just"/>
            <a:r>
              <a:rPr lang="en-IN" sz="2000" b="0" i="0" dirty="0">
                <a:solidFill>
                  <a:srgbClr val="000000"/>
                </a:solidFill>
                <a:effectLst/>
                <a:latin typeface="inter-regular"/>
              </a:rPr>
              <a:t>Student s2=</a:t>
            </a:r>
            <a:r>
              <a:rPr lang="en-IN" sz="2000" b="1" i="0" dirty="0">
                <a:solidFill>
                  <a:srgbClr val="006699"/>
                </a:solidFill>
                <a:effectLst/>
                <a:latin typeface="inter-regular"/>
              </a:rPr>
              <a:t>new</a:t>
            </a:r>
            <a:r>
              <a:rPr lang="en-IN" sz="2000" b="0" i="0" dirty="0">
                <a:solidFill>
                  <a:srgbClr val="000000"/>
                </a:solidFill>
                <a:effectLst/>
                <a:latin typeface="inter-regular"/>
              </a:rPr>
              <a:t> Student(</a:t>
            </a:r>
            <a:r>
              <a:rPr lang="en-IN" sz="2000" b="0" i="0" dirty="0">
                <a:solidFill>
                  <a:srgbClr val="C00000"/>
                </a:solidFill>
                <a:effectLst/>
                <a:latin typeface="inter-regular"/>
              </a:rPr>
              <a:t>112</a:t>
            </a:r>
            <a:r>
              <a:rPr lang="en-IN" sz="2000" b="0" i="0" dirty="0">
                <a:solidFill>
                  <a:srgbClr val="000000"/>
                </a:solidFill>
                <a:effectLst/>
                <a:latin typeface="inter-regular"/>
              </a:rPr>
              <a:t>,</a:t>
            </a:r>
            <a:r>
              <a:rPr lang="en-IN" sz="2000" b="0" i="0" dirty="0">
                <a:solidFill>
                  <a:srgbClr val="0000FF"/>
                </a:solidFill>
                <a:effectLst/>
                <a:latin typeface="inter-regular"/>
              </a:rPr>
              <a:t>"sumit"</a:t>
            </a:r>
            <a:r>
              <a:rPr lang="en-IN" sz="2000" b="0" i="0" dirty="0">
                <a:solidFill>
                  <a:srgbClr val="000000"/>
                </a:solidFill>
                <a:effectLst/>
                <a:latin typeface="inter-regular"/>
              </a:rPr>
              <a:t>,6000f);  </a:t>
            </a:r>
          </a:p>
          <a:p>
            <a:pPr algn="just"/>
            <a:r>
              <a:rPr lang="en-IN" sz="2000" b="0" i="0" dirty="0">
                <a:solidFill>
                  <a:srgbClr val="000000"/>
                </a:solidFill>
                <a:effectLst/>
                <a:latin typeface="inter-regular"/>
              </a:rPr>
              <a:t>s1.display();  </a:t>
            </a:r>
          </a:p>
          <a:p>
            <a:pPr algn="just"/>
            <a:r>
              <a:rPr lang="en-IN" sz="2000" b="0" i="0" dirty="0">
                <a:solidFill>
                  <a:srgbClr val="000000"/>
                </a:solidFill>
                <a:effectLst/>
                <a:latin typeface="inter-regular"/>
              </a:rPr>
              <a:t>s2.display();  </a:t>
            </a:r>
          </a:p>
          <a:p>
            <a:pPr algn="just"/>
            <a:r>
              <a:rPr lang="en-IN" sz="2000" b="0" i="0" dirty="0">
                <a:solidFill>
                  <a:srgbClr val="000000"/>
                </a:solidFill>
                <a:effectLst/>
                <a:latin typeface="inter-regular"/>
              </a:rPr>
              <a:t>}   } </a:t>
            </a:r>
          </a:p>
          <a:p>
            <a:pPr algn="just">
              <a:buFont typeface="+mj-lt"/>
              <a:buAutoNum type="arabicPeriod"/>
            </a:pPr>
            <a:endParaRPr lang="en-IN" b="0" i="0" dirty="0">
              <a:solidFill>
                <a:srgbClr val="000000"/>
              </a:solidFill>
              <a:effectLst/>
              <a:latin typeface="inter-regular"/>
            </a:endParaRPr>
          </a:p>
        </p:txBody>
      </p:sp>
      <p:sp>
        <p:nvSpPr>
          <p:cNvPr id="6" name="Rectangle 1">
            <a:extLst>
              <a:ext uri="{FF2B5EF4-FFF2-40B4-BE49-F238E27FC236}">
                <a16:creationId xmlns:a16="http://schemas.microsoft.com/office/drawing/2014/main" id="{A25C7B58-410B-A582-095B-21F7F5DCF814}"/>
              </a:ext>
            </a:extLst>
          </p:cNvPr>
          <p:cNvSpPr>
            <a:spLocks noChangeArrowheads="1"/>
          </p:cNvSpPr>
          <p:nvPr/>
        </p:nvSpPr>
        <p:spPr bwMode="auto">
          <a:xfrm>
            <a:off x="7175500" y="6445250"/>
            <a:ext cx="3200400" cy="101566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333333"/>
                </a:solidFill>
                <a:effectLst/>
                <a:latin typeface="inter-bold"/>
              </a:rPr>
              <a:t>Output:</a:t>
            </a:r>
            <a:endParaRPr kumimoji="0" lang="en-US" altLang="en-US" sz="20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535559"/>
                </a:solidFill>
                <a:effectLst/>
                <a:latin typeface="Arial Unicode MS" panose="020B0604020202020204" pitchFamily="34" charset="-128"/>
              </a:rPr>
              <a:t>0 null 0.0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535559"/>
                </a:solidFill>
                <a:effectLst/>
                <a:latin typeface="Arial Unicode MS" panose="020B0604020202020204" pitchFamily="34" charset="-128"/>
              </a:rPr>
              <a:t>0 null 0.0</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C470EC15-28C7-EBEE-2FB3-8E3864C8E1AD}"/>
              </a:ext>
            </a:extLst>
          </p:cNvPr>
          <p:cNvSpPr txBox="1"/>
          <p:nvPr/>
        </p:nvSpPr>
        <p:spPr>
          <a:xfrm>
            <a:off x="698500" y="501650"/>
            <a:ext cx="8991600" cy="954107"/>
          </a:xfrm>
          <a:prstGeom prst="rect">
            <a:avLst/>
          </a:prstGeom>
          <a:noFill/>
        </p:spPr>
        <p:txBody>
          <a:bodyPr wrap="square">
            <a:spAutoFit/>
          </a:bodyPr>
          <a:lstStyle/>
          <a:p>
            <a:r>
              <a:rPr lang="en-US" sz="2800" b="0" i="0" dirty="0">
                <a:solidFill>
                  <a:srgbClr val="333333"/>
                </a:solidFill>
                <a:effectLst/>
                <a:latin typeface="inter-regular"/>
              </a:rPr>
              <a:t>Let's understand the problem if we don't use this keyword by the example given below</a:t>
            </a:r>
            <a:r>
              <a:rPr lang="en-US" b="0" i="0" dirty="0">
                <a:solidFill>
                  <a:srgbClr val="333333"/>
                </a:solidFill>
                <a:effectLst/>
                <a:latin typeface="inter-regular"/>
              </a:rPr>
              <a:t>:</a:t>
            </a:r>
            <a:endParaRPr lang="en-IN" dirty="0"/>
          </a:p>
        </p:txBody>
      </p:sp>
    </p:spTree>
    <p:extLst>
      <p:ext uri="{BB962C8B-B14F-4D97-AF65-F5344CB8AC3E}">
        <p14:creationId xmlns:p14="http://schemas.microsoft.com/office/powerpoint/2010/main" val="6348530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943A98D-2F15-C4A1-3B20-A6132B2167BA}"/>
              </a:ext>
            </a:extLst>
          </p:cNvPr>
          <p:cNvSpPr txBox="1"/>
          <p:nvPr/>
        </p:nvSpPr>
        <p:spPr>
          <a:xfrm>
            <a:off x="850900" y="1720850"/>
            <a:ext cx="8305800" cy="6217087"/>
          </a:xfrm>
          <a:prstGeom prst="rect">
            <a:avLst/>
          </a:prstGeom>
          <a:noFill/>
        </p:spPr>
        <p:txBody>
          <a:bodyPr wrap="square">
            <a:spAutoFit/>
          </a:bodyPr>
          <a:lstStyle/>
          <a:p>
            <a:pPr algn="just"/>
            <a:r>
              <a:rPr lang="en-IN" sz="2000" b="1" i="0" dirty="0">
                <a:solidFill>
                  <a:srgbClr val="006699"/>
                </a:solidFill>
                <a:effectLst/>
                <a:latin typeface="inter-regular"/>
              </a:rPr>
              <a:t>class</a:t>
            </a:r>
            <a:r>
              <a:rPr lang="en-IN" sz="2000" b="0" i="0" dirty="0">
                <a:solidFill>
                  <a:srgbClr val="000000"/>
                </a:solidFill>
                <a:effectLst/>
                <a:latin typeface="inter-regular"/>
              </a:rPr>
              <a:t> Student{  </a:t>
            </a:r>
          </a:p>
          <a:p>
            <a:pPr algn="just"/>
            <a:r>
              <a:rPr lang="en-IN" sz="2000" b="1" i="0" dirty="0">
                <a:solidFill>
                  <a:srgbClr val="006699"/>
                </a:solidFill>
                <a:effectLst/>
                <a:latin typeface="inter-regular"/>
              </a:rPr>
              <a:t>	int</a:t>
            </a:r>
            <a:r>
              <a:rPr lang="en-IN" sz="2000" b="0" i="0" dirty="0">
                <a:solidFill>
                  <a:srgbClr val="000000"/>
                </a:solidFill>
                <a:effectLst/>
                <a:latin typeface="inter-regular"/>
              </a:rPr>
              <a:t> </a:t>
            </a:r>
            <a:r>
              <a:rPr lang="en-IN" sz="2000" b="0" i="0" dirty="0" err="1">
                <a:solidFill>
                  <a:srgbClr val="000000"/>
                </a:solidFill>
                <a:effectLst/>
                <a:latin typeface="inter-regular"/>
              </a:rPr>
              <a:t>rollno</a:t>
            </a:r>
            <a:r>
              <a:rPr lang="en-IN" sz="2000" b="0" i="0" dirty="0">
                <a:solidFill>
                  <a:srgbClr val="000000"/>
                </a:solidFill>
                <a:effectLst/>
                <a:latin typeface="inter-regular"/>
              </a:rPr>
              <a:t>;  </a:t>
            </a:r>
          </a:p>
          <a:p>
            <a:pPr algn="just"/>
            <a:r>
              <a:rPr lang="en-IN" sz="2000" b="0" i="0" dirty="0">
                <a:solidFill>
                  <a:srgbClr val="000000"/>
                </a:solidFill>
                <a:effectLst/>
                <a:latin typeface="inter-regular"/>
              </a:rPr>
              <a:t>	String name;  </a:t>
            </a:r>
          </a:p>
          <a:p>
            <a:pPr algn="just"/>
            <a:r>
              <a:rPr lang="en-IN" sz="2000" b="1" i="0" dirty="0">
                <a:solidFill>
                  <a:srgbClr val="006699"/>
                </a:solidFill>
                <a:effectLst/>
                <a:latin typeface="inter-regular"/>
              </a:rPr>
              <a:t>	float</a:t>
            </a:r>
            <a:r>
              <a:rPr lang="en-IN" sz="2000" b="0" i="0" dirty="0">
                <a:solidFill>
                  <a:srgbClr val="000000"/>
                </a:solidFill>
                <a:effectLst/>
                <a:latin typeface="inter-regular"/>
              </a:rPr>
              <a:t> fee;  </a:t>
            </a:r>
          </a:p>
          <a:p>
            <a:pPr algn="just"/>
            <a:r>
              <a:rPr lang="en-IN" sz="2000" b="0" i="0" dirty="0">
                <a:solidFill>
                  <a:srgbClr val="000000"/>
                </a:solidFill>
                <a:effectLst/>
                <a:latin typeface="inter-regular"/>
              </a:rPr>
              <a:t>   Student(</a:t>
            </a:r>
            <a:r>
              <a:rPr lang="en-IN" sz="2000" b="1" i="0" dirty="0">
                <a:solidFill>
                  <a:srgbClr val="006699"/>
                </a:solidFill>
                <a:effectLst/>
                <a:latin typeface="inter-regular"/>
              </a:rPr>
              <a:t>int</a:t>
            </a:r>
            <a:r>
              <a:rPr lang="en-IN" sz="2000" b="0" i="0" dirty="0">
                <a:solidFill>
                  <a:srgbClr val="000000"/>
                </a:solidFill>
                <a:effectLst/>
                <a:latin typeface="inter-regular"/>
              </a:rPr>
              <a:t> </a:t>
            </a:r>
            <a:r>
              <a:rPr lang="en-IN" sz="2000" b="0" i="0" dirty="0" err="1">
                <a:solidFill>
                  <a:srgbClr val="000000"/>
                </a:solidFill>
                <a:effectLst/>
                <a:latin typeface="inter-regular"/>
              </a:rPr>
              <a:t>rollno,String</a:t>
            </a:r>
            <a:r>
              <a:rPr lang="en-IN" sz="2000" b="0" i="0" dirty="0">
                <a:solidFill>
                  <a:srgbClr val="000000"/>
                </a:solidFill>
                <a:effectLst/>
                <a:latin typeface="inter-regular"/>
              </a:rPr>
              <a:t> </a:t>
            </a:r>
            <a:r>
              <a:rPr lang="en-IN" sz="2000" b="0" i="0" dirty="0" err="1">
                <a:solidFill>
                  <a:srgbClr val="000000"/>
                </a:solidFill>
                <a:effectLst/>
                <a:latin typeface="inter-regular"/>
              </a:rPr>
              <a:t>name,</a:t>
            </a:r>
            <a:r>
              <a:rPr lang="en-IN" sz="2000" b="1" i="0" dirty="0" err="1">
                <a:solidFill>
                  <a:srgbClr val="006699"/>
                </a:solidFill>
                <a:effectLst/>
                <a:latin typeface="inter-regular"/>
              </a:rPr>
              <a:t>float</a:t>
            </a:r>
            <a:r>
              <a:rPr lang="en-IN" sz="2000" b="0" i="0" dirty="0">
                <a:solidFill>
                  <a:srgbClr val="000000"/>
                </a:solidFill>
                <a:effectLst/>
                <a:latin typeface="inter-regular"/>
              </a:rPr>
              <a:t> fee){  </a:t>
            </a:r>
          </a:p>
          <a:p>
            <a:pPr algn="just"/>
            <a:r>
              <a:rPr lang="en-IN" sz="2000" b="1" i="0" dirty="0">
                <a:solidFill>
                  <a:srgbClr val="006699"/>
                </a:solidFill>
                <a:effectLst/>
                <a:latin typeface="inter-regular"/>
              </a:rPr>
              <a:t>	</a:t>
            </a:r>
            <a:r>
              <a:rPr lang="en-IN" sz="2000" b="1" i="0" dirty="0" err="1">
                <a:solidFill>
                  <a:srgbClr val="006699"/>
                </a:solidFill>
                <a:effectLst/>
                <a:latin typeface="inter-regular"/>
              </a:rPr>
              <a:t>this</a:t>
            </a:r>
            <a:r>
              <a:rPr lang="en-IN" sz="2000" b="0" i="0" dirty="0" err="1">
                <a:solidFill>
                  <a:srgbClr val="000000"/>
                </a:solidFill>
                <a:effectLst/>
                <a:latin typeface="inter-regular"/>
              </a:rPr>
              <a:t>.rollno</a:t>
            </a:r>
            <a:r>
              <a:rPr lang="en-IN" sz="2000" b="0" i="0" dirty="0">
                <a:solidFill>
                  <a:srgbClr val="000000"/>
                </a:solidFill>
                <a:effectLst/>
                <a:latin typeface="inter-regular"/>
              </a:rPr>
              <a:t>=</a:t>
            </a:r>
            <a:r>
              <a:rPr lang="en-IN" sz="2000" b="0" i="0" dirty="0" err="1">
                <a:solidFill>
                  <a:srgbClr val="000000"/>
                </a:solidFill>
                <a:effectLst/>
                <a:latin typeface="inter-regular"/>
              </a:rPr>
              <a:t>rollno</a:t>
            </a:r>
            <a:r>
              <a:rPr lang="en-IN" sz="2000" b="0" i="0" dirty="0">
                <a:solidFill>
                  <a:srgbClr val="000000"/>
                </a:solidFill>
                <a:effectLst/>
                <a:latin typeface="inter-regular"/>
              </a:rPr>
              <a:t>;  </a:t>
            </a:r>
          </a:p>
          <a:p>
            <a:pPr algn="just"/>
            <a:r>
              <a:rPr lang="en-IN" sz="2000" b="1" i="0" dirty="0">
                <a:solidFill>
                  <a:srgbClr val="006699"/>
                </a:solidFill>
                <a:effectLst/>
                <a:latin typeface="inter-regular"/>
              </a:rPr>
              <a:t>	this</a:t>
            </a:r>
            <a:r>
              <a:rPr lang="en-IN" sz="2000" b="0" i="0" dirty="0">
                <a:solidFill>
                  <a:srgbClr val="000000"/>
                </a:solidFill>
                <a:effectLst/>
                <a:latin typeface="inter-regular"/>
              </a:rPr>
              <a:t>.name=name;  </a:t>
            </a:r>
          </a:p>
          <a:p>
            <a:pPr algn="just"/>
            <a:r>
              <a:rPr lang="en-IN" sz="2000" b="1" i="0" dirty="0">
                <a:solidFill>
                  <a:srgbClr val="006699"/>
                </a:solidFill>
                <a:effectLst/>
                <a:latin typeface="inter-regular"/>
              </a:rPr>
              <a:t>	</a:t>
            </a:r>
            <a:r>
              <a:rPr lang="en-IN" sz="2000" b="1" i="0" dirty="0" err="1">
                <a:solidFill>
                  <a:srgbClr val="006699"/>
                </a:solidFill>
                <a:effectLst/>
                <a:latin typeface="inter-regular"/>
              </a:rPr>
              <a:t>this</a:t>
            </a:r>
            <a:r>
              <a:rPr lang="en-IN" sz="2000" b="0" i="0" dirty="0" err="1">
                <a:solidFill>
                  <a:srgbClr val="000000"/>
                </a:solidFill>
                <a:effectLst/>
                <a:latin typeface="inter-regular"/>
              </a:rPr>
              <a:t>.fee</a:t>
            </a:r>
            <a:r>
              <a:rPr lang="en-IN" sz="2000" b="0" i="0" dirty="0">
                <a:solidFill>
                  <a:srgbClr val="000000"/>
                </a:solidFill>
                <a:effectLst/>
                <a:latin typeface="inter-regular"/>
              </a:rPr>
              <a:t>=fee;  </a:t>
            </a:r>
          </a:p>
          <a:p>
            <a:pPr algn="just"/>
            <a:r>
              <a:rPr lang="en-IN" sz="2000" b="0" i="0" dirty="0">
                <a:solidFill>
                  <a:srgbClr val="000000"/>
                </a:solidFill>
                <a:effectLst/>
                <a:latin typeface="inter-regular"/>
              </a:rPr>
              <a:t>	}  </a:t>
            </a:r>
          </a:p>
          <a:p>
            <a:pPr algn="just"/>
            <a:r>
              <a:rPr lang="en-IN" sz="2000" b="1" i="0" dirty="0">
                <a:solidFill>
                  <a:srgbClr val="006699"/>
                </a:solidFill>
                <a:effectLst/>
                <a:latin typeface="inter-regular"/>
              </a:rPr>
              <a:t>void</a:t>
            </a:r>
            <a:r>
              <a:rPr lang="en-IN" sz="2000" b="0" i="0" dirty="0">
                <a:solidFill>
                  <a:srgbClr val="000000"/>
                </a:solidFill>
                <a:effectLst/>
                <a:latin typeface="inter-regular"/>
              </a:rPr>
              <a:t> display(){</a:t>
            </a:r>
          </a:p>
          <a:p>
            <a:pPr algn="just"/>
            <a:r>
              <a:rPr lang="en-IN" sz="2000" dirty="0">
                <a:solidFill>
                  <a:srgbClr val="000000"/>
                </a:solidFill>
                <a:latin typeface="inter-regular"/>
              </a:rPr>
              <a:t>	</a:t>
            </a:r>
            <a:r>
              <a:rPr lang="en-IN" sz="2000" b="0" i="0" dirty="0" err="1">
                <a:solidFill>
                  <a:srgbClr val="000000"/>
                </a:solidFill>
                <a:effectLst/>
                <a:latin typeface="inter-regular"/>
              </a:rPr>
              <a:t>System.out.println</a:t>
            </a:r>
            <a:r>
              <a:rPr lang="en-IN" sz="2000" b="0" i="0" dirty="0">
                <a:solidFill>
                  <a:srgbClr val="000000"/>
                </a:solidFill>
                <a:effectLst/>
                <a:latin typeface="inter-regular"/>
              </a:rPr>
              <a:t>(</a:t>
            </a:r>
            <a:r>
              <a:rPr lang="en-IN" sz="2000" b="0" i="0" dirty="0" err="1">
                <a:solidFill>
                  <a:srgbClr val="000000"/>
                </a:solidFill>
                <a:effectLst/>
                <a:latin typeface="inter-regular"/>
              </a:rPr>
              <a:t>rollno</a:t>
            </a:r>
            <a:r>
              <a:rPr lang="en-IN" sz="2000" b="0" i="0" dirty="0">
                <a:solidFill>
                  <a:srgbClr val="000000"/>
                </a:solidFill>
                <a:effectLst/>
                <a:latin typeface="inter-regular"/>
              </a:rPr>
              <a:t>+</a:t>
            </a:r>
            <a:r>
              <a:rPr lang="en-IN" sz="2000" b="0" i="0" dirty="0">
                <a:solidFill>
                  <a:srgbClr val="0000FF"/>
                </a:solidFill>
                <a:effectLst/>
                <a:latin typeface="inter-regular"/>
              </a:rPr>
              <a:t>" "</a:t>
            </a:r>
            <a:r>
              <a:rPr lang="en-IN" sz="2000" b="0" i="0" dirty="0">
                <a:solidFill>
                  <a:srgbClr val="000000"/>
                </a:solidFill>
                <a:effectLst/>
                <a:latin typeface="inter-regular"/>
              </a:rPr>
              <a:t>+name+</a:t>
            </a:r>
            <a:r>
              <a:rPr lang="en-IN" sz="2000" b="0" i="0" dirty="0">
                <a:solidFill>
                  <a:srgbClr val="0000FF"/>
                </a:solidFill>
                <a:effectLst/>
                <a:latin typeface="inter-regular"/>
              </a:rPr>
              <a:t>" "</a:t>
            </a:r>
            <a:r>
              <a:rPr lang="en-IN" sz="2000" b="0" i="0" dirty="0">
                <a:solidFill>
                  <a:srgbClr val="000000"/>
                </a:solidFill>
                <a:effectLst/>
                <a:latin typeface="inter-regular"/>
              </a:rPr>
              <a:t>+fee);}  </a:t>
            </a:r>
          </a:p>
          <a:p>
            <a:pPr algn="just"/>
            <a:r>
              <a:rPr lang="en-IN" sz="2000" b="0" i="0" dirty="0">
                <a:solidFill>
                  <a:srgbClr val="000000"/>
                </a:solidFill>
                <a:effectLst/>
                <a:latin typeface="inter-regular"/>
              </a:rPr>
              <a:t>		}  </a:t>
            </a:r>
          </a:p>
          <a:p>
            <a:pPr algn="just"/>
            <a:r>
              <a:rPr lang="en-IN" sz="2000" b="0" i="0" dirty="0">
                <a:solidFill>
                  <a:srgbClr val="000000"/>
                </a:solidFill>
                <a:effectLst/>
                <a:latin typeface="inter-regular"/>
              </a:rPr>
              <a:t>  </a:t>
            </a:r>
            <a:r>
              <a:rPr lang="en-IN" sz="2000" b="1" i="0" dirty="0">
                <a:solidFill>
                  <a:srgbClr val="006699"/>
                </a:solidFill>
                <a:effectLst/>
                <a:latin typeface="inter-regular"/>
              </a:rPr>
              <a:t>class</a:t>
            </a:r>
            <a:r>
              <a:rPr lang="en-IN" sz="2000" b="0" i="0" dirty="0">
                <a:solidFill>
                  <a:srgbClr val="000000"/>
                </a:solidFill>
                <a:effectLst/>
                <a:latin typeface="inter-regular"/>
              </a:rPr>
              <a:t> TestThis2{  </a:t>
            </a:r>
          </a:p>
          <a:p>
            <a:pPr algn="just"/>
            <a:r>
              <a:rPr lang="en-IN" sz="2000" b="1" i="0" dirty="0">
                <a:solidFill>
                  <a:srgbClr val="006699"/>
                </a:solidFill>
                <a:effectLst/>
                <a:latin typeface="inter-regular"/>
              </a:rPr>
              <a:t>public</a:t>
            </a:r>
            <a:r>
              <a:rPr lang="en-IN" sz="2000" b="0" i="0" dirty="0">
                <a:solidFill>
                  <a:srgbClr val="000000"/>
                </a:solidFill>
                <a:effectLst/>
                <a:latin typeface="inter-regular"/>
              </a:rPr>
              <a:t> </a:t>
            </a:r>
            <a:r>
              <a:rPr lang="en-IN" sz="2000" b="1" i="0" dirty="0">
                <a:solidFill>
                  <a:srgbClr val="006699"/>
                </a:solidFill>
                <a:effectLst/>
                <a:latin typeface="inter-regular"/>
              </a:rPr>
              <a:t>static</a:t>
            </a:r>
            <a:r>
              <a:rPr lang="en-IN" sz="2000" b="0" i="0" dirty="0">
                <a:solidFill>
                  <a:srgbClr val="000000"/>
                </a:solidFill>
                <a:effectLst/>
                <a:latin typeface="inter-regular"/>
              </a:rPr>
              <a:t> </a:t>
            </a:r>
            <a:r>
              <a:rPr lang="en-IN" sz="2000" b="1" i="0" dirty="0">
                <a:solidFill>
                  <a:srgbClr val="006699"/>
                </a:solidFill>
                <a:effectLst/>
                <a:latin typeface="inter-regular"/>
              </a:rPr>
              <a:t>void</a:t>
            </a:r>
            <a:r>
              <a:rPr lang="en-IN" sz="2000" b="0" i="0" dirty="0">
                <a:solidFill>
                  <a:srgbClr val="000000"/>
                </a:solidFill>
                <a:effectLst/>
                <a:latin typeface="inter-regular"/>
              </a:rPr>
              <a:t> main(String </a:t>
            </a:r>
            <a:r>
              <a:rPr lang="en-IN" sz="2000" b="0" i="0" dirty="0" err="1">
                <a:solidFill>
                  <a:srgbClr val="000000"/>
                </a:solidFill>
                <a:effectLst/>
                <a:latin typeface="inter-regular"/>
              </a:rPr>
              <a:t>args</a:t>
            </a:r>
            <a:r>
              <a:rPr lang="en-IN" sz="2000" b="0" i="0" dirty="0">
                <a:solidFill>
                  <a:srgbClr val="000000"/>
                </a:solidFill>
                <a:effectLst/>
                <a:latin typeface="inter-regular"/>
              </a:rPr>
              <a:t>[]){  </a:t>
            </a:r>
          </a:p>
          <a:p>
            <a:pPr algn="just"/>
            <a:r>
              <a:rPr lang="en-IN" sz="2000" b="0" i="0" dirty="0">
                <a:solidFill>
                  <a:srgbClr val="000000"/>
                </a:solidFill>
                <a:effectLst/>
                <a:latin typeface="inter-regular"/>
              </a:rPr>
              <a:t>Student s1=</a:t>
            </a:r>
            <a:r>
              <a:rPr lang="en-IN" sz="2000" b="1" i="0" dirty="0">
                <a:solidFill>
                  <a:srgbClr val="006699"/>
                </a:solidFill>
                <a:effectLst/>
                <a:latin typeface="inter-regular"/>
              </a:rPr>
              <a:t>new</a:t>
            </a:r>
            <a:r>
              <a:rPr lang="en-IN" sz="2000" b="0" i="0" dirty="0">
                <a:solidFill>
                  <a:srgbClr val="000000"/>
                </a:solidFill>
                <a:effectLst/>
                <a:latin typeface="inter-regular"/>
              </a:rPr>
              <a:t> Student(</a:t>
            </a:r>
            <a:r>
              <a:rPr lang="en-IN" sz="2000" b="0" i="0" dirty="0">
                <a:solidFill>
                  <a:srgbClr val="C00000"/>
                </a:solidFill>
                <a:effectLst/>
                <a:latin typeface="inter-regular"/>
              </a:rPr>
              <a:t>111</a:t>
            </a:r>
            <a:r>
              <a:rPr lang="en-IN" sz="2000" b="0" i="0" dirty="0">
                <a:solidFill>
                  <a:srgbClr val="000000"/>
                </a:solidFill>
                <a:effectLst/>
                <a:latin typeface="inter-regular"/>
              </a:rPr>
              <a:t>,</a:t>
            </a:r>
            <a:r>
              <a:rPr lang="en-IN" sz="2000" b="0" i="0" dirty="0">
                <a:solidFill>
                  <a:srgbClr val="0000FF"/>
                </a:solidFill>
                <a:effectLst/>
                <a:latin typeface="inter-regular"/>
              </a:rPr>
              <a:t>"ankit"</a:t>
            </a:r>
            <a:r>
              <a:rPr lang="en-IN" sz="2000" b="0" i="0" dirty="0">
                <a:solidFill>
                  <a:srgbClr val="000000"/>
                </a:solidFill>
                <a:effectLst/>
                <a:latin typeface="inter-regular"/>
              </a:rPr>
              <a:t>,5000f);  </a:t>
            </a:r>
          </a:p>
          <a:p>
            <a:pPr algn="just"/>
            <a:r>
              <a:rPr lang="en-IN" sz="2000" b="0" i="0" dirty="0">
                <a:solidFill>
                  <a:srgbClr val="000000"/>
                </a:solidFill>
                <a:effectLst/>
                <a:latin typeface="inter-regular"/>
              </a:rPr>
              <a:t>Student s2=</a:t>
            </a:r>
            <a:r>
              <a:rPr lang="en-IN" sz="2000" b="1" i="0" dirty="0">
                <a:solidFill>
                  <a:srgbClr val="006699"/>
                </a:solidFill>
                <a:effectLst/>
                <a:latin typeface="inter-regular"/>
              </a:rPr>
              <a:t>new</a:t>
            </a:r>
            <a:r>
              <a:rPr lang="en-IN" sz="2000" b="0" i="0" dirty="0">
                <a:solidFill>
                  <a:srgbClr val="000000"/>
                </a:solidFill>
                <a:effectLst/>
                <a:latin typeface="inter-regular"/>
              </a:rPr>
              <a:t> Student(</a:t>
            </a:r>
            <a:r>
              <a:rPr lang="en-IN" sz="2000" b="0" i="0" dirty="0">
                <a:solidFill>
                  <a:srgbClr val="C00000"/>
                </a:solidFill>
                <a:effectLst/>
                <a:latin typeface="inter-regular"/>
              </a:rPr>
              <a:t>112</a:t>
            </a:r>
            <a:r>
              <a:rPr lang="en-IN" sz="2000" b="0" i="0" dirty="0">
                <a:solidFill>
                  <a:srgbClr val="000000"/>
                </a:solidFill>
                <a:effectLst/>
                <a:latin typeface="inter-regular"/>
              </a:rPr>
              <a:t>,</a:t>
            </a:r>
            <a:r>
              <a:rPr lang="en-IN" sz="2000" b="0" i="0" dirty="0">
                <a:solidFill>
                  <a:srgbClr val="0000FF"/>
                </a:solidFill>
                <a:effectLst/>
                <a:latin typeface="inter-regular"/>
              </a:rPr>
              <a:t>"sumit"</a:t>
            </a:r>
            <a:r>
              <a:rPr lang="en-IN" sz="2000" b="0" i="0" dirty="0">
                <a:solidFill>
                  <a:srgbClr val="000000"/>
                </a:solidFill>
                <a:effectLst/>
                <a:latin typeface="inter-regular"/>
              </a:rPr>
              <a:t>,6000f);  </a:t>
            </a:r>
          </a:p>
          <a:p>
            <a:pPr algn="just"/>
            <a:r>
              <a:rPr lang="en-IN" sz="2000" b="0" i="0" dirty="0">
                <a:solidFill>
                  <a:srgbClr val="000000"/>
                </a:solidFill>
                <a:effectLst/>
                <a:latin typeface="inter-regular"/>
              </a:rPr>
              <a:t>s1.display();  </a:t>
            </a:r>
          </a:p>
          <a:p>
            <a:pPr algn="just"/>
            <a:r>
              <a:rPr lang="en-IN" sz="2000" b="0" i="0" dirty="0">
                <a:solidFill>
                  <a:srgbClr val="000000"/>
                </a:solidFill>
                <a:effectLst/>
                <a:latin typeface="inter-regular"/>
              </a:rPr>
              <a:t>s2.display();  </a:t>
            </a:r>
          </a:p>
          <a:p>
            <a:pPr algn="just"/>
            <a:r>
              <a:rPr lang="en-IN" sz="2000" b="0" i="0" dirty="0">
                <a:solidFill>
                  <a:srgbClr val="000000"/>
                </a:solidFill>
                <a:effectLst/>
                <a:latin typeface="inter-regular"/>
              </a:rPr>
              <a:t>}}  </a:t>
            </a:r>
          </a:p>
          <a:p>
            <a:pPr algn="just">
              <a:buFont typeface="+mj-lt"/>
              <a:buAutoNum type="arabicPeriod"/>
            </a:pPr>
            <a:endParaRPr lang="en-IN" b="0" i="0" dirty="0">
              <a:solidFill>
                <a:srgbClr val="000000"/>
              </a:solidFill>
              <a:effectLst/>
              <a:latin typeface="inter-regular"/>
            </a:endParaRPr>
          </a:p>
        </p:txBody>
      </p:sp>
      <p:sp>
        <p:nvSpPr>
          <p:cNvPr id="6" name="Rectangle 1">
            <a:extLst>
              <a:ext uri="{FF2B5EF4-FFF2-40B4-BE49-F238E27FC236}">
                <a16:creationId xmlns:a16="http://schemas.microsoft.com/office/drawing/2014/main" id="{38DB57AC-F523-3514-7116-9B343B021E9A}"/>
              </a:ext>
            </a:extLst>
          </p:cNvPr>
          <p:cNvSpPr>
            <a:spLocks noChangeArrowheads="1"/>
          </p:cNvSpPr>
          <p:nvPr/>
        </p:nvSpPr>
        <p:spPr bwMode="auto">
          <a:xfrm>
            <a:off x="6794500" y="6633170"/>
            <a:ext cx="351505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solidFill>
                  <a:srgbClr val="000000"/>
                </a:solidFill>
                <a:latin typeface="inter-regular"/>
              </a:rPr>
              <a:t>OUTPUT:</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solidFill>
                  <a:srgbClr val="000000"/>
                </a:solidFill>
                <a:latin typeface="inter-regular"/>
              </a:rPr>
              <a:t>111 </a:t>
            </a:r>
            <a:r>
              <a:rPr lang="en-US" altLang="en-US" dirty="0" err="1">
                <a:solidFill>
                  <a:srgbClr val="000000"/>
                </a:solidFill>
                <a:latin typeface="inter-regular"/>
              </a:rPr>
              <a:t>ankit</a:t>
            </a:r>
            <a:r>
              <a:rPr lang="en-US" altLang="en-US" dirty="0">
                <a:solidFill>
                  <a:srgbClr val="000000"/>
                </a:solidFill>
                <a:latin typeface="inter-regular"/>
              </a:rPr>
              <a:t> 5000.0 </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solidFill>
                  <a:srgbClr val="000000"/>
                </a:solidFill>
                <a:latin typeface="inter-regular"/>
              </a:rPr>
              <a:t>112 </a:t>
            </a:r>
            <a:r>
              <a:rPr lang="en-US" altLang="en-US" dirty="0" err="1">
                <a:solidFill>
                  <a:srgbClr val="000000"/>
                </a:solidFill>
                <a:latin typeface="inter-regular"/>
              </a:rPr>
              <a:t>sumit</a:t>
            </a:r>
            <a:r>
              <a:rPr lang="en-US" altLang="en-US" dirty="0">
                <a:solidFill>
                  <a:srgbClr val="000000"/>
                </a:solidFill>
                <a:latin typeface="inter-regular"/>
              </a:rPr>
              <a:t> 6000.0 </a:t>
            </a:r>
          </a:p>
        </p:txBody>
      </p:sp>
      <p:sp>
        <p:nvSpPr>
          <p:cNvPr id="8" name="TextBox 7">
            <a:extLst>
              <a:ext uri="{FF2B5EF4-FFF2-40B4-BE49-F238E27FC236}">
                <a16:creationId xmlns:a16="http://schemas.microsoft.com/office/drawing/2014/main" id="{18814123-CEC3-DF58-CF79-EA02FFFFF393}"/>
              </a:ext>
            </a:extLst>
          </p:cNvPr>
          <p:cNvSpPr txBox="1"/>
          <p:nvPr/>
        </p:nvSpPr>
        <p:spPr>
          <a:xfrm>
            <a:off x="850900" y="349250"/>
            <a:ext cx="9087757" cy="1200329"/>
          </a:xfrm>
          <a:prstGeom prst="rect">
            <a:avLst/>
          </a:prstGeom>
          <a:noFill/>
        </p:spPr>
        <p:txBody>
          <a:bodyPr wrap="square">
            <a:spAutoFit/>
          </a:bodyPr>
          <a:lstStyle/>
          <a:p>
            <a:r>
              <a:rPr lang="en-US" sz="2400" b="0" i="0" dirty="0">
                <a:solidFill>
                  <a:srgbClr val="333333"/>
                </a:solidFill>
                <a:effectLst/>
                <a:latin typeface="inter-regular"/>
              </a:rPr>
              <a:t>In the above example, parameters (formal arguments) and instance variables are same. So, we are using this keyword to distinguish local variable and instance variable.</a:t>
            </a:r>
            <a:endParaRPr lang="en-IN" sz="2400" dirty="0"/>
          </a:p>
        </p:txBody>
      </p:sp>
    </p:spTree>
    <p:extLst>
      <p:ext uri="{BB962C8B-B14F-4D97-AF65-F5344CB8AC3E}">
        <p14:creationId xmlns:p14="http://schemas.microsoft.com/office/powerpoint/2010/main" val="9719474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A9303AE-B303-480F-78B1-B7D70C798CF7}"/>
              </a:ext>
            </a:extLst>
          </p:cNvPr>
          <p:cNvSpPr txBox="1"/>
          <p:nvPr/>
        </p:nvSpPr>
        <p:spPr>
          <a:xfrm>
            <a:off x="622300" y="1720850"/>
            <a:ext cx="9829800" cy="5940088"/>
          </a:xfrm>
          <a:prstGeom prst="rect">
            <a:avLst/>
          </a:prstGeom>
          <a:noFill/>
        </p:spPr>
        <p:txBody>
          <a:bodyPr wrap="square">
            <a:spAutoFit/>
          </a:bodyPr>
          <a:lstStyle/>
          <a:p>
            <a:pPr algn="just"/>
            <a:r>
              <a:rPr lang="en-IN" sz="2000" b="1" i="0" dirty="0">
                <a:solidFill>
                  <a:srgbClr val="006699"/>
                </a:solidFill>
                <a:effectLst/>
                <a:latin typeface="inter-regular"/>
              </a:rPr>
              <a:t>class</a:t>
            </a:r>
            <a:r>
              <a:rPr lang="en-IN" sz="2000" b="0" i="0" dirty="0">
                <a:solidFill>
                  <a:srgbClr val="000000"/>
                </a:solidFill>
                <a:effectLst/>
                <a:latin typeface="inter-regular"/>
              </a:rPr>
              <a:t> Student{  </a:t>
            </a:r>
          </a:p>
          <a:p>
            <a:pPr algn="just"/>
            <a:r>
              <a:rPr lang="en-IN" sz="2000" b="1" i="0" dirty="0">
                <a:solidFill>
                  <a:srgbClr val="006699"/>
                </a:solidFill>
                <a:effectLst/>
                <a:latin typeface="inter-regular"/>
              </a:rPr>
              <a:t>	int</a:t>
            </a:r>
            <a:r>
              <a:rPr lang="en-IN" sz="2000" b="0" i="0" dirty="0">
                <a:solidFill>
                  <a:srgbClr val="000000"/>
                </a:solidFill>
                <a:effectLst/>
                <a:latin typeface="inter-regular"/>
              </a:rPr>
              <a:t> </a:t>
            </a:r>
            <a:r>
              <a:rPr lang="en-IN" sz="2000" b="0" i="0" dirty="0" err="1">
                <a:solidFill>
                  <a:srgbClr val="000000"/>
                </a:solidFill>
                <a:effectLst/>
                <a:latin typeface="inter-regular"/>
              </a:rPr>
              <a:t>rollno</a:t>
            </a:r>
            <a:r>
              <a:rPr lang="en-IN" sz="2000" b="0" i="0" dirty="0">
                <a:solidFill>
                  <a:srgbClr val="000000"/>
                </a:solidFill>
                <a:effectLst/>
                <a:latin typeface="inter-regular"/>
              </a:rPr>
              <a:t>;  </a:t>
            </a:r>
          </a:p>
          <a:p>
            <a:pPr algn="just"/>
            <a:r>
              <a:rPr lang="en-IN" sz="2000" b="0" i="0" dirty="0">
                <a:solidFill>
                  <a:srgbClr val="000000"/>
                </a:solidFill>
                <a:effectLst/>
                <a:latin typeface="inter-regular"/>
              </a:rPr>
              <a:t>	String name;  </a:t>
            </a:r>
          </a:p>
          <a:p>
            <a:pPr algn="just"/>
            <a:r>
              <a:rPr lang="en-IN" sz="2000" b="1" i="0" dirty="0">
                <a:solidFill>
                  <a:srgbClr val="006699"/>
                </a:solidFill>
                <a:effectLst/>
                <a:latin typeface="inter-regular"/>
              </a:rPr>
              <a:t>	float</a:t>
            </a:r>
            <a:r>
              <a:rPr lang="en-IN" sz="2000" b="0" i="0" dirty="0">
                <a:solidFill>
                  <a:srgbClr val="000000"/>
                </a:solidFill>
                <a:effectLst/>
                <a:latin typeface="inter-regular"/>
              </a:rPr>
              <a:t> fee;  </a:t>
            </a:r>
          </a:p>
          <a:p>
            <a:pPr algn="just"/>
            <a:r>
              <a:rPr lang="en-IN" sz="2000" b="0" i="0" dirty="0">
                <a:solidFill>
                  <a:srgbClr val="000000"/>
                </a:solidFill>
                <a:effectLst/>
                <a:latin typeface="inter-regular"/>
              </a:rPr>
              <a:t>Student(</a:t>
            </a:r>
            <a:r>
              <a:rPr lang="en-IN" sz="2000" b="1" i="0" dirty="0">
                <a:solidFill>
                  <a:srgbClr val="006699"/>
                </a:solidFill>
                <a:effectLst/>
                <a:latin typeface="inter-regular"/>
              </a:rPr>
              <a:t>int</a:t>
            </a:r>
            <a:r>
              <a:rPr lang="en-IN" sz="2000" b="0" i="0" dirty="0">
                <a:solidFill>
                  <a:srgbClr val="000000"/>
                </a:solidFill>
                <a:effectLst/>
                <a:latin typeface="inter-regular"/>
              </a:rPr>
              <a:t> </a:t>
            </a:r>
            <a:r>
              <a:rPr lang="en-IN" sz="2000" b="0" i="0" dirty="0" err="1">
                <a:solidFill>
                  <a:srgbClr val="000000"/>
                </a:solidFill>
                <a:effectLst/>
                <a:latin typeface="inter-regular"/>
              </a:rPr>
              <a:t>r,String</a:t>
            </a:r>
            <a:r>
              <a:rPr lang="en-IN" sz="2000" b="0" i="0" dirty="0">
                <a:solidFill>
                  <a:srgbClr val="000000"/>
                </a:solidFill>
                <a:effectLst/>
                <a:latin typeface="inter-regular"/>
              </a:rPr>
              <a:t> </a:t>
            </a:r>
            <a:r>
              <a:rPr lang="en-IN" sz="2000" b="0" i="0" dirty="0" err="1">
                <a:solidFill>
                  <a:srgbClr val="000000"/>
                </a:solidFill>
                <a:effectLst/>
                <a:latin typeface="inter-regular"/>
              </a:rPr>
              <a:t>n,</a:t>
            </a:r>
            <a:r>
              <a:rPr lang="en-IN" sz="2000" b="1" i="0" dirty="0" err="1">
                <a:solidFill>
                  <a:srgbClr val="006699"/>
                </a:solidFill>
                <a:effectLst/>
                <a:latin typeface="inter-regular"/>
              </a:rPr>
              <a:t>float</a:t>
            </a:r>
            <a:r>
              <a:rPr lang="en-IN" sz="2000" b="0" i="0" dirty="0">
                <a:solidFill>
                  <a:srgbClr val="000000"/>
                </a:solidFill>
                <a:effectLst/>
                <a:latin typeface="inter-regular"/>
              </a:rPr>
              <a:t> f){  </a:t>
            </a:r>
          </a:p>
          <a:p>
            <a:pPr algn="just"/>
            <a:r>
              <a:rPr lang="en-IN" sz="2000" b="0" i="0" dirty="0">
                <a:solidFill>
                  <a:srgbClr val="000000"/>
                </a:solidFill>
                <a:effectLst/>
                <a:latin typeface="inter-regular"/>
              </a:rPr>
              <a:t>	</a:t>
            </a:r>
            <a:r>
              <a:rPr lang="en-IN" sz="2000" b="0" i="0" dirty="0" err="1">
                <a:solidFill>
                  <a:srgbClr val="000000"/>
                </a:solidFill>
                <a:effectLst/>
                <a:latin typeface="inter-regular"/>
              </a:rPr>
              <a:t>rollno</a:t>
            </a:r>
            <a:r>
              <a:rPr lang="en-IN" sz="2000" b="0" i="0" dirty="0">
                <a:solidFill>
                  <a:srgbClr val="000000"/>
                </a:solidFill>
                <a:effectLst/>
                <a:latin typeface="inter-regular"/>
              </a:rPr>
              <a:t>=r;  </a:t>
            </a:r>
          </a:p>
          <a:p>
            <a:pPr algn="just"/>
            <a:r>
              <a:rPr lang="en-IN" sz="2000" b="0" i="0" dirty="0">
                <a:solidFill>
                  <a:srgbClr val="000000"/>
                </a:solidFill>
                <a:effectLst/>
                <a:latin typeface="inter-regular"/>
              </a:rPr>
              <a:t>	name=n;  </a:t>
            </a:r>
          </a:p>
          <a:p>
            <a:pPr algn="just"/>
            <a:r>
              <a:rPr lang="en-IN" sz="2000" b="0" i="0" dirty="0">
                <a:solidFill>
                  <a:srgbClr val="000000"/>
                </a:solidFill>
                <a:effectLst/>
                <a:latin typeface="inter-regular"/>
              </a:rPr>
              <a:t>	fee=f;  </a:t>
            </a:r>
          </a:p>
          <a:p>
            <a:pPr algn="just"/>
            <a:r>
              <a:rPr lang="en-IN" sz="2000" b="0" i="0" dirty="0">
                <a:solidFill>
                  <a:srgbClr val="000000"/>
                </a:solidFill>
                <a:effectLst/>
                <a:latin typeface="inter-regular"/>
              </a:rPr>
              <a:t>}  </a:t>
            </a:r>
          </a:p>
          <a:p>
            <a:pPr algn="just"/>
            <a:r>
              <a:rPr lang="en-IN" sz="2000" b="1" i="0" dirty="0">
                <a:solidFill>
                  <a:srgbClr val="006699"/>
                </a:solidFill>
                <a:effectLst/>
                <a:latin typeface="inter-regular"/>
              </a:rPr>
              <a:t>void</a:t>
            </a:r>
            <a:r>
              <a:rPr lang="en-IN" sz="2000" b="0" i="0" dirty="0">
                <a:solidFill>
                  <a:srgbClr val="000000"/>
                </a:solidFill>
                <a:effectLst/>
                <a:latin typeface="inter-regular"/>
              </a:rPr>
              <a:t> display(){</a:t>
            </a:r>
          </a:p>
          <a:p>
            <a:pPr algn="just"/>
            <a:r>
              <a:rPr lang="en-IN" sz="2000" dirty="0">
                <a:solidFill>
                  <a:srgbClr val="000000"/>
                </a:solidFill>
                <a:latin typeface="inter-regular"/>
              </a:rPr>
              <a:t>	</a:t>
            </a:r>
            <a:r>
              <a:rPr lang="en-IN" sz="2000" b="0" i="0" dirty="0" err="1">
                <a:solidFill>
                  <a:srgbClr val="000000"/>
                </a:solidFill>
                <a:effectLst/>
                <a:latin typeface="inter-regular"/>
              </a:rPr>
              <a:t>System.out.println</a:t>
            </a:r>
            <a:r>
              <a:rPr lang="en-IN" sz="2000" b="0" i="0" dirty="0">
                <a:solidFill>
                  <a:srgbClr val="000000"/>
                </a:solidFill>
                <a:effectLst/>
                <a:latin typeface="inter-regular"/>
              </a:rPr>
              <a:t>(</a:t>
            </a:r>
            <a:r>
              <a:rPr lang="en-IN" sz="2000" b="0" i="0" dirty="0" err="1">
                <a:solidFill>
                  <a:srgbClr val="000000"/>
                </a:solidFill>
                <a:effectLst/>
                <a:latin typeface="inter-regular"/>
              </a:rPr>
              <a:t>rollno</a:t>
            </a:r>
            <a:r>
              <a:rPr lang="en-IN" sz="2000" b="0" i="0" dirty="0">
                <a:solidFill>
                  <a:srgbClr val="000000"/>
                </a:solidFill>
                <a:effectLst/>
                <a:latin typeface="inter-regular"/>
              </a:rPr>
              <a:t>+</a:t>
            </a:r>
            <a:r>
              <a:rPr lang="en-IN" sz="2000" b="0" i="0" dirty="0">
                <a:solidFill>
                  <a:srgbClr val="0000FF"/>
                </a:solidFill>
                <a:effectLst/>
                <a:latin typeface="inter-regular"/>
              </a:rPr>
              <a:t>" "</a:t>
            </a:r>
            <a:r>
              <a:rPr lang="en-IN" sz="2000" b="0" i="0" dirty="0">
                <a:solidFill>
                  <a:srgbClr val="000000"/>
                </a:solidFill>
                <a:effectLst/>
                <a:latin typeface="inter-regular"/>
              </a:rPr>
              <a:t>+name+</a:t>
            </a:r>
            <a:r>
              <a:rPr lang="en-IN" sz="2000" b="0" i="0" dirty="0">
                <a:solidFill>
                  <a:srgbClr val="0000FF"/>
                </a:solidFill>
                <a:effectLst/>
                <a:latin typeface="inter-regular"/>
              </a:rPr>
              <a:t>" "</a:t>
            </a:r>
            <a:r>
              <a:rPr lang="en-IN" sz="2000" b="0" i="0" dirty="0">
                <a:solidFill>
                  <a:srgbClr val="000000"/>
                </a:solidFill>
                <a:effectLst/>
                <a:latin typeface="inter-regular"/>
              </a:rPr>
              <a:t>+fee);}  </a:t>
            </a:r>
          </a:p>
          <a:p>
            <a:pPr algn="just"/>
            <a:r>
              <a:rPr lang="en-IN" sz="2000" b="0" i="0" dirty="0">
                <a:solidFill>
                  <a:srgbClr val="000000"/>
                </a:solidFill>
                <a:effectLst/>
                <a:latin typeface="inter-regular"/>
              </a:rPr>
              <a:t>}  </a:t>
            </a:r>
          </a:p>
          <a:p>
            <a:pPr algn="just"/>
            <a:r>
              <a:rPr lang="en-IN" sz="2000" b="0" i="0" dirty="0">
                <a:solidFill>
                  <a:srgbClr val="000000"/>
                </a:solidFill>
                <a:effectLst/>
                <a:latin typeface="inter-regular"/>
              </a:rPr>
              <a:t>  </a:t>
            </a:r>
            <a:r>
              <a:rPr lang="en-IN" sz="2000" b="1" i="0" dirty="0">
                <a:solidFill>
                  <a:srgbClr val="006699"/>
                </a:solidFill>
                <a:effectLst/>
                <a:latin typeface="inter-regular"/>
              </a:rPr>
              <a:t>class</a:t>
            </a:r>
            <a:r>
              <a:rPr lang="en-IN" sz="2000" b="0" i="0" dirty="0">
                <a:solidFill>
                  <a:srgbClr val="000000"/>
                </a:solidFill>
                <a:effectLst/>
                <a:latin typeface="inter-regular"/>
              </a:rPr>
              <a:t> TestThis3{  </a:t>
            </a:r>
          </a:p>
          <a:p>
            <a:pPr algn="just"/>
            <a:r>
              <a:rPr lang="en-IN" sz="2000" b="1" i="0" dirty="0">
                <a:solidFill>
                  <a:srgbClr val="006699"/>
                </a:solidFill>
                <a:effectLst/>
                <a:latin typeface="inter-regular"/>
              </a:rPr>
              <a:t>public</a:t>
            </a:r>
            <a:r>
              <a:rPr lang="en-IN" sz="2000" b="0" i="0" dirty="0">
                <a:solidFill>
                  <a:srgbClr val="000000"/>
                </a:solidFill>
                <a:effectLst/>
                <a:latin typeface="inter-regular"/>
              </a:rPr>
              <a:t> </a:t>
            </a:r>
            <a:r>
              <a:rPr lang="en-IN" sz="2000" b="1" i="0" dirty="0">
                <a:solidFill>
                  <a:srgbClr val="006699"/>
                </a:solidFill>
                <a:effectLst/>
                <a:latin typeface="inter-regular"/>
              </a:rPr>
              <a:t>static</a:t>
            </a:r>
            <a:r>
              <a:rPr lang="en-IN" sz="2000" b="0" i="0" dirty="0">
                <a:solidFill>
                  <a:srgbClr val="000000"/>
                </a:solidFill>
                <a:effectLst/>
                <a:latin typeface="inter-regular"/>
              </a:rPr>
              <a:t> </a:t>
            </a:r>
            <a:r>
              <a:rPr lang="en-IN" sz="2000" b="1" i="0" dirty="0">
                <a:solidFill>
                  <a:srgbClr val="006699"/>
                </a:solidFill>
                <a:effectLst/>
                <a:latin typeface="inter-regular"/>
              </a:rPr>
              <a:t>void</a:t>
            </a:r>
            <a:r>
              <a:rPr lang="en-IN" sz="2000" b="0" i="0" dirty="0">
                <a:solidFill>
                  <a:srgbClr val="000000"/>
                </a:solidFill>
                <a:effectLst/>
                <a:latin typeface="inter-regular"/>
              </a:rPr>
              <a:t> main(String </a:t>
            </a:r>
            <a:r>
              <a:rPr lang="en-IN" sz="2000" b="0" i="0" dirty="0" err="1">
                <a:solidFill>
                  <a:srgbClr val="000000"/>
                </a:solidFill>
                <a:effectLst/>
                <a:latin typeface="inter-regular"/>
              </a:rPr>
              <a:t>args</a:t>
            </a:r>
            <a:r>
              <a:rPr lang="en-IN" sz="2000" b="0" i="0" dirty="0">
                <a:solidFill>
                  <a:srgbClr val="000000"/>
                </a:solidFill>
                <a:effectLst/>
                <a:latin typeface="inter-regular"/>
              </a:rPr>
              <a:t>[]){  </a:t>
            </a:r>
          </a:p>
          <a:p>
            <a:pPr algn="just"/>
            <a:r>
              <a:rPr lang="en-IN" sz="2000" b="0" i="0" dirty="0">
                <a:solidFill>
                  <a:srgbClr val="000000"/>
                </a:solidFill>
                <a:effectLst/>
                <a:latin typeface="inter-regular"/>
              </a:rPr>
              <a:t>Student s1=</a:t>
            </a:r>
            <a:r>
              <a:rPr lang="en-IN" sz="2000" b="1" i="0" dirty="0">
                <a:solidFill>
                  <a:srgbClr val="006699"/>
                </a:solidFill>
                <a:effectLst/>
                <a:latin typeface="inter-regular"/>
              </a:rPr>
              <a:t>new</a:t>
            </a:r>
            <a:r>
              <a:rPr lang="en-IN" sz="2000" b="0" i="0" dirty="0">
                <a:solidFill>
                  <a:srgbClr val="000000"/>
                </a:solidFill>
                <a:effectLst/>
                <a:latin typeface="inter-regular"/>
              </a:rPr>
              <a:t> Student(</a:t>
            </a:r>
            <a:r>
              <a:rPr lang="en-IN" sz="2000" b="0" i="0" dirty="0">
                <a:solidFill>
                  <a:srgbClr val="C00000"/>
                </a:solidFill>
                <a:effectLst/>
                <a:latin typeface="inter-regular"/>
              </a:rPr>
              <a:t>111</a:t>
            </a:r>
            <a:r>
              <a:rPr lang="en-IN" sz="2000" b="0" i="0" dirty="0">
                <a:solidFill>
                  <a:srgbClr val="000000"/>
                </a:solidFill>
                <a:effectLst/>
                <a:latin typeface="inter-regular"/>
              </a:rPr>
              <a:t>,</a:t>
            </a:r>
            <a:r>
              <a:rPr lang="en-IN" sz="2000" b="0" i="0" dirty="0">
                <a:solidFill>
                  <a:srgbClr val="0000FF"/>
                </a:solidFill>
                <a:effectLst/>
                <a:latin typeface="inter-regular"/>
              </a:rPr>
              <a:t>"ankit"</a:t>
            </a:r>
            <a:r>
              <a:rPr lang="en-IN" sz="2000" b="0" i="0" dirty="0">
                <a:solidFill>
                  <a:srgbClr val="000000"/>
                </a:solidFill>
                <a:effectLst/>
                <a:latin typeface="inter-regular"/>
              </a:rPr>
              <a:t>,5000f);  </a:t>
            </a:r>
          </a:p>
          <a:p>
            <a:pPr algn="just"/>
            <a:r>
              <a:rPr lang="en-IN" sz="2000" b="0" i="0" dirty="0">
                <a:solidFill>
                  <a:srgbClr val="000000"/>
                </a:solidFill>
                <a:effectLst/>
                <a:latin typeface="inter-regular"/>
              </a:rPr>
              <a:t>Student s2=</a:t>
            </a:r>
            <a:r>
              <a:rPr lang="en-IN" sz="2000" b="1" i="0" dirty="0">
                <a:solidFill>
                  <a:srgbClr val="006699"/>
                </a:solidFill>
                <a:effectLst/>
                <a:latin typeface="inter-regular"/>
              </a:rPr>
              <a:t>new</a:t>
            </a:r>
            <a:r>
              <a:rPr lang="en-IN" sz="2000" b="0" i="0" dirty="0">
                <a:solidFill>
                  <a:srgbClr val="000000"/>
                </a:solidFill>
                <a:effectLst/>
                <a:latin typeface="inter-regular"/>
              </a:rPr>
              <a:t> Student(</a:t>
            </a:r>
            <a:r>
              <a:rPr lang="en-IN" sz="2000" b="0" i="0" dirty="0">
                <a:solidFill>
                  <a:srgbClr val="C00000"/>
                </a:solidFill>
                <a:effectLst/>
                <a:latin typeface="inter-regular"/>
              </a:rPr>
              <a:t>112</a:t>
            </a:r>
            <a:r>
              <a:rPr lang="en-IN" sz="2000" b="0" i="0" dirty="0">
                <a:solidFill>
                  <a:srgbClr val="000000"/>
                </a:solidFill>
                <a:effectLst/>
                <a:latin typeface="inter-regular"/>
              </a:rPr>
              <a:t>,</a:t>
            </a:r>
            <a:r>
              <a:rPr lang="en-IN" sz="2000" b="0" i="0" dirty="0">
                <a:solidFill>
                  <a:srgbClr val="0000FF"/>
                </a:solidFill>
                <a:effectLst/>
                <a:latin typeface="inter-regular"/>
              </a:rPr>
              <a:t>"sumit"</a:t>
            </a:r>
            <a:r>
              <a:rPr lang="en-IN" sz="2000" b="0" i="0" dirty="0">
                <a:solidFill>
                  <a:srgbClr val="000000"/>
                </a:solidFill>
                <a:effectLst/>
                <a:latin typeface="inter-regular"/>
              </a:rPr>
              <a:t>,6000f);  </a:t>
            </a:r>
          </a:p>
          <a:p>
            <a:pPr algn="just"/>
            <a:r>
              <a:rPr lang="en-IN" sz="2000" b="0" i="0" dirty="0">
                <a:solidFill>
                  <a:srgbClr val="000000"/>
                </a:solidFill>
                <a:effectLst/>
                <a:latin typeface="inter-regular"/>
              </a:rPr>
              <a:t>s1.display();  </a:t>
            </a:r>
          </a:p>
          <a:p>
            <a:pPr algn="just"/>
            <a:r>
              <a:rPr lang="en-IN" sz="2000" b="0" i="0" dirty="0">
                <a:solidFill>
                  <a:srgbClr val="000000"/>
                </a:solidFill>
                <a:effectLst/>
                <a:latin typeface="inter-regular"/>
              </a:rPr>
              <a:t>s2.display();  </a:t>
            </a:r>
          </a:p>
          <a:p>
            <a:pPr algn="just"/>
            <a:r>
              <a:rPr lang="en-IN" sz="2000" b="0" i="0" dirty="0">
                <a:solidFill>
                  <a:srgbClr val="000000"/>
                </a:solidFill>
                <a:effectLst/>
                <a:latin typeface="inter-regular"/>
              </a:rPr>
              <a:t>}}  </a:t>
            </a:r>
          </a:p>
        </p:txBody>
      </p:sp>
      <p:sp>
        <p:nvSpPr>
          <p:cNvPr id="7" name="TextBox 6">
            <a:extLst>
              <a:ext uri="{FF2B5EF4-FFF2-40B4-BE49-F238E27FC236}">
                <a16:creationId xmlns:a16="http://schemas.microsoft.com/office/drawing/2014/main" id="{CD2C213C-A727-2FC8-A352-362C7BBF701B}"/>
              </a:ext>
            </a:extLst>
          </p:cNvPr>
          <p:cNvSpPr txBox="1"/>
          <p:nvPr/>
        </p:nvSpPr>
        <p:spPr>
          <a:xfrm>
            <a:off x="1003300" y="501650"/>
            <a:ext cx="9220200" cy="830997"/>
          </a:xfrm>
          <a:prstGeom prst="rect">
            <a:avLst/>
          </a:prstGeom>
          <a:noFill/>
        </p:spPr>
        <p:txBody>
          <a:bodyPr wrap="square">
            <a:spAutoFit/>
          </a:bodyPr>
          <a:lstStyle/>
          <a:p>
            <a:pPr algn="just"/>
            <a:r>
              <a:rPr lang="en-US" sz="2400" b="0" i="0" dirty="0">
                <a:solidFill>
                  <a:srgbClr val="333333"/>
                </a:solidFill>
                <a:effectLst/>
                <a:latin typeface="inter-regular"/>
              </a:rPr>
              <a:t>If local variables(formal arguments) and instance variables are different, there is no need to use this keyword like in the following program:</a:t>
            </a:r>
          </a:p>
        </p:txBody>
      </p:sp>
      <p:sp>
        <p:nvSpPr>
          <p:cNvPr id="8" name="Rectangle 1">
            <a:extLst>
              <a:ext uri="{FF2B5EF4-FFF2-40B4-BE49-F238E27FC236}">
                <a16:creationId xmlns:a16="http://schemas.microsoft.com/office/drawing/2014/main" id="{42ABCD58-1BBA-95F5-DD52-A762DEE0BDA5}"/>
              </a:ext>
            </a:extLst>
          </p:cNvPr>
          <p:cNvSpPr>
            <a:spLocks noChangeArrowheads="1"/>
          </p:cNvSpPr>
          <p:nvPr/>
        </p:nvSpPr>
        <p:spPr bwMode="auto">
          <a:xfrm>
            <a:off x="6794500" y="6633170"/>
            <a:ext cx="351505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solidFill>
                  <a:srgbClr val="000000"/>
                </a:solidFill>
                <a:latin typeface="inter-regular"/>
              </a:rPr>
              <a:t>OUTPUT:</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solidFill>
                  <a:srgbClr val="000000"/>
                </a:solidFill>
                <a:latin typeface="inter-regular"/>
              </a:rPr>
              <a:t>111 </a:t>
            </a:r>
            <a:r>
              <a:rPr lang="en-US" altLang="en-US" dirty="0" err="1">
                <a:solidFill>
                  <a:srgbClr val="000000"/>
                </a:solidFill>
                <a:latin typeface="inter-regular"/>
              </a:rPr>
              <a:t>ankit</a:t>
            </a:r>
            <a:r>
              <a:rPr lang="en-US" altLang="en-US" dirty="0">
                <a:solidFill>
                  <a:srgbClr val="000000"/>
                </a:solidFill>
                <a:latin typeface="inter-regular"/>
              </a:rPr>
              <a:t> 5000.0 </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solidFill>
                  <a:srgbClr val="000000"/>
                </a:solidFill>
                <a:latin typeface="inter-regular"/>
              </a:rPr>
              <a:t>112 </a:t>
            </a:r>
            <a:r>
              <a:rPr lang="en-US" altLang="en-US" dirty="0" err="1">
                <a:solidFill>
                  <a:srgbClr val="000000"/>
                </a:solidFill>
                <a:latin typeface="inter-regular"/>
              </a:rPr>
              <a:t>sumit</a:t>
            </a:r>
            <a:r>
              <a:rPr lang="en-US" altLang="en-US" dirty="0">
                <a:solidFill>
                  <a:srgbClr val="000000"/>
                </a:solidFill>
                <a:latin typeface="inter-regular"/>
              </a:rPr>
              <a:t> 6000.0 </a:t>
            </a:r>
          </a:p>
        </p:txBody>
      </p:sp>
    </p:spTree>
    <p:extLst>
      <p:ext uri="{BB962C8B-B14F-4D97-AF65-F5344CB8AC3E}">
        <p14:creationId xmlns:p14="http://schemas.microsoft.com/office/powerpoint/2010/main" val="30313677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22860">
              <a:lnSpc>
                <a:spcPct val="100000"/>
              </a:lnSpc>
              <a:spcBef>
                <a:spcPts val="110"/>
              </a:spcBef>
            </a:pPr>
            <a:r>
              <a:rPr sz="4400" spc="65" dirty="0">
                <a:solidFill>
                  <a:srgbClr val="7B675D"/>
                </a:solidFill>
                <a:latin typeface="Times New Roman"/>
                <a:cs typeface="Times New Roman"/>
              </a:rPr>
              <a:t>Instance</a:t>
            </a:r>
            <a:r>
              <a:rPr sz="4400" spc="25" dirty="0">
                <a:solidFill>
                  <a:srgbClr val="7B675D"/>
                </a:solidFill>
                <a:latin typeface="Times New Roman"/>
                <a:cs typeface="Times New Roman"/>
              </a:rPr>
              <a:t> </a:t>
            </a:r>
            <a:r>
              <a:rPr sz="4400" dirty="0">
                <a:solidFill>
                  <a:srgbClr val="7B675D"/>
                </a:solidFill>
                <a:latin typeface="Times New Roman"/>
                <a:cs typeface="Times New Roman"/>
              </a:rPr>
              <a:t>Variable</a:t>
            </a:r>
            <a:r>
              <a:rPr sz="4400" spc="280" dirty="0">
                <a:solidFill>
                  <a:srgbClr val="7B675D"/>
                </a:solidFill>
                <a:latin typeface="Times New Roman"/>
                <a:cs typeface="Times New Roman"/>
              </a:rPr>
              <a:t> </a:t>
            </a:r>
            <a:r>
              <a:rPr sz="4400" spc="50" dirty="0">
                <a:solidFill>
                  <a:srgbClr val="7B675D"/>
                </a:solidFill>
                <a:latin typeface="Times New Roman"/>
                <a:cs typeface="Times New Roman"/>
              </a:rPr>
              <a:t>Hiding</a:t>
            </a:r>
            <a:endParaRPr sz="4400">
              <a:latin typeface="Times New Roman"/>
              <a:cs typeface="Times New Roman"/>
            </a:endParaRPr>
          </a:p>
        </p:txBody>
      </p:sp>
      <p:sp>
        <p:nvSpPr>
          <p:cNvPr id="3" name="object 3"/>
          <p:cNvSpPr txBox="1"/>
          <p:nvPr/>
        </p:nvSpPr>
        <p:spPr>
          <a:xfrm>
            <a:off x="543331" y="1386670"/>
            <a:ext cx="9350375" cy="5438027"/>
          </a:xfrm>
          <a:prstGeom prst="rect">
            <a:avLst/>
          </a:prstGeom>
        </p:spPr>
        <p:txBody>
          <a:bodyPr vert="horz" wrap="square" lIns="0" tIns="13335" rIns="0" bIns="0" rtlCol="0">
            <a:spAutoFit/>
          </a:bodyPr>
          <a:lstStyle/>
          <a:p>
            <a:pPr marL="12700">
              <a:lnSpc>
                <a:spcPts val="3245"/>
              </a:lnSpc>
              <a:spcBef>
                <a:spcPts val="105"/>
              </a:spcBef>
            </a:pPr>
            <a:endParaRPr sz="2750" dirty="0">
              <a:latin typeface="Times New Roman"/>
              <a:cs typeface="Times New Roman"/>
            </a:endParaRPr>
          </a:p>
          <a:p>
            <a:pPr marL="448309" marR="8255" indent="-344170" algn="just">
              <a:lnSpc>
                <a:spcPts val="2520"/>
              </a:lnSpc>
              <a:spcBef>
                <a:spcPts val="530"/>
              </a:spcBef>
              <a:buClr>
                <a:srgbClr val="DA7E46"/>
              </a:buClr>
              <a:buSzPct val="104000"/>
              <a:buFont typeface="Arial"/>
              <a:buChar char="□"/>
              <a:tabLst>
                <a:tab pos="448309" algn="l"/>
              </a:tabLst>
            </a:pPr>
            <a:r>
              <a:rPr sz="2500" dirty="0">
                <a:solidFill>
                  <a:srgbClr val="030303"/>
                </a:solidFill>
                <a:latin typeface="Times New Roman"/>
                <a:cs typeface="Times New Roman"/>
              </a:rPr>
              <a:t>It</a:t>
            </a:r>
            <a:r>
              <a:rPr sz="2500" spc="535" dirty="0">
                <a:solidFill>
                  <a:srgbClr val="030303"/>
                </a:solidFill>
                <a:latin typeface="Times New Roman"/>
                <a:cs typeface="Times New Roman"/>
              </a:rPr>
              <a:t> </a:t>
            </a:r>
            <a:r>
              <a:rPr sz="2500" dirty="0">
                <a:solidFill>
                  <a:srgbClr val="030303"/>
                </a:solidFill>
                <a:latin typeface="Times New Roman"/>
                <a:cs typeface="Times New Roman"/>
              </a:rPr>
              <a:t>is</a:t>
            </a:r>
            <a:r>
              <a:rPr sz="2500" spc="515" dirty="0">
                <a:solidFill>
                  <a:srgbClr val="030303"/>
                </a:solidFill>
                <a:latin typeface="Times New Roman"/>
                <a:cs typeface="Times New Roman"/>
              </a:rPr>
              <a:t> </a:t>
            </a:r>
            <a:r>
              <a:rPr sz="2500" dirty="0">
                <a:solidFill>
                  <a:srgbClr val="030303"/>
                </a:solidFill>
                <a:latin typeface="Times New Roman"/>
                <a:cs typeface="Times New Roman"/>
              </a:rPr>
              <a:t>illegal</a:t>
            </a:r>
            <a:r>
              <a:rPr sz="2500" spc="10" dirty="0">
                <a:solidFill>
                  <a:srgbClr val="030303"/>
                </a:solidFill>
                <a:latin typeface="Times New Roman"/>
                <a:cs typeface="Times New Roman"/>
              </a:rPr>
              <a:t>  </a:t>
            </a:r>
            <a:r>
              <a:rPr sz="2500" dirty="0">
                <a:solidFill>
                  <a:srgbClr val="030303"/>
                </a:solidFill>
                <a:latin typeface="Times New Roman"/>
                <a:cs typeface="Times New Roman"/>
              </a:rPr>
              <a:t>in</a:t>
            </a:r>
            <a:r>
              <a:rPr sz="2500" spc="459" dirty="0">
                <a:solidFill>
                  <a:srgbClr val="030303"/>
                </a:solidFill>
                <a:latin typeface="Times New Roman"/>
                <a:cs typeface="Times New Roman"/>
              </a:rPr>
              <a:t> </a:t>
            </a:r>
            <a:r>
              <a:rPr sz="2500" dirty="0">
                <a:solidFill>
                  <a:srgbClr val="030303"/>
                </a:solidFill>
                <a:latin typeface="Times New Roman"/>
                <a:cs typeface="Times New Roman"/>
              </a:rPr>
              <a:t>Java</a:t>
            </a:r>
            <a:r>
              <a:rPr sz="2500" spc="540" dirty="0">
                <a:solidFill>
                  <a:srgbClr val="030303"/>
                </a:solidFill>
                <a:latin typeface="Times New Roman"/>
                <a:cs typeface="Times New Roman"/>
              </a:rPr>
              <a:t> </a:t>
            </a:r>
            <a:r>
              <a:rPr sz="2500" dirty="0">
                <a:solidFill>
                  <a:srgbClr val="030303"/>
                </a:solidFill>
                <a:latin typeface="Times New Roman"/>
                <a:cs typeface="Times New Roman"/>
              </a:rPr>
              <a:t>to</a:t>
            </a:r>
            <a:r>
              <a:rPr sz="2500" spc="509" dirty="0">
                <a:solidFill>
                  <a:srgbClr val="030303"/>
                </a:solidFill>
                <a:latin typeface="Times New Roman"/>
                <a:cs typeface="Times New Roman"/>
              </a:rPr>
              <a:t> </a:t>
            </a:r>
            <a:r>
              <a:rPr sz="2500" dirty="0">
                <a:solidFill>
                  <a:srgbClr val="030303"/>
                </a:solidFill>
                <a:latin typeface="Times New Roman"/>
                <a:cs typeface="Times New Roman"/>
              </a:rPr>
              <a:t>declare</a:t>
            </a:r>
            <a:r>
              <a:rPr sz="2500" spc="550" dirty="0">
                <a:solidFill>
                  <a:srgbClr val="030303"/>
                </a:solidFill>
                <a:latin typeface="Times New Roman"/>
                <a:cs typeface="Times New Roman"/>
              </a:rPr>
              <a:t> </a:t>
            </a:r>
            <a:r>
              <a:rPr sz="2500" spc="50" dirty="0">
                <a:solidFill>
                  <a:srgbClr val="030303"/>
                </a:solidFill>
                <a:latin typeface="Times New Roman"/>
                <a:cs typeface="Times New Roman"/>
              </a:rPr>
              <a:t>two</a:t>
            </a:r>
            <a:r>
              <a:rPr sz="2500" spc="515" dirty="0">
                <a:solidFill>
                  <a:srgbClr val="030303"/>
                </a:solidFill>
                <a:latin typeface="Times New Roman"/>
                <a:cs typeface="Times New Roman"/>
              </a:rPr>
              <a:t> </a:t>
            </a:r>
            <a:r>
              <a:rPr sz="2500" dirty="0">
                <a:solidFill>
                  <a:srgbClr val="030303"/>
                </a:solidFill>
                <a:latin typeface="Times New Roman"/>
                <a:cs typeface="Times New Roman"/>
              </a:rPr>
              <a:t>local</a:t>
            </a:r>
            <a:r>
              <a:rPr sz="2500" spc="595" dirty="0">
                <a:solidFill>
                  <a:srgbClr val="030303"/>
                </a:solidFill>
                <a:latin typeface="Times New Roman"/>
                <a:cs typeface="Times New Roman"/>
              </a:rPr>
              <a:t> </a:t>
            </a:r>
            <a:r>
              <a:rPr sz="2500" dirty="0">
                <a:solidFill>
                  <a:srgbClr val="030303"/>
                </a:solidFill>
                <a:latin typeface="Times New Roman"/>
                <a:cs typeface="Times New Roman"/>
              </a:rPr>
              <a:t>variables</a:t>
            </a:r>
            <a:r>
              <a:rPr sz="2500" spc="20" dirty="0">
                <a:solidFill>
                  <a:srgbClr val="030303"/>
                </a:solidFill>
                <a:latin typeface="Times New Roman"/>
                <a:cs typeface="Times New Roman"/>
              </a:rPr>
              <a:t>  </a:t>
            </a:r>
            <a:r>
              <a:rPr sz="2500" dirty="0">
                <a:solidFill>
                  <a:srgbClr val="030303"/>
                </a:solidFill>
                <a:latin typeface="Times New Roman"/>
                <a:cs typeface="Times New Roman"/>
              </a:rPr>
              <a:t>with</a:t>
            </a:r>
            <a:r>
              <a:rPr sz="2500" spc="565" dirty="0">
                <a:solidFill>
                  <a:srgbClr val="030303"/>
                </a:solidFill>
                <a:latin typeface="Times New Roman"/>
                <a:cs typeface="Times New Roman"/>
              </a:rPr>
              <a:t> </a:t>
            </a:r>
            <a:r>
              <a:rPr sz="2500" dirty="0">
                <a:solidFill>
                  <a:srgbClr val="030303"/>
                </a:solidFill>
                <a:latin typeface="Times New Roman"/>
                <a:cs typeface="Times New Roman"/>
              </a:rPr>
              <a:t>the</a:t>
            </a:r>
            <a:r>
              <a:rPr sz="2500" spc="490" dirty="0">
                <a:solidFill>
                  <a:srgbClr val="030303"/>
                </a:solidFill>
                <a:latin typeface="Times New Roman"/>
                <a:cs typeface="Times New Roman"/>
              </a:rPr>
              <a:t> </a:t>
            </a:r>
            <a:r>
              <a:rPr sz="2500" spc="-20" dirty="0">
                <a:solidFill>
                  <a:srgbClr val="030303"/>
                </a:solidFill>
                <a:latin typeface="Times New Roman"/>
                <a:cs typeface="Times New Roman"/>
              </a:rPr>
              <a:t>same </a:t>
            </a:r>
            <a:r>
              <a:rPr sz="2500" dirty="0">
                <a:solidFill>
                  <a:srgbClr val="030303"/>
                </a:solidFill>
                <a:latin typeface="Times New Roman"/>
                <a:cs typeface="Times New Roman"/>
              </a:rPr>
              <a:t>name</a:t>
            </a:r>
            <a:r>
              <a:rPr sz="2500" spc="254" dirty="0">
                <a:solidFill>
                  <a:srgbClr val="030303"/>
                </a:solidFill>
                <a:latin typeface="Times New Roman"/>
                <a:cs typeface="Times New Roman"/>
              </a:rPr>
              <a:t> </a:t>
            </a:r>
            <a:r>
              <a:rPr sz="2500" dirty="0">
                <a:solidFill>
                  <a:srgbClr val="030303"/>
                </a:solidFill>
                <a:latin typeface="Times New Roman"/>
                <a:cs typeface="Times New Roman"/>
              </a:rPr>
              <a:t>inside</a:t>
            </a:r>
            <a:r>
              <a:rPr sz="2500" spc="270" dirty="0">
                <a:solidFill>
                  <a:srgbClr val="030303"/>
                </a:solidFill>
                <a:latin typeface="Times New Roman"/>
                <a:cs typeface="Times New Roman"/>
              </a:rPr>
              <a:t> </a:t>
            </a:r>
            <a:r>
              <a:rPr sz="2500" dirty="0">
                <a:solidFill>
                  <a:srgbClr val="030303"/>
                </a:solidFill>
                <a:latin typeface="Times New Roman"/>
                <a:cs typeface="Times New Roman"/>
              </a:rPr>
              <a:t>the</a:t>
            </a:r>
            <a:r>
              <a:rPr sz="2500" spc="275" dirty="0">
                <a:solidFill>
                  <a:srgbClr val="030303"/>
                </a:solidFill>
                <a:latin typeface="Times New Roman"/>
                <a:cs typeface="Times New Roman"/>
              </a:rPr>
              <a:t> </a:t>
            </a:r>
            <a:r>
              <a:rPr sz="2500" dirty="0">
                <a:solidFill>
                  <a:srgbClr val="030303"/>
                </a:solidFill>
                <a:latin typeface="Times New Roman"/>
                <a:cs typeface="Times New Roman"/>
              </a:rPr>
              <a:t>same</a:t>
            </a:r>
            <a:r>
              <a:rPr sz="2500" spc="200" dirty="0">
                <a:solidFill>
                  <a:srgbClr val="030303"/>
                </a:solidFill>
                <a:latin typeface="Times New Roman"/>
                <a:cs typeface="Times New Roman"/>
              </a:rPr>
              <a:t> </a:t>
            </a:r>
            <a:r>
              <a:rPr sz="2500" spc="70" dirty="0">
                <a:solidFill>
                  <a:srgbClr val="030303"/>
                </a:solidFill>
                <a:latin typeface="Times New Roman"/>
                <a:cs typeface="Times New Roman"/>
              </a:rPr>
              <a:t>or</a:t>
            </a:r>
            <a:r>
              <a:rPr sz="2500" spc="120" dirty="0">
                <a:solidFill>
                  <a:srgbClr val="030303"/>
                </a:solidFill>
                <a:latin typeface="Times New Roman"/>
                <a:cs typeface="Times New Roman"/>
              </a:rPr>
              <a:t> </a:t>
            </a:r>
            <a:r>
              <a:rPr sz="2500" dirty="0">
                <a:solidFill>
                  <a:srgbClr val="030303"/>
                </a:solidFill>
                <a:latin typeface="Times New Roman"/>
                <a:cs typeface="Times New Roman"/>
              </a:rPr>
              <a:t>enclosing</a:t>
            </a:r>
            <a:r>
              <a:rPr sz="2500" spc="375" dirty="0">
                <a:solidFill>
                  <a:srgbClr val="030303"/>
                </a:solidFill>
                <a:latin typeface="Times New Roman"/>
                <a:cs typeface="Times New Roman"/>
              </a:rPr>
              <a:t> </a:t>
            </a:r>
            <a:r>
              <a:rPr sz="2500" spc="-10" dirty="0">
                <a:solidFill>
                  <a:srgbClr val="030303"/>
                </a:solidFill>
                <a:latin typeface="Times New Roman"/>
                <a:cs typeface="Times New Roman"/>
              </a:rPr>
              <a:t>scopes.</a:t>
            </a:r>
            <a:endParaRPr sz="2500" dirty="0">
              <a:latin typeface="Times New Roman"/>
              <a:cs typeface="Times New Roman"/>
            </a:endParaRPr>
          </a:p>
          <a:p>
            <a:pPr marL="447675" marR="5080" indent="-339725" algn="just">
              <a:lnSpc>
                <a:spcPts val="2520"/>
              </a:lnSpc>
              <a:spcBef>
                <a:spcPts val="750"/>
              </a:spcBef>
              <a:buClr>
                <a:srgbClr val="DA7E46"/>
              </a:buClr>
              <a:buSzPct val="102000"/>
              <a:buFont typeface="Arial"/>
              <a:buChar char="□"/>
              <a:tabLst>
                <a:tab pos="447675" algn="l"/>
              </a:tabLst>
            </a:pPr>
            <a:r>
              <a:rPr sz="2500" dirty="0">
                <a:solidFill>
                  <a:srgbClr val="030303"/>
                </a:solidFill>
                <a:latin typeface="Times New Roman"/>
                <a:cs typeface="Times New Roman"/>
              </a:rPr>
              <a:t>But</a:t>
            </a:r>
            <a:r>
              <a:rPr sz="2500" spc="459" dirty="0">
                <a:solidFill>
                  <a:srgbClr val="030303"/>
                </a:solidFill>
                <a:latin typeface="Times New Roman"/>
                <a:cs typeface="Times New Roman"/>
              </a:rPr>
              <a:t> </a:t>
            </a:r>
            <a:r>
              <a:rPr sz="2500" spc="50" dirty="0">
                <a:solidFill>
                  <a:srgbClr val="030303"/>
                </a:solidFill>
                <a:latin typeface="Times New Roman"/>
                <a:cs typeface="Times New Roman"/>
              </a:rPr>
              <a:t>you</a:t>
            </a:r>
            <a:r>
              <a:rPr sz="2500" spc="430" dirty="0">
                <a:solidFill>
                  <a:srgbClr val="030303"/>
                </a:solidFill>
                <a:latin typeface="Times New Roman"/>
                <a:cs typeface="Times New Roman"/>
              </a:rPr>
              <a:t> </a:t>
            </a:r>
            <a:r>
              <a:rPr sz="2500" spc="55" dirty="0">
                <a:solidFill>
                  <a:srgbClr val="030303"/>
                </a:solidFill>
                <a:latin typeface="Times New Roman"/>
                <a:cs typeface="Times New Roman"/>
              </a:rPr>
              <a:t>can</a:t>
            </a:r>
            <a:r>
              <a:rPr sz="2500" spc="395" dirty="0">
                <a:solidFill>
                  <a:srgbClr val="030303"/>
                </a:solidFill>
                <a:latin typeface="Times New Roman"/>
                <a:cs typeface="Times New Roman"/>
              </a:rPr>
              <a:t> </a:t>
            </a:r>
            <a:r>
              <a:rPr sz="2500" dirty="0">
                <a:solidFill>
                  <a:srgbClr val="030303"/>
                </a:solidFill>
                <a:latin typeface="Times New Roman"/>
                <a:cs typeface="Times New Roman"/>
              </a:rPr>
              <a:t>have</a:t>
            </a:r>
            <a:r>
              <a:rPr sz="2500" spc="480" dirty="0">
                <a:solidFill>
                  <a:srgbClr val="030303"/>
                </a:solidFill>
                <a:latin typeface="Times New Roman"/>
                <a:cs typeface="Times New Roman"/>
              </a:rPr>
              <a:t> </a:t>
            </a:r>
            <a:r>
              <a:rPr sz="2500" dirty="0">
                <a:solidFill>
                  <a:srgbClr val="030303"/>
                </a:solidFill>
                <a:latin typeface="Times New Roman"/>
                <a:cs typeface="Times New Roman"/>
              </a:rPr>
              <a:t>local</a:t>
            </a:r>
            <a:r>
              <a:rPr sz="2500" spc="475" dirty="0">
                <a:solidFill>
                  <a:srgbClr val="030303"/>
                </a:solidFill>
                <a:latin typeface="Times New Roman"/>
                <a:cs typeface="Times New Roman"/>
              </a:rPr>
              <a:t> </a:t>
            </a:r>
            <a:r>
              <a:rPr sz="2500" dirty="0">
                <a:solidFill>
                  <a:srgbClr val="030303"/>
                </a:solidFill>
                <a:latin typeface="Times New Roman"/>
                <a:cs typeface="Times New Roman"/>
              </a:rPr>
              <a:t>variables,</a:t>
            </a:r>
            <a:r>
              <a:rPr sz="2500" spc="20" dirty="0">
                <a:solidFill>
                  <a:srgbClr val="030303"/>
                </a:solidFill>
                <a:latin typeface="Times New Roman"/>
                <a:cs typeface="Times New Roman"/>
              </a:rPr>
              <a:t>  </a:t>
            </a:r>
            <a:r>
              <a:rPr sz="2500" dirty="0">
                <a:solidFill>
                  <a:srgbClr val="030303"/>
                </a:solidFill>
                <a:latin typeface="Times New Roman"/>
                <a:cs typeface="Times New Roman"/>
              </a:rPr>
              <a:t>including</a:t>
            </a:r>
            <a:r>
              <a:rPr sz="2500" spc="580" dirty="0">
                <a:solidFill>
                  <a:srgbClr val="030303"/>
                </a:solidFill>
                <a:latin typeface="Times New Roman"/>
                <a:cs typeface="Times New Roman"/>
              </a:rPr>
              <a:t> </a:t>
            </a:r>
            <a:r>
              <a:rPr sz="2500" dirty="0">
                <a:solidFill>
                  <a:srgbClr val="030303"/>
                </a:solidFill>
                <a:latin typeface="Times New Roman"/>
                <a:cs typeface="Times New Roman"/>
              </a:rPr>
              <a:t>formal</a:t>
            </a:r>
            <a:r>
              <a:rPr sz="2500" spc="515" dirty="0">
                <a:solidFill>
                  <a:srgbClr val="030303"/>
                </a:solidFill>
                <a:latin typeface="Times New Roman"/>
                <a:cs typeface="Times New Roman"/>
              </a:rPr>
              <a:t> </a:t>
            </a:r>
            <a:r>
              <a:rPr sz="2500" dirty="0">
                <a:solidFill>
                  <a:srgbClr val="030303"/>
                </a:solidFill>
                <a:latin typeface="Times New Roman"/>
                <a:cs typeface="Times New Roman"/>
              </a:rPr>
              <a:t>parameters</a:t>
            </a:r>
            <a:r>
              <a:rPr sz="2500" spc="15" dirty="0">
                <a:solidFill>
                  <a:srgbClr val="030303"/>
                </a:solidFill>
                <a:latin typeface="Times New Roman"/>
                <a:cs typeface="Times New Roman"/>
              </a:rPr>
              <a:t>  </a:t>
            </a:r>
            <a:r>
              <a:rPr sz="2500" spc="-25" dirty="0">
                <a:solidFill>
                  <a:srgbClr val="030303"/>
                </a:solidFill>
                <a:latin typeface="Times New Roman"/>
                <a:cs typeface="Times New Roman"/>
              </a:rPr>
              <a:t>to </a:t>
            </a:r>
            <a:r>
              <a:rPr sz="2500" dirty="0">
                <a:solidFill>
                  <a:srgbClr val="030303"/>
                </a:solidFill>
                <a:latin typeface="Times New Roman"/>
                <a:cs typeface="Times New Roman"/>
              </a:rPr>
              <a:t>methods,</a:t>
            </a:r>
            <a:r>
              <a:rPr sz="2500" spc="215" dirty="0">
                <a:solidFill>
                  <a:srgbClr val="030303"/>
                </a:solidFill>
                <a:latin typeface="Times New Roman"/>
                <a:cs typeface="Times New Roman"/>
              </a:rPr>
              <a:t>  </a:t>
            </a:r>
            <a:r>
              <a:rPr sz="2500" dirty="0">
                <a:solidFill>
                  <a:srgbClr val="030303"/>
                </a:solidFill>
                <a:latin typeface="Times New Roman"/>
                <a:cs typeface="Times New Roman"/>
              </a:rPr>
              <a:t>which</a:t>
            </a:r>
            <a:r>
              <a:rPr sz="2500" spc="155" dirty="0">
                <a:solidFill>
                  <a:srgbClr val="030303"/>
                </a:solidFill>
                <a:latin typeface="Times New Roman"/>
                <a:cs typeface="Times New Roman"/>
              </a:rPr>
              <a:t>  </a:t>
            </a:r>
            <a:r>
              <a:rPr sz="2500" dirty="0">
                <a:solidFill>
                  <a:srgbClr val="030303"/>
                </a:solidFill>
                <a:latin typeface="Times New Roman"/>
                <a:cs typeface="Times New Roman"/>
              </a:rPr>
              <a:t>overlap</a:t>
            </a:r>
            <a:r>
              <a:rPr sz="2500" spc="155" dirty="0">
                <a:solidFill>
                  <a:srgbClr val="030303"/>
                </a:solidFill>
                <a:latin typeface="Times New Roman"/>
                <a:cs typeface="Times New Roman"/>
              </a:rPr>
              <a:t>  </a:t>
            </a:r>
            <a:r>
              <a:rPr sz="2500" dirty="0">
                <a:solidFill>
                  <a:srgbClr val="030303"/>
                </a:solidFill>
                <a:latin typeface="Times New Roman"/>
                <a:cs typeface="Times New Roman"/>
              </a:rPr>
              <a:t>with</a:t>
            </a:r>
            <a:r>
              <a:rPr sz="2500" spc="110" dirty="0">
                <a:solidFill>
                  <a:srgbClr val="030303"/>
                </a:solidFill>
                <a:latin typeface="Times New Roman"/>
                <a:cs typeface="Times New Roman"/>
              </a:rPr>
              <a:t>  </a:t>
            </a:r>
            <a:r>
              <a:rPr sz="2500" dirty="0">
                <a:solidFill>
                  <a:srgbClr val="030303"/>
                </a:solidFill>
                <a:latin typeface="Times New Roman"/>
                <a:cs typeface="Times New Roman"/>
              </a:rPr>
              <a:t>the</a:t>
            </a:r>
            <a:r>
              <a:rPr sz="2500" spc="120" dirty="0">
                <a:solidFill>
                  <a:srgbClr val="030303"/>
                </a:solidFill>
                <a:latin typeface="Times New Roman"/>
                <a:cs typeface="Times New Roman"/>
              </a:rPr>
              <a:t>  </a:t>
            </a:r>
            <a:r>
              <a:rPr sz="2500" dirty="0">
                <a:solidFill>
                  <a:srgbClr val="030303"/>
                </a:solidFill>
                <a:latin typeface="Times New Roman"/>
                <a:cs typeface="Times New Roman"/>
              </a:rPr>
              <a:t>names</a:t>
            </a:r>
            <a:r>
              <a:rPr sz="2500" spc="145" dirty="0">
                <a:solidFill>
                  <a:srgbClr val="030303"/>
                </a:solidFill>
                <a:latin typeface="Times New Roman"/>
                <a:cs typeface="Times New Roman"/>
              </a:rPr>
              <a:t>  </a:t>
            </a:r>
            <a:r>
              <a:rPr sz="2500" dirty="0">
                <a:solidFill>
                  <a:srgbClr val="030303"/>
                </a:solidFill>
                <a:latin typeface="Times New Roman"/>
                <a:cs typeface="Times New Roman"/>
              </a:rPr>
              <a:t>of</a:t>
            </a:r>
            <a:r>
              <a:rPr sz="2500" spc="110" dirty="0">
                <a:solidFill>
                  <a:srgbClr val="030303"/>
                </a:solidFill>
                <a:latin typeface="Times New Roman"/>
                <a:cs typeface="Times New Roman"/>
              </a:rPr>
              <a:t>  </a:t>
            </a:r>
            <a:r>
              <a:rPr sz="2500" dirty="0">
                <a:solidFill>
                  <a:srgbClr val="030303"/>
                </a:solidFill>
                <a:latin typeface="Times New Roman"/>
                <a:cs typeface="Times New Roman"/>
              </a:rPr>
              <a:t>the</a:t>
            </a:r>
            <a:r>
              <a:rPr sz="2500" spc="120" dirty="0">
                <a:solidFill>
                  <a:srgbClr val="030303"/>
                </a:solidFill>
                <a:latin typeface="Times New Roman"/>
                <a:cs typeface="Times New Roman"/>
              </a:rPr>
              <a:t>  </a:t>
            </a:r>
            <a:r>
              <a:rPr sz="2500" spc="75" dirty="0">
                <a:solidFill>
                  <a:srgbClr val="030303"/>
                </a:solidFill>
                <a:latin typeface="Times New Roman"/>
                <a:cs typeface="Times New Roman"/>
              </a:rPr>
              <a:t>class</a:t>
            </a:r>
            <a:r>
              <a:rPr sz="2500" spc="120" dirty="0">
                <a:solidFill>
                  <a:srgbClr val="030303"/>
                </a:solidFill>
                <a:latin typeface="Times New Roman"/>
                <a:cs typeface="Times New Roman"/>
              </a:rPr>
              <a:t>  </a:t>
            </a:r>
            <a:r>
              <a:rPr sz="2500" spc="-10" dirty="0">
                <a:solidFill>
                  <a:srgbClr val="030303"/>
                </a:solidFill>
                <a:latin typeface="Times New Roman"/>
                <a:cs typeface="Times New Roman"/>
              </a:rPr>
              <a:t>instance variables.</a:t>
            </a:r>
            <a:endParaRPr sz="2500" dirty="0">
              <a:latin typeface="Times New Roman"/>
              <a:cs typeface="Times New Roman"/>
            </a:endParaRPr>
          </a:p>
          <a:p>
            <a:pPr marL="447675" marR="21590" indent="-343535" algn="just">
              <a:lnSpc>
                <a:spcPts val="2520"/>
              </a:lnSpc>
              <a:spcBef>
                <a:spcPts val="690"/>
              </a:spcBef>
              <a:buClr>
                <a:srgbClr val="DA7E46"/>
              </a:buClr>
              <a:buSzPct val="104000"/>
              <a:buFont typeface="Arial"/>
              <a:buChar char="□"/>
              <a:tabLst>
                <a:tab pos="447675" algn="l"/>
              </a:tabLst>
            </a:pPr>
            <a:r>
              <a:rPr sz="2500" dirty="0">
                <a:solidFill>
                  <a:srgbClr val="030303"/>
                </a:solidFill>
                <a:latin typeface="Times New Roman"/>
                <a:cs typeface="Times New Roman"/>
              </a:rPr>
              <a:t>However,</a:t>
            </a:r>
            <a:r>
              <a:rPr sz="2500" spc="409" dirty="0">
                <a:solidFill>
                  <a:srgbClr val="030303"/>
                </a:solidFill>
                <a:latin typeface="Times New Roman"/>
                <a:cs typeface="Times New Roman"/>
              </a:rPr>
              <a:t> </a:t>
            </a:r>
            <a:r>
              <a:rPr sz="2500" dirty="0">
                <a:solidFill>
                  <a:srgbClr val="030303"/>
                </a:solidFill>
                <a:latin typeface="Times New Roman"/>
                <a:cs typeface="Times New Roman"/>
              </a:rPr>
              <a:t>when</a:t>
            </a:r>
            <a:r>
              <a:rPr sz="2500" spc="350" dirty="0">
                <a:solidFill>
                  <a:srgbClr val="030303"/>
                </a:solidFill>
                <a:latin typeface="Times New Roman"/>
                <a:cs typeface="Times New Roman"/>
              </a:rPr>
              <a:t> </a:t>
            </a:r>
            <a:r>
              <a:rPr sz="2500" spc="65" dirty="0">
                <a:solidFill>
                  <a:srgbClr val="030303"/>
                </a:solidFill>
                <a:latin typeface="Times New Roman"/>
                <a:cs typeface="Times New Roman"/>
              </a:rPr>
              <a:t>a</a:t>
            </a:r>
            <a:r>
              <a:rPr sz="2500" spc="250" dirty="0">
                <a:solidFill>
                  <a:srgbClr val="030303"/>
                </a:solidFill>
                <a:latin typeface="Times New Roman"/>
                <a:cs typeface="Times New Roman"/>
              </a:rPr>
              <a:t> </a:t>
            </a:r>
            <a:r>
              <a:rPr sz="2500" dirty="0">
                <a:solidFill>
                  <a:srgbClr val="030303"/>
                </a:solidFill>
                <a:latin typeface="Times New Roman"/>
                <a:cs typeface="Times New Roman"/>
              </a:rPr>
              <a:t>local</a:t>
            </a:r>
            <a:r>
              <a:rPr sz="2500" spc="300" dirty="0">
                <a:solidFill>
                  <a:srgbClr val="030303"/>
                </a:solidFill>
                <a:latin typeface="Times New Roman"/>
                <a:cs typeface="Times New Roman"/>
              </a:rPr>
              <a:t> </a:t>
            </a:r>
            <a:r>
              <a:rPr sz="2500" dirty="0">
                <a:solidFill>
                  <a:srgbClr val="030303"/>
                </a:solidFill>
                <a:latin typeface="Times New Roman"/>
                <a:cs typeface="Times New Roman"/>
              </a:rPr>
              <a:t>variable</a:t>
            </a:r>
            <a:r>
              <a:rPr sz="2500" spc="415" dirty="0">
                <a:solidFill>
                  <a:srgbClr val="030303"/>
                </a:solidFill>
                <a:latin typeface="Times New Roman"/>
                <a:cs typeface="Times New Roman"/>
              </a:rPr>
              <a:t> </a:t>
            </a:r>
            <a:r>
              <a:rPr sz="2500" dirty="0">
                <a:solidFill>
                  <a:srgbClr val="030303"/>
                </a:solidFill>
                <a:latin typeface="Times New Roman"/>
                <a:cs typeface="Times New Roman"/>
              </a:rPr>
              <a:t>has</a:t>
            </a:r>
            <a:r>
              <a:rPr sz="2500" spc="285" dirty="0">
                <a:solidFill>
                  <a:srgbClr val="030303"/>
                </a:solidFill>
                <a:latin typeface="Times New Roman"/>
                <a:cs typeface="Times New Roman"/>
              </a:rPr>
              <a:t> </a:t>
            </a:r>
            <a:r>
              <a:rPr sz="2500" dirty="0">
                <a:solidFill>
                  <a:srgbClr val="030303"/>
                </a:solidFill>
                <a:latin typeface="Times New Roman"/>
                <a:cs typeface="Times New Roman"/>
              </a:rPr>
              <a:t>the</a:t>
            </a:r>
            <a:r>
              <a:rPr sz="2500" spc="220" dirty="0">
                <a:solidFill>
                  <a:srgbClr val="030303"/>
                </a:solidFill>
                <a:latin typeface="Times New Roman"/>
                <a:cs typeface="Times New Roman"/>
              </a:rPr>
              <a:t> </a:t>
            </a:r>
            <a:r>
              <a:rPr sz="2500" dirty="0">
                <a:solidFill>
                  <a:srgbClr val="030303"/>
                </a:solidFill>
                <a:latin typeface="Times New Roman"/>
                <a:cs typeface="Times New Roman"/>
              </a:rPr>
              <a:t>same</a:t>
            </a:r>
            <a:r>
              <a:rPr sz="2500" spc="310" dirty="0">
                <a:solidFill>
                  <a:srgbClr val="030303"/>
                </a:solidFill>
                <a:latin typeface="Times New Roman"/>
                <a:cs typeface="Times New Roman"/>
              </a:rPr>
              <a:t> </a:t>
            </a:r>
            <a:r>
              <a:rPr sz="2500" spc="50" dirty="0">
                <a:solidFill>
                  <a:srgbClr val="030303"/>
                </a:solidFill>
                <a:latin typeface="Times New Roman"/>
                <a:cs typeface="Times New Roman"/>
              </a:rPr>
              <a:t>name</a:t>
            </a:r>
            <a:r>
              <a:rPr sz="2500" spc="320" dirty="0">
                <a:solidFill>
                  <a:srgbClr val="030303"/>
                </a:solidFill>
                <a:latin typeface="Times New Roman"/>
                <a:cs typeface="Times New Roman"/>
              </a:rPr>
              <a:t> </a:t>
            </a:r>
            <a:r>
              <a:rPr sz="2500" dirty="0">
                <a:solidFill>
                  <a:srgbClr val="030303"/>
                </a:solidFill>
                <a:latin typeface="Times New Roman"/>
                <a:cs typeface="Times New Roman"/>
              </a:rPr>
              <a:t>as</a:t>
            </a:r>
            <a:r>
              <a:rPr sz="2500" spc="235" dirty="0">
                <a:solidFill>
                  <a:srgbClr val="030303"/>
                </a:solidFill>
                <a:latin typeface="Times New Roman"/>
                <a:cs typeface="Times New Roman"/>
              </a:rPr>
              <a:t> </a:t>
            </a:r>
            <a:r>
              <a:rPr sz="2500" spc="55" dirty="0">
                <a:solidFill>
                  <a:srgbClr val="030303"/>
                </a:solidFill>
                <a:latin typeface="Times New Roman"/>
                <a:cs typeface="Times New Roman"/>
              </a:rPr>
              <a:t>an</a:t>
            </a:r>
            <a:r>
              <a:rPr sz="2500" spc="260" dirty="0">
                <a:solidFill>
                  <a:srgbClr val="030303"/>
                </a:solidFill>
                <a:latin typeface="Times New Roman"/>
                <a:cs typeface="Times New Roman"/>
              </a:rPr>
              <a:t> </a:t>
            </a:r>
            <a:r>
              <a:rPr sz="2500" spc="-10" dirty="0">
                <a:solidFill>
                  <a:srgbClr val="030303"/>
                </a:solidFill>
                <a:latin typeface="Times New Roman"/>
                <a:cs typeface="Times New Roman"/>
              </a:rPr>
              <a:t>instance </a:t>
            </a:r>
            <a:r>
              <a:rPr sz="2500" dirty="0">
                <a:solidFill>
                  <a:srgbClr val="030303"/>
                </a:solidFill>
                <a:latin typeface="Times New Roman"/>
                <a:cs typeface="Times New Roman"/>
              </a:rPr>
              <a:t>variable,</a:t>
            </a:r>
            <a:r>
              <a:rPr sz="2500" spc="390" dirty="0">
                <a:solidFill>
                  <a:srgbClr val="030303"/>
                </a:solidFill>
                <a:latin typeface="Times New Roman"/>
                <a:cs typeface="Times New Roman"/>
              </a:rPr>
              <a:t> </a:t>
            </a:r>
            <a:r>
              <a:rPr sz="2500" dirty="0">
                <a:solidFill>
                  <a:srgbClr val="030303"/>
                </a:solidFill>
                <a:latin typeface="Times New Roman"/>
                <a:cs typeface="Times New Roman"/>
              </a:rPr>
              <a:t>the</a:t>
            </a:r>
            <a:r>
              <a:rPr sz="2500" spc="204" dirty="0">
                <a:solidFill>
                  <a:srgbClr val="030303"/>
                </a:solidFill>
                <a:latin typeface="Times New Roman"/>
                <a:cs typeface="Times New Roman"/>
              </a:rPr>
              <a:t> </a:t>
            </a:r>
            <a:r>
              <a:rPr sz="2500" dirty="0">
                <a:solidFill>
                  <a:srgbClr val="030303"/>
                </a:solidFill>
                <a:latin typeface="Times New Roman"/>
                <a:cs typeface="Times New Roman"/>
              </a:rPr>
              <a:t>local</a:t>
            </a:r>
            <a:r>
              <a:rPr sz="2500" spc="280" dirty="0">
                <a:solidFill>
                  <a:srgbClr val="030303"/>
                </a:solidFill>
                <a:latin typeface="Times New Roman"/>
                <a:cs typeface="Times New Roman"/>
              </a:rPr>
              <a:t> </a:t>
            </a:r>
            <a:r>
              <a:rPr sz="2500" dirty="0">
                <a:solidFill>
                  <a:srgbClr val="030303"/>
                </a:solidFill>
                <a:latin typeface="Times New Roman"/>
                <a:cs typeface="Times New Roman"/>
              </a:rPr>
              <a:t>variable</a:t>
            </a:r>
            <a:r>
              <a:rPr sz="2500" spc="385" dirty="0">
                <a:solidFill>
                  <a:srgbClr val="030303"/>
                </a:solidFill>
                <a:latin typeface="Times New Roman"/>
                <a:cs typeface="Times New Roman"/>
              </a:rPr>
              <a:t> </a:t>
            </a:r>
            <a:r>
              <a:rPr sz="2500" dirty="0">
                <a:solidFill>
                  <a:srgbClr val="030303"/>
                </a:solidFill>
                <a:latin typeface="Times New Roman"/>
                <a:cs typeface="Times New Roman"/>
              </a:rPr>
              <a:t>hides</a:t>
            </a:r>
            <a:r>
              <a:rPr sz="2500" spc="310" dirty="0">
                <a:solidFill>
                  <a:srgbClr val="030303"/>
                </a:solidFill>
                <a:latin typeface="Times New Roman"/>
                <a:cs typeface="Times New Roman"/>
              </a:rPr>
              <a:t> </a:t>
            </a:r>
            <a:r>
              <a:rPr sz="2500" dirty="0">
                <a:solidFill>
                  <a:srgbClr val="030303"/>
                </a:solidFill>
                <a:latin typeface="Times New Roman"/>
                <a:cs typeface="Times New Roman"/>
              </a:rPr>
              <a:t>the</a:t>
            </a:r>
            <a:r>
              <a:rPr sz="2500" spc="240" dirty="0">
                <a:solidFill>
                  <a:srgbClr val="030303"/>
                </a:solidFill>
                <a:latin typeface="Times New Roman"/>
                <a:cs typeface="Times New Roman"/>
              </a:rPr>
              <a:t> </a:t>
            </a:r>
            <a:r>
              <a:rPr sz="2500" dirty="0">
                <a:solidFill>
                  <a:srgbClr val="030303"/>
                </a:solidFill>
                <a:latin typeface="Times New Roman"/>
                <a:cs typeface="Times New Roman"/>
              </a:rPr>
              <a:t>instance</a:t>
            </a:r>
            <a:r>
              <a:rPr sz="2500" spc="285" dirty="0">
                <a:solidFill>
                  <a:srgbClr val="030303"/>
                </a:solidFill>
                <a:latin typeface="Times New Roman"/>
                <a:cs typeface="Times New Roman"/>
              </a:rPr>
              <a:t> </a:t>
            </a:r>
            <a:r>
              <a:rPr sz="2500" spc="-10" dirty="0">
                <a:solidFill>
                  <a:srgbClr val="030303"/>
                </a:solidFill>
                <a:latin typeface="Times New Roman"/>
                <a:cs typeface="Times New Roman"/>
              </a:rPr>
              <a:t>variable.</a:t>
            </a:r>
            <a:endParaRPr sz="2500" dirty="0">
              <a:latin typeface="Times New Roman"/>
              <a:cs typeface="Times New Roman"/>
            </a:endParaRPr>
          </a:p>
          <a:p>
            <a:pPr marL="446405" marR="6985" indent="-342265" algn="just">
              <a:lnSpc>
                <a:spcPts val="2520"/>
              </a:lnSpc>
              <a:spcBef>
                <a:spcPts val="720"/>
              </a:spcBef>
              <a:buClr>
                <a:srgbClr val="DA7E46"/>
              </a:buClr>
              <a:buSzPct val="104000"/>
              <a:buFont typeface="Arial"/>
              <a:buChar char="□"/>
              <a:tabLst>
                <a:tab pos="448945" algn="l"/>
              </a:tabLst>
            </a:pPr>
            <a:r>
              <a:rPr sz="2500" dirty="0">
                <a:solidFill>
                  <a:srgbClr val="030303"/>
                </a:solidFill>
                <a:latin typeface="Times New Roman"/>
                <a:cs typeface="Times New Roman"/>
              </a:rPr>
              <a:t>This</a:t>
            </a:r>
            <a:r>
              <a:rPr sz="2500" spc="415" dirty="0">
                <a:solidFill>
                  <a:srgbClr val="030303"/>
                </a:solidFill>
                <a:latin typeface="Times New Roman"/>
                <a:cs typeface="Times New Roman"/>
              </a:rPr>
              <a:t> </a:t>
            </a:r>
            <a:r>
              <a:rPr sz="2500" spc="55" dirty="0">
                <a:solidFill>
                  <a:srgbClr val="030303"/>
                </a:solidFill>
                <a:latin typeface="Times New Roman"/>
                <a:cs typeface="Times New Roman"/>
              </a:rPr>
              <a:t>is</a:t>
            </a:r>
            <a:r>
              <a:rPr sz="2500" spc="310" dirty="0">
                <a:solidFill>
                  <a:srgbClr val="030303"/>
                </a:solidFill>
                <a:latin typeface="Times New Roman"/>
                <a:cs typeface="Times New Roman"/>
              </a:rPr>
              <a:t> </a:t>
            </a:r>
            <a:r>
              <a:rPr sz="2500" spc="55" dirty="0">
                <a:solidFill>
                  <a:srgbClr val="030303"/>
                </a:solidFill>
                <a:latin typeface="Times New Roman"/>
                <a:cs typeface="Times New Roman"/>
              </a:rPr>
              <a:t>why</a:t>
            </a:r>
            <a:r>
              <a:rPr sz="2500" spc="405" dirty="0">
                <a:solidFill>
                  <a:srgbClr val="030303"/>
                </a:solidFill>
                <a:latin typeface="Times New Roman"/>
                <a:cs typeface="Times New Roman"/>
              </a:rPr>
              <a:t> </a:t>
            </a:r>
            <a:r>
              <a:rPr sz="2500" dirty="0">
                <a:solidFill>
                  <a:srgbClr val="030303"/>
                </a:solidFill>
                <a:latin typeface="Times New Roman"/>
                <a:cs typeface="Times New Roman"/>
              </a:rPr>
              <a:t>width,</a:t>
            </a:r>
            <a:r>
              <a:rPr sz="2500" spc="465" dirty="0">
                <a:solidFill>
                  <a:srgbClr val="030303"/>
                </a:solidFill>
                <a:latin typeface="Times New Roman"/>
                <a:cs typeface="Times New Roman"/>
              </a:rPr>
              <a:t> </a:t>
            </a:r>
            <a:r>
              <a:rPr sz="2500" dirty="0">
                <a:solidFill>
                  <a:srgbClr val="030303"/>
                </a:solidFill>
                <a:latin typeface="Times New Roman"/>
                <a:cs typeface="Times New Roman"/>
              </a:rPr>
              <a:t>height,</a:t>
            </a:r>
            <a:r>
              <a:rPr sz="2500" spc="430" dirty="0">
                <a:solidFill>
                  <a:srgbClr val="030303"/>
                </a:solidFill>
                <a:latin typeface="Times New Roman"/>
                <a:cs typeface="Times New Roman"/>
              </a:rPr>
              <a:t> </a:t>
            </a:r>
            <a:r>
              <a:rPr sz="2500" dirty="0">
                <a:solidFill>
                  <a:srgbClr val="030303"/>
                </a:solidFill>
                <a:latin typeface="Times New Roman"/>
                <a:cs typeface="Times New Roman"/>
              </a:rPr>
              <a:t>and</a:t>
            </a:r>
            <a:r>
              <a:rPr sz="2500" spc="405" dirty="0">
                <a:solidFill>
                  <a:srgbClr val="030303"/>
                </a:solidFill>
                <a:latin typeface="Times New Roman"/>
                <a:cs typeface="Times New Roman"/>
              </a:rPr>
              <a:t> </a:t>
            </a:r>
            <a:r>
              <a:rPr sz="2500" dirty="0">
                <a:solidFill>
                  <a:srgbClr val="030303"/>
                </a:solidFill>
                <a:latin typeface="Times New Roman"/>
                <a:cs typeface="Times New Roman"/>
              </a:rPr>
              <a:t>depth</a:t>
            </a:r>
            <a:r>
              <a:rPr sz="2500" spc="405" dirty="0">
                <a:solidFill>
                  <a:srgbClr val="030303"/>
                </a:solidFill>
                <a:latin typeface="Times New Roman"/>
                <a:cs typeface="Times New Roman"/>
              </a:rPr>
              <a:t> </a:t>
            </a:r>
            <a:r>
              <a:rPr sz="2500" dirty="0">
                <a:solidFill>
                  <a:srgbClr val="030303"/>
                </a:solidFill>
                <a:latin typeface="Times New Roman"/>
                <a:cs typeface="Times New Roman"/>
              </a:rPr>
              <a:t>were</a:t>
            </a:r>
            <a:r>
              <a:rPr sz="2500" spc="445" dirty="0">
                <a:solidFill>
                  <a:srgbClr val="030303"/>
                </a:solidFill>
                <a:latin typeface="Times New Roman"/>
                <a:cs typeface="Times New Roman"/>
              </a:rPr>
              <a:t> </a:t>
            </a:r>
            <a:r>
              <a:rPr sz="2500" dirty="0">
                <a:solidFill>
                  <a:srgbClr val="030303"/>
                </a:solidFill>
                <a:latin typeface="Times New Roman"/>
                <a:cs typeface="Times New Roman"/>
              </a:rPr>
              <a:t>not</a:t>
            </a:r>
            <a:r>
              <a:rPr sz="2500" spc="400" dirty="0">
                <a:solidFill>
                  <a:srgbClr val="030303"/>
                </a:solidFill>
                <a:latin typeface="Times New Roman"/>
                <a:cs typeface="Times New Roman"/>
              </a:rPr>
              <a:t> </a:t>
            </a:r>
            <a:r>
              <a:rPr sz="2500" dirty="0">
                <a:solidFill>
                  <a:srgbClr val="030303"/>
                </a:solidFill>
                <a:latin typeface="Times New Roman"/>
                <a:cs typeface="Times New Roman"/>
              </a:rPr>
              <a:t>used</a:t>
            </a:r>
            <a:r>
              <a:rPr sz="2500" spc="409" dirty="0">
                <a:solidFill>
                  <a:srgbClr val="030303"/>
                </a:solidFill>
                <a:latin typeface="Times New Roman"/>
                <a:cs typeface="Times New Roman"/>
              </a:rPr>
              <a:t> </a:t>
            </a:r>
            <a:r>
              <a:rPr sz="2500" dirty="0">
                <a:solidFill>
                  <a:srgbClr val="030303"/>
                </a:solidFill>
                <a:latin typeface="Times New Roman"/>
                <a:cs typeface="Times New Roman"/>
              </a:rPr>
              <a:t>as</a:t>
            </a:r>
            <a:r>
              <a:rPr sz="2500" spc="340" dirty="0">
                <a:solidFill>
                  <a:srgbClr val="030303"/>
                </a:solidFill>
                <a:latin typeface="Times New Roman"/>
                <a:cs typeface="Times New Roman"/>
              </a:rPr>
              <a:t> </a:t>
            </a:r>
            <a:r>
              <a:rPr sz="2500" dirty="0">
                <a:solidFill>
                  <a:srgbClr val="030303"/>
                </a:solidFill>
                <a:latin typeface="Times New Roman"/>
                <a:cs typeface="Times New Roman"/>
              </a:rPr>
              <a:t>the</a:t>
            </a:r>
            <a:r>
              <a:rPr sz="2500" spc="385" dirty="0">
                <a:solidFill>
                  <a:srgbClr val="030303"/>
                </a:solidFill>
                <a:latin typeface="Times New Roman"/>
                <a:cs typeface="Times New Roman"/>
              </a:rPr>
              <a:t> </a:t>
            </a:r>
            <a:r>
              <a:rPr sz="2500" spc="-10" dirty="0">
                <a:solidFill>
                  <a:srgbClr val="030303"/>
                </a:solidFill>
                <a:latin typeface="Times New Roman"/>
                <a:cs typeface="Times New Roman"/>
              </a:rPr>
              <a:t>names 	</a:t>
            </a:r>
            <a:r>
              <a:rPr sz="2500" dirty="0">
                <a:solidFill>
                  <a:srgbClr val="030303"/>
                </a:solidFill>
                <a:latin typeface="Times New Roman"/>
                <a:cs typeface="Times New Roman"/>
              </a:rPr>
              <a:t>of</a:t>
            </a:r>
            <a:r>
              <a:rPr sz="2500" spc="190" dirty="0">
                <a:solidFill>
                  <a:srgbClr val="030303"/>
                </a:solidFill>
                <a:latin typeface="Times New Roman"/>
                <a:cs typeface="Times New Roman"/>
              </a:rPr>
              <a:t> </a:t>
            </a:r>
            <a:r>
              <a:rPr sz="2500" dirty="0">
                <a:solidFill>
                  <a:srgbClr val="030303"/>
                </a:solidFill>
                <a:latin typeface="Times New Roman"/>
                <a:cs typeface="Times New Roman"/>
              </a:rPr>
              <a:t>the</a:t>
            </a:r>
            <a:r>
              <a:rPr sz="2500" spc="185" dirty="0">
                <a:solidFill>
                  <a:srgbClr val="030303"/>
                </a:solidFill>
                <a:latin typeface="Times New Roman"/>
                <a:cs typeface="Times New Roman"/>
              </a:rPr>
              <a:t> </a:t>
            </a:r>
            <a:r>
              <a:rPr sz="2500" dirty="0">
                <a:solidFill>
                  <a:srgbClr val="030303"/>
                </a:solidFill>
                <a:latin typeface="Times New Roman"/>
                <a:cs typeface="Times New Roman"/>
              </a:rPr>
              <a:t>parameters</a:t>
            </a:r>
            <a:r>
              <a:rPr sz="2500" spc="380" dirty="0">
                <a:solidFill>
                  <a:srgbClr val="030303"/>
                </a:solidFill>
                <a:latin typeface="Times New Roman"/>
                <a:cs typeface="Times New Roman"/>
              </a:rPr>
              <a:t> </a:t>
            </a:r>
            <a:r>
              <a:rPr sz="2500" dirty="0">
                <a:solidFill>
                  <a:srgbClr val="030303"/>
                </a:solidFill>
                <a:latin typeface="Times New Roman"/>
                <a:cs typeface="Times New Roman"/>
              </a:rPr>
              <a:t>to</a:t>
            </a:r>
            <a:r>
              <a:rPr sz="2500" spc="175" dirty="0">
                <a:solidFill>
                  <a:srgbClr val="030303"/>
                </a:solidFill>
                <a:latin typeface="Times New Roman"/>
                <a:cs typeface="Times New Roman"/>
              </a:rPr>
              <a:t> </a:t>
            </a:r>
            <a:r>
              <a:rPr sz="2500" dirty="0">
                <a:solidFill>
                  <a:srgbClr val="030303"/>
                </a:solidFill>
                <a:latin typeface="Times New Roman"/>
                <a:cs typeface="Times New Roman"/>
              </a:rPr>
              <a:t>the</a:t>
            </a:r>
            <a:r>
              <a:rPr sz="2500" spc="140" dirty="0">
                <a:solidFill>
                  <a:srgbClr val="030303"/>
                </a:solidFill>
                <a:latin typeface="Times New Roman"/>
                <a:cs typeface="Times New Roman"/>
              </a:rPr>
              <a:t> </a:t>
            </a:r>
            <a:r>
              <a:rPr sz="2500" dirty="0">
                <a:solidFill>
                  <a:srgbClr val="030303"/>
                </a:solidFill>
                <a:latin typeface="Times New Roman"/>
                <a:cs typeface="Times New Roman"/>
              </a:rPr>
              <a:t>Box(</a:t>
            </a:r>
            <a:r>
              <a:rPr sz="2500" spc="250" dirty="0">
                <a:solidFill>
                  <a:srgbClr val="030303"/>
                </a:solidFill>
                <a:latin typeface="Times New Roman"/>
                <a:cs typeface="Times New Roman"/>
              </a:rPr>
              <a:t> </a:t>
            </a:r>
            <a:r>
              <a:rPr sz="2500" dirty="0">
                <a:solidFill>
                  <a:srgbClr val="030303"/>
                </a:solidFill>
                <a:latin typeface="Times New Roman"/>
                <a:cs typeface="Times New Roman"/>
              </a:rPr>
              <a:t>)</a:t>
            </a:r>
            <a:r>
              <a:rPr sz="2500" spc="204" dirty="0">
                <a:solidFill>
                  <a:srgbClr val="030303"/>
                </a:solidFill>
                <a:latin typeface="Times New Roman"/>
                <a:cs typeface="Times New Roman"/>
              </a:rPr>
              <a:t> </a:t>
            </a:r>
            <a:r>
              <a:rPr sz="2500" dirty="0">
                <a:solidFill>
                  <a:srgbClr val="030303"/>
                </a:solidFill>
                <a:latin typeface="Times New Roman"/>
                <a:cs typeface="Times New Roman"/>
              </a:rPr>
              <a:t>constructor</a:t>
            </a:r>
            <a:r>
              <a:rPr sz="2500" spc="355" dirty="0">
                <a:solidFill>
                  <a:srgbClr val="030303"/>
                </a:solidFill>
                <a:latin typeface="Times New Roman"/>
                <a:cs typeface="Times New Roman"/>
              </a:rPr>
              <a:t> </a:t>
            </a:r>
            <a:r>
              <a:rPr sz="2500" dirty="0">
                <a:solidFill>
                  <a:srgbClr val="030303"/>
                </a:solidFill>
                <a:latin typeface="Times New Roman"/>
                <a:cs typeface="Times New Roman"/>
              </a:rPr>
              <a:t>inside</a:t>
            </a:r>
            <a:r>
              <a:rPr sz="2500" spc="245" dirty="0">
                <a:solidFill>
                  <a:srgbClr val="030303"/>
                </a:solidFill>
                <a:latin typeface="Times New Roman"/>
                <a:cs typeface="Times New Roman"/>
              </a:rPr>
              <a:t> </a:t>
            </a:r>
            <a:r>
              <a:rPr sz="2500" dirty="0">
                <a:solidFill>
                  <a:srgbClr val="030303"/>
                </a:solidFill>
                <a:latin typeface="Times New Roman"/>
                <a:cs typeface="Times New Roman"/>
              </a:rPr>
              <a:t>the</a:t>
            </a:r>
            <a:r>
              <a:rPr sz="2500" spc="215" dirty="0">
                <a:solidFill>
                  <a:srgbClr val="030303"/>
                </a:solidFill>
                <a:latin typeface="Times New Roman"/>
                <a:cs typeface="Times New Roman"/>
              </a:rPr>
              <a:t> </a:t>
            </a:r>
            <a:r>
              <a:rPr sz="2500" spc="55" dirty="0">
                <a:solidFill>
                  <a:srgbClr val="030303"/>
                </a:solidFill>
                <a:latin typeface="Times New Roman"/>
                <a:cs typeface="Times New Roman"/>
              </a:rPr>
              <a:t>Box</a:t>
            </a:r>
            <a:r>
              <a:rPr sz="2500" spc="165" dirty="0">
                <a:solidFill>
                  <a:srgbClr val="030303"/>
                </a:solidFill>
                <a:latin typeface="Times New Roman"/>
                <a:cs typeface="Times New Roman"/>
              </a:rPr>
              <a:t> </a:t>
            </a:r>
            <a:r>
              <a:rPr sz="2500" spc="-10" dirty="0">
                <a:solidFill>
                  <a:srgbClr val="030303"/>
                </a:solidFill>
                <a:latin typeface="Times New Roman"/>
                <a:cs typeface="Times New Roman"/>
              </a:rPr>
              <a:t>class.</a:t>
            </a:r>
            <a:endParaRPr sz="2500" dirty="0">
              <a:latin typeface="Times New Roman"/>
              <a:cs typeface="Times New Roman"/>
            </a:endParaRPr>
          </a:p>
          <a:p>
            <a:pPr marL="448309" marR="10795" indent="-340995" algn="just">
              <a:lnSpc>
                <a:spcPts val="2520"/>
              </a:lnSpc>
              <a:spcBef>
                <a:spcPts val="745"/>
              </a:spcBef>
              <a:buClr>
                <a:srgbClr val="DA7E46"/>
              </a:buClr>
              <a:buSzPct val="102000"/>
              <a:buFont typeface="Arial"/>
              <a:buChar char="□"/>
              <a:tabLst>
                <a:tab pos="448309" algn="l"/>
              </a:tabLst>
            </a:pPr>
            <a:r>
              <a:rPr sz="2500" dirty="0">
                <a:solidFill>
                  <a:srgbClr val="030303"/>
                </a:solidFill>
                <a:latin typeface="Times New Roman"/>
                <a:cs typeface="Times New Roman"/>
              </a:rPr>
              <a:t>If</a:t>
            </a:r>
            <a:r>
              <a:rPr sz="2500" spc="575" dirty="0">
                <a:solidFill>
                  <a:srgbClr val="030303"/>
                </a:solidFill>
                <a:latin typeface="Times New Roman"/>
                <a:cs typeface="Times New Roman"/>
              </a:rPr>
              <a:t> </a:t>
            </a:r>
            <a:r>
              <a:rPr sz="2500" dirty="0">
                <a:solidFill>
                  <a:srgbClr val="030303"/>
                </a:solidFill>
                <a:latin typeface="Times New Roman"/>
                <a:cs typeface="Times New Roman"/>
              </a:rPr>
              <a:t>they</a:t>
            </a:r>
            <a:r>
              <a:rPr sz="2500" spc="5" dirty="0">
                <a:solidFill>
                  <a:srgbClr val="030303"/>
                </a:solidFill>
                <a:latin typeface="Times New Roman"/>
                <a:cs typeface="Times New Roman"/>
              </a:rPr>
              <a:t>  </a:t>
            </a:r>
            <a:r>
              <a:rPr sz="2500" dirty="0">
                <a:solidFill>
                  <a:srgbClr val="030303"/>
                </a:solidFill>
                <a:latin typeface="Times New Roman"/>
                <a:cs typeface="Times New Roman"/>
              </a:rPr>
              <a:t>had</a:t>
            </a:r>
            <a:r>
              <a:rPr sz="2500" spc="5" dirty="0">
                <a:solidFill>
                  <a:srgbClr val="030303"/>
                </a:solidFill>
                <a:latin typeface="Times New Roman"/>
                <a:cs typeface="Times New Roman"/>
              </a:rPr>
              <a:t>  </a:t>
            </a:r>
            <a:r>
              <a:rPr sz="2500" dirty="0">
                <a:solidFill>
                  <a:srgbClr val="030303"/>
                </a:solidFill>
                <a:latin typeface="Times New Roman"/>
                <a:cs typeface="Times New Roman"/>
              </a:rPr>
              <a:t>been,</a:t>
            </a:r>
            <a:r>
              <a:rPr sz="2500" spc="10" dirty="0">
                <a:solidFill>
                  <a:srgbClr val="030303"/>
                </a:solidFill>
                <a:latin typeface="Times New Roman"/>
                <a:cs typeface="Times New Roman"/>
              </a:rPr>
              <a:t>  </a:t>
            </a:r>
            <a:r>
              <a:rPr sz="2500" dirty="0">
                <a:solidFill>
                  <a:srgbClr val="030303"/>
                </a:solidFill>
                <a:latin typeface="Times New Roman"/>
                <a:cs typeface="Times New Roman"/>
              </a:rPr>
              <a:t>then</a:t>
            </a:r>
            <a:r>
              <a:rPr sz="2500" spc="620" dirty="0">
                <a:solidFill>
                  <a:srgbClr val="030303"/>
                </a:solidFill>
                <a:latin typeface="Times New Roman"/>
                <a:cs typeface="Times New Roman"/>
              </a:rPr>
              <a:t> </a:t>
            </a:r>
            <a:r>
              <a:rPr sz="2500" dirty="0">
                <a:solidFill>
                  <a:srgbClr val="030303"/>
                </a:solidFill>
                <a:latin typeface="Times New Roman"/>
                <a:cs typeface="Times New Roman"/>
              </a:rPr>
              <a:t>width</a:t>
            </a:r>
            <a:r>
              <a:rPr sz="2500" spc="10" dirty="0">
                <a:solidFill>
                  <a:srgbClr val="030303"/>
                </a:solidFill>
                <a:latin typeface="Times New Roman"/>
                <a:cs typeface="Times New Roman"/>
              </a:rPr>
              <a:t>  </a:t>
            </a:r>
            <a:r>
              <a:rPr sz="2500" spc="50" dirty="0">
                <a:solidFill>
                  <a:srgbClr val="030303"/>
                </a:solidFill>
                <a:latin typeface="Times New Roman"/>
                <a:cs typeface="Times New Roman"/>
              </a:rPr>
              <a:t>would</a:t>
            </a:r>
            <a:r>
              <a:rPr sz="2500" spc="5" dirty="0">
                <a:solidFill>
                  <a:srgbClr val="030303"/>
                </a:solidFill>
                <a:latin typeface="Times New Roman"/>
                <a:cs typeface="Times New Roman"/>
              </a:rPr>
              <a:t>  </a:t>
            </a:r>
            <a:r>
              <a:rPr sz="2500" dirty="0">
                <a:solidFill>
                  <a:srgbClr val="030303"/>
                </a:solidFill>
                <a:latin typeface="Times New Roman"/>
                <a:cs typeface="Times New Roman"/>
              </a:rPr>
              <a:t>have</a:t>
            </a:r>
            <a:r>
              <a:rPr sz="2500" spc="25" dirty="0">
                <a:solidFill>
                  <a:srgbClr val="030303"/>
                </a:solidFill>
                <a:latin typeface="Times New Roman"/>
                <a:cs typeface="Times New Roman"/>
              </a:rPr>
              <a:t>  </a:t>
            </a:r>
            <a:r>
              <a:rPr sz="2500" dirty="0">
                <a:solidFill>
                  <a:srgbClr val="030303"/>
                </a:solidFill>
                <a:latin typeface="Times New Roman"/>
                <a:cs typeface="Times New Roman"/>
              </a:rPr>
              <a:t>referred</a:t>
            </a:r>
            <a:r>
              <a:rPr sz="2500" spc="10" dirty="0">
                <a:solidFill>
                  <a:srgbClr val="030303"/>
                </a:solidFill>
                <a:latin typeface="Times New Roman"/>
                <a:cs typeface="Times New Roman"/>
              </a:rPr>
              <a:t>  </a:t>
            </a:r>
            <a:r>
              <a:rPr sz="2500" dirty="0">
                <a:solidFill>
                  <a:srgbClr val="030303"/>
                </a:solidFill>
                <a:latin typeface="Times New Roman"/>
                <a:cs typeface="Times New Roman"/>
              </a:rPr>
              <a:t>to</a:t>
            </a:r>
            <a:r>
              <a:rPr sz="2500" spc="600" dirty="0">
                <a:solidFill>
                  <a:srgbClr val="030303"/>
                </a:solidFill>
                <a:latin typeface="Times New Roman"/>
                <a:cs typeface="Times New Roman"/>
              </a:rPr>
              <a:t> </a:t>
            </a:r>
            <a:r>
              <a:rPr sz="2500" dirty="0">
                <a:solidFill>
                  <a:srgbClr val="030303"/>
                </a:solidFill>
                <a:latin typeface="Times New Roman"/>
                <a:cs typeface="Times New Roman"/>
              </a:rPr>
              <a:t>the</a:t>
            </a:r>
            <a:r>
              <a:rPr sz="2500" spc="615" dirty="0">
                <a:solidFill>
                  <a:srgbClr val="030303"/>
                </a:solidFill>
                <a:latin typeface="Times New Roman"/>
                <a:cs typeface="Times New Roman"/>
              </a:rPr>
              <a:t> </a:t>
            </a:r>
            <a:r>
              <a:rPr sz="2500" spc="-10" dirty="0">
                <a:solidFill>
                  <a:srgbClr val="030303"/>
                </a:solidFill>
                <a:latin typeface="Times New Roman"/>
                <a:cs typeface="Times New Roman"/>
              </a:rPr>
              <a:t>formal </a:t>
            </a:r>
            <a:r>
              <a:rPr sz="2500" dirty="0">
                <a:solidFill>
                  <a:srgbClr val="030303"/>
                </a:solidFill>
                <a:latin typeface="Times New Roman"/>
                <a:cs typeface="Times New Roman"/>
              </a:rPr>
              <a:t>parameter,</a:t>
            </a:r>
            <a:r>
              <a:rPr sz="2500" spc="434" dirty="0">
                <a:solidFill>
                  <a:srgbClr val="030303"/>
                </a:solidFill>
                <a:latin typeface="Times New Roman"/>
                <a:cs typeface="Times New Roman"/>
              </a:rPr>
              <a:t> </a:t>
            </a:r>
            <a:r>
              <a:rPr sz="2500" dirty="0">
                <a:solidFill>
                  <a:srgbClr val="030303"/>
                </a:solidFill>
                <a:latin typeface="Times New Roman"/>
                <a:cs typeface="Times New Roman"/>
              </a:rPr>
              <a:t>hiding</a:t>
            </a:r>
            <a:r>
              <a:rPr sz="2500" spc="315" dirty="0">
                <a:solidFill>
                  <a:srgbClr val="030303"/>
                </a:solidFill>
                <a:latin typeface="Times New Roman"/>
                <a:cs typeface="Times New Roman"/>
              </a:rPr>
              <a:t> </a:t>
            </a:r>
            <a:r>
              <a:rPr sz="2500" dirty="0">
                <a:solidFill>
                  <a:srgbClr val="030303"/>
                </a:solidFill>
                <a:latin typeface="Times New Roman"/>
                <a:cs typeface="Times New Roman"/>
              </a:rPr>
              <a:t>the</a:t>
            </a:r>
            <a:r>
              <a:rPr sz="2500" spc="229" dirty="0">
                <a:solidFill>
                  <a:srgbClr val="030303"/>
                </a:solidFill>
                <a:latin typeface="Times New Roman"/>
                <a:cs typeface="Times New Roman"/>
              </a:rPr>
              <a:t> </a:t>
            </a:r>
            <a:r>
              <a:rPr sz="2500" dirty="0">
                <a:solidFill>
                  <a:srgbClr val="030303"/>
                </a:solidFill>
                <a:latin typeface="Times New Roman"/>
                <a:cs typeface="Times New Roman"/>
              </a:rPr>
              <a:t>instance</a:t>
            </a:r>
            <a:r>
              <a:rPr sz="2500" spc="385" dirty="0">
                <a:solidFill>
                  <a:srgbClr val="030303"/>
                </a:solidFill>
                <a:latin typeface="Times New Roman"/>
                <a:cs typeface="Times New Roman"/>
              </a:rPr>
              <a:t> </a:t>
            </a:r>
            <a:r>
              <a:rPr sz="2500" dirty="0">
                <a:solidFill>
                  <a:srgbClr val="030303"/>
                </a:solidFill>
                <a:latin typeface="Times New Roman"/>
                <a:cs typeface="Times New Roman"/>
              </a:rPr>
              <a:t>variable</a:t>
            </a:r>
            <a:r>
              <a:rPr sz="2500" spc="375" dirty="0">
                <a:solidFill>
                  <a:srgbClr val="030303"/>
                </a:solidFill>
                <a:latin typeface="Times New Roman"/>
                <a:cs typeface="Times New Roman"/>
              </a:rPr>
              <a:t> </a:t>
            </a:r>
            <a:r>
              <a:rPr sz="2500" spc="-10" dirty="0">
                <a:solidFill>
                  <a:srgbClr val="030303"/>
                </a:solidFill>
                <a:latin typeface="Times New Roman"/>
                <a:cs typeface="Times New Roman"/>
              </a:rPr>
              <a:t>width.</a:t>
            </a:r>
            <a:endParaRPr sz="2500" dirty="0">
              <a:latin typeface="Times New Roman"/>
              <a:cs typeface="Times New Roman"/>
            </a:endParaRPr>
          </a:p>
          <a:p>
            <a:pPr marL="447675" marR="8255" indent="-343535" algn="just">
              <a:lnSpc>
                <a:spcPts val="2520"/>
              </a:lnSpc>
              <a:spcBef>
                <a:spcPts val="720"/>
              </a:spcBef>
              <a:buClr>
                <a:srgbClr val="DA7E46"/>
              </a:buClr>
              <a:buSzPct val="104000"/>
              <a:buFont typeface="Arial"/>
              <a:buChar char="□"/>
              <a:tabLst>
                <a:tab pos="447675" algn="l"/>
              </a:tabLst>
            </a:pPr>
            <a:r>
              <a:rPr sz="2500" dirty="0">
                <a:solidFill>
                  <a:srgbClr val="030303"/>
                </a:solidFill>
                <a:latin typeface="Times New Roman"/>
                <a:cs typeface="Times New Roman"/>
              </a:rPr>
              <a:t>While</a:t>
            </a:r>
            <a:r>
              <a:rPr sz="2500" spc="380" dirty="0">
                <a:solidFill>
                  <a:srgbClr val="030303"/>
                </a:solidFill>
                <a:latin typeface="Times New Roman"/>
                <a:cs typeface="Times New Roman"/>
              </a:rPr>
              <a:t> </a:t>
            </a:r>
            <a:r>
              <a:rPr sz="2500" dirty="0">
                <a:solidFill>
                  <a:srgbClr val="030303"/>
                </a:solidFill>
                <a:latin typeface="Times New Roman"/>
                <a:cs typeface="Times New Roman"/>
              </a:rPr>
              <a:t>it</a:t>
            </a:r>
            <a:r>
              <a:rPr sz="2500" spc="180" dirty="0">
                <a:solidFill>
                  <a:srgbClr val="030303"/>
                </a:solidFill>
                <a:latin typeface="Times New Roman"/>
                <a:cs typeface="Times New Roman"/>
              </a:rPr>
              <a:t> </a:t>
            </a:r>
            <a:r>
              <a:rPr sz="2500" spc="55" dirty="0">
                <a:solidFill>
                  <a:srgbClr val="030303"/>
                </a:solidFill>
                <a:latin typeface="Times New Roman"/>
                <a:cs typeface="Times New Roman"/>
              </a:rPr>
              <a:t>is</a:t>
            </a:r>
            <a:r>
              <a:rPr sz="2500" spc="180" dirty="0">
                <a:solidFill>
                  <a:srgbClr val="030303"/>
                </a:solidFill>
                <a:latin typeface="Times New Roman"/>
                <a:cs typeface="Times New Roman"/>
              </a:rPr>
              <a:t> </a:t>
            </a:r>
            <a:r>
              <a:rPr sz="2500" dirty="0">
                <a:solidFill>
                  <a:srgbClr val="030303"/>
                </a:solidFill>
                <a:latin typeface="Times New Roman"/>
                <a:cs typeface="Times New Roman"/>
              </a:rPr>
              <a:t>usually</a:t>
            </a:r>
            <a:r>
              <a:rPr sz="2500" spc="330" dirty="0">
                <a:solidFill>
                  <a:srgbClr val="030303"/>
                </a:solidFill>
                <a:latin typeface="Times New Roman"/>
                <a:cs typeface="Times New Roman"/>
              </a:rPr>
              <a:t> </a:t>
            </a:r>
            <a:r>
              <a:rPr sz="2500" dirty="0">
                <a:solidFill>
                  <a:srgbClr val="030303"/>
                </a:solidFill>
                <a:latin typeface="Times New Roman"/>
                <a:cs typeface="Times New Roman"/>
              </a:rPr>
              <a:t>easier</a:t>
            </a:r>
            <a:r>
              <a:rPr sz="2500" spc="335" dirty="0">
                <a:solidFill>
                  <a:srgbClr val="030303"/>
                </a:solidFill>
                <a:latin typeface="Times New Roman"/>
                <a:cs typeface="Times New Roman"/>
              </a:rPr>
              <a:t> </a:t>
            </a:r>
            <a:r>
              <a:rPr sz="2500" dirty="0">
                <a:solidFill>
                  <a:srgbClr val="030303"/>
                </a:solidFill>
                <a:latin typeface="Times New Roman"/>
                <a:cs typeface="Times New Roman"/>
              </a:rPr>
              <a:t>to</a:t>
            </a:r>
            <a:r>
              <a:rPr sz="2500" spc="235" dirty="0">
                <a:solidFill>
                  <a:srgbClr val="030303"/>
                </a:solidFill>
                <a:latin typeface="Times New Roman"/>
                <a:cs typeface="Times New Roman"/>
              </a:rPr>
              <a:t> </a:t>
            </a:r>
            <a:r>
              <a:rPr sz="2500" dirty="0">
                <a:solidFill>
                  <a:srgbClr val="030303"/>
                </a:solidFill>
                <a:latin typeface="Times New Roman"/>
                <a:cs typeface="Times New Roman"/>
              </a:rPr>
              <a:t>simply</a:t>
            </a:r>
            <a:r>
              <a:rPr sz="2500" spc="335" dirty="0">
                <a:solidFill>
                  <a:srgbClr val="030303"/>
                </a:solidFill>
                <a:latin typeface="Times New Roman"/>
                <a:cs typeface="Times New Roman"/>
              </a:rPr>
              <a:t> </a:t>
            </a:r>
            <a:r>
              <a:rPr sz="2500" spc="50" dirty="0">
                <a:solidFill>
                  <a:srgbClr val="030303"/>
                </a:solidFill>
                <a:latin typeface="Times New Roman"/>
                <a:cs typeface="Times New Roman"/>
              </a:rPr>
              <a:t>use</a:t>
            </a:r>
            <a:r>
              <a:rPr sz="2500" spc="260" dirty="0">
                <a:solidFill>
                  <a:srgbClr val="030303"/>
                </a:solidFill>
                <a:latin typeface="Times New Roman"/>
                <a:cs typeface="Times New Roman"/>
              </a:rPr>
              <a:t> </a:t>
            </a:r>
            <a:r>
              <a:rPr sz="2500" dirty="0">
                <a:solidFill>
                  <a:srgbClr val="030303"/>
                </a:solidFill>
                <a:latin typeface="Times New Roman"/>
                <a:cs typeface="Times New Roman"/>
              </a:rPr>
              <a:t>different</a:t>
            </a:r>
            <a:r>
              <a:rPr sz="2500" spc="385" dirty="0">
                <a:solidFill>
                  <a:srgbClr val="030303"/>
                </a:solidFill>
                <a:latin typeface="Times New Roman"/>
                <a:cs typeface="Times New Roman"/>
              </a:rPr>
              <a:t> </a:t>
            </a:r>
            <a:r>
              <a:rPr sz="2500" dirty="0">
                <a:solidFill>
                  <a:srgbClr val="030303"/>
                </a:solidFill>
                <a:latin typeface="Times New Roman"/>
                <a:cs typeface="Times New Roman"/>
              </a:rPr>
              <a:t>names</a:t>
            </a:r>
            <a:r>
              <a:rPr sz="2500" spc="325" dirty="0">
                <a:solidFill>
                  <a:srgbClr val="030303"/>
                </a:solidFill>
                <a:latin typeface="Times New Roman"/>
                <a:cs typeface="Times New Roman"/>
              </a:rPr>
              <a:t> </a:t>
            </a:r>
            <a:r>
              <a:rPr sz="2500" spc="70" dirty="0">
                <a:solidFill>
                  <a:srgbClr val="030303"/>
                </a:solidFill>
                <a:latin typeface="Times New Roman"/>
                <a:cs typeface="Times New Roman"/>
              </a:rPr>
              <a:t>or</a:t>
            </a:r>
            <a:r>
              <a:rPr sz="2500" spc="190" dirty="0">
                <a:solidFill>
                  <a:srgbClr val="030303"/>
                </a:solidFill>
                <a:latin typeface="Times New Roman"/>
                <a:cs typeface="Times New Roman"/>
              </a:rPr>
              <a:t> </a:t>
            </a:r>
            <a:r>
              <a:rPr sz="2500" spc="55" dirty="0">
                <a:solidFill>
                  <a:srgbClr val="030303"/>
                </a:solidFill>
                <a:latin typeface="Times New Roman"/>
                <a:cs typeface="Times New Roman"/>
              </a:rPr>
              <a:t>can</a:t>
            </a:r>
            <a:r>
              <a:rPr sz="2500" spc="215" dirty="0">
                <a:solidFill>
                  <a:srgbClr val="030303"/>
                </a:solidFill>
                <a:latin typeface="Times New Roman"/>
                <a:cs typeface="Times New Roman"/>
              </a:rPr>
              <a:t> </a:t>
            </a:r>
            <a:r>
              <a:rPr sz="2500" spc="-25" dirty="0">
                <a:solidFill>
                  <a:srgbClr val="030303"/>
                </a:solidFill>
                <a:latin typeface="Times New Roman"/>
                <a:cs typeface="Times New Roman"/>
              </a:rPr>
              <a:t>use </a:t>
            </a:r>
            <a:r>
              <a:rPr sz="2500" b="1" dirty="0">
                <a:solidFill>
                  <a:srgbClr val="F20505"/>
                </a:solidFill>
                <a:latin typeface="Times New Roman"/>
                <a:cs typeface="Times New Roman"/>
              </a:rPr>
              <a:t>this</a:t>
            </a:r>
            <a:r>
              <a:rPr sz="2500" b="1" spc="295" dirty="0">
                <a:solidFill>
                  <a:srgbClr val="F20505"/>
                </a:solidFill>
                <a:latin typeface="Times New Roman"/>
                <a:cs typeface="Times New Roman"/>
              </a:rPr>
              <a:t>  </a:t>
            </a:r>
            <a:r>
              <a:rPr sz="2500" dirty="0">
                <a:solidFill>
                  <a:srgbClr val="030303"/>
                </a:solidFill>
                <a:latin typeface="Times New Roman"/>
                <a:cs typeface="Times New Roman"/>
              </a:rPr>
              <a:t>to</a:t>
            </a:r>
            <a:r>
              <a:rPr sz="2500" spc="270" dirty="0">
                <a:solidFill>
                  <a:srgbClr val="030303"/>
                </a:solidFill>
                <a:latin typeface="Times New Roman"/>
                <a:cs typeface="Times New Roman"/>
              </a:rPr>
              <a:t>  </a:t>
            </a:r>
            <a:r>
              <a:rPr sz="2500" dirty="0">
                <a:solidFill>
                  <a:srgbClr val="030303"/>
                </a:solidFill>
                <a:latin typeface="Times New Roman"/>
                <a:cs typeface="Times New Roman"/>
              </a:rPr>
              <a:t>resolve</a:t>
            </a:r>
            <a:r>
              <a:rPr sz="2500" spc="360" dirty="0">
                <a:solidFill>
                  <a:srgbClr val="030303"/>
                </a:solidFill>
                <a:latin typeface="Times New Roman"/>
                <a:cs typeface="Times New Roman"/>
              </a:rPr>
              <a:t>  </a:t>
            </a:r>
            <a:r>
              <a:rPr sz="2500" dirty="0">
                <a:solidFill>
                  <a:srgbClr val="030303"/>
                </a:solidFill>
                <a:latin typeface="Times New Roman"/>
                <a:cs typeface="Times New Roman"/>
              </a:rPr>
              <a:t>any</a:t>
            </a:r>
            <a:r>
              <a:rPr sz="2500" spc="290" dirty="0">
                <a:solidFill>
                  <a:srgbClr val="030303"/>
                </a:solidFill>
                <a:latin typeface="Times New Roman"/>
                <a:cs typeface="Times New Roman"/>
              </a:rPr>
              <a:t>  </a:t>
            </a:r>
            <a:r>
              <a:rPr sz="2500" spc="50" dirty="0">
                <a:solidFill>
                  <a:srgbClr val="030303"/>
                </a:solidFill>
                <a:latin typeface="Times New Roman"/>
                <a:cs typeface="Times New Roman"/>
              </a:rPr>
              <a:t>name</a:t>
            </a:r>
            <a:r>
              <a:rPr sz="2500" spc="295" dirty="0">
                <a:solidFill>
                  <a:srgbClr val="030303"/>
                </a:solidFill>
                <a:latin typeface="Times New Roman"/>
                <a:cs typeface="Times New Roman"/>
              </a:rPr>
              <a:t>  </a:t>
            </a:r>
            <a:r>
              <a:rPr sz="2500" dirty="0">
                <a:solidFill>
                  <a:srgbClr val="030303"/>
                </a:solidFill>
                <a:latin typeface="Times New Roman"/>
                <a:cs typeface="Times New Roman"/>
              </a:rPr>
              <a:t>space</a:t>
            </a:r>
            <a:r>
              <a:rPr sz="2500" spc="305" dirty="0">
                <a:solidFill>
                  <a:srgbClr val="030303"/>
                </a:solidFill>
                <a:latin typeface="Times New Roman"/>
                <a:cs typeface="Times New Roman"/>
              </a:rPr>
              <a:t>  </a:t>
            </a:r>
            <a:r>
              <a:rPr sz="2500" dirty="0">
                <a:solidFill>
                  <a:srgbClr val="030303"/>
                </a:solidFill>
                <a:latin typeface="Times New Roman"/>
                <a:cs typeface="Times New Roman"/>
              </a:rPr>
              <a:t>collisions</a:t>
            </a:r>
            <a:r>
              <a:rPr sz="2500" spc="370" dirty="0">
                <a:solidFill>
                  <a:srgbClr val="030303"/>
                </a:solidFill>
                <a:latin typeface="Times New Roman"/>
                <a:cs typeface="Times New Roman"/>
              </a:rPr>
              <a:t>  </a:t>
            </a:r>
            <a:r>
              <a:rPr sz="2500" dirty="0">
                <a:solidFill>
                  <a:srgbClr val="030303"/>
                </a:solidFill>
                <a:latin typeface="Times New Roman"/>
                <a:cs typeface="Times New Roman"/>
              </a:rPr>
              <a:t>that</a:t>
            </a:r>
            <a:r>
              <a:rPr sz="2500" spc="325" dirty="0">
                <a:solidFill>
                  <a:srgbClr val="030303"/>
                </a:solidFill>
                <a:latin typeface="Times New Roman"/>
                <a:cs typeface="Times New Roman"/>
              </a:rPr>
              <a:t>  </a:t>
            </a:r>
            <a:r>
              <a:rPr sz="2500" dirty="0">
                <a:solidFill>
                  <a:srgbClr val="030303"/>
                </a:solidFill>
                <a:latin typeface="Times New Roman"/>
                <a:cs typeface="Times New Roman"/>
              </a:rPr>
              <a:t>might</a:t>
            </a:r>
            <a:r>
              <a:rPr sz="2500" spc="320" dirty="0">
                <a:solidFill>
                  <a:srgbClr val="030303"/>
                </a:solidFill>
                <a:latin typeface="Times New Roman"/>
                <a:cs typeface="Times New Roman"/>
              </a:rPr>
              <a:t>  </a:t>
            </a:r>
            <a:r>
              <a:rPr sz="2500" spc="-10" dirty="0">
                <a:solidFill>
                  <a:srgbClr val="030303"/>
                </a:solidFill>
                <a:latin typeface="Times New Roman"/>
                <a:cs typeface="Times New Roman"/>
              </a:rPr>
              <a:t>occur </a:t>
            </a:r>
            <a:r>
              <a:rPr sz="2500" dirty="0">
                <a:solidFill>
                  <a:srgbClr val="030303"/>
                </a:solidFill>
                <a:latin typeface="Times New Roman"/>
                <a:cs typeface="Times New Roman"/>
              </a:rPr>
              <a:t>between</a:t>
            </a:r>
            <a:r>
              <a:rPr sz="2500" spc="380" dirty="0">
                <a:solidFill>
                  <a:srgbClr val="030303"/>
                </a:solidFill>
                <a:latin typeface="Times New Roman"/>
                <a:cs typeface="Times New Roman"/>
              </a:rPr>
              <a:t> </a:t>
            </a:r>
            <a:r>
              <a:rPr sz="2500" dirty="0">
                <a:solidFill>
                  <a:srgbClr val="030303"/>
                </a:solidFill>
                <a:latin typeface="Times New Roman"/>
                <a:cs typeface="Times New Roman"/>
              </a:rPr>
              <a:t>instance</a:t>
            </a:r>
            <a:r>
              <a:rPr sz="2500" spc="405" dirty="0">
                <a:solidFill>
                  <a:srgbClr val="030303"/>
                </a:solidFill>
                <a:latin typeface="Times New Roman"/>
                <a:cs typeface="Times New Roman"/>
              </a:rPr>
              <a:t> </a:t>
            </a:r>
            <a:r>
              <a:rPr sz="2500" dirty="0">
                <a:solidFill>
                  <a:srgbClr val="030303"/>
                </a:solidFill>
                <a:latin typeface="Times New Roman"/>
                <a:cs typeface="Times New Roman"/>
              </a:rPr>
              <a:t>variables</a:t>
            </a:r>
            <a:r>
              <a:rPr sz="2500" spc="425" dirty="0">
                <a:solidFill>
                  <a:srgbClr val="030303"/>
                </a:solidFill>
                <a:latin typeface="Times New Roman"/>
                <a:cs typeface="Times New Roman"/>
              </a:rPr>
              <a:t> </a:t>
            </a:r>
            <a:r>
              <a:rPr sz="2500" dirty="0">
                <a:solidFill>
                  <a:srgbClr val="030303"/>
                </a:solidFill>
                <a:latin typeface="Times New Roman"/>
                <a:cs typeface="Times New Roman"/>
              </a:rPr>
              <a:t>and</a:t>
            </a:r>
            <a:r>
              <a:rPr sz="2500" spc="220" dirty="0">
                <a:solidFill>
                  <a:srgbClr val="030303"/>
                </a:solidFill>
                <a:latin typeface="Times New Roman"/>
                <a:cs typeface="Times New Roman"/>
              </a:rPr>
              <a:t> </a:t>
            </a:r>
            <a:r>
              <a:rPr sz="2500" dirty="0">
                <a:solidFill>
                  <a:srgbClr val="030303"/>
                </a:solidFill>
                <a:latin typeface="Times New Roman"/>
                <a:cs typeface="Times New Roman"/>
              </a:rPr>
              <a:t>local</a:t>
            </a:r>
            <a:r>
              <a:rPr sz="2500" spc="270" dirty="0">
                <a:solidFill>
                  <a:srgbClr val="030303"/>
                </a:solidFill>
                <a:latin typeface="Times New Roman"/>
                <a:cs typeface="Times New Roman"/>
              </a:rPr>
              <a:t> </a:t>
            </a:r>
            <a:r>
              <a:rPr sz="2500" spc="-10" dirty="0">
                <a:solidFill>
                  <a:srgbClr val="030303"/>
                </a:solidFill>
                <a:latin typeface="Times New Roman"/>
                <a:cs typeface="Times New Roman"/>
              </a:rPr>
              <a:t>variables.</a:t>
            </a:r>
            <a:endParaRPr sz="2500" dirty="0">
              <a:latin typeface="Times New Roman"/>
              <a:cs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22860">
              <a:lnSpc>
                <a:spcPct val="100000"/>
              </a:lnSpc>
              <a:spcBef>
                <a:spcPts val="110"/>
              </a:spcBef>
            </a:pPr>
            <a:r>
              <a:rPr sz="4400" spc="65" dirty="0">
                <a:solidFill>
                  <a:srgbClr val="79665B"/>
                </a:solidFill>
                <a:latin typeface="Times New Roman"/>
                <a:cs typeface="Times New Roman"/>
              </a:rPr>
              <a:t>Instance</a:t>
            </a:r>
            <a:r>
              <a:rPr sz="4400" spc="30" dirty="0">
                <a:solidFill>
                  <a:srgbClr val="79665B"/>
                </a:solidFill>
                <a:latin typeface="Times New Roman"/>
                <a:cs typeface="Times New Roman"/>
              </a:rPr>
              <a:t> </a:t>
            </a:r>
            <a:r>
              <a:rPr sz="4400" dirty="0">
                <a:solidFill>
                  <a:srgbClr val="79665B"/>
                </a:solidFill>
                <a:latin typeface="Times New Roman"/>
                <a:cs typeface="Times New Roman"/>
              </a:rPr>
              <a:t>Variable</a:t>
            </a:r>
            <a:r>
              <a:rPr sz="4400" spc="280" dirty="0">
                <a:solidFill>
                  <a:srgbClr val="79665B"/>
                </a:solidFill>
                <a:latin typeface="Times New Roman"/>
                <a:cs typeface="Times New Roman"/>
              </a:rPr>
              <a:t> </a:t>
            </a:r>
            <a:r>
              <a:rPr sz="4400" spc="80" dirty="0">
                <a:solidFill>
                  <a:srgbClr val="79665B"/>
                </a:solidFill>
                <a:latin typeface="Times New Roman"/>
                <a:cs typeface="Times New Roman"/>
              </a:rPr>
              <a:t>Hiding</a:t>
            </a:r>
            <a:r>
              <a:rPr sz="4400" spc="355" dirty="0">
                <a:solidFill>
                  <a:srgbClr val="79665B"/>
                </a:solidFill>
                <a:latin typeface="Times New Roman"/>
                <a:cs typeface="Times New Roman"/>
              </a:rPr>
              <a:t> </a:t>
            </a:r>
            <a:r>
              <a:rPr sz="4400" spc="-25" dirty="0">
                <a:solidFill>
                  <a:srgbClr val="79665B"/>
                </a:solidFill>
                <a:latin typeface="Times New Roman"/>
                <a:cs typeface="Times New Roman"/>
              </a:rPr>
              <a:t>...</a:t>
            </a:r>
            <a:endParaRPr sz="4400">
              <a:latin typeface="Times New Roman"/>
              <a:cs typeface="Times New Roman"/>
            </a:endParaRPr>
          </a:p>
        </p:txBody>
      </p:sp>
      <p:sp>
        <p:nvSpPr>
          <p:cNvPr id="3" name="object 3"/>
          <p:cNvSpPr txBox="1"/>
          <p:nvPr/>
        </p:nvSpPr>
        <p:spPr>
          <a:xfrm>
            <a:off x="543331" y="1348222"/>
            <a:ext cx="9352280" cy="5299398"/>
          </a:xfrm>
          <a:prstGeom prst="rect">
            <a:avLst/>
          </a:prstGeom>
        </p:spPr>
        <p:txBody>
          <a:bodyPr vert="horz" wrap="square" lIns="0" tIns="52069" rIns="0" bIns="0" rtlCol="0">
            <a:spAutoFit/>
          </a:bodyPr>
          <a:lstStyle/>
          <a:p>
            <a:pPr marL="12700">
              <a:lnSpc>
                <a:spcPct val="100000"/>
              </a:lnSpc>
              <a:spcBef>
                <a:spcPts val="409"/>
              </a:spcBef>
            </a:pPr>
            <a:endParaRPr sz="2750" dirty="0">
              <a:latin typeface="Times New Roman"/>
              <a:cs typeface="Times New Roman"/>
            </a:endParaRPr>
          </a:p>
          <a:p>
            <a:pPr marL="847725" marR="5080" indent="-339725" algn="just">
              <a:lnSpc>
                <a:spcPct val="99400"/>
              </a:lnSpc>
              <a:spcBef>
                <a:spcPts val="340"/>
              </a:spcBef>
              <a:buClr>
                <a:srgbClr val="DB7E42"/>
              </a:buClr>
              <a:buSzPct val="103636"/>
              <a:buFont typeface="Arial"/>
              <a:buChar char="□"/>
              <a:tabLst>
                <a:tab pos="847725" algn="l"/>
              </a:tabLst>
            </a:pPr>
            <a:r>
              <a:rPr sz="2750" spc="114" dirty="0">
                <a:solidFill>
                  <a:srgbClr val="010101"/>
                </a:solidFill>
                <a:latin typeface="Times New Roman"/>
                <a:cs typeface="Times New Roman"/>
              </a:rPr>
              <a:t>Example,</a:t>
            </a:r>
            <a:r>
              <a:rPr sz="2750" spc="254" dirty="0">
                <a:solidFill>
                  <a:srgbClr val="010101"/>
                </a:solidFill>
                <a:latin typeface="Times New Roman"/>
                <a:cs typeface="Times New Roman"/>
              </a:rPr>
              <a:t> </a:t>
            </a:r>
            <a:r>
              <a:rPr sz="2750" spc="100" dirty="0">
                <a:solidFill>
                  <a:srgbClr val="010101"/>
                </a:solidFill>
                <a:latin typeface="Times New Roman"/>
                <a:cs typeface="Times New Roman"/>
              </a:rPr>
              <a:t>here</a:t>
            </a:r>
            <a:r>
              <a:rPr sz="2750" spc="155" dirty="0">
                <a:solidFill>
                  <a:srgbClr val="010101"/>
                </a:solidFill>
                <a:latin typeface="Times New Roman"/>
                <a:cs typeface="Times New Roman"/>
              </a:rPr>
              <a:t> </a:t>
            </a:r>
            <a:r>
              <a:rPr sz="2750" spc="85" dirty="0">
                <a:solidFill>
                  <a:srgbClr val="010101"/>
                </a:solidFill>
                <a:latin typeface="Times New Roman"/>
                <a:cs typeface="Times New Roman"/>
              </a:rPr>
              <a:t>is</a:t>
            </a:r>
            <a:r>
              <a:rPr sz="2750" spc="100" dirty="0">
                <a:solidFill>
                  <a:srgbClr val="010101"/>
                </a:solidFill>
                <a:latin typeface="Times New Roman"/>
                <a:cs typeface="Times New Roman"/>
              </a:rPr>
              <a:t> </a:t>
            </a:r>
            <a:r>
              <a:rPr sz="2750" spc="105" dirty="0">
                <a:solidFill>
                  <a:srgbClr val="010101"/>
                </a:solidFill>
                <a:latin typeface="Times New Roman"/>
                <a:cs typeface="Times New Roman"/>
              </a:rPr>
              <a:t>another</a:t>
            </a:r>
            <a:r>
              <a:rPr sz="2750" spc="170" dirty="0">
                <a:solidFill>
                  <a:srgbClr val="010101"/>
                </a:solidFill>
                <a:latin typeface="Times New Roman"/>
                <a:cs typeface="Times New Roman"/>
              </a:rPr>
              <a:t> </a:t>
            </a:r>
            <a:r>
              <a:rPr sz="2750" spc="100" dirty="0">
                <a:solidFill>
                  <a:srgbClr val="010101"/>
                </a:solidFill>
                <a:latin typeface="Times New Roman"/>
                <a:cs typeface="Times New Roman"/>
              </a:rPr>
              <a:t>version</a:t>
            </a:r>
            <a:r>
              <a:rPr sz="2750" spc="185" dirty="0">
                <a:solidFill>
                  <a:srgbClr val="010101"/>
                </a:solidFill>
                <a:latin typeface="Times New Roman"/>
                <a:cs typeface="Times New Roman"/>
              </a:rPr>
              <a:t> </a:t>
            </a:r>
            <a:r>
              <a:rPr sz="2750" spc="100" dirty="0">
                <a:solidFill>
                  <a:srgbClr val="010101"/>
                </a:solidFill>
                <a:latin typeface="Times New Roman"/>
                <a:cs typeface="Times New Roman"/>
              </a:rPr>
              <a:t>of</a:t>
            </a:r>
            <a:r>
              <a:rPr sz="2750" spc="135" dirty="0">
                <a:solidFill>
                  <a:srgbClr val="010101"/>
                </a:solidFill>
                <a:latin typeface="Times New Roman"/>
                <a:cs typeface="Times New Roman"/>
              </a:rPr>
              <a:t> </a:t>
            </a:r>
            <a:r>
              <a:rPr sz="2750" spc="120" dirty="0">
                <a:solidFill>
                  <a:srgbClr val="010101"/>
                </a:solidFill>
                <a:latin typeface="Times New Roman"/>
                <a:cs typeface="Times New Roman"/>
              </a:rPr>
              <a:t>Box(</a:t>
            </a:r>
            <a:r>
              <a:rPr sz="2750" spc="165" dirty="0">
                <a:solidFill>
                  <a:srgbClr val="010101"/>
                </a:solidFill>
                <a:latin typeface="Times New Roman"/>
                <a:cs typeface="Times New Roman"/>
              </a:rPr>
              <a:t> </a:t>
            </a:r>
            <a:r>
              <a:rPr sz="2750" spc="70" dirty="0">
                <a:solidFill>
                  <a:srgbClr val="010101"/>
                </a:solidFill>
                <a:latin typeface="Times New Roman"/>
                <a:cs typeface="Times New Roman"/>
              </a:rPr>
              <a:t>),</a:t>
            </a:r>
            <a:r>
              <a:rPr sz="2750" spc="150" dirty="0">
                <a:solidFill>
                  <a:srgbClr val="010101"/>
                </a:solidFill>
                <a:latin typeface="Times New Roman"/>
                <a:cs typeface="Times New Roman"/>
              </a:rPr>
              <a:t> </a:t>
            </a:r>
            <a:r>
              <a:rPr sz="2750" spc="120" dirty="0">
                <a:solidFill>
                  <a:srgbClr val="010101"/>
                </a:solidFill>
                <a:latin typeface="Times New Roman"/>
                <a:cs typeface="Times New Roman"/>
              </a:rPr>
              <a:t>which</a:t>
            </a:r>
            <a:r>
              <a:rPr sz="2750" spc="165" dirty="0">
                <a:solidFill>
                  <a:srgbClr val="010101"/>
                </a:solidFill>
                <a:latin typeface="Times New Roman"/>
                <a:cs typeface="Times New Roman"/>
              </a:rPr>
              <a:t> </a:t>
            </a:r>
            <a:r>
              <a:rPr sz="2750" spc="80" dirty="0">
                <a:solidFill>
                  <a:srgbClr val="010101"/>
                </a:solidFill>
                <a:latin typeface="Times New Roman"/>
                <a:cs typeface="Times New Roman"/>
              </a:rPr>
              <a:t>uses </a:t>
            </a:r>
            <a:r>
              <a:rPr sz="2750" spc="114" dirty="0">
                <a:solidFill>
                  <a:srgbClr val="010101"/>
                </a:solidFill>
                <a:latin typeface="Times New Roman"/>
                <a:cs typeface="Times New Roman"/>
              </a:rPr>
              <a:t>width,</a:t>
            </a:r>
            <a:r>
              <a:rPr sz="2750" spc="170" dirty="0">
                <a:solidFill>
                  <a:srgbClr val="010101"/>
                </a:solidFill>
                <a:latin typeface="Times New Roman"/>
                <a:cs typeface="Times New Roman"/>
              </a:rPr>
              <a:t> </a:t>
            </a:r>
            <a:r>
              <a:rPr sz="2750" spc="95" dirty="0">
                <a:solidFill>
                  <a:srgbClr val="010101"/>
                </a:solidFill>
                <a:latin typeface="Times New Roman"/>
                <a:cs typeface="Times New Roman"/>
              </a:rPr>
              <a:t>height,</a:t>
            </a:r>
            <a:r>
              <a:rPr sz="2750" spc="235" dirty="0">
                <a:solidFill>
                  <a:srgbClr val="010101"/>
                </a:solidFill>
                <a:latin typeface="Times New Roman"/>
                <a:cs typeface="Times New Roman"/>
              </a:rPr>
              <a:t> </a:t>
            </a:r>
            <a:r>
              <a:rPr sz="2750" spc="130" dirty="0">
                <a:solidFill>
                  <a:srgbClr val="010101"/>
                </a:solidFill>
                <a:latin typeface="Times New Roman"/>
                <a:cs typeface="Times New Roman"/>
              </a:rPr>
              <a:t>and</a:t>
            </a:r>
            <a:r>
              <a:rPr sz="2750" spc="175" dirty="0">
                <a:solidFill>
                  <a:srgbClr val="010101"/>
                </a:solidFill>
                <a:latin typeface="Times New Roman"/>
                <a:cs typeface="Times New Roman"/>
              </a:rPr>
              <a:t> </a:t>
            </a:r>
            <a:r>
              <a:rPr sz="2750" spc="110" dirty="0">
                <a:solidFill>
                  <a:srgbClr val="010101"/>
                </a:solidFill>
                <a:latin typeface="Times New Roman"/>
                <a:cs typeface="Times New Roman"/>
              </a:rPr>
              <a:t>depth</a:t>
            </a:r>
            <a:r>
              <a:rPr sz="2750" spc="225" dirty="0">
                <a:solidFill>
                  <a:srgbClr val="010101"/>
                </a:solidFill>
                <a:latin typeface="Times New Roman"/>
                <a:cs typeface="Times New Roman"/>
              </a:rPr>
              <a:t> </a:t>
            </a:r>
            <a:r>
              <a:rPr sz="2750" spc="95" dirty="0">
                <a:solidFill>
                  <a:srgbClr val="010101"/>
                </a:solidFill>
                <a:latin typeface="Times New Roman"/>
                <a:cs typeface="Times New Roman"/>
              </a:rPr>
              <a:t>for</a:t>
            </a:r>
            <a:r>
              <a:rPr sz="2750" spc="204" dirty="0">
                <a:solidFill>
                  <a:srgbClr val="010101"/>
                </a:solidFill>
                <a:latin typeface="Times New Roman"/>
                <a:cs typeface="Times New Roman"/>
              </a:rPr>
              <a:t> </a:t>
            </a:r>
            <a:r>
              <a:rPr sz="2750" spc="95" dirty="0">
                <a:solidFill>
                  <a:srgbClr val="010101"/>
                </a:solidFill>
                <a:latin typeface="Times New Roman"/>
                <a:cs typeface="Times New Roman"/>
              </a:rPr>
              <a:t>parameter</a:t>
            </a:r>
            <a:r>
              <a:rPr sz="2750" spc="365" dirty="0">
                <a:solidFill>
                  <a:srgbClr val="010101"/>
                </a:solidFill>
                <a:latin typeface="Times New Roman"/>
                <a:cs typeface="Times New Roman"/>
              </a:rPr>
              <a:t> </a:t>
            </a:r>
            <a:r>
              <a:rPr sz="2750" spc="120" dirty="0">
                <a:solidFill>
                  <a:srgbClr val="010101"/>
                </a:solidFill>
                <a:latin typeface="Times New Roman"/>
                <a:cs typeface="Times New Roman"/>
              </a:rPr>
              <a:t>names</a:t>
            </a:r>
            <a:r>
              <a:rPr sz="2750" spc="215" dirty="0">
                <a:solidFill>
                  <a:srgbClr val="010101"/>
                </a:solidFill>
                <a:latin typeface="Times New Roman"/>
                <a:cs typeface="Times New Roman"/>
              </a:rPr>
              <a:t> </a:t>
            </a:r>
            <a:r>
              <a:rPr sz="2750" spc="130" dirty="0">
                <a:solidFill>
                  <a:srgbClr val="010101"/>
                </a:solidFill>
                <a:latin typeface="Times New Roman"/>
                <a:cs typeface="Times New Roman"/>
              </a:rPr>
              <a:t>and</a:t>
            </a:r>
            <a:r>
              <a:rPr sz="2750" spc="165" dirty="0">
                <a:solidFill>
                  <a:srgbClr val="010101"/>
                </a:solidFill>
                <a:latin typeface="Times New Roman"/>
                <a:cs typeface="Times New Roman"/>
              </a:rPr>
              <a:t> </a:t>
            </a:r>
            <a:r>
              <a:rPr sz="2750" spc="95" dirty="0">
                <a:solidFill>
                  <a:srgbClr val="010101"/>
                </a:solidFill>
                <a:latin typeface="Times New Roman"/>
                <a:cs typeface="Times New Roman"/>
              </a:rPr>
              <a:t>then </a:t>
            </a:r>
            <a:r>
              <a:rPr sz="2750" spc="110" dirty="0">
                <a:solidFill>
                  <a:srgbClr val="010101"/>
                </a:solidFill>
                <a:latin typeface="Times New Roman"/>
                <a:cs typeface="Times New Roman"/>
              </a:rPr>
              <a:t>uses</a:t>
            </a:r>
            <a:r>
              <a:rPr sz="2750" spc="375" dirty="0">
                <a:solidFill>
                  <a:srgbClr val="010101"/>
                </a:solidFill>
                <a:latin typeface="Times New Roman"/>
                <a:cs typeface="Times New Roman"/>
              </a:rPr>
              <a:t> </a:t>
            </a:r>
            <a:r>
              <a:rPr sz="2750" spc="95" dirty="0">
                <a:solidFill>
                  <a:srgbClr val="010101"/>
                </a:solidFill>
                <a:latin typeface="Times New Roman"/>
                <a:cs typeface="Times New Roman"/>
              </a:rPr>
              <a:t>this</a:t>
            </a:r>
            <a:r>
              <a:rPr sz="2750" spc="400" dirty="0">
                <a:solidFill>
                  <a:srgbClr val="010101"/>
                </a:solidFill>
                <a:latin typeface="Times New Roman"/>
                <a:cs typeface="Times New Roman"/>
              </a:rPr>
              <a:t> </a:t>
            </a:r>
            <a:r>
              <a:rPr sz="2750" spc="105" dirty="0">
                <a:solidFill>
                  <a:srgbClr val="010101"/>
                </a:solidFill>
                <a:latin typeface="Times New Roman"/>
                <a:cs typeface="Times New Roman"/>
              </a:rPr>
              <a:t>to</a:t>
            </a:r>
            <a:r>
              <a:rPr sz="2750" spc="360" dirty="0">
                <a:solidFill>
                  <a:srgbClr val="010101"/>
                </a:solidFill>
                <a:latin typeface="Times New Roman"/>
                <a:cs typeface="Times New Roman"/>
              </a:rPr>
              <a:t> </a:t>
            </a:r>
            <a:r>
              <a:rPr sz="2750" spc="100" dirty="0">
                <a:solidFill>
                  <a:srgbClr val="010101"/>
                </a:solidFill>
                <a:latin typeface="Times New Roman"/>
                <a:cs typeface="Times New Roman"/>
              </a:rPr>
              <a:t>access</a:t>
            </a:r>
            <a:r>
              <a:rPr sz="2750" spc="495" dirty="0">
                <a:solidFill>
                  <a:srgbClr val="010101"/>
                </a:solidFill>
                <a:latin typeface="Times New Roman"/>
                <a:cs typeface="Times New Roman"/>
              </a:rPr>
              <a:t> </a:t>
            </a:r>
            <a:r>
              <a:rPr sz="2750" spc="95" dirty="0">
                <a:solidFill>
                  <a:srgbClr val="010101"/>
                </a:solidFill>
                <a:latin typeface="Times New Roman"/>
                <a:cs typeface="Times New Roman"/>
              </a:rPr>
              <a:t>the</a:t>
            </a:r>
            <a:r>
              <a:rPr sz="2750" spc="425" dirty="0">
                <a:solidFill>
                  <a:srgbClr val="010101"/>
                </a:solidFill>
                <a:latin typeface="Times New Roman"/>
                <a:cs typeface="Times New Roman"/>
              </a:rPr>
              <a:t> </a:t>
            </a:r>
            <a:r>
              <a:rPr sz="2750" spc="95" dirty="0">
                <a:solidFill>
                  <a:srgbClr val="010101"/>
                </a:solidFill>
                <a:latin typeface="Times New Roman"/>
                <a:cs typeface="Times New Roman"/>
              </a:rPr>
              <a:t>instance</a:t>
            </a:r>
            <a:r>
              <a:rPr sz="2750" spc="465" dirty="0">
                <a:solidFill>
                  <a:srgbClr val="010101"/>
                </a:solidFill>
                <a:latin typeface="Times New Roman"/>
                <a:cs typeface="Times New Roman"/>
              </a:rPr>
              <a:t> </a:t>
            </a:r>
            <a:r>
              <a:rPr sz="2750" spc="90" dirty="0">
                <a:solidFill>
                  <a:srgbClr val="010101"/>
                </a:solidFill>
                <a:latin typeface="Times New Roman"/>
                <a:cs typeface="Times New Roman"/>
              </a:rPr>
              <a:t>variables</a:t>
            </a:r>
            <a:r>
              <a:rPr sz="2750" spc="509" dirty="0">
                <a:solidFill>
                  <a:srgbClr val="010101"/>
                </a:solidFill>
                <a:latin typeface="Times New Roman"/>
                <a:cs typeface="Times New Roman"/>
              </a:rPr>
              <a:t> </a:t>
            </a:r>
            <a:r>
              <a:rPr sz="2750" spc="120" dirty="0">
                <a:solidFill>
                  <a:srgbClr val="010101"/>
                </a:solidFill>
                <a:latin typeface="Times New Roman"/>
                <a:cs typeface="Times New Roman"/>
              </a:rPr>
              <a:t>by</a:t>
            </a:r>
            <a:r>
              <a:rPr sz="2750" spc="450" dirty="0">
                <a:solidFill>
                  <a:srgbClr val="010101"/>
                </a:solidFill>
                <a:latin typeface="Times New Roman"/>
                <a:cs typeface="Times New Roman"/>
              </a:rPr>
              <a:t> </a:t>
            </a:r>
            <a:r>
              <a:rPr sz="2750" spc="85" dirty="0">
                <a:solidFill>
                  <a:srgbClr val="010101"/>
                </a:solidFill>
                <a:latin typeface="Times New Roman"/>
                <a:cs typeface="Times New Roman"/>
              </a:rPr>
              <a:t>the</a:t>
            </a:r>
            <a:r>
              <a:rPr sz="2750" spc="459" dirty="0">
                <a:solidFill>
                  <a:srgbClr val="010101"/>
                </a:solidFill>
                <a:latin typeface="Times New Roman"/>
                <a:cs typeface="Times New Roman"/>
              </a:rPr>
              <a:t> </a:t>
            </a:r>
            <a:r>
              <a:rPr sz="2750" spc="85" dirty="0">
                <a:solidFill>
                  <a:srgbClr val="010101"/>
                </a:solidFill>
                <a:latin typeface="Times New Roman"/>
                <a:cs typeface="Times New Roman"/>
              </a:rPr>
              <a:t>same </a:t>
            </a:r>
            <a:r>
              <a:rPr sz="2750" spc="90" dirty="0">
                <a:solidFill>
                  <a:srgbClr val="010101"/>
                </a:solidFill>
                <a:latin typeface="Times New Roman"/>
                <a:cs typeface="Times New Roman"/>
              </a:rPr>
              <a:t>name:</a:t>
            </a:r>
            <a:endParaRPr sz="2750" dirty="0">
              <a:latin typeface="Times New Roman"/>
              <a:cs typeface="Times New Roman"/>
            </a:endParaRPr>
          </a:p>
          <a:p>
            <a:pPr marL="514984" marR="1125220" indent="-7620" algn="just">
              <a:lnSpc>
                <a:spcPts val="4000"/>
              </a:lnSpc>
              <a:spcBef>
                <a:spcPts val="250"/>
              </a:spcBef>
              <a:buClr>
                <a:srgbClr val="DB7E42"/>
              </a:buClr>
              <a:buSzPct val="103636"/>
              <a:buFont typeface="Arial"/>
              <a:buChar char="□"/>
              <a:tabLst>
                <a:tab pos="514984" algn="l"/>
                <a:tab pos="846455" algn="l"/>
              </a:tabLst>
            </a:pPr>
            <a:r>
              <a:rPr sz="2750" spc="135" dirty="0">
                <a:solidFill>
                  <a:srgbClr val="010101"/>
                </a:solidFill>
                <a:latin typeface="Times New Roman"/>
                <a:cs typeface="Times New Roman"/>
              </a:rPr>
              <a:t>	Use</a:t>
            </a:r>
            <a:r>
              <a:rPr sz="2750" spc="110" dirty="0">
                <a:solidFill>
                  <a:srgbClr val="010101"/>
                </a:solidFill>
                <a:latin typeface="Times New Roman"/>
                <a:cs typeface="Times New Roman"/>
              </a:rPr>
              <a:t> </a:t>
            </a:r>
            <a:r>
              <a:rPr sz="2950" b="1" i="1" dirty="0">
                <a:solidFill>
                  <a:srgbClr val="010101"/>
                </a:solidFill>
                <a:latin typeface="Times New Roman"/>
                <a:cs typeface="Times New Roman"/>
              </a:rPr>
              <a:t>this</a:t>
            </a:r>
            <a:r>
              <a:rPr sz="2950" b="1" i="1" spc="40" dirty="0">
                <a:solidFill>
                  <a:srgbClr val="010101"/>
                </a:solidFill>
                <a:latin typeface="Times New Roman"/>
                <a:cs typeface="Times New Roman"/>
              </a:rPr>
              <a:t> </a:t>
            </a:r>
            <a:r>
              <a:rPr sz="2750" dirty="0">
                <a:solidFill>
                  <a:srgbClr val="010101"/>
                </a:solidFill>
                <a:latin typeface="Times New Roman"/>
                <a:cs typeface="Times New Roman"/>
              </a:rPr>
              <a:t>to</a:t>
            </a:r>
            <a:r>
              <a:rPr sz="2750" spc="280" dirty="0">
                <a:solidFill>
                  <a:srgbClr val="010101"/>
                </a:solidFill>
                <a:latin typeface="Times New Roman"/>
                <a:cs typeface="Times New Roman"/>
              </a:rPr>
              <a:t> </a:t>
            </a:r>
            <a:r>
              <a:rPr sz="2750" spc="95" dirty="0">
                <a:solidFill>
                  <a:srgbClr val="010101"/>
                </a:solidFill>
                <a:latin typeface="Times New Roman"/>
                <a:cs typeface="Times New Roman"/>
              </a:rPr>
              <a:t>resolve</a:t>
            </a:r>
            <a:r>
              <a:rPr sz="2750" spc="229" dirty="0">
                <a:solidFill>
                  <a:srgbClr val="010101"/>
                </a:solidFill>
                <a:latin typeface="Times New Roman"/>
                <a:cs typeface="Times New Roman"/>
              </a:rPr>
              <a:t> </a:t>
            </a:r>
            <a:r>
              <a:rPr sz="2750" spc="114" dirty="0">
                <a:solidFill>
                  <a:srgbClr val="010101"/>
                </a:solidFill>
                <a:latin typeface="Times New Roman"/>
                <a:cs typeface="Times New Roman"/>
              </a:rPr>
              <a:t>name-</a:t>
            </a:r>
            <a:r>
              <a:rPr sz="2750" spc="105" dirty="0">
                <a:solidFill>
                  <a:srgbClr val="010101"/>
                </a:solidFill>
                <a:latin typeface="Times New Roman"/>
                <a:cs typeface="Times New Roman"/>
              </a:rPr>
              <a:t>space</a:t>
            </a:r>
            <a:r>
              <a:rPr sz="2750" spc="310" dirty="0">
                <a:solidFill>
                  <a:srgbClr val="010101"/>
                </a:solidFill>
                <a:latin typeface="Times New Roman"/>
                <a:cs typeface="Times New Roman"/>
              </a:rPr>
              <a:t> </a:t>
            </a:r>
            <a:r>
              <a:rPr sz="2750" spc="80" dirty="0">
                <a:solidFill>
                  <a:srgbClr val="010101"/>
                </a:solidFill>
                <a:latin typeface="Times New Roman"/>
                <a:cs typeface="Times New Roman"/>
              </a:rPr>
              <a:t>collisions. </a:t>
            </a:r>
            <a:r>
              <a:rPr sz="2750" spc="125" dirty="0">
                <a:solidFill>
                  <a:srgbClr val="010101"/>
                </a:solidFill>
                <a:latin typeface="Times New Roman"/>
                <a:cs typeface="Times New Roman"/>
              </a:rPr>
              <a:t>Box(double</a:t>
            </a:r>
            <a:r>
              <a:rPr sz="2750" spc="135" dirty="0">
                <a:solidFill>
                  <a:srgbClr val="010101"/>
                </a:solidFill>
                <a:latin typeface="Times New Roman"/>
                <a:cs typeface="Times New Roman"/>
              </a:rPr>
              <a:t> </a:t>
            </a:r>
            <a:r>
              <a:rPr sz="2750" spc="90" dirty="0">
                <a:solidFill>
                  <a:srgbClr val="010101"/>
                </a:solidFill>
                <a:latin typeface="Times New Roman"/>
                <a:cs typeface="Times New Roman"/>
              </a:rPr>
              <a:t>width,</a:t>
            </a:r>
            <a:r>
              <a:rPr sz="2750" spc="200" dirty="0">
                <a:solidFill>
                  <a:srgbClr val="010101"/>
                </a:solidFill>
                <a:latin typeface="Times New Roman"/>
                <a:cs typeface="Times New Roman"/>
              </a:rPr>
              <a:t> </a:t>
            </a:r>
            <a:r>
              <a:rPr sz="2750" spc="120" dirty="0">
                <a:solidFill>
                  <a:srgbClr val="010101"/>
                </a:solidFill>
                <a:latin typeface="Times New Roman"/>
                <a:cs typeface="Times New Roman"/>
              </a:rPr>
              <a:t>double</a:t>
            </a:r>
            <a:r>
              <a:rPr sz="2750" spc="105" dirty="0">
                <a:solidFill>
                  <a:srgbClr val="010101"/>
                </a:solidFill>
                <a:latin typeface="Times New Roman"/>
                <a:cs typeface="Times New Roman"/>
              </a:rPr>
              <a:t> </a:t>
            </a:r>
            <a:r>
              <a:rPr sz="2750" spc="95" dirty="0">
                <a:solidFill>
                  <a:srgbClr val="010101"/>
                </a:solidFill>
                <a:latin typeface="Times New Roman"/>
                <a:cs typeface="Times New Roman"/>
              </a:rPr>
              <a:t>height,</a:t>
            </a:r>
            <a:r>
              <a:rPr sz="2750" spc="200" dirty="0">
                <a:solidFill>
                  <a:srgbClr val="010101"/>
                </a:solidFill>
                <a:latin typeface="Times New Roman"/>
                <a:cs typeface="Times New Roman"/>
              </a:rPr>
              <a:t> </a:t>
            </a:r>
            <a:r>
              <a:rPr sz="2750" spc="105" dirty="0">
                <a:solidFill>
                  <a:srgbClr val="010101"/>
                </a:solidFill>
                <a:latin typeface="Times New Roman"/>
                <a:cs typeface="Times New Roman"/>
              </a:rPr>
              <a:t>double</a:t>
            </a:r>
            <a:r>
              <a:rPr sz="2750" spc="165" dirty="0">
                <a:solidFill>
                  <a:srgbClr val="010101"/>
                </a:solidFill>
                <a:latin typeface="Times New Roman"/>
                <a:cs typeface="Times New Roman"/>
              </a:rPr>
              <a:t> </a:t>
            </a:r>
            <a:r>
              <a:rPr sz="2750" spc="114" dirty="0">
                <a:solidFill>
                  <a:srgbClr val="010101"/>
                </a:solidFill>
                <a:latin typeface="Times New Roman"/>
                <a:cs typeface="Times New Roman"/>
              </a:rPr>
              <a:t>depth)</a:t>
            </a:r>
            <a:r>
              <a:rPr sz="2750" spc="110" dirty="0">
                <a:solidFill>
                  <a:srgbClr val="010101"/>
                </a:solidFill>
                <a:latin typeface="Times New Roman"/>
                <a:cs typeface="Times New Roman"/>
              </a:rPr>
              <a:t> </a:t>
            </a:r>
            <a:r>
              <a:rPr sz="2750" spc="80" dirty="0">
                <a:solidFill>
                  <a:srgbClr val="010101"/>
                </a:solidFill>
                <a:latin typeface="Times New Roman"/>
                <a:cs typeface="Times New Roman"/>
              </a:rPr>
              <a:t>{</a:t>
            </a:r>
            <a:endParaRPr sz="2750" dirty="0">
              <a:latin typeface="Times New Roman"/>
              <a:cs typeface="Times New Roman"/>
            </a:endParaRPr>
          </a:p>
          <a:p>
            <a:pPr marL="1471930" algn="just">
              <a:lnSpc>
                <a:spcPct val="100000"/>
              </a:lnSpc>
              <a:spcBef>
                <a:spcPts val="475"/>
              </a:spcBef>
            </a:pPr>
            <a:r>
              <a:rPr sz="2750" dirty="0" err="1">
                <a:solidFill>
                  <a:srgbClr val="010101"/>
                </a:solidFill>
                <a:latin typeface="Times New Roman"/>
                <a:cs typeface="Times New Roman"/>
              </a:rPr>
              <a:t>this.width</a:t>
            </a:r>
            <a:r>
              <a:rPr sz="2750" dirty="0">
                <a:solidFill>
                  <a:srgbClr val="010101"/>
                </a:solidFill>
                <a:latin typeface="Times New Roman"/>
                <a:cs typeface="Times New Roman"/>
              </a:rPr>
              <a:t>=</a:t>
            </a:r>
            <a:r>
              <a:rPr sz="2750" spc="500" dirty="0">
                <a:solidFill>
                  <a:srgbClr val="010101"/>
                </a:solidFill>
                <a:latin typeface="Times New Roman"/>
                <a:cs typeface="Times New Roman"/>
              </a:rPr>
              <a:t> </a:t>
            </a:r>
            <a:r>
              <a:rPr sz="2750" spc="90" dirty="0">
                <a:solidFill>
                  <a:srgbClr val="010101"/>
                </a:solidFill>
                <a:latin typeface="Times New Roman"/>
                <a:cs typeface="Times New Roman"/>
              </a:rPr>
              <a:t>width;</a:t>
            </a:r>
            <a:endParaRPr sz="2750" dirty="0">
              <a:latin typeface="Times New Roman"/>
              <a:cs typeface="Times New Roman"/>
            </a:endParaRPr>
          </a:p>
          <a:p>
            <a:pPr marL="1471930" marR="4788535" algn="just">
              <a:lnSpc>
                <a:spcPct val="121200"/>
              </a:lnSpc>
              <a:spcBef>
                <a:spcPts val="25"/>
              </a:spcBef>
            </a:pPr>
            <a:r>
              <a:rPr sz="2750" spc="85" dirty="0" err="1">
                <a:solidFill>
                  <a:srgbClr val="010101"/>
                </a:solidFill>
                <a:latin typeface="Times New Roman"/>
                <a:cs typeface="Times New Roman"/>
              </a:rPr>
              <a:t>this.height</a:t>
            </a:r>
            <a:r>
              <a:rPr sz="2750" spc="-1135" dirty="0">
                <a:solidFill>
                  <a:srgbClr val="010101"/>
                </a:solidFill>
                <a:latin typeface="Times New Roman"/>
                <a:cs typeface="Times New Roman"/>
              </a:rPr>
              <a:t>==</a:t>
            </a:r>
            <a:r>
              <a:rPr sz="2750" spc="80" dirty="0">
                <a:solidFill>
                  <a:srgbClr val="010101"/>
                </a:solidFill>
                <a:latin typeface="Times New Roman"/>
                <a:cs typeface="Times New Roman"/>
              </a:rPr>
              <a:t>height; </a:t>
            </a:r>
            <a:r>
              <a:rPr sz="2750" dirty="0" err="1">
                <a:solidFill>
                  <a:srgbClr val="010101"/>
                </a:solidFill>
                <a:latin typeface="Times New Roman"/>
                <a:cs typeface="Times New Roman"/>
              </a:rPr>
              <a:t>this.depth</a:t>
            </a:r>
            <a:r>
              <a:rPr sz="2750" dirty="0">
                <a:solidFill>
                  <a:srgbClr val="010101"/>
                </a:solidFill>
                <a:latin typeface="Times New Roman"/>
                <a:cs typeface="Times New Roman"/>
              </a:rPr>
              <a:t>=</a:t>
            </a:r>
            <a:r>
              <a:rPr sz="2750" spc="475" dirty="0">
                <a:solidFill>
                  <a:srgbClr val="010101"/>
                </a:solidFill>
                <a:latin typeface="Times New Roman"/>
                <a:cs typeface="Times New Roman"/>
              </a:rPr>
              <a:t> </a:t>
            </a:r>
            <a:r>
              <a:rPr sz="2750" spc="85" dirty="0">
                <a:solidFill>
                  <a:srgbClr val="010101"/>
                </a:solidFill>
                <a:latin typeface="Times New Roman"/>
                <a:cs typeface="Times New Roman"/>
              </a:rPr>
              <a:t>depth;</a:t>
            </a:r>
            <a:endParaRPr sz="2750" dirty="0">
              <a:latin typeface="Times New Roman"/>
              <a:cs typeface="Times New Roman"/>
            </a:endParaRPr>
          </a:p>
          <a:p>
            <a:pPr marL="537845">
              <a:lnSpc>
                <a:spcPct val="100000"/>
              </a:lnSpc>
              <a:spcBef>
                <a:spcPts val="750"/>
              </a:spcBef>
            </a:pPr>
            <a:r>
              <a:rPr sz="2800" spc="55" dirty="0">
                <a:solidFill>
                  <a:srgbClr val="010101"/>
                </a:solidFill>
                <a:latin typeface="Arial"/>
                <a:cs typeface="Arial"/>
              </a:rPr>
              <a:t>}</a:t>
            </a:r>
            <a:endParaRPr sz="2800" dirty="0">
              <a:latin typeface="Arial"/>
              <a:cs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22860">
              <a:lnSpc>
                <a:spcPct val="100000"/>
              </a:lnSpc>
              <a:spcBef>
                <a:spcPts val="110"/>
              </a:spcBef>
            </a:pPr>
            <a:r>
              <a:rPr sz="4450" dirty="0">
                <a:solidFill>
                  <a:srgbClr val="7B675E"/>
                </a:solidFill>
                <a:latin typeface="Times New Roman"/>
                <a:cs typeface="Times New Roman"/>
              </a:rPr>
              <a:t>Garbage</a:t>
            </a:r>
            <a:r>
              <a:rPr sz="4450" spc="484" dirty="0">
                <a:solidFill>
                  <a:srgbClr val="7B675E"/>
                </a:solidFill>
                <a:latin typeface="Times New Roman"/>
                <a:cs typeface="Times New Roman"/>
              </a:rPr>
              <a:t> </a:t>
            </a:r>
            <a:r>
              <a:rPr sz="4450" spc="-10" dirty="0">
                <a:solidFill>
                  <a:srgbClr val="7B675E"/>
                </a:solidFill>
                <a:latin typeface="Times New Roman"/>
                <a:cs typeface="Times New Roman"/>
              </a:rPr>
              <a:t>Collection</a:t>
            </a:r>
            <a:endParaRPr sz="4450" dirty="0">
              <a:latin typeface="Times New Roman"/>
              <a:cs typeface="Times New Roman"/>
            </a:endParaRPr>
          </a:p>
        </p:txBody>
      </p:sp>
      <p:sp>
        <p:nvSpPr>
          <p:cNvPr id="3" name="object 3"/>
          <p:cNvSpPr txBox="1"/>
          <p:nvPr/>
        </p:nvSpPr>
        <p:spPr>
          <a:xfrm>
            <a:off x="521921" y="1021245"/>
            <a:ext cx="337185" cy="1125855"/>
          </a:xfrm>
          <a:prstGeom prst="rect">
            <a:avLst/>
          </a:prstGeom>
        </p:spPr>
        <p:txBody>
          <a:bodyPr vert="horz" wrap="square" lIns="0" tIns="15240" rIns="0" bIns="0" rtlCol="0">
            <a:spAutoFit/>
          </a:bodyPr>
          <a:lstStyle/>
          <a:p>
            <a:pPr marL="12700">
              <a:lnSpc>
                <a:spcPct val="100000"/>
              </a:lnSpc>
              <a:spcBef>
                <a:spcPts val="120"/>
              </a:spcBef>
            </a:pPr>
            <a:r>
              <a:rPr sz="7200" spc="50" dirty="0">
                <a:solidFill>
                  <a:srgbClr val="DB7E44"/>
                </a:solidFill>
                <a:latin typeface="Arial"/>
                <a:cs typeface="Arial"/>
              </a:rPr>
              <a:t>-</a:t>
            </a:r>
            <a:endParaRPr sz="7200">
              <a:latin typeface="Arial"/>
              <a:cs typeface="Arial"/>
            </a:endParaRPr>
          </a:p>
        </p:txBody>
      </p:sp>
      <p:sp>
        <p:nvSpPr>
          <p:cNvPr id="4" name="object 4"/>
          <p:cNvSpPr txBox="1"/>
          <p:nvPr/>
        </p:nvSpPr>
        <p:spPr>
          <a:xfrm>
            <a:off x="622300" y="1720850"/>
            <a:ext cx="9677400" cy="4978863"/>
          </a:xfrm>
          <a:prstGeom prst="rect">
            <a:avLst/>
          </a:prstGeom>
        </p:spPr>
        <p:txBody>
          <a:bodyPr vert="horz" wrap="square" lIns="0" tIns="37465" rIns="0" bIns="0" rtlCol="0">
            <a:spAutoFit/>
          </a:bodyPr>
          <a:lstStyle/>
          <a:p>
            <a:pPr marL="352425" marR="5080" indent="-340360" algn="just">
              <a:lnSpc>
                <a:spcPct val="94200"/>
              </a:lnSpc>
              <a:spcBef>
                <a:spcPts val="295"/>
              </a:spcBef>
              <a:buClr>
                <a:srgbClr val="DB7E44"/>
              </a:buClr>
              <a:buFont typeface="Arial"/>
              <a:buChar char="□"/>
              <a:tabLst>
                <a:tab pos="352425" algn="l"/>
              </a:tabLst>
            </a:pPr>
            <a:r>
              <a:rPr sz="2400" dirty="0">
                <a:solidFill>
                  <a:srgbClr val="010101"/>
                </a:solidFill>
                <a:latin typeface="Times New Roman"/>
                <a:cs typeface="Times New Roman"/>
              </a:rPr>
              <a:t>Since</a:t>
            </a:r>
            <a:r>
              <a:rPr sz="2400" spc="670" dirty="0">
                <a:solidFill>
                  <a:srgbClr val="010101"/>
                </a:solidFill>
                <a:latin typeface="Times New Roman"/>
                <a:cs typeface="Times New Roman"/>
              </a:rPr>
              <a:t> </a:t>
            </a:r>
            <a:r>
              <a:rPr sz="2400" dirty="0">
                <a:solidFill>
                  <a:srgbClr val="010101"/>
                </a:solidFill>
                <a:latin typeface="Times New Roman"/>
                <a:cs typeface="Times New Roman"/>
              </a:rPr>
              <a:t>objects</a:t>
            </a:r>
            <a:r>
              <a:rPr sz="2400" spc="45" dirty="0">
                <a:solidFill>
                  <a:srgbClr val="010101"/>
                </a:solidFill>
                <a:latin typeface="Times New Roman"/>
                <a:cs typeface="Times New Roman"/>
              </a:rPr>
              <a:t>  </a:t>
            </a:r>
            <a:r>
              <a:rPr sz="2400" spc="50" dirty="0">
                <a:solidFill>
                  <a:srgbClr val="010101"/>
                </a:solidFill>
                <a:latin typeface="Times New Roman"/>
                <a:cs typeface="Times New Roman"/>
              </a:rPr>
              <a:t>are</a:t>
            </a:r>
            <a:r>
              <a:rPr sz="2400" spc="615" dirty="0">
                <a:solidFill>
                  <a:srgbClr val="010101"/>
                </a:solidFill>
                <a:latin typeface="Times New Roman"/>
                <a:cs typeface="Times New Roman"/>
              </a:rPr>
              <a:t> </a:t>
            </a:r>
            <a:r>
              <a:rPr sz="2400" dirty="0">
                <a:solidFill>
                  <a:srgbClr val="010101"/>
                </a:solidFill>
                <a:latin typeface="Times New Roman"/>
                <a:cs typeface="Times New Roman"/>
              </a:rPr>
              <a:t>dynamically</a:t>
            </a:r>
            <a:r>
              <a:rPr sz="2400" spc="85" dirty="0">
                <a:solidFill>
                  <a:srgbClr val="010101"/>
                </a:solidFill>
                <a:latin typeface="Times New Roman"/>
                <a:cs typeface="Times New Roman"/>
              </a:rPr>
              <a:t>  </a:t>
            </a:r>
            <a:r>
              <a:rPr sz="2400" dirty="0">
                <a:solidFill>
                  <a:srgbClr val="010101"/>
                </a:solidFill>
                <a:latin typeface="Times New Roman"/>
                <a:cs typeface="Times New Roman"/>
              </a:rPr>
              <a:t>allocated</a:t>
            </a:r>
            <a:r>
              <a:rPr sz="2400" spc="90" dirty="0">
                <a:solidFill>
                  <a:srgbClr val="010101"/>
                </a:solidFill>
                <a:latin typeface="Times New Roman"/>
                <a:cs typeface="Times New Roman"/>
              </a:rPr>
              <a:t>  </a:t>
            </a:r>
            <a:r>
              <a:rPr sz="2400" dirty="0">
                <a:solidFill>
                  <a:srgbClr val="010101"/>
                </a:solidFill>
                <a:latin typeface="Times New Roman"/>
                <a:cs typeface="Times New Roman"/>
              </a:rPr>
              <a:t>by</a:t>
            </a:r>
            <a:r>
              <a:rPr sz="2400" spc="615" dirty="0">
                <a:solidFill>
                  <a:srgbClr val="010101"/>
                </a:solidFill>
                <a:latin typeface="Times New Roman"/>
                <a:cs typeface="Times New Roman"/>
              </a:rPr>
              <a:t> </a:t>
            </a:r>
            <a:r>
              <a:rPr sz="2400" dirty="0">
                <a:solidFill>
                  <a:srgbClr val="010101"/>
                </a:solidFill>
                <a:latin typeface="Times New Roman"/>
                <a:cs typeface="Times New Roman"/>
              </a:rPr>
              <a:t>using</a:t>
            </a:r>
            <a:r>
              <a:rPr sz="2400" spc="660" dirty="0">
                <a:solidFill>
                  <a:srgbClr val="010101"/>
                </a:solidFill>
                <a:latin typeface="Times New Roman"/>
                <a:cs typeface="Times New Roman"/>
              </a:rPr>
              <a:t> </a:t>
            </a:r>
            <a:r>
              <a:rPr sz="2400" spc="50" dirty="0">
                <a:solidFill>
                  <a:srgbClr val="010101"/>
                </a:solidFill>
                <a:latin typeface="Times New Roman"/>
                <a:cs typeface="Times New Roman"/>
              </a:rPr>
              <a:t>the</a:t>
            </a:r>
            <a:r>
              <a:rPr sz="2400" spc="615" dirty="0">
                <a:solidFill>
                  <a:srgbClr val="010101"/>
                </a:solidFill>
                <a:latin typeface="Times New Roman"/>
                <a:cs typeface="Times New Roman"/>
              </a:rPr>
              <a:t> </a:t>
            </a:r>
            <a:r>
              <a:rPr sz="2400" spc="30" dirty="0">
                <a:solidFill>
                  <a:srgbClr val="010101"/>
                </a:solidFill>
                <a:latin typeface="Times New Roman"/>
                <a:cs typeface="Times New Roman"/>
              </a:rPr>
              <a:t>new </a:t>
            </a:r>
            <a:r>
              <a:rPr sz="2400" dirty="0">
                <a:solidFill>
                  <a:srgbClr val="010101"/>
                </a:solidFill>
                <a:latin typeface="Times New Roman"/>
                <a:cs typeface="Times New Roman"/>
              </a:rPr>
              <a:t>operator.</a:t>
            </a:r>
            <a:r>
              <a:rPr sz="2400" spc="190" dirty="0">
                <a:solidFill>
                  <a:srgbClr val="010101"/>
                </a:solidFill>
                <a:latin typeface="Times New Roman"/>
                <a:cs typeface="Times New Roman"/>
              </a:rPr>
              <a:t>  </a:t>
            </a:r>
            <a:r>
              <a:rPr sz="2400" spc="65" dirty="0">
                <a:solidFill>
                  <a:srgbClr val="010101"/>
                </a:solidFill>
                <a:latin typeface="Times New Roman"/>
                <a:cs typeface="Times New Roman"/>
              </a:rPr>
              <a:t>In</a:t>
            </a:r>
            <a:r>
              <a:rPr sz="2400" spc="120" dirty="0">
                <a:solidFill>
                  <a:srgbClr val="010101"/>
                </a:solidFill>
                <a:latin typeface="Times New Roman"/>
                <a:cs typeface="Times New Roman"/>
              </a:rPr>
              <a:t>  </a:t>
            </a:r>
            <a:r>
              <a:rPr sz="2400" dirty="0">
                <a:solidFill>
                  <a:srgbClr val="010101"/>
                </a:solidFill>
                <a:latin typeface="Times New Roman"/>
                <a:cs typeface="Times New Roman"/>
              </a:rPr>
              <a:t>some</a:t>
            </a:r>
            <a:r>
              <a:rPr sz="2400" spc="185" dirty="0">
                <a:solidFill>
                  <a:srgbClr val="010101"/>
                </a:solidFill>
                <a:latin typeface="Times New Roman"/>
                <a:cs typeface="Times New Roman"/>
              </a:rPr>
              <a:t>  </a:t>
            </a:r>
            <a:r>
              <a:rPr sz="2400" dirty="0">
                <a:solidFill>
                  <a:srgbClr val="010101"/>
                </a:solidFill>
                <a:latin typeface="Times New Roman"/>
                <a:cs typeface="Times New Roman"/>
              </a:rPr>
              <a:t>languages,</a:t>
            </a:r>
            <a:r>
              <a:rPr sz="2400" spc="235" dirty="0">
                <a:solidFill>
                  <a:srgbClr val="010101"/>
                </a:solidFill>
                <a:latin typeface="Times New Roman"/>
                <a:cs typeface="Times New Roman"/>
              </a:rPr>
              <a:t>  </a:t>
            </a:r>
            <a:r>
              <a:rPr sz="2400" dirty="0">
                <a:solidFill>
                  <a:srgbClr val="010101"/>
                </a:solidFill>
                <a:latin typeface="Times New Roman"/>
                <a:cs typeface="Times New Roman"/>
              </a:rPr>
              <a:t>such</a:t>
            </a:r>
            <a:r>
              <a:rPr sz="2400" spc="150" dirty="0">
                <a:solidFill>
                  <a:srgbClr val="010101"/>
                </a:solidFill>
                <a:latin typeface="Times New Roman"/>
                <a:cs typeface="Times New Roman"/>
              </a:rPr>
              <a:t>  </a:t>
            </a:r>
            <a:r>
              <a:rPr sz="2400" spc="50" dirty="0">
                <a:solidFill>
                  <a:srgbClr val="010101"/>
                </a:solidFill>
                <a:latin typeface="Times New Roman"/>
                <a:cs typeface="Times New Roman"/>
              </a:rPr>
              <a:t>as</a:t>
            </a:r>
            <a:r>
              <a:rPr sz="2400" spc="120" dirty="0">
                <a:solidFill>
                  <a:srgbClr val="010101"/>
                </a:solidFill>
                <a:latin typeface="Times New Roman"/>
                <a:cs typeface="Times New Roman"/>
              </a:rPr>
              <a:t>  </a:t>
            </a:r>
            <a:r>
              <a:rPr sz="2400" spc="55" dirty="0">
                <a:solidFill>
                  <a:srgbClr val="010101"/>
                </a:solidFill>
                <a:latin typeface="Times New Roman"/>
                <a:cs typeface="Times New Roman"/>
              </a:rPr>
              <a:t>C++,</a:t>
            </a:r>
            <a:r>
              <a:rPr sz="2400" spc="150" dirty="0">
                <a:solidFill>
                  <a:srgbClr val="010101"/>
                </a:solidFill>
                <a:latin typeface="Times New Roman"/>
                <a:cs typeface="Times New Roman"/>
              </a:rPr>
              <a:t>  </a:t>
            </a:r>
            <a:r>
              <a:rPr sz="2400" spc="-10" dirty="0">
                <a:solidFill>
                  <a:srgbClr val="010101"/>
                </a:solidFill>
                <a:latin typeface="Times New Roman"/>
                <a:cs typeface="Times New Roman"/>
              </a:rPr>
              <a:t>dynamically </a:t>
            </a:r>
            <a:r>
              <a:rPr sz="2400" dirty="0">
                <a:solidFill>
                  <a:srgbClr val="010101"/>
                </a:solidFill>
                <a:latin typeface="Times New Roman"/>
                <a:cs typeface="Times New Roman"/>
              </a:rPr>
              <a:t>allocated</a:t>
            </a:r>
            <a:r>
              <a:rPr sz="2400" spc="120" dirty="0">
                <a:solidFill>
                  <a:srgbClr val="010101"/>
                </a:solidFill>
                <a:latin typeface="Times New Roman"/>
                <a:cs typeface="Times New Roman"/>
              </a:rPr>
              <a:t>  </a:t>
            </a:r>
            <a:r>
              <a:rPr sz="2400" dirty="0">
                <a:solidFill>
                  <a:srgbClr val="010101"/>
                </a:solidFill>
                <a:latin typeface="Times New Roman"/>
                <a:cs typeface="Times New Roman"/>
              </a:rPr>
              <a:t>objects</a:t>
            </a:r>
            <a:r>
              <a:rPr sz="2400" spc="125" dirty="0">
                <a:solidFill>
                  <a:srgbClr val="010101"/>
                </a:solidFill>
                <a:latin typeface="Times New Roman"/>
                <a:cs typeface="Times New Roman"/>
              </a:rPr>
              <a:t>  </a:t>
            </a:r>
            <a:r>
              <a:rPr sz="2400" dirty="0">
                <a:solidFill>
                  <a:srgbClr val="010101"/>
                </a:solidFill>
                <a:latin typeface="Times New Roman"/>
                <a:cs typeface="Times New Roman"/>
              </a:rPr>
              <a:t>must</a:t>
            </a:r>
            <a:r>
              <a:rPr sz="2400" spc="70" dirty="0">
                <a:solidFill>
                  <a:srgbClr val="010101"/>
                </a:solidFill>
                <a:latin typeface="Times New Roman"/>
                <a:cs typeface="Times New Roman"/>
              </a:rPr>
              <a:t>  be</a:t>
            </a:r>
            <a:r>
              <a:rPr sz="2400" spc="20" dirty="0">
                <a:solidFill>
                  <a:srgbClr val="010101"/>
                </a:solidFill>
                <a:latin typeface="Times New Roman"/>
                <a:cs typeface="Times New Roman"/>
              </a:rPr>
              <a:t>  </a:t>
            </a:r>
            <a:r>
              <a:rPr sz="2400" dirty="0">
                <a:solidFill>
                  <a:srgbClr val="010101"/>
                </a:solidFill>
                <a:latin typeface="Times New Roman"/>
                <a:cs typeface="Times New Roman"/>
              </a:rPr>
              <a:t>manually</a:t>
            </a:r>
            <a:r>
              <a:rPr sz="2400" spc="135" dirty="0">
                <a:solidFill>
                  <a:srgbClr val="010101"/>
                </a:solidFill>
                <a:latin typeface="Times New Roman"/>
                <a:cs typeface="Times New Roman"/>
              </a:rPr>
              <a:t>  </a:t>
            </a:r>
            <a:r>
              <a:rPr sz="2400" dirty="0">
                <a:solidFill>
                  <a:srgbClr val="010101"/>
                </a:solidFill>
                <a:latin typeface="Times New Roman"/>
                <a:cs typeface="Times New Roman"/>
              </a:rPr>
              <a:t>released</a:t>
            </a:r>
            <a:r>
              <a:rPr sz="2400" spc="110" dirty="0">
                <a:solidFill>
                  <a:srgbClr val="010101"/>
                </a:solidFill>
                <a:latin typeface="Times New Roman"/>
                <a:cs typeface="Times New Roman"/>
              </a:rPr>
              <a:t>  </a:t>
            </a:r>
            <a:r>
              <a:rPr sz="2400" spc="65" dirty="0">
                <a:solidFill>
                  <a:srgbClr val="010101"/>
                </a:solidFill>
                <a:latin typeface="Times New Roman"/>
                <a:cs typeface="Times New Roman"/>
              </a:rPr>
              <a:t>by</a:t>
            </a:r>
            <a:r>
              <a:rPr sz="2400" spc="40" dirty="0">
                <a:solidFill>
                  <a:srgbClr val="010101"/>
                </a:solidFill>
                <a:latin typeface="Times New Roman"/>
                <a:cs typeface="Times New Roman"/>
              </a:rPr>
              <a:t>  </a:t>
            </a:r>
            <a:r>
              <a:rPr sz="2400" spc="55" dirty="0">
                <a:solidFill>
                  <a:srgbClr val="010101"/>
                </a:solidFill>
                <a:latin typeface="Times New Roman"/>
                <a:cs typeface="Times New Roman"/>
              </a:rPr>
              <a:t>use</a:t>
            </a:r>
            <a:r>
              <a:rPr sz="2400" spc="25" dirty="0">
                <a:solidFill>
                  <a:srgbClr val="010101"/>
                </a:solidFill>
                <a:latin typeface="Times New Roman"/>
                <a:cs typeface="Times New Roman"/>
              </a:rPr>
              <a:t>  </a:t>
            </a:r>
            <a:r>
              <a:rPr sz="2400" spc="55" dirty="0">
                <a:solidFill>
                  <a:srgbClr val="010101"/>
                </a:solidFill>
                <a:latin typeface="Times New Roman"/>
                <a:cs typeface="Times New Roman"/>
              </a:rPr>
              <a:t>of</a:t>
            </a:r>
            <a:r>
              <a:rPr sz="2400" spc="40" dirty="0">
                <a:solidFill>
                  <a:srgbClr val="010101"/>
                </a:solidFill>
                <a:latin typeface="Times New Roman"/>
                <a:cs typeface="Times New Roman"/>
              </a:rPr>
              <a:t>  </a:t>
            </a:r>
            <a:r>
              <a:rPr sz="2400" spc="45" dirty="0">
                <a:solidFill>
                  <a:srgbClr val="010101"/>
                </a:solidFill>
                <a:latin typeface="Times New Roman"/>
                <a:cs typeface="Times New Roman"/>
              </a:rPr>
              <a:t>a </a:t>
            </a:r>
            <a:r>
              <a:rPr sz="2400" b="1" dirty="0">
                <a:solidFill>
                  <a:srgbClr val="010101"/>
                </a:solidFill>
                <a:latin typeface="Times New Roman"/>
                <a:cs typeface="Times New Roman"/>
              </a:rPr>
              <a:t>delete</a:t>
            </a:r>
            <a:r>
              <a:rPr sz="2400" b="1" spc="545" dirty="0">
                <a:solidFill>
                  <a:srgbClr val="010101"/>
                </a:solidFill>
                <a:latin typeface="Times New Roman"/>
                <a:cs typeface="Times New Roman"/>
              </a:rPr>
              <a:t> </a:t>
            </a:r>
            <a:r>
              <a:rPr sz="2400" dirty="0">
                <a:solidFill>
                  <a:srgbClr val="010101"/>
                </a:solidFill>
                <a:latin typeface="Times New Roman"/>
                <a:cs typeface="Times New Roman"/>
              </a:rPr>
              <a:t>operator.</a:t>
            </a:r>
            <a:r>
              <a:rPr sz="2400" spc="550" dirty="0">
                <a:solidFill>
                  <a:srgbClr val="010101"/>
                </a:solidFill>
                <a:latin typeface="Times New Roman"/>
                <a:cs typeface="Times New Roman"/>
              </a:rPr>
              <a:t> </a:t>
            </a:r>
            <a:endParaRPr lang="en-US" sz="2400" spc="550" dirty="0">
              <a:solidFill>
                <a:srgbClr val="010101"/>
              </a:solidFill>
              <a:latin typeface="Times New Roman"/>
              <a:cs typeface="Times New Roman"/>
            </a:endParaRPr>
          </a:p>
          <a:p>
            <a:pPr marL="352425" marR="5080" indent="-340360" algn="just">
              <a:lnSpc>
                <a:spcPct val="94200"/>
              </a:lnSpc>
              <a:spcBef>
                <a:spcPts val="295"/>
              </a:spcBef>
              <a:buClr>
                <a:srgbClr val="DB7E44"/>
              </a:buClr>
              <a:buFont typeface="Arial"/>
              <a:buChar char="□"/>
              <a:tabLst>
                <a:tab pos="352425" algn="l"/>
              </a:tabLst>
            </a:pPr>
            <a:r>
              <a:rPr sz="2400" dirty="0">
                <a:solidFill>
                  <a:srgbClr val="010101"/>
                </a:solidFill>
                <a:latin typeface="Times New Roman"/>
                <a:cs typeface="Times New Roman"/>
              </a:rPr>
              <a:t>Java</a:t>
            </a:r>
            <a:r>
              <a:rPr lang="en-US" sz="2400" dirty="0">
                <a:solidFill>
                  <a:srgbClr val="010101"/>
                </a:solidFill>
                <a:latin typeface="Times New Roman"/>
                <a:cs typeface="Times New Roman"/>
              </a:rPr>
              <a:t> </a:t>
            </a:r>
            <a:r>
              <a:rPr sz="2400" spc="-10" dirty="0">
                <a:solidFill>
                  <a:srgbClr val="010101"/>
                </a:solidFill>
                <a:latin typeface="Times New Roman"/>
                <a:cs typeface="Times New Roman"/>
              </a:rPr>
              <a:t>handles</a:t>
            </a:r>
            <a:r>
              <a:rPr lang="en-US" sz="2400" spc="-10" dirty="0">
                <a:solidFill>
                  <a:srgbClr val="010101"/>
                </a:solidFill>
                <a:latin typeface="Times New Roman"/>
                <a:cs typeface="Times New Roman"/>
              </a:rPr>
              <a:t> </a:t>
            </a:r>
            <a:r>
              <a:rPr lang="en-US" sz="2400" dirty="0">
                <a:solidFill>
                  <a:srgbClr val="010101"/>
                </a:solidFill>
                <a:latin typeface="Times New Roman"/>
                <a:cs typeface="Times New Roman"/>
              </a:rPr>
              <a:t>deallocation</a:t>
            </a:r>
            <a:r>
              <a:rPr lang="en-US" sz="2400" spc="500" dirty="0">
                <a:solidFill>
                  <a:srgbClr val="010101"/>
                </a:solidFill>
                <a:latin typeface="Times New Roman"/>
                <a:cs typeface="Times New Roman"/>
              </a:rPr>
              <a:t> </a:t>
            </a:r>
            <a:r>
              <a:rPr lang="en-US" sz="2400" dirty="0">
                <a:solidFill>
                  <a:srgbClr val="010101"/>
                </a:solidFill>
                <a:latin typeface="Times New Roman"/>
                <a:cs typeface="Times New Roman"/>
              </a:rPr>
              <a:t>automatically without the user intervention .</a:t>
            </a:r>
            <a:r>
              <a:rPr lang="en-US" sz="2400" spc="340" dirty="0">
                <a:solidFill>
                  <a:srgbClr val="010101"/>
                </a:solidFill>
                <a:latin typeface="Times New Roman"/>
                <a:cs typeface="Times New Roman"/>
              </a:rPr>
              <a:t>  </a:t>
            </a:r>
            <a:r>
              <a:rPr lang="en-US" sz="2400" spc="50" dirty="0">
                <a:solidFill>
                  <a:srgbClr val="010101"/>
                </a:solidFill>
                <a:latin typeface="Times New Roman"/>
                <a:cs typeface="Times New Roman"/>
              </a:rPr>
              <a:t>The</a:t>
            </a:r>
            <a:r>
              <a:rPr lang="en-US" sz="2400" spc="380" dirty="0">
                <a:solidFill>
                  <a:srgbClr val="010101"/>
                </a:solidFill>
                <a:latin typeface="Times New Roman"/>
                <a:cs typeface="Times New Roman"/>
              </a:rPr>
              <a:t>  </a:t>
            </a:r>
            <a:r>
              <a:rPr lang="en-US" sz="2400" dirty="0">
                <a:solidFill>
                  <a:srgbClr val="010101"/>
                </a:solidFill>
                <a:latin typeface="Times New Roman"/>
                <a:cs typeface="Times New Roman"/>
              </a:rPr>
              <a:t>technique</a:t>
            </a:r>
            <a:r>
              <a:rPr lang="en-US" sz="2400" spc="430" dirty="0">
                <a:solidFill>
                  <a:srgbClr val="010101"/>
                </a:solidFill>
                <a:latin typeface="Times New Roman"/>
                <a:cs typeface="Times New Roman"/>
              </a:rPr>
              <a:t>  </a:t>
            </a:r>
            <a:r>
              <a:rPr lang="en-US" sz="2400" spc="-20" dirty="0">
                <a:solidFill>
                  <a:srgbClr val="010101"/>
                </a:solidFill>
                <a:latin typeface="Times New Roman"/>
                <a:cs typeface="Times New Roman"/>
              </a:rPr>
              <a:t>that </a:t>
            </a:r>
            <a:r>
              <a:rPr lang="en-US" sz="2400" dirty="0">
                <a:solidFill>
                  <a:srgbClr val="010101"/>
                </a:solidFill>
                <a:latin typeface="Times New Roman"/>
                <a:cs typeface="Times New Roman"/>
              </a:rPr>
              <a:t>accomplishes</a:t>
            </a:r>
            <a:r>
              <a:rPr lang="en-US" sz="2400" spc="545" dirty="0">
                <a:solidFill>
                  <a:srgbClr val="010101"/>
                </a:solidFill>
                <a:latin typeface="Times New Roman"/>
                <a:cs typeface="Times New Roman"/>
              </a:rPr>
              <a:t> </a:t>
            </a:r>
            <a:r>
              <a:rPr lang="en-US" sz="2400" dirty="0">
                <a:solidFill>
                  <a:srgbClr val="010101"/>
                </a:solidFill>
                <a:latin typeface="Times New Roman"/>
                <a:cs typeface="Times New Roman"/>
              </a:rPr>
              <a:t>this</a:t>
            </a:r>
            <a:r>
              <a:rPr lang="en-US" sz="2400" spc="215" dirty="0">
                <a:solidFill>
                  <a:srgbClr val="010101"/>
                </a:solidFill>
                <a:latin typeface="Times New Roman"/>
                <a:cs typeface="Times New Roman"/>
              </a:rPr>
              <a:t> </a:t>
            </a:r>
            <a:r>
              <a:rPr lang="en-US" sz="2400" spc="50" dirty="0">
                <a:solidFill>
                  <a:srgbClr val="010101"/>
                </a:solidFill>
                <a:latin typeface="Times New Roman"/>
                <a:cs typeface="Times New Roman"/>
              </a:rPr>
              <a:t>is</a:t>
            </a:r>
            <a:r>
              <a:rPr lang="en-US" sz="2400" spc="190" dirty="0">
                <a:solidFill>
                  <a:srgbClr val="010101"/>
                </a:solidFill>
                <a:latin typeface="Times New Roman"/>
                <a:cs typeface="Times New Roman"/>
              </a:rPr>
              <a:t> </a:t>
            </a:r>
            <a:r>
              <a:rPr lang="en-US" sz="2400" dirty="0">
                <a:solidFill>
                  <a:srgbClr val="010101"/>
                </a:solidFill>
                <a:latin typeface="Times New Roman"/>
                <a:cs typeface="Times New Roman"/>
              </a:rPr>
              <a:t>called</a:t>
            </a:r>
            <a:r>
              <a:rPr lang="en-US" sz="2400" spc="225" dirty="0">
                <a:solidFill>
                  <a:srgbClr val="010101"/>
                </a:solidFill>
                <a:latin typeface="Times New Roman"/>
                <a:cs typeface="Times New Roman"/>
              </a:rPr>
              <a:t> </a:t>
            </a:r>
            <a:r>
              <a:rPr lang="en-US" sz="2400" b="1" dirty="0">
                <a:solidFill>
                  <a:srgbClr val="F20305"/>
                </a:solidFill>
                <a:latin typeface="Times New Roman"/>
                <a:cs typeface="Times New Roman"/>
              </a:rPr>
              <a:t>garbage</a:t>
            </a:r>
            <a:r>
              <a:rPr lang="en-US" sz="2400" b="1" spc="430" dirty="0">
                <a:solidFill>
                  <a:srgbClr val="F20305"/>
                </a:solidFill>
                <a:latin typeface="Times New Roman"/>
                <a:cs typeface="Times New Roman"/>
              </a:rPr>
              <a:t> </a:t>
            </a:r>
            <a:r>
              <a:rPr lang="en-US" sz="2400" b="1" spc="50" dirty="0">
                <a:solidFill>
                  <a:srgbClr val="F20305"/>
                </a:solidFill>
                <a:latin typeface="Times New Roman"/>
                <a:cs typeface="Times New Roman"/>
              </a:rPr>
              <a:t>collection</a:t>
            </a:r>
            <a:r>
              <a:rPr lang="en-US" sz="2400" b="1" spc="50" dirty="0">
                <a:solidFill>
                  <a:srgbClr val="010101"/>
                </a:solidFill>
                <a:latin typeface="Times New Roman"/>
                <a:cs typeface="Times New Roman"/>
              </a:rPr>
              <a:t>.</a:t>
            </a:r>
            <a:endParaRPr lang="en-US" sz="2400" dirty="0">
              <a:latin typeface="Times New Roman"/>
              <a:cs typeface="Times New Roman"/>
            </a:endParaRPr>
          </a:p>
          <a:p>
            <a:pPr marL="352425" marR="5080" indent="-340360" algn="just">
              <a:lnSpc>
                <a:spcPct val="94300"/>
              </a:lnSpc>
              <a:spcBef>
                <a:spcPts val="645"/>
              </a:spcBef>
              <a:buClr>
                <a:srgbClr val="DB7E44"/>
              </a:buClr>
              <a:buFont typeface="Arial"/>
              <a:buChar char="□"/>
              <a:tabLst>
                <a:tab pos="352425" algn="l"/>
              </a:tabLst>
            </a:pPr>
            <a:r>
              <a:rPr lang="en-US" sz="2400" spc="60" dirty="0">
                <a:solidFill>
                  <a:srgbClr val="010101"/>
                </a:solidFill>
                <a:latin typeface="Times New Roman"/>
                <a:cs typeface="Times New Roman"/>
              </a:rPr>
              <a:t>When</a:t>
            </a:r>
            <a:r>
              <a:rPr lang="en-US" sz="2400" spc="595" dirty="0">
                <a:solidFill>
                  <a:srgbClr val="010101"/>
                </a:solidFill>
                <a:latin typeface="Times New Roman"/>
                <a:cs typeface="Times New Roman"/>
              </a:rPr>
              <a:t> </a:t>
            </a:r>
            <a:r>
              <a:rPr lang="en-US" sz="2400" spc="50" dirty="0">
                <a:solidFill>
                  <a:srgbClr val="010101"/>
                </a:solidFill>
                <a:latin typeface="Times New Roman"/>
                <a:cs typeface="Times New Roman"/>
              </a:rPr>
              <a:t>no</a:t>
            </a:r>
            <a:r>
              <a:rPr lang="en-US" sz="2400" spc="575" dirty="0">
                <a:solidFill>
                  <a:srgbClr val="010101"/>
                </a:solidFill>
                <a:latin typeface="Times New Roman"/>
                <a:cs typeface="Times New Roman"/>
              </a:rPr>
              <a:t> </a:t>
            </a:r>
            <a:r>
              <a:rPr lang="en-US" sz="2400" dirty="0">
                <a:solidFill>
                  <a:srgbClr val="010101"/>
                </a:solidFill>
                <a:latin typeface="Times New Roman"/>
                <a:cs typeface="Times New Roman"/>
              </a:rPr>
              <a:t>references</a:t>
            </a:r>
            <a:r>
              <a:rPr lang="en-US" sz="2400" spc="25" dirty="0">
                <a:solidFill>
                  <a:srgbClr val="010101"/>
                </a:solidFill>
                <a:latin typeface="Times New Roman"/>
                <a:cs typeface="Times New Roman"/>
              </a:rPr>
              <a:t>  </a:t>
            </a:r>
            <a:r>
              <a:rPr lang="en-US" sz="2400" spc="60" dirty="0">
                <a:solidFill>
                  <a:srgbClr val="010101"/>
                </a:solidFill>
                <a:latin typeface="Times New Roman"/>
                <a:cs typeface="Times New Roman"/>
              </a:rPr>
              <a:t>to</a:t>
            </a:r>
            <a:r>
              <a:rPr lang="en-US" sz="2400" spc="520" dirty="0">
                <a:solidFill>
                  <a:srgbClr val="010101"/>
                </a:solidFill>
                <a:latin typeface="Times New Roman"/>
                <a:cs typeface="Times New Roman"/>
              </a:rPr>
              <a:t> </a:t>
            </a:r>
            <a:r>
              <a:rPr lang="en-US" sz="2400" spc="60" dirty="0">
                <a:solidFill>
                  <a:srgbClr val="010101"/>
                </a:solidFill>
                <a:latin typeface="Times New Roman"/>
                <a:cs typeface="Times New Roman"/>
              </a:rPr>
              <a:t>an</a:t>
            </a:r>
            <a:r>
              <a:rPr lang="en-US" sz="2400" spc="560" dirty="0">
                <a:solidFill>
                  <a:srgbClr val="010101"/>
                </a:solidFill>
                <a:latin typeface="Times New Roman"/>
                <a:cs typeface="Times New Roman"/>
              </a:rPr>
              <a:t> </a:t>
            </a:r>
            <a:r>
              <a:rPr lang="en-US" sz="2400" dirty="0">
                <a:solidFill>
                  <a:srgbClr val="010101"/>
                </a:solidFill>
                <a:latin typeface="Times New Roman"/>
                <a:cs typeface="Times New Roman"/>
              </a:rPr>
              <a:t>object</a:t>
            </a:r>
            <a:r>
              <a:rPr lang="en-US" sz="2400" spc="670" dirty="0">
                <a:solidFill>
                  <a:srgbClr val="010101"/>
                </a:solidFill>
                <a:latin typeface="Times New Roman"/>
                <a:cs typeface="Times New Roman"/>
              </a:rPr>
              <a:t> </a:t>
            </a:r>
            <a:r>
              <a:rPr lang="en-US" sz="2400" spc="-10" dirty="0">
                <a:solidFill>
                  <a:srgbClr val="010101"/>
                </a:solidFill>
                <a:latin typeface="Times New Roman"/>
                <a:cs typeface="Times New Roman"/>
              </a:rPr>
              <a:t>exist, </a:t>
            </a:r>
            <a:r>
              <a:rPr lang="en-US" sz="2400" dirty="0">
                <a:solidFill>
                  <a:srgbClr val="010101"/>
                </a:solidFill>
                <a:latin typeface="Times New Roman"/>
                <a:cs typeface="Times New Roman"/>
              </a:rPr>
              <a:t>that</a:t>
            </a:r>
            <a:r>
              <a:rPr lang="en-US" sz="2400" spc="105" dirty="0">
                <a:solidFill>
                  <a:srgbClr val="010101"/>
                </a:solidFill>
                <a:latin typeface="Times New Roman"/>
                <a:cs typeface="Times New Roman"/>
              </a:rPr>
              <a:t>  </a:t>
            </a:r>
            <a:r>
              <a:rPr lang="en-US" sz="2400" dirty="0">
                <a:solidFill>
                  <a:srgbClr val="010101"/>
                </a:solidFill>
                <a:latin typeface="Times New Roman"/>
                <a:cs typeface="Times New Roman"/>
              </a:rPr>
              <a:t>object</a:t>
            </a:r>
            <a:r>
              <a:rPr lang="en-US" sz="2400" spc="155" dirty="0">
                <a:solidFill>
                  <a:srgbClr val="010101"/>
                </a:solidFill>
                <a:latin typeface="Times New Roman"/>
                <a:cs typeface="Times New Roman"/>
              </a:rPr>
              <a:t>  </a:t>
            </a:r>
            <a:r>
              <a:rPr lang="en-US" sz="2400" spc="65" dirty="0">
                <a:solidFill>
                  <a:srgbClr val="010101"/>
                </a:solidFill>
                <a:latin typeface="Times New Roman"/>
                <a:cs typeface="Times New Roman"/>
              </a:rPr>
              <a:t>is</a:t>
            </a:r>
            <a:r>
              <a:rPr lang="en-US" sz="2400" spc="55" dirty="0">
                <a:solidFill>
                  <a:srgbClr val="010101"/>
                </a:solidFill>
                <a:latin typeface="Times New Roman"/>
                <a:cs typeface="Times New Roman"/>
              </a:rPr>
              <a:t>  </a:t>
            </a:r>
            <a:r>
              <a:rPr lang="en-US" sz="2400" dirty="0">
                <a:solidFill>
                  <a:srgbClr val="010101"/>
                </a:solidFill>
                <a:latin typeface="Times New Roman"/>
                <a:cs typeface="Times New Roman"/>
              </a:rPr>
              <a:t>assumed</a:t>
            </a:r>
            <a:r>
              <a:rPr lang="en-US" sz="2400" spc="165" dirty="0">
                <a:solidFill>
                  <a:srgbClr val="010101"/>
                </a:solidFill>
                <a:latin typeface="Times New Roman"/>
                <a:cs typeface="Times New Roman"/>
              </a:rPr>
              <a:t>  </a:t>
            </a:r>
            <a:r>
              <a:rPr lang="en-US" sz="2400" spc="60" dirty="0">
                <a:solidFill>
                  <a:srgbClr val="010101"/>
                </a:solidFill>
                <a:latin typeface="Times New Roman"/>
                <a:cs typeface="Times New Roman"/>
              </a:rPr>
              <a:t>to</a:t>
            </a:r>
            <a:r>
              <a:rPr lang="en-US" sz="2400" spc="80" dirty="0">
                <a:solidFill>
                  <a:srgbClr val="010101"/>
                </a:solidFill>
                <a:latin typeface="Times New Roman"/>
                <a:cs typeface="Times New Roman"/>
              </a:rPr>
              <a:t>  </a:t>
            </a:r>
            <a:r>
              <a:rPr lang="en-US" sz="2400" dirty="0">
                <a:solidFill>
                  <a:srgbClr val="010101"/>
                </a:solidFill>
                <a:latin typeface="Times New Roman"/>
                <a:cs typeface="Times New Roman"/>
              </a:rPr>
              <a:t>be</a:t>
            </a:r>
            <a:r>
              <a:rPr lang="en-US" sz="2400" spc="95" dirty="0">
                <a:solidFill>
                  <a:srgbClr val="010101"/>
                </a:solidFill>
                <a:latin typeface="Times New Roman"/>
                <a:cs typeface="Times New Roman"/>
              </a:rPr>
              <a:t>  </a:t>
            </a:r>
            <a:r>
              <a:rPr lang="en-US" sz="2400" spc="65" dirty="0">
                <a:solidFill>
                  <a:srgbClr val="010101"/>
                </a:solidFill>
                <a:latin typeface="Times New Roman"/>
                <a:cs typeface="Times New Roman"/>
              </a:rPr>
              <a:t>no</a:t>
            </a:r>
            <a:r>
              <a:rPr lang="en-US" sz="2400" spc="85" dirty="0">
                <a:solidFill>
                  <a:srgbClr val="010101"/>
                </a:solidFill>
                <a:latin typeface="Times New Roman"/>
                <a:cs typeface="Times New Roman"/>
              </a:rPr>
              <a:t>  </a:t>
            </a:r>
            <a:r>
              <a:rPr lang="en-US" sz="2400" dirty="0">
                <a:solidFill>
                  <a:srgbClr val="010101"/>
                </a:solidFill>
                <a:latin typeface="Times New Roman"/>
                <a:cs typeface="Times New Roman"/>
              </a:rPr>
              <a:t>longer</a:t>
            </a:r>
            <a:r>
              <a:rPr lang="en-US" sz="2400" spc="150" dirty="0">
                <a:solidFill>
                  <a:srgbClr val="010101"/>
                </a:solidFill>
                <a:latin typeface="Times New Roman"/>
                <a:cs typeface="Times New Roman"/>
              </a:rPr>
              <a:t>  </a:t>
            </a:r>
            <a:r>
              <a:rPr lang="en-US" sz="2400" dirty="0">
                <a:solidFill>
                  <a:srgbClr val="010101"/>
                </a:solidFill>
                <a:latin typeface="Times New Roman"/>
                <a:cs typeface="Times New Roman"/>
              </a:rPr>
              <a:t>needed,</a:t>
            </a:r>
            <a:r>
              <a:rPr lang="en-US" sz="2400" spc="170" dirty="0">
                <a:solidFill>
                  <a:srgbClr val="010101"/>
                </a:solidFill>
                <a:latin typeface="Times New Roman"/>
                <a:cs typeface="Times New Roman"/>
              </a:rPr>
              <a:t>  </a:t>
            </a:r>
            <a:r>
              <a:rPr lang="en-US" sz="2400" spc="50" dirty="0">
                <a:solidFill>
                  <a:srgbClr val="010101"/>
                </a:solidFill>
                <a:latin typeface="Times New Roman"/>
                <a:cs typeface="Times New Roman"/>
              </a:rPr>
              <a:t>and</a:t>
            </a:r>
            <a:r>
              <a:rPr lang="en-US" sz="2400" spc="100" dirty="0">
                <a:solidFill>
                  <a:srgbClr val="010101"/>
                </a:solidFill>
                <a:latin typeface="Times New Roman"/>
                <a:cs typeface="Times New Roman"/>
              </a:rPr>
              <a:t>  </a:t>
            </a:r>
            <a:r>
              <a:rPr lang="en-US" sz="2400" spc="-25" dirty="0">
                <a:solidFill>
                  <a:srgbClr val="010101"/>
                </a:solidFill>
                <a:latin typeface="Times New Roman"/>
                <a:cs typeface="Times New Roman"/>
              </a:rPr>
              <a:t>the </a:t>
            </a:r>
            <a:r>
              <a:rPr lang="en-US" sz="2400" dirty="0">
                <a:solidFill>
                  <a:srgbClr val="010101"/>
                </a:solidFill>
                <a:latin typeface="Times New Roman"/>
                <a:cs typeface="Times New Roman"/>
              </a:rPr>
              <a:t>memory</a:t>
            </a:r>
            <a:r>
              <a:rPr lang="en-US" sz="2400" spc="570" dirty="0">
                <a:solidFill>
                  <a:srgbClr val="010101"/>
                </a:solidFill>
                <a:latin typeface="Times New Roman"/>
                <a:cs typeface="Times New Roman"/>
              </a:rPr>
              <a:t> </a:t>
            </a:r>
            <a:r>
              <a:rPr lang="en-US" sz="2400" dirty="0">
                <a:solidFill>
                  <a:srgbClr val="010101"/>
                </a:solidFill>
                <a:latin typeface="Times New Roman"/>
                <a:cs typeface="Times New Roman"/>
              </a:rPr>
              <a:t>occupied</a:t>
            </a:r>
            <a:r>
              <a:rPr lang="en-US" sz="2400" spc="575" dirty="0">
                <a:solidFill>
                  <a:srgbClr val="010101"/>
                </a:solidFill>
                <a:latin typeface="Times New Roman"/>
                <a:cs typeface="Times New Roman"/>
              </a:rPr>
              <a:t> </a:t>
            </a:r>
            <a:r>
              <a:rPr lang="en-US" sz="2400" spc="65" dirty="0">
                <a:solidFill>
                  <a:srgbClr val="010101"/>
                </a:solidFill>
                <a:latin typeface="Times New Roman"/>
                <a:cs typeface="Times New Roman"/>
              </a:rPr>
              <a:t>by</a:t>
            </a:r>
            <a:r>
              <a:rPr lang="en-US" sz="2400" spc="395" dirty="0">
                <a:solidFill>
                  <a:srgbClr val="010101"/>
                </a:solidFill>
                <a:latin typeface="Times New Roman"/>
                <a:cs typeface="Times New Roman"/>
              </a:rPr>
              <a:t> </a:t>
            </a:r>
            <a:r>
              <a:rPr lang="en-US" sz="2400" dirty="0">
                <a:solidFill>
                  <a:srgbClr val="010101"/>
                </a:solidFill>
                <a:latin typeface="Times New Roman"/>
                <a:cs typeface="Times New Roman"/>
              </a:rPr>
              <a:t>the</a:t>
            </a:r>
            <a:r>
              <a:rPr lang="en-US" sz="2400" spc="420" dirty="0">
                <a:solidFill>
                  <a:srgbClr val="010101"/>
                </a:solidFill>
                <a:latin typeface="Times New Roman"/>
                <a:cs typeface="Times New Roman"/>
              </a:rPr>
              <a:t> </a:t>
            </a:r>
            <a:r>
              <a:rPr lang="en-US" sz="2400" dirty="0">
                <a:solidFill>
                  <a:srgbClr val="010101"/>
                </a:solidFill>
                <a:latin typeface="Times New Roman"/>
                <a:cs typeface="Times New Roman"/>
              </a:rPr>
              <a:t>object</a:t>
            </a:r>
            <a:r>
              <a:rPr lang="en-US" sz="2400" spc="535" dirty="0">
                <a:solidFill>
                  <a:srgbClr val="010101"/>
                </a:solidFill>
                <a:latin typeface="Times New Roman"/>
                <a:cs typeface="Times New Roman"/>
              </a:rPr>
              <a:t> </a:t>
            </a:r>
            <a:r>
              <a:rPr lang="en-US" sz="2400" spc="50" dirty="0">
                <a:solidFill>
                  <a:srgbClr val="010101"/>
                </a:solidFill>
                <a:latin typeface="Times New Roman"/>
                <a:cs typeface="Times New Roman"/>
              </a:rPr>
              <a:t>can</a:t>
            </a:r>
            <a:r>
              <a:rPr lang="en-US" sz="2400" spc="420" dirty="0">
                <a:solidFill>
                  <a:srgbClr val="010101"/>
                </a:solidFill>
                <a:latin typeface="Times New Roman"/>
                <a:cs typeface="Times New Roman"/>
              </a:rPr>
              <a:t> </a:t>
            </a:r>
            <a:r>
              <a:rPr lang="en-US" sz="2400" spc="60" dirty="0">
                <a:solidFill>
                  <a:srgbClr val="010101"/>
                </a:solidFill>
                <a:latin typeface="Times New Roman"/>
                <a:cs typeface="Times New Roman"/>
              </a:rPr>
              <a:t>be</a:t>
            </a:r>
            <a:r>
              <a:rPr lang="en-US" sz="2400" spc="350" dirty="0">
                <a:solidFill>
                  <a:srgbClr val="010101"/>
                </a:solidFill>
                <a:latin typeface="Times New Roman"/>
                <a:cs typeface="Times New Roman"/>
              </a:rPr>
              <a:t> </a:t>
            </a:r>
            <a:r>
              <a:rPr lang="en-US" sz="2400" dirty="0">
                <a:solidFill>
                  <a:srgbClr val="010101"/>
                </a:solidFill>
                <a:latin typeface="Times New Roman"/>
                <a:cs typeface="Times New Roman"/>
              </a:rPr>
              <a:t>reclaimed.</a:t>
            </a:r>
            <a:r>
              <a:rPr lang="en-US" sz="2400" spc="630" dirty="0">
                <a:solidFill>
                  <a:srgbClr val="010101"/>
                </a:solidFill>
                <a:latin typeface="Times New Roman"/>
                <a:cs typeface="Times New Roman"/>
              </a:rPr>
              <a:t> </a:t>
            </a:r>
          </a:p>
          <a:p>
            <a:pPr marL="352425" marR="5080" indent="-340360" algn="just">
              <a:lnSpc>
                <a:spcPct val="94300"/>
              </a:lnSpc>
              <a:spcBef>
                <a:spcPts val="645"/>
              </a:spcBef>
              <a:buClr>
                <a:srgbClr val="DB7E44"/>
              </a:buClr>
              <a:buFont typeface="Arial"/>
              <a:buChar char="□"/>
              <a:tabLst>
                <a:tab pos="352425" algn="l"/>
              </a:tabLst>
            </a:pPr>
            <a:r>
              <a:rPr lang="en-US" sz="2400" dirty="0">
                <a:solidFill>
                  <a:srgbClr val="010101"/>
                </a:solidFill>
                <a:latin typeface="Times New Roman"/>
                <a:cs typeface="Times New Roman"/>
              </a:rPr>
              <a:t>There</a:t>
            </a:r>
            <a:r>
              <a:rPr lang="en-US" sz="2400" spc="475" dirty="0">
                <a:solidFill>
                  <a:srgbClr val="010101"/>
                </a:solidFill>
                <a:latin typeface="Times New Roman"/>
                <a:cs typeface="Times New Roman"/>
              </a:rPr>
              <a:t> </a:t>
            </a:r>
            <a:r>
              <a:rPr lang="en-US" sz="2400" spc="-25" dirty="0">
                <a:solidFill>
                  <a:srgbClr val="010101"/>
                </a:solidFill>
                <a:latin typeface="Times New Roman"/>
                <a:cs typeface="Times New Roman"/>
              </a:rPr>
              <a:t>is </a:t>
            </a:r>
            <a:r>
              <a:rPr lang="en-US" sz="2400" spc="65" dirty="0">
                <a:solidFill>
                  <a:srgbClr val="010101"/>
                </a:solidFill>
                <a:latin typeface="Times New Roman"/>
                <a:cs typeface="Times New Roman"/>
              </a:rPr>
              <a:t>no</a:t>
            </a:r>
            <a:r>
              <a:rPr lang="en-US" sz="2400" spc="160" dirty="0">
                <a:solidFill>
                  <a:srgbClr val="010101"/>
                </a:solidFill>
                <a:latin typeface="Times New Roman"/>
                <a:cs typeface="Times New Roman"/>
              </a:rPr>
              <a:t> </a:t>
            </a:r>
            <a:r>
              <a:rPr lang="en-US" sz="2400" spc="50" dirty="0">
                <a:solidFill>
                  <a:srgbClr val="010101"/>
                </a:solidFill>
                <a:latin typeface="Times New Roman"/>
                <a:cs typeface="Times New Roman"/>
              </a:rPr>
              <a:t>need</a:t>
            </a:r>
            <a:r>
              <a:rPr lang="en-US" sz="2400" spc="120" dirty="0">
                <a:solidFill>
                  <a:srgbClr val="010101"/>
                </a:solidFill>
                <a:latin typeface="Times New Roman"/>
                <a:cs typeface="Times New Roman"/>
              </a:rPr>
              <a:t>  </a:t>
            </a:r>
            <a:r>
              <a:rPr lang="en-US" sz="2400" spc="60" dirty="0">
                <a:solidFill>
                  <a:srgbClr val="010101"/>
                </a:solidFill>
                <a:latin typeface="Times New Roman"/>
                <a:cs typeface="Times New Roman"/>
              </a:rPr>
              <a:t>to explicitly</a:t>
            </a:r>
            <a:r>
              <a:rPr lang="en-US" sz="2400" spc="65" dirty="0">
                <a:solidFill>
                  <a:srgbClr val="010101"/>
                </a:solidFill>
                <a:latin typeface="Times New Roman"/>
                <a:cs typeface="Times New Roman"/>
              </a:rPr>
              <a:t>  </a:t>
            </a:r>
            <a:r>
              <a:rPr lang="en-US" sz="2400" dirty="0">
                <a:solidFill>
                  <a:srgbClr val="010101"/>
                </a:solidFill>
                <a:latin typeface="Times New Roman"/>
                <a:cs typeface="Times New Roman"/>
              </a:rPr>
              <a:t>destroy</a:t>
            </a:r>
            <a:r>
              <a:rPr lang="en-US" sz="2400" spc="120" dirty="0">
                <a:solidFill>
                  <a:srgbClr val="010101"/>
                </a:solidFill>
                <a:latin typeface="Times New Roman"/>
                <a:cs typeface="Times New Roman"/>
              </a:rPr>
              <a:t>  </a:t>
            </a:r>
            <a:r>
              <a:rPr lang="en-US" sz="2400" dirty="0">
                <a:solidFill>
                  <a:srgbClr val="010101"/>
                </a:solidFill>
                <a:latin typeface="Times New Roman"/>
                <a:cs typeface="Times New Roman"/>
              </a:rPr>
              <a:t>objects</a:t>
            </a:r>
            <a:r>
              <a:rPr lang="en-US" sz="2400" spc="55" dirty="0">
                <a:solidFill>
                  <a:srgbClr val="010101"/>
                </a:solidFill>
                <a:latin typeface="Times New Roman"/>
                <a:cs typeface="Times New Roman"/>
              </a:rPr>
              <a:t>.</a:t>
            </a:r>
          </a:p>
          <a:p>
            <a:pPr marL="352425" marR="5080" indent="-340360" algn="just">
              <a:lnSpc>
                <a:spcPct val="94300"/>
              </a:lnSpc>
              <a:spcBef>
                <a:spcPts val="645"/>
              </a:spcBef>
              <a:buClr>
                <a:srgbClr val="DB7E44"/>
              </a:buClr>
              <a:buFont typeface="Arial"/>
              <a:buChar char="□"/>
              <a:tabLst>
                <a:tab pos="352425" algn="l"/>
              </a:tabLst>
            </a:pPr>
            <a:r>
              <a:rPr lang="en-US" sz="2400" spc="120" dirty="0">
                <a:solidFill>
                  <a:srgbClr val="010101"/>
                </a:solidFill>
                <a:latin typeface="Times New Roman"/>
                <a:cs typeface="Times New Roman"/>
              </a:rPr>
              <a:t>  </a:t>
            </a:r>
            <a:r>
              <a:rPr lang="en-US" sz="2400" spc="-10" dirty="0">
                <a:solidFill>
                  <a:srgbClr val="010101"/>
                </a:solidFill>
                <a:latin typeface="Times New Roman"/>
                <a:cs typeface="Times New Roman"/>
              </a:rPr>
              <a:t>Garbage </a:t>
            </a:r>
            <a:r>
              <a:rPr lang="en-US" sz="2400" dirty="0">
                <a:solidFill>
                  <a:srgbClr val="010101"/>
                </a:solidFill>
                <a:latin typeface="Times New Roman"/>
                <a:cs typeface="Times New Roman"/>
              </a:rPr>
              <a:t>collection</a:t>
            </a:r>
            <a:r>
              <a:rPr lang="en-US" sz="2400" spc="185" dirty="0">
                <a:solidFill>
                  <a:srgbClr val="010101"/>
                </a:solidFill>
                <a:latin typeface="Times New Roman"/>
                <a:cs typeface="Times New Roman"/>
              </a:rPr>
              <a:t>  </a:t>
            </a:r>
            <a:r>
              <a:rPr lang="en-US" sz="2400" dirty="0">
                <a:solidFill>
                  <a:srgbClr val="010101"/>
                </a:solidFill>
                <a:latin typeface="Times New Roman"/>
                <a:cs typeface="Times New Roman"/>
              </a:rPr>
              <a:t>only</a:t>
            </a:r>
            <a:r>
              <a:rPr lang="en-US" sz="2400" spc="185" dirty="0">
                <a:solidFill>
                  <a:srgbClr val="010101"/>
                </a:solidFill>
                <a:latin typeface="Times New Roman"/>
                <a:cs typeface="Times New Roman"/>
              </a:rPr>
              <a:t>  </a:t>
            </a:r>
            <a:r>
              <a:rPr lang="en-US" sz="2400" dirty="0">
                <a:solidFill>
                  <a:srgbClr val="010101"/>
                </a:solidFill>
                <a:latin typeface="Times New Roman"/>
                <a:cs typeface="Times New Roman"/>
              </a:rPr>
              <a:t>occurs</a:t>
            </a:r>
            <a:r>
              <a:rPr lang="en-US" sz="2400" spc="210" dirty="0">
                <a:solidFill>
                  <a:srgbClr val="010101"/>
                </a:solidFill>
                <a:latin typeface="Times New Roman"/>
                <a:cs typeface="Times New Roman"/>
              </a:rPr>
              <a:t> </a:t>
            </a:r>
            <a:r>
              <a:rPr lang="en-US" sz="2400" dirty="0">
                <a:solidFill>
                  <a:srgbClr val="010101"/>
                </a:solidFill>
                <a:latin typeface="Times New Roman"/>
                <a:cs typeface="Times New Roman"/>
              </a:rPr>
              <a:t>during</a:t>
            </a:r>
            <a:r>
              <a:rPr lang="en-US" sz="2400" spc="160" dirty="0">
                <a:solidFill>
                  <a:srgbClr val="010101"/>
                </a:solidFill>
                <a:latin typeface="Times New Roman"/>
                <a:cs typeface="Times New Roman"/>
              </a:rPr>
              <a:t>  </a:t>
            </a:r>
            <a:r>
              <a:rPr lang="en-US" sz="2400" spc="-25" dirty="0">
                <a:solidFill>
                  <a:srgbClr val="010101"/>
                </a:solidFill>
                <a:latin typeface="Times New Roman"/>
                <a:cs typeface="Times New Roman"/>
              </a:rPr>
              <a:t>the </a:t>
            </a:r>
            <a:r>
              <a:rPr lang="en-US" sz="2400" dirty="0">
                <a:solidFill>
                  <a:srgbClr val="010101"/>
                </a:solidFill>
                <a:latin typeface="Times New Roman"/>
                <a:cs typeface="Times New Roman"/>
              </a:rPr>
              <a:t>execution</a:t>
            </a:r>
            <a:r>
              <a:rPr lang="en-US" sz="2400" spc="450" dirty="0">
                <a:solidFill>
                  <a:srgbClr val="010101"/>
                </a:solidFill>
                <a:latin typeface="Times New Roman"/>
                <a:cs typeface="Times New Roman"/>
              </a:rPr>
              <a:t> </a:t>
            </a:r>
            <a:r>
              <a:rPr lang="en-US" sz="2400" dirty="0">
                <a:solidFill>
                  <a:srgbClr val="010101"/>
                </a:solidFill>
                <a:latin typeface="Times New Roman"/>
                <a:cs typeface="Times New Roman"/>
              </a:rPr>
              <a:t>of</a:t>
            </a:r>
            <a:r>
              <a:rPr lang="en-US" sz="2400" spc="225" dirty="0">
                <a:solidFill>
                  <a:srgbClr val="010101"/>
                </a:solidFill>
                <a:latin typeface="Times New Roman"/>
                <a:cs typeface="Times New Roman"/>
              </a:rPr>
              <a:t> </a:t>
            </a:r>
            <a:r>
              <a:rPr lang="en-US" sz="2400" dirty="0">
                <a:solidFill>
                  <a:srgbClr val="010101"/>
                </a:solidFill>
                <a:latin typeface="Times New Roman"/>
                <a:cs typeface="Times New Roman"/>
              </a:rPr>
              <a:t>program.</a:t>
            </a:r>
            <a:r>
              <a:rPr lang="en-US" sz="2400" spc="405" dirty="0">
                <a:solidFill>
                  <a:srgbClr val="010101"/>
                </a:solidFill>
                <a:latin typeface="Times New Roman"/>
                <a:cs typeface="Times New Roman"/>
              </a:rPr>
              <a:t> </a:t>
            </a:r>
          </a:p>
          <a:p>
            <a:pPr marL="352425" marR="5080" indent="-340360" algn="just">
              <a:lnSpc>
                <a:spcPct val="94300"/>
              </a:lnSpc>
              <a:spcBef>
                <a:spcPts val="645"/>
              </a:spcBef>
              <a:buClr>
                <a:srgbClr val="DB7E44"/>
              </a:buClr>
              <a:buFont typeface="Arial"/>
              <a:buChar char="□"/>
              <a:tabLst>
                <a:tab pos="352425" algn="l"/>
              </a:tabLst>
            </a:pPr>
            <a:r>
              <a:rPr lang="en-US" sz="2400" dirty="0">
                <a:solidFill>
                  <a:srgbClr val="010101"/>
                </a:solidFill>
                <a:latin typeface="Times New Roman"/>
                <a:cs typeface="Times New Roman"/>
              </a:rPr>
              <a:t>It</a:t>
            </a:r>
            <a:r>
              <a:rPr lang="en-US" sz="2400" spc="229" dirty="0">
                <a:solidFill>
                  <a:srgbClr val="010101"/>
                </a:solidFill>
                <a:latin typeface="Times New Roman"/>
                <a:cs typeface="Times New Roman"/>
              </a:rPr>
              <a:t> </a:t>
            </a:r>
            <a:r>
              <a:rPr lang="en-US" sz="2400" dirty="0">
                <a:solidFill>
                  <a:srgbClr val="010101"/>
                </a:solidFill>
                <a:latin typeface="Times New Roman"/>
                <a:cs typeface="Times New Roman"/>
              </a:rPr>
              <a:t>will</a:t>
            </a:r>
            <a:r>
              <a:rPr lang="en-US" sz="2400" spc="290" dirty="0">
                <a:solidFill>
                  <a:srgbClr val="010101"/>
                </a:solidFill>
                <a:latin typeface="Times New Roman"/>
                <a:cs typeface="Times New Roman"/>
              </a:rPr>
              <a:t> </a:t>
            </a:r>
            <a:r>
              <a:rPr lang="en-US" sz="2400" dirty="0">
                <a:solidFill>
                  <a:srgbClr val="010101"/>
                </a:solidFill>
                <a:latin typeface="Times New Roman"/>
                <a:cs typeface="Times New Roman"/>
              </a:rPr>
              <a:t>not</a:t>
            </a:r>
            <a:r>
              <a:rPr lang="en-US" sz="2400" spc="260" dirty="0">
                <a:solidFill>
                  <a:srgbClr val="010101"/>
                </a:solidFill>
                <a:latin typeface="Times New Roman"/>
                <a:cs typeface="Times New Roman"/>
              </a:rPr>
              <a:t> </a:t>
            </a:r>
            <a:r>
              <a:rPr lang="en-US" sz="2400" dirty="0">
                <a:solidFill>
                  <a:srgbClr val="010101"/>
                </a:solidFill>
                <a:latin typeface="Times New Roman"/>
                <a:cs typeface="Times New Roman"/>
              </a:rPr>
              <a:t>occur</a:t>
            </a:r>
            <a:r>
              <a:rPr lang="en-US" sz="2400" spc="285" dirty="0">
                <a:solidFill>
                  <a:srgbClr val="010101"/>
                </a:solidFill>
                <a:latin typeface="Times New Roman"/>
                <a:cs typeface="Times New Roman"/>
              </a:rPr>
              <a:t> </a:t>
            </a:r>
            <a:r>
              <a:rPr lang="en-US" sz="2400" dirty="0">
                <a:solidFill>
                  <a:srgbClr val="010101"/>
                </a:solidFill>
                <a:latin typeface="Times New Roman"/>
                <a:cs typeface="Times New Roman"/>
              </a:rPr>
              <a:t>simply</a:t>
            </a:r>
            <a:r>
              <a:rPr lang="en-US" sz="2400" spc="375" dirty="0">
                <a:solidFill>
                  <a:srgbClr val="010101"/>
                </a:solidFill>
                <a:latin typeface="Times New Roman"/>
                <a:cs typeface="Times New Roman"/>
              </a:rPr>
              <a:t> </a:t>
            </a:r>
            <a:r>
              <a:rPr lang="en-US" sz="2400" spc="-10" dirty="0">
                <a:solidFill>
                  <a:srgbClr val="010101"/>
                </a:solidFill>
                <a:latin typeface="Times New Roman"/>
                <a:cs typeface="Times New Roman"/>
              </a:rPr>
              <a:t>because </a:t>
            </a:r>
            <a:r>
              <a:rPr lang="en-US" sz="2400" spc="60" dirty="0">
                <a:solidFill>
                  <a:srgbClr val="010101"/>
                </a:solidFill>
                <a:latin typeface="Times New Roman"/>
                <a:cs typeface="Times New Roman"/>
              </a:rPr>
              <a:t>one</a:t>
            </a:r>
            <a:r>
              <a:rPr lang="en-US" sz="2400" spc="130" dirty="0">
                <a:solidFill>
                  <a:srgbClr val="010101"/>
                </a:solidFill>
                <a:latin typeface="Times New Roman"/>
                <a:cs typeface="Times New Roman"/>
              </a:rPr>
              <a:t> </a:t>
            </a:r>
            <a:r>
              <a:rPr lang="en-US" sz="2400" dirty="0">
                <a:solidFill>
                  <a:srgbClr val="010101"/>
                </a:solidFill>
                <a:latin typeface="Times New Roman"/>
                <a:cs typeface="Times New Roman"/>
              </a:rPr>
              <a:t>or</a:t>
            </a:r>
            <a:r>
              <a:rPr lang="en-US" sz="2400" spc="175" dirty="0">
                <a:solidFill>
                  <a:srgbClr val="010101"/>
                </a:solidFill>
                <a:latin typeface="Times New Roman"/>
                <a:cs typeface="Times New Roman"/>
              </a:rPr>
              <a:t> </a:t>
            </a:r>
            <a:r>
              <a:rPr lang="en-US" sz="2400" dirty="0">
                <a:solidFill>
                  <a:srgbClr val="010101"/>
                </a:solidFill>
                <a:latin typeface="Times New Roman"/>
                <a:cs typeface="Times New Roman"/>
              </a:rPr>
              <a:t>more</a:t>
            </a:r>
            <a:r>
              <a:rPr lang="en-US" sz="2400" spc="215" dirty="0">
                <a:solidFill>
                  <a:srgbClr val="010101"/>
                </a:solidFill>
                <a:latin typeface="Times New Roman"/>
                <a:cs typeface="Times New Roman"/>
              </a:rPr>
              <a:t> </a:t>
            </a:r>
            <a:r>
              <a:rPr lang="en-US" sz="2400" dirty="0">
                <a:solidFill>
                  <a:srgbClr val="010101"/>
                </a:solidFill>
                <a:latin typeface="Times New Roman"/>
                <a:cs typeface="Times New Roman"/>
              </a:rPr>
              <a:t>objects</a:t>
            </a:r>
            <a:r>
              <a:rPr lang="en-US" sz="2400" spc="215" dirty="0">
                <a:solidFill>
                  <a:srgbClr val="010101"/>
                </a:solidFill>
                <a:latin typeface="Times New Roman"/>
                <a:cs typeface="Times New Roman"/>
              </a:rPr>
              <a:t> </a:t>
            </a:r>
            <a:r>
              <a:rPr lang="en-US" sz="2400" dirty="0">
                <a:solidFill>
                  <a:srgbClr val="010101"/>
                </a:solidFill>
                <a:latin typeface="Times New Roman"/>
                <a:cs typeface="Times New Roman"/>
              </a:rPr>
              <a:t>exist</a:t>
            </a:r>
            <a:r>
              <a:rPr lang="en-US" sz="2400" spc="220" dirty="0">
                <a:solidFill>
                  <a:srgbClr val="010101"/>
                </a:solidFill>
                <a:latin typeface="Times New Roman"/>
                <a:cs typeface="Times New Roman"/>
              </a:rPr>
              <a:t> </a:t>
            </a:r>
            <a:r>
              <a:rPr lang="en-US" sz="2400" dirty="0">
                <a:solidFill>
                  <a:srgbClr val="010101"/>
                </a:solidFill>
                <a:latin typeface="Times New Roman"/>
                <a:cs typeface="Times New Roman"/>
              </a:rPr>
              <a:t>that</a:t>
            </a:r>
            <a:r>
              <a:rPr lang="en-US" sz="2400" spc="180" dirty="0">
                <a:solidFill>
                  <a:srgbClr val="010101"/>
                </a:solidFill>
                <a:latin typeface="Times New Roman"/>
                <a:cs typeface="Times New Roman"/>
              </a:rPr>
              <a:t> </a:t>
            </a:r>
            <a:r>
              <a:rPr lang="en-US" sz="2400" spc="50" dirty="0">
                <a:solidFill>
                  <a:srgbClr val="010101"/>
                </a:solidFill>
                <a:latin typeface="Times New Roman"/>
                <a:cs typeface="Times New Roman"/>
              </a:rPr>
              <a:t>are</a:t>
            </a:r>
            <a:r>
              <a:rPr lang="en-US" sz="2400" spc="114" dirty="0">
                <a:solidFill>
                  <a:srgbClr val="010101"/>
                </a:solidFill>
                <a:latin typeface="Times New Roman"/>
                <a:cs typeface="Times New Roman"/>
              </a:rPr>
              <a:t> </a:t>
            </a:r>
            <a:r>
              <a:rPr lang="en-US" sz="2400" spc="65" dirty="0">
                <a:solidFill>
                  <a:srgbClr val="010101"/>
                </a:solidFill>
                <a:latin typeface="Times New Roman"/>
                <a:cs typeface="Times New Roman"/>
              </a:rPr>
              <a:t>no</a:t>
            </a:r>
            <a:r>
              <a:rPr lang="en-US" sz="2400" spc="145" dirty="0">
                <a:solidFill>
                  <a:srgbClr val="010101"/>
                </a:solidFill>
                <a:latin typeface="Times New Roman"/>
                <a:cs typeface="Times New Roman"/>
              </a:rPr>
              <a:t> </a:t>
            </a:r>
            <a:r>
              <a:rPr lang="en-US" sz="2400" dirty="0">
                <a:solidFill>
                  <a:srgbClr val="010101"/>
                </a:solidFill>
                <a:latin typeface="Times New Roman"/>
                <a:cs typeface="Times New Roman"/>
              </a:rPr>
              <a:t>longer</a:t>
            </a:r>
            <a:r>
              <a:rPr lang="en-US" sz="2400" spc="250" dirty="0">
                <a:solidFill>
                  <a:srgbClr val="010101"/>
                </a:solidFill>
                <a:latin typeface="Times New Roman"/>
                <a:cs typeface="Times New Roman"/>
              </a:rPr>
              <a:t> </a:t>
            </a:r>
            <a:r>
              <a:rPr lang="en-US" sz="2400" spc="-10" dirty="0">
                <a:solidFill>
                  <a:srgbClr val="010101"/>
                </a:solidFill>
                <a:latin typeface="Times New Roman"/>
                <a:cs typeface="Times New Roman"/>
              </a:rPr>
              <a:t>used.</a:t>
            </a:r>
            <a:endParaRPr lang="en-US" sz="2400" dirty="0">
              <a:latin typeface="Times New Roman"/>
              <a:cs typeface="Times New Roman"/>
            </a:endParaRPr>
          </a:p>
          <a:p>
            <a:pPr marL="352425" marR="5080" indent="-340360" algn="just">
              <a:lnSpc>
                <a:spcPct val="94200"/>
              </a:lnSpc>
              <a:spcBef>
                <a:spcPts val="295"/>
              </a:spcBef>
              <a:buClr>
                <a:srgbClr val="DB7E44"/>
              </a:buClr>
              <a:buFont typeface="Arial"/>
              <a:buChar char="□"/>
              <a:tabLst>
                <a:tab pos="352425" algn="l"/>
              </a:tabLst>
            </a:pPr>
            <a:endParaRPr sz="2700" dirty="0">
              <a:latin typeface="Times New Roman"/>
              <a:cs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17500" y="1739523"/>
            <a:ext cx="10375900" cy="5847755"/>
          </a:xfrm>
        </p:spPr>
        <p:txBody>
          <a:bodyPr/>
          <a:lstStyle/>
          <a:p>
            <a:r>
              <a:rPr lang="en-US" sz="2400" spc="5" dirty="0">
                <a:solidFill>
                  <a:srgbClr val="010101"/>
                </a:solidFill>
                <a:latin typeface="Times New Roman"/>
                <a:cs typeface="Times New Roman"/>
              </a:rPr>
              <a:t> It is a way to destroy the unused objects.</a:t>
            </a:r>
          </a:p>
          <a:p>
            <a:r>
              <a:rPr lang="en-IN" sz="2400" b="1" u="sng" spc="5" dirty="0">
                <a:solidFill>
                  <a:srgbClr val="010101"/>
                </a:solidFill>
                <a:latin typeface="Times New Roman"/>
                <a:cs typeface="Times New Roman"/>
              </a:rPr>
              <a:t>Advantage of Garbage Collection:</a:t>
            </a:r>
          </a:p>
          <a:p>
            <a:pPr marL="285750" indent="-285750">
              <a:buFont typeface="Arial" panose="020B0604020202020204" pitchFamily="34" charset="0"/>
              <a:buChar char="•"/>
            </a:pPr>
            <a:r>
              <a:rPr lang="en-US" sz="2400" spc="5" dirty="0">
                <a:solidFill>
                  <a:srgbClr val="010101"/>
                </a:solidFill>
                <a:latin typeface="Times New Roman"/>
                <a:cs typeface="Times New Roman"/>
              </a:rPr>
              <a:t>It makes java memory efficient because garbage collector removes the unreferenced objects from heap memory.</a:t>
            </a:r>
          </a:p>
          <a:p>
            <a:pPr marL="285750" indent="-285750">
              <a:buFont typeface="Arial" panose="020B0604020202020204" pitchFamily="34" charset="0"/>
              <a:buChar char="•"/>
            </a:pPr>
            <a:r>
              <a:rPr lang="en-US" sz="2400" spc="5" dirty="0">
                <a:solidFill>
                  <a:srgbClr val="010101"/>
                </a:solidFill>
                <a:latin typeface="Times New Roman"/>
                <a:cs typeface="Times New Roman"/>
              </a:rPr>
              <a:t>It is automatically done by the garbage collector(a part of JVM) so we don't need to make extra efforts.</a:t>
            </a:r>
          </a:p>
          <a:p>
            <a:r>
              <a:rPr lang="en-US" sz="2400" b="1" u="sng" spc="5" dirty="0">
                <a:solidFill>
                  <a:srgbClr val="010101"/>
                </a:solidFill>
                <a:latin typeface="Times New Roman"/>
                <a:cs typeface="Times New Roman"/>
              </a:rPr>
              <a:t>Object can be unreferenced by using </a:t>
            </a:r>
          </a:p>
          <a:p>
            <a:r>
              <a:rPr lang="en-US" sz="2000" spc="5" dirty="0">
                <a:solidFill>
                  <a:srgbClr val="010101"/>
                </a:solidFill>
                <a:latin typeface="Times New Roman"/>
                <a:cs typeface="Times New Roman"/>
              </a:rPr>
              <a:t>i)</a:t>
            </a:r>
            <a:r>
              <a:rPr lang="en-US" sz="2000" b="1" spc="5" dirty="0">
                <a:solidFill>
                  <a:srgbClr val="010101"/>
                </a:solidFill>
                <a:latin typeface="Times New Roman"/>
                <a:cs typeface="Times New Roman"/>
              </a:rPr>
              <a:t>By nulling a reference</a:t>
            </a:r>
            <a:r>
              <a:rPr lang="en-US" sz="2000" spc="5" dirty="0">
                <a:solidFill>
                  <a:srgbClr val="010101"/>
                </a:solidFill>
                <a:latin typeface="Times New Roman"/>
                <a:cs typeface="Times New Roman"/>
              </a:rPr>
              <a:t>:</a:t>
            </a:r>
          </a:p>
          <a:p>
            <a:r>
              <a:rPr lang="en-US" sz="2400" spc="5" dirty="0">
                <a:solidFill>
                  <a:srgbClr val="010101"/>
                </a:solidFill>
                <a:latin typeface="Times New Roman"/>
                <a:cs typeface="Times New Roman"/>
              </a:rPr>
              <a:t>	Employee e=new Employee();  </a:t>
            </a:r>
          </a:p>
          <a:p>
            <a:r>
              <a:rPr lang="en-US" sz="2400" spc="5" dirty="0">
                <a:solidFill>
                  <a:srgbClr val="010101"/>
                </a:solidFill>
                <a:latin typeface="Times New Roman"/>
                <a:cs typeface="Times New Roman"/>
              </a:rPr>
              <a:t>	e=null;  </a:t>
            </a:r>
          </a:p>
          <a:p>
            <a:r>
              <a:rPr lang="en-US" sz="2400" spc="5" dirty="0">
                <a:solidFill>
                  <a:srgbClr val="010101"/>
                </a:solidFill>
                <a:latin typeface="Times New Roman"/>
                <a:cs typeface="Times New Roman"/>
              </a:rPr>
              <a:t>ii) </a:t>
            </a:r>
            <a:r>
              <a:rPr lang="en-US" sz="2000" b="1" spc="5" dirty="0">
                <a:solidFill>
                  <a:srgbClr val="010101"/>
                </a:solidFill>
                <a:latin typeface="Times New Roman"/>
                <a:cs typeface="Times New Roman"/>
              </a:rPr>
              <a:t>By assigning a reference to another:</a:t>
            </a:r>
          </a:p>
          <a:p>
            <a:r>
              <a:rPr lang="en-US" sz="2400" spc="5" dirty="0">
                <a:solidFill>
                  <a:srgbClr val="010101"/>
                </a:solidFill>
                <a:latin typeface="Times New Roman"/>
                <a:cs typeface="Times New Roman"/>
              </a:rPr>
              <a:t>	Employee e1=new Employee();  </a:t>
            </a:r>
          </a:p>
          <a:p>
            <a:r>
              <a:rPr lang="en-US" sz="2400" spc="5" dirty="0">
                <a:solidFill>
                  <a:srgbClr val="010101"/>
                </a:solidFill>
                <a:latin typeface="Times New Roman"/>
                <a:cs typeface="Times New Roman"/>
              </a:rPr>
              <a:t>	Employee e2=new Employee();  </a:t>
            </a:r>
          </a:p>
          <a:p>
            <a:r>
              <a:rPr lang="en-US" sz="2400" spc="5" dirty="0">
                <a:solidFill>
                  <a:srgbClr val="010101"/>
                </a:solidFill>
                <a:latin typeface="Times New Roman"/>
                <a:cs typeface="Times New Roman"/>
              </a:rPr>
              <a:t>	e1=e2;//now the first object referred by e1 is available for garbage collection  iii) </a:t>
            </a:r>
            <a:r>
              <a:rPr lang="en-US" sz="2000" b="1" spc="5" dirty="0">
                <a:solidFill>
                  <a:srgbClr val="010101"/>
                </a:solidFill>
                <a:latin typeface="Times New Roman"/>
                <a:cs typeface="Times New Roman"/>
              </a:rPr>
              <a:t>By anonymous object:</a:t>
            </a:r>
          </a:p>
          <a:p>
            <a:r>
              <a:rPr lang="en-US" sz="2400" spc="5" dirty="0">
                <a:solidFill>
                  <a:srgbClr val="010101"/>
                </a:solidFill>
                <a:latin typeface="Times New Roman"/>
                <a:cs typeface="Times New Roman"/>
              </a:rPr>
              <a:t>	new Employee();</a:t>
            </a:r>
            <a:r>
              <a:rPr lang="en-US" dirty="0"/>
              <a:t>  </a:t>
            </a:r>
            <a:endParaRPr lang="en-IN" dirty="0"/>
          </a:p>
        </p:txBody>
      </p:sp>
      <p:sp>
        <p:nvSpPr>
          <p:cNvPr id="4" name="object 2"/>
          <p:cNvSpPr txBox="1">
            <a:spLocks noGrp="1"/>
          </p:cNvSpPr>
          <p:nvPr>
            <p:ph type="title"/>
          </p:nvPr>
        </p:nvSpPr>
        <p:spPr>
          <a:xfrm>
            <a:off x="1276567" y="575905"/>
            <a:ext cx="8465820" cy="690244"/>
          </a:xfrm>
          <a:prstGeom prst="rect">
            <a:avLst/>
          </a:prstGeom>
        </p:spPr>
        <p:txBody>
          <a:bodyPr vert="horz" wrap="square" lIns="0" tIns="13970" rIns="0" bIns="0" rtlCol="0">
            <a:spAutoFit/>
          </a:bodyPr>
          <a:lstStyle/>
          <a:p>
            <a:pPr marL="22860">
              <a:lnSpc>
                <a:spcPct val="100000"/>
              </a:lnSpc>
              <a:spcBef>
                <a:spcPts val="110"/>
              </a:spcBef>
            </a:pPr>
            <a:r>
              <a:rPr sz="4450" dirty="0">
                <a:solidFill>
                  <a:srgbClr val="7B675E"/>
                </a:solidFill>
                <a:latin typeface="Times New Roman"/>
                <a:cs typeface="Times New Roman"/>
              </a:rPr>
              <a:t>Garbage</a:t>
            </a:r>
            <a:r>
              <a:rPr sz="4450" spc="484" dirty="0">
                <a:solidFill>
                  <a:srgbClr val="7B675E"/>
                </a:solidFill>
                <a:latin typeface="Times New Roman"/>
                <a:cs typeface="Times New Roman"/>
              </a:rPr>
              <a:t> </a:t>
            </a:r>
            <a:r>
              <a:rPr sz="4450" spc="-10" dirty="0">
                <a:solidFill>
                  <a:srgbClr val="7B675E"/>
                </a:solidFill>
                <a:latin typeface="Times New Roman"/>
                <a:cs typeface="Times New Roman"/>
              </a:rPr>
              <a:t>Collection</a:t>
            </a:r>
            <a:endParaRPr sz="4450" dirty="0">
              <a:latin typeface="Times New Roman"/>
              <a:cs typeface="Times New Roman"/>
            </a:endParaRPr>
          </a:p>
        </p:txBody>
      </p:sp>
    </p:spTree>
    <p:extLst>
      <p:ext uri="{BB962C8B-B14F-4D97-AF65-F5344CB8AC3E}">
        <p14:creationId xmlns:p14="http://schemas.microsoft.com/office/powerpoint/2010/main" val="220332067"/>
      </p:ext>
    </p:extLst>
  </p:cSld>
  <p:clrMapOvr>
    <a:overrideClrMapping bg1="lt1" tx1="dk1" bg2="lt2" tx2="dk2" accent1="accent1" accent2="accent2" accent3="accent3" accent4="accent4" accent5="accent5" accent6="accent6" hlink="hlink" folHlink="folHlink"/>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52646" y="604703"/>
            <a:ext cx="5578475" cy="705485"/>
          </a:xfrm>
          <a:prstGeom prst="rect">
            <a:avLst/>
          </a:prstGeom>
        </p:spPr>
        <p:txBody>
          <a:bodyPr vert="horz" wrap="square" lIns="0" tIns="13970" rIns="0" bIns="0" rtlCol="0">
            <a:spAutoFit/>
          </a:bodyPr>
          <a:lstStyle/>
          <a:p>
            <a:pPr marL="12700">
              <a:lnSpc>
                <a:spcPct val="100000"/>
              </a:lnSpc>
              <a:spcBef>
                <a:spcPts val="110"/>
              </a:spcBef>
            </a:pPr>
            <a:r>
              <a:rPr sz="4450" b="1" dirty="0">
                <a:solidFill>
                  <a:srgbClr val="79665D"/>
                </a:solidFill>
                <a:latin typeface="Times New Roman"/>
                <a:cs typeface="Times New Roman"/>
              </a:rPr>
              <a:t>The</a:t>
            </a:r>
            <a:r>
              <a:rPr sz="4450" b="1" spc="290" dirty="0">
                <a:solidFill>
                  <a:srgbClr val="79665D"/>
                </a:solidFill>
                <a:latin typeface="Times New Roman"/>
                <a:cs typeface="Times New Roman"/>
              </a:rPr>
              <a:t> </a:t>
            </a:r>
            <a:r>
              <a:rPr sz="4450" b="1" dirty="0">
                <a:solidFill>
                  <a:srgbClr val="79665D"/>
                </a:solidFill>
                <a:latin typeface="Times New Roman"/>
                <a:cs typeface="Times New Roman"/>
              </a:rPr>
              <a:t>finalize(</a:t>
            </a:r>
            <a:r>
              <a:rPr sz="4450" b="1" spc="365" dirty="0">
                <a:solidFill>
                  <a:srgbClr val="79665D"/>
                </a:solidFill>
                <a:latin typeface="Times New Roman"/>
                <a:cs typeface="Times New Roman"/>
              </a:rPr>
              <a:t> </a:t>
            </a:r>
            <a:r>
              <a:rPr sz="4450" dirty="0">
                <a:solidFill>
                  <a:srgbClr val="79665D"/>
                </a:solidFill>
                <a:latin typeface="Times New Roman"/>
                <a:cs typeface="Times New Roman"/>
              </a:rPr>
              <a:t>)</a:t>
            </a:r>
            <a:r>
              <a:rPr sz="4450" spc="260" dirty="0">
                <a:solidFill>
                  <a:srgbClr val="79665D"/>
                </a:solidFill>
                <a:latin typeface="Times New Roman"/>
                <a:cs typeface="Times New Roman"/>
              </a:rPr>
              <a:t> </a:t>
            </a:r>
            <a:r>
              <a:rPr sz="4450" b="1" spc="-10" dirty="0">
                <a:solidFill>
                  <a:srgbClr val="79665D"/>
                </a:solidFill>
                <a:latin typeface="Times New Roman"/>
                <a:cs typeface="Times New Roman"/>
              </a:rPr>
              <a:t>Method</a:t>
            </a:r>
            <a:endParaRPr sz="4450">
              <a:latin typeface="Times New Roman"/>
              <a:cs typeface="Times New Roman"/>
            </a:endParaRPr>
          </a:p>
        </p:txBody>
      </p:sp>
      <p:sp>
        <p:nvSpPr>
          <p:cNvPr id="3" name="object 3"/>
          <p:cNvSpPr txBox="1"/>
          <p:nvPr/>
        </p:nvSpPr>
        <p:spPr>
          <a:xfrm>
            <a:off x="510465" y="1393037"/>
            <a:ext cx="9156065" cy="4977765"/>
          </a:xfrm>
          <a:prstGeom prst="rect">
            <a:avLst/>
          </a:prstGeom>
        </p:spPr>
        <p:txBody>
          <a:bodyPr vert="horz" wrap="square" lIns="0" tIns="13335" rIns="0" bIns="0" rtlCol="0">
            <a:spAutoFit/>
          </a:bodyPr>
          <a:lstStyle/>
          <a:p>
            <a:pPr marL="12700">
              <a:lnSpc>
                <a:spcPts val="3204"/>
              </a:lnSpc>
              <a:spcBef>
                <a:spcPts val="105"/>
              </a:spcBef>
            </a:pPr>
            <a:endParaRPr sz="2700" dirty="0">
              <a:latin typeface="Times New Roman"/>
              <a:cs typeface="Times New Roman"/>
            </a:endParaRPr>
          </a:p>
          <a:p>
            <a:pPr marL="642620" marR="10795" indent="-341630" algn="just">
              <a:lnSpc>
                <a:spcPct val="83900"/>
              </a:lnSpc>
              <a:spcBef>
                <a:spcPts val="505"/>
              </a:spcBef>
              <a:buClr>
                <a:srgbClr val="DB7E44"/>
              </a:buClr>
              <a:buFont typeface="Arial"/>
              <a:buChar char="□"/>
              <a:tabLst>
                <a:tab pos="642620" algn="l"/>
              </a:tabLst>
            </a:pPr>
            <a:r>
              <a:rPr sz="2800" dirty="0">
                <a:solidFill>
                  <a:srgbClr val="010101"/>
                </a:solidFill>
                <a:latin typeface="Times New Roman"/>
                <a:cs typeface="Times New Roman"/>
              </a:rPr>
              <a:t>It</a:t>
            </a:r>
            <a:r>
              <a:rPr sz="2800" spc="395" dirty="0">
                <a:solidFill>
                  <a:srgbClr val="010101"/>
                </a:solidFill>
                <a:latin typeface="Times New Roman"/>
                <a:cs typeface="Times New Roman"/>
              </a:rPr>
              <a:t> </a:t>
            </a:r>
            <a:r>
              <a:rPr sz="2800" spc="60" dirty="0">
                <a:solidFill>
                  <a:srgbClr val="010101"/>
                </a:solidFill>
                <a:latin typeface="Times New Roman"/>
                <a:cs typeface="Times New Roman"/>
              </a:rPr>
              <a:t>is</a:t>
            </a:r>
            <a:r>
              <a:rPr sz="2800" spc="370" dirty="0">
                <a:solidFill>
                  <a:srgbClr val="010101"/>
                </a:solidFill>
                <a:latin typeface="Times New Roman"/>
                <a:cs typeface="Times New Roman"/>
              </a:rPr>
              <a:t> </a:t>
            </a:r>
            <a:r>
              <a:rPr sz="2800" dirty="0">
                <a:solidFill>
                  <a:srgbClr val="010101"/>
                </a:solidFill>
                <a:latin typeface="Times New Roman"/>
                <a:cs typeface="Times New Roman"/>
              </a:rPr>
              <a:t>possible</a:t>
            </a:r>
            <a:r>
              <a:rPr sz="2800" spc="575" dirty="0">
                <a:solidFill>
                  <a:srgbClr val="010101"/>
                </a:solidFill>
                <a:latin typeface="Times New Roman"/>
                <a:cs typeface="Times New Roman"/>
              </a:rPr>
              <a:t> </a:t>
            </a:r>
            <a:r>
              <a:rPr sz="2800" dirty="0">
                <a:solidFill>
                  <a:srgbClr val="010101"/>
                </a:solidFill>
                <a:latin typeface="Times New Roman"/>
                <a:cs typeface="Times New Roman"/>
              </a:rPr>
              <a:t>to</a:t>
            </a:r>
            <a:r>
              <a:rPr sz="2800" spc="400" dirty="0">
                <a:solidFill>
                  <a:srgbClr val="010101"/>
                </a:solidFill>
                <a:latin typeface="Times New Roman"/>
                <a:cs typeface="Times New Roman"/>
              </a:rPr>
              <a:t> </a:t>
            </a:r>
            <a:r>
              <a:rPr sz="2800" dirty="0">
                <a:solidFill>
                  <a:srgbClr val="010101"/>
                </a:solidFill>
                <a:latin typeface="Times New Roman"/>
                <a:cs typeface="Times New Roman"/>
              </a:rPr>
              <a:t>define</a:t>
            </a:r>
            <a:r>
              <a:rPr sz="2800" spc="515" dirty="0">
                <a:solidFill>
                  <a:srgbClr val="010101"/>
                </a:solidFill>
                <a:latin typeface="Times New Roman"/>
                <a:cs typeface="Times New Roman"/>
              </a:rPr>
              <a:t> </a:t>
            </a:r>
            <a:r>
              <a:rPr sz="2800" spc="95" dirty="0">
                <a:solidFill>
                  <a:srgbClr val="010101"/>
                </a:solidFill>
                <a:latin typeface="Times New Roman"/>
                <a:cs typeface="Times New Roman"/>
              </a:rPr>
              <a:t>a</a:t>
            </a:r>
            <a:r>
              <a:rPr sz="2800" spc="355" dirty="0">
                <a:solidFill>
                  <a:srgbClr val="010101"/>
                </a:solidFill>
                <a:latin typeface="Times New Roman"/>
                <a:cs typeface="Times New Roman"/>
              </a:rPr>
              <a:t> </a:t>
            </a:r>
            <a:r>
              <a:rPr sz="2800" dirty="0">
                <a:solidFill>
                  <a:srgbClr val="010101"/>
                </a:solidFill>
                <a:latin typeface="Times New Roman"/>
                <a:cs typeface="Times New Roman"/>
              </a:rPr>
              <a:t>method</a:t>
            </a:r>
            <a:r>
              <a:rPr sz="2800" spc="600" dirty="0">
                <a:solidFill>
                  <a:srgbClr val="010101"/>
                </a:solidFill>
                <a:latin typeface="Times New Roman"/>
                <a:cs typeface="Times New Roman"/>
              </a:rPr>
              <a:t> </a:t>
            </a:r>
            <a:r>
              <a:rPr sz="2800" dirty="0">
                <a:solidFill>
                  <a:srgbClr val="010101"/>
                </a:solidFill>
                <a:latin typeface="Times New Roman"/>
                <a:cs typeface="Times New Roman"/>
              </a:rPr>
              <a:t>that</a:t>
            </a:r>
            <a:r>
              <a:rPr sz="2800" spc="465" dirty="0">
                <a:solidFill>
                  <a:srgbClr val="010101"/>
                </a:solidFill>
                <a:latin typeface="Times New Roman"/>
                <a:cs typeface="Times New Roman"/>
              </a:rPr>
              <a:t> </a:t>
            </a:r>
            <a:r>
              <a:rPr sz="2800" dirty="0">
                <a:solidFill>
                  <a:srgbClr val="010101"/>
                </a:solidFill>
                <a:latin typeface="Times New Roman"/>
                <a:cs typeface="Times New Roman"/>
              </a:rPr>
              <a:t>will</a:t>
            </a:r>
            <a:r>
              <a:rPr sz="2800" spc="445" dirty="0">
                <a:solidFill>
                  <a:srgbClr val="010101"/>
                </a:solidFill>
                <a:latin typeface="Times New Roman"/>
                <a:cs typeface="Times New Roman"/>
              </a:rPr>
              <a:t> </a:t>
            </a:r>
            <a:r>
              <a:rPr sz="2800" spc="50" dirty="0">
                <a:solidFill>
                  <a:srgbClr val="010101"/>
                </a:solidFill>
                <a:latin typeface="Times New Roman"/>
                <a:cs typeface="Times New Roman"/>
              </a:rPr>
              <a:t>be</a:t>
            </a:r>
            <a:r>
              <a:rPr sz="2800" spc="405" dirty="0">
                <a:solidFill>
                  <a:srgbClr val="010101"/>
                </a:solidFill>
                <a:latin typeface="Times New Roman"/>
                <a:cs typeface="Times New Roman"/>
              </a:rPr>
              <a:t> </a:t>
            </a:r>
            <a:r>
              <a:rPr sz="2800" dirty="0">
                <a:solidFill>
                  <a:srgbClr val="010101"/>
                </a:solidFill>
                <a:latin typeface="Times New Roman"/>
                <a:cs typeface="Times New Roman"/>
              </a:rPr>
              <a:t>called</a:t>
            </a:r>
            <a:r>
              <a:rPr sz="2800" spc="440" dirty="0">
                <a:solidFill>
                  <a:srgbClr val="010101"/>
                </a:solidFill>
                <a:latin typeface="Times New Roman"/>
                <a:cs typeface="Times New Roman"/>
              </a:rPr>
              <a:t> </a:t>
            </a:r>
            <a:r>
              <a:rPr sz="2800" spc="-20" dirty="0">
                <a:solidFill>
                  <a:srgbClr val="010101"/>
                </a:solidFill>
                <a:latin typeface="Times New Roman"/>
                <a:cs typeface="Times New Roman"/>
              </a:rPr>
              <a:t>just </a:t>
            </a:r>
            <a:r>
              <a:rPr sz="2800" dirty="0">
                <a:solidFill>
                  <a:srgbClr val="010101"/>
                </a:solidFill>
                <a:latin typeface="Times New Roman"/>
                <a:cs typeface="Times New Roman"/>
              </a:rPr>
              <a:t>before</a:t>
            </a:r>
            <a:r>
              <a:rPr sz="2800" spc="420" dirty="0">
                <a:solidFill>
                  <a:srgbClr val="010101"/>
                </a:solidFill>
                <a:latin typeface="Times New Roman"/>
                <a:cs typeface="Times New Roman"/>
              </a:rPr>
              <a:t>  </a:t>
            </a:r>
            <a:r>
              <a:rPr sz="2800" dirty="0">
                <a:solidFill>
                  <a:srgbClr val="010101"/>
                </a:solidFill>
                <a:latin typeface="Times New Roman"/>
                <a:cs typeface="Times New Roman"/>
              </a:rPr>
              <a:t>an</a:t>
            </a:r>
            <a:r>
              <a:rPr sz="2800" spc="370" dirty="0">
                <a:solidFill>
                  <a:srgbClr val="010101"/>
                </a:solidFill>
                <a:latin typeface="Times New Roman"/>
                <a:cs typeface="Times New Roman"/>
              </a:rPr>
              <a:t>  </a:t>
            </a:r>
            <a:r>
              <a:rPr sz="2800" dirty="0">
                <a:solidFill>
                  <a:srgbClr val="010101"/>
                </a:solidFill>
                <a:latin typeface="Times New Roman"/>
                <a:cs typeface="Times New Roman"/>
              </a:rPr>
              <a:t>object's</a:t>
            </a:r>
            <a:r>
              <a:rPr sz="2800" spc="405" dirty="0">
                <a:solidFill>
                  <a:srgbClr val="010101"/>
                </a:solidFill>
                <a:latin typeface="Times New Roman"/>
                <a:cs typeface="Times New Roman"/>
              </a:rPr>
              <a:t>  </a:t>
            </a:r>
            <a:r>
              <a:rPr sz="2800" dirty="0">
                <a:solidFill>
                  <a:srgbClr val="010101"/>
                </a:solidFill>
                <a:latin typeface="Times New Roman"/>
                <a:cs typeface="Times New Roman"/>
              </a:rPr>
              <a:t>final</a:t>
            </a:r>
            <a:r>
              <a:rPr sz="2800" spc="380" dirty="0">
                <a:solidFill>
                  <a:srgbClr val="010101"/>
                </a:solidFill>
                <a:latin typeface="Times New Roman"/>
                <a:cs typeface="Times New Roman"/>
              </a:rPr>
              <a:t>  </a:t>
            </a:r>
            <a:r>
              <a:rPr sz="2800" dirty="0">
                <a:solidFill>
                  <a:srgbClr val="010101"/>
                </a:solidFill>
                <a:latin typeface="Times New Roman"/>
                <a:cs typeface="Times New Roman"/>
              </a:rPr>
              <a:t>destruction</a:t>
            </a:r>
            <a:r>
              <a:rPr sz="2800" spc="445" dirty="0">
                <a:solidFill>
                  <a:srgbClr val="010101"/>
                </a:solidFill>
                <a:latin typeface="Times New Roman"/>
                <a:cs typeface="Times New Roman"/>
              </a:rPr>
              <a:t>  </a:t>
            </a:r>
            <a:r>
              <a:rPr sz="2800" spc="55" dirty="0">
                <a:solidFill>
                  <a:srgbClr val="010101"/>
                </a:solidFill>
                <a:latin typeface="Times New Roman"/>
                <a:cs typeface="Times New Roman"/>
              </a:rPr>
              <a:t>by</a:t>
            </a:r>
            <a:r>
              <a:rPr sz="2800" spc="350" dirty="0">
                <a:solidFill>
                  <a:srgbClr val="010101"/>
                </a:solidFill>
                <a:latin typeface="Times New Roman"/>
                <a:cs typeface="Times New Roman"/>
              </a:rPr>
              <a:t>  </a:t>
            </a:r>
            <a:r>
              <a:rPr sz="2800" dirty="0">
                <a:solidFill>
                  <a:srgbClr val="010101"/>
                </a:solidFill>
                <a:latin typeface="Times New Roman"/>
                <a:cs typeface="Times New Roman"/>
              </a:rPr>
              <a:t>the</a:t>
            </a:r>
            <a:r>
              <a:rPr sz="2800" spc="380" dirty="0">
                <a:solidFill>
                  <a:srgbClr val="010101"/>
                </a:solidFill>
                <a:latin typeface="Times New Roman"/>
                <a:cs typeface="Times New Roman"/>
              </a:rPr>
              <a:t>  </a:t>
            </a:r>
            <a:r>
              <a:rPr sz="2800" spc="-10" dirty="0">
                <a:solidFill>
                  <a:srgbClr val="010101"/>
                </a:solidFill>
                <a:latin typeface="Times New Roman"/>
                <a:cs typeface="Times New Roman"/>
              </a:rPr>
              <a:t>garbage </a:t>
            </a:r>
            <a:r>
              <a:rPr sz="2800" dirty="0">
                <a:solidFill>
                  <a:srgbClr val="010101"/>
                </a:solidFill>
                <a:latin typeface="Times New Roman"/>
                <a:cs typeface="Times New Roman"/>
              </a:rPr>
              <a:t>collector.</a:t>
            </a:r>
            <a:r>
              <a:rPr sz="2800" spc="515" dirty="0">
                <a:solidFill>
                  <a:srgbClr val="010101"/>
                </a:solidFill>
                <a:latin typeface="Times New Roman"/>
                <a:cs typeface="Times New Roman"/>
              </a:rPr>
              <a:t> </a:t>
            </a:r>
            <a:r>
              <a:rPr sz="2800" dirty="0">
                <a:solidFill>
                  <a:srgbClr val="010101"/>
                </a:solidFill>
                <a:latin typeface="Times New Roman"/>
                <a:cs typeface="Times New Roman"/>
              </a:rPr>
              <a:t>This</a:t>
            </a:r>
            <a:r>
              <a:rPr sz="2800" spc="375" dirty="0">
                <a:solidFill>
                  <a:srgbClr val="010101"/>
                </a:solidFill>
                <a:latin typeface="Times New Roman"/>
                <a:cs typeface="Times New Roman"/>
              </a:rPr>
              <a:t> </a:t>
            </a:r>
            <a:r>
              <a:rPr sz="2800" dirty="0">
                <a:solidFill>
                  <a:srgbClr val="010101"/>
                </a:solidFill>
                <a:latin typeface="Times New Roman"/>
                <a:cs typeface="Times New Roman"/>
              </a:rPr>
              <a:t>method</a:t>
            </a:r>
            <a:r>
              <a:rPr sz="2800" spc="450" dirty="0">
                <a:solidFill>
                  <a:srgbClr val="010101"/>
                </a:solidFill>
                <a:latin typeface="Times New Roman"/>
                <a:cs typeface="Times New Roman"/>
              </a:rPr>
              <a:t> </a:t>
            </a:r>
            <a:r>
              <a:rPr sz="2800" dirty="0">
                <a:solidFill>
                  <a:srgbClr val="010101"/>
                </a:solidFill>
                <a:latin typeface="Times New Roman"/>
                <a:cs typeface="Times New Roman"/>
              </a:rPr>
              <a:t>is</a:t>
            </a:r>
            <a:r>
              <a:rPr sz="2800" spc="300" dirty="0">
                <a:solidFill>
                  <a:srgbClr val="010101"/>
                </a:solidFill>
                <a:latin typeface="Times New Roman"/>
                <a:cs typeface="Times New Roman"/>
              </a:rPr>
              <a:t> </a:t>
            </a:r>
            <a:r>
              <a:rPr sz="2800" dirty="0">
                <a:solidFill>
                  <a:srgbClr val="010101"/>
                </a:solidFill>
                <a:latin typeface="Times New Roman"/>
                <a:cs typeface="Times New Roman"/>
              </a:rPr>
              <a:t>called</a:t>
            </a:r>
            <a:r>
              <a:rPr sz="2800" spc="405" dirty="0">
                <a:solidFill>
                  <a:srgbClr val="010101"/>
                </a:solidFill>
                <a:latin typeface="Times New Roman"/>
                <a:cs typeface="Times New Roman"/>
              </a:rPr>
              <a:t> </a:t>
            </a:r>
            <a:r>
              <a:rPr sz="2800" dirty="0">
                <a:solidFill>
                  <a:srgbClr val="010101"/>
                </a:solidFill>
                <a:latin typeface="Times New Roman"/>
                <a:cs typeface="Times New Roman"/>
              </a:rPr>
              <a:t>finalize(</a:t>
            </a:r>
            <a:r>
              <a:rPr sz="2800" spc="450" dirty="0">
                <a:solidFill>
                  <a:srgbClr val="010101"/>
                </a:solidFill>
                <a:latin typeface="Times New Roman"/>
                <a:cs typeface="Times New Roman"/>
              </a:rPr>
              <a:t> </a:t>
            </a:r>
            <a:r>
              <a:rPr sz="2800" spc="55" dirty="0">
                <a:solidFill>
                  <a:srgbClr val="010101"/>
                </a:solidFill>
                <a:latin typeface="Times New Roman"/>
                <a:cs typeface="Times New Roman"/>
              </a:rPr>
              <a:t>),</a:t>
            </a:r>
            <a:r>
              <a:rPr sz="2800" spc="260" dirty="0">
                <a:solidFill>
                  <a:srgbClr val="010101"/>
                </a:solidFill>
                <a:latin typeface="Times New Roman"/>
                <a:cs typeface="Times New Roman"/>
              </a:rPr>
              <a:t> </a:t>
            </a:r>
            <a:r>
              <a:rPr sz="2800" dirty="0">
                <a:solidFill>
                  <a:srgbClr val="010101"/>
                </a:solidFill>
                <a:latin typeface="Times New Roman"/>
                <a:cs typeface="Times New Roman"/>
              </a:rPr>
              <a:t>and</a:t>
            </a:r>
            <a:r>
              <a:rPr sz="2800" spc="385" dirty="0">
                <a:solidFill>
                  <a:srgbClr val="010101"/>
                </a:solidFill>
                <a:latin typeface="Times New Roman"/>
                <a:cs typeface="Times New Roman"/>
              </a:rPr>
              <a:t> </a:t>
            </a:r>
            <a:r>
              <a:rPr sz="2800" dirty="0">
                <a:solidFill>
                  <a:srgbClr val="010101"/>
                </a:solidFill>
                <a:latin typeface="Times New Roman"/>
                <a:cs typeface="Times New Roman"/>
              </a:rPr>
              <a:t>it</a:t>
            </a:r>
            <a:r>
              <a:rPr sz="2800" spc="305" dirty="0">
                <a:solidFill>
                  <a:srgbClr val="010101"/>
                </a:solidFill>
                <a:latin typeface="Times New Roman"/>
                <a:cs typeface="Times New Roman"/>
              </a:rPr>
              <a:t> </a:t>
            </a:r>
            <a:r>
              <a:rPr sz="2800" spc="60" dirty="0">
                <a:solidFill>
                  <a:srgbClr val="010101"/>
                </a:solidFill>
                <a:latin typeface="Times New Roman"/>
                <a:cs typeface="Times New Roman"/>
              </a:rPr>
              <a:t>can</a:t>
            </a:r>
            <a:r>
              <a:rPr sz="2800" spc="310" dirty="0">
                <a:solidFill>
                  <a:srgbClr val="010101"/>
                </a:solidFill>
                <a:latin typeface="Times New Roman"/>
                <a:cs typeface="Times New Roman"/>
              </a:rPr>
              <a:t> </a:t>
            </a:r>
            <a:r>
              <a:rPr sz="2800" spc="35" dirty="0">
                <a:solidFill>
                  <a:srgbClr val="010101"/>
                </a:solidFill>
                <a:latin typeface="Times New Roman"/>
                <a:cs typeface="Times New Roman"/>
              </a:rPr>
              <a:t>be </a:t>
            </a:r>
            <a:r>
              <a:rPr sz="2800" spc="50" dirty="0">
                <a:solidFill>
                  <a:srgbClr val="010101"/>
                </a:solidFill>
                <a:latin typeface="Times New Roman"/>
                <a:cs typeface="Times New Roman"/>
              </a:rPr>
              <a:t>used</a:t>
            </a:r>
            <a:r>
              <a:rPr sz="2800" spc="185" dirty="0">
                <a:solidFill>
                  <a:srgbClr val="010101"/>
                </a:solidFill>
                <a:latin typeface="Times New Roman"/>
                <a:cs typeface="Times New Roman"/>
              </a:rPr>
              <a:t> </a:t>
            </a:r>
            <a:r>
              <a:rPr sz="2800" dirty="0">
                <a:solidFill>
                  <a:srgbClr val="010101"/>
                </a:solidFill>
                <a:latin typeface="Times New Roman"/>
                <a:cs typeface="Times New Roman"/>
              </a:rPr>
              <a:t>to</a:t>
            </a:r>
            <a:r>
              <a:rPr sz="2800" spc="170" dirty="0">
                <a:solidFill>
                  <a:srgbClr val="010101"/>
                </a:solidFill>
                <a:latin typeface="Times New Roman"/>
                <a:cs typeface="Times New Roman"/>
              </a:rPr>
              <a:t> </a:t>
            </a:r>
            <a:r>
              <a:rPr sz="2800" dirty="0">
                <a:solidFill>
                  <a:srgbClr val="010101"/>
                </a:solidFill>
                <a:latin typeface="Times New Roman"/>
                <a:cs typeface="Times New Roman"/>
              </a:rPr>
              <a:t>ensure</a:t>
            </a:r>
            <a:r>
              <a:rPr sz="2800" spc="254" dirty="0">
                <a:solidFill>
                  <a:srgbClr val="010101"/>
                </a:solidFill>
                <a:latin typeface="Times New Roman"/>
                <a:cs typeface="Times New Roman"/>
              </a:rPr>
              <a:t> </a:t>
            </a:r>
            <a:r>
              <a:rPr sz="2800" dirty="0">
                <a:solidFill>
                  <a:srgbClr val="010101"/>
                </a:solidFill>
                <a:latin typeface="Times New Roman"/>
                <a:cs typeface="Times New Roman"/>
              </a:rPr>
              <a:t>that</a:t>
            </a:r>
            <a:r>
              <a:rPr sz="2800" spc="190" dirty="0">
                <a:solidFill>
                  <a:srgbClr val="010101"/>
                </a:solidFill>
                <a:latin typeface="Times New Roman"/>
                <a:cs typeface="Times New Roman"/>
              </a:rPr>
              <a:t> </a:t>
            </a:r>
            <a:r>
              <a:rPr sz="2800" spc="50" dirty="0">
                <a:solidFill>
                  <a:srgbClr val="010101"/>
                </a:solidFill>
                <a:latin typeface="Times New Roman"/>
                <a:cs typeface="Times New Roman"/>
              </a:rPr>
              <a:t>an</a:t>
            </a:r>
            <a:r>
              <a:rPr sz="2800" spc="195" dirty="0">
                <a:solidFill>
                  <a:srgbClr val="010101"/>
                </a:solidFill>
                <a:latin typeface="Times New Roman"/>
                <a:cs typeface="Times New Roman"/>
              </a:rPr>
              <a:t> </a:t>
            </a:r>
            <a:r>
              <a:rPr sz="2800" dirty="0">
                <a:solidFill>
                  <a:srgbClr val="010101"/>
                </a:solidFill>
                <a:latin typeface="Times New Roman"/>
                <a:cs typeface="Times New Roman"/>
              </a:rPr>
              <a:t>object</a:t>
            </a:r>
            <a:r>
              <a:rPr sz="2800" spc="220" dirty="0">
                <a:solidFill>
                  <a:srgbClr val="010101"/>
                </a:solidFill>
                <a:latin typeface="Times New Roman"/>
                <a:cs typeface="Times New Roman"/>
              </a:rPr>
              <a:t> </a:t>
            </a:r>
            <a:r>
              <a:rPr sz="2800" dirty="0">
                <a:solidFill>
                  <a:srgbClr val="010101"/>
                </a:solidFill>
                <a:latin typeface="Times New Roman"/>
                <a:cs typeface="Times New Roman"/>
              </a:rPr>
              <a:t>terminates</a:t>
            </a:r>
            <a:r>
              <a:rPr sz="2800" spc="340" dirty="0">
                <a:solidFill>
                  <a:srgbClr val="010101"/>
                </a:solidFill>
                <a:latin typeface="Times New Roman"/>
                <a:cs typeface="Times New Roman"/>
              </a:rPr>
              <a:t> </a:t>
            </a:r>
            <a:r>
              <a:rPr sz="2800" spc="-10" dirty="0">
                <a:solidFill>
                  <a:srgbClr val="010101"/>
                </a:solidFill>
                <a:latin typeface="Times New Roman"/>
                <a:cs typeface="Times New Roman"/>
              </a:rPr>
              <a:t>cleanly.</a:t>
            </a:r>
            <a:endParaRPr sz="2800" dirty="0">
              <a:latin typeface="Times New Roman"/>
              <a:cs typeface="Times New Roman"/>
            </a:endParaRPr>
          </a:p>
          <a:p>
            <a:pPr marL="641985" marR="5080" indent="-340995" algn="just">
              <a:lnSpc>
                <a:spcPct val="83900"/>
              </a:lnSpc>
              <a:spcBef>
                <a:spcPts val="730"/>
              </a:spcBef>
              <a:buClr>
                <a:srgbClr val="DB7E44"/>
              </a:buClr>
              <a:buFont typeface="Arial"/>
              <a:buChar char="□"/>
              <a:tabLst>
                <a:tab pos="641985" algn="l"/>
              </a:tabLst>
            </a:pPr>
            <a:r>
              <a:rPr sz="2800" dirty="0">
                <a:solidFill>
                  <a:srgbClr val="010101"/>
                </a:solidFill>
                <a:latin typeface="Times New Roman"/>
                <a:cs typeface="Times New Roman"/>
              </a:rPr>
              <a:t>For</a:t>
            </a:r>
            <a:r>
              <a:rPr sz="2800" spc="290" dirty="0">
                <a:solidFill>
                  <a:srgbClr val="010101"/>
                </a:solidFill>
                <a:latin typeface="Times New Roman"/>
                <a:cs typeface="Times New Roman"/>
              </a:rPr>
              <a:t> </a:t>
            </a:r>
            <a:r>
              <a:rPr sz="2800" dirty="0">
                <a:solidFill>
                  <a:srgbClr val="010101"/>
                </a:solidFill>
                <a:latin typeface="Times New Roman"/>
                <a:cs typeface="Times New Roman"/>
              </a:rPr>
              <a:t>example,</a:t>
            </a:r>
            <a:r>
              <a:rPr sz="2800" spc="395" dirty="0">
                <a:solidFill>
                  <a:srgbClr val="010101"/>
                </a:solidFill>
                <a:latin typeface="Times New Roman"/>
                <a:cs typeface="Times New Roman"/>
              </a:rPr>
              <a:t> </a:t>
            </a:r>
            <a:r>
              <a:rPr sz="2800" spc="55" dirty="0">
                <a:solidFill>
                  <a:srgbClr val="010101"/>
                </a:solidFill>
                <a:latin typeface="Times New Roman"/>
                <a:cs typeface="Times New Roman"/>
              </a:rPr>
              <a:t>you</a:t>
            </a:r>
            <a:r>
              <a:rPr sz="2800" spc="310" dirty="0">
                <a:solidFill>
                  <a:srgbClr val="010101"/>
                </a:solidFill>
                <a:latin typeface="Times New Roman"/>
                <a:cs typeface="Times New Roman"/>
              </a:rPr>
              <a:t> </a:t>
            </a:r>
            <a:r>
              <a:rPr sz="2800" dirty="0">
                <a:solidFill>
                  <a:srgbClr val="010101"/>
                </a:solidFill>
                <a:latin typeface="Times New Roman"/>
                <a:cs typeface="Times New Roman"/>
              </a:rPr>
              <a:t>might</a:t>
            </a:r>
            <a:r>
              <a:rPr sz="2800" spc="325" dirty="0">
                <a:solidFill>
                  <a:srgbClr val="010101"/>
                </a:solidFill>
                <a:latin typeface="Times New Roman"/>
                <a:cs typeface="Times New Roman"/>
              </a:rPr>
              <a:t> </a:t>
            </a:r>
            <a:r>
              <a:rPr sz="2800" spc="55" dirty="0">
                <a:solidFill>
                  <a:srgbClr val="010101"/>
                </a:solidFill>
                <a:latin typeface="Times New Roman"/>
                <a:cs typeface="Times New Roman"/>
              </a:rPr>
              <a:t>use</a:t>
            </a:r>
            <a:r>
              <a:rPr sz="2800" spc="240" dirty="0">
                <a:solidFill>
                  <a:srgbClr val="010101"/>
                </a:solidFill>
                <a:latin typeface="Times New Roman"/>
                <a:cs typeface="Times New Roman"/>
              </a:rPr>
              <a:t> </a:t>
            </a:r>
            <a:r>
              <a:rPr sz="2800" spc="114" dirty="0">
                <a:solidFill>
                  <a:srgbClr val="010101"/>
                </a:solidFill>
                <a:latin typeface="Times New Roman"/>
                <a:cs typeface="Times New Roman"/>
              </a:rPr>
              <a:t>finalize()</a:t>
            </a:r>
            <a:r>
              <a:rPr sz="2800" spc="320" dirty="0">
                <a:solidFill>
                  <a:srgbClr val="010101"/>
                </a:solidFill>
                <a:latin typeface="Times New Roman"/>
                <a:cs typeface="Times New Roman"/>
              </a:rPr>
              <a:t> </a:t>
            </a:r>
            <a:r>
              <a:rPr sz="2800" dirty="0">
                <a:solidFill>
                  <a:srgbClr val="010101"/>
                </a:solidFill>
                <a:latin typeface="Times New Roman"/>
                <a:cs typeface="Times New Roman"/>
              </a:rPr>
              <a:t>to</a:t>
            </a:r>
            <a:r>
              <a:rPr sz="2800" spc="265" dirty="0">
                <a:solidFill>
                  <a:srgbClr val="010101"/>
                </a:solidFill>
                <a:latin typeface="Times New Roman"/>
                <a:cs typeface="Times New Roman"/>
              </a:rPr>
              <a:t> </a:t>
            </a:r>
            <a:r>
              <a:rPr sz="2800" dirty="0">
                <a:solidFill>
                  <a:srgbClr val="010101"/>
                </a:solidFill>
                <a:latin typeface="Times New Roman"/>
                <a:cs typeface="Times New Roman"/>
              </a:rPr>
              <a:t>make</a:t>
            </a:r>
            <a:r>
              <a:rPr sz="2800" spc="350" dirty="0">
                <a:solidFill>
                  <a:srgbClr val="010101"/>
                </a:solidFill>
                <a:latin typeface="Times New Roman"/>
                <a:cs typeface="Times New Roman"/>
              </a:rPr>
              <a:t> </a:t>
            </a:r>
            <a:r>
              <a:rPr sz="2800" dirty="0">
                <a:solidFill>
                  <a:srgbClr val="010101"/>
                </a:solidFill>
                <a:latin typeface="Times New Roman"/>
                <a:cs typeface="Times New Roman"/>
              </a:rPr>
              <a:t>sure</a:t>
            </a:r>
            <a:r>
              <a:rPr sz="2800" spc="300" dirty="0">
                <a:solidFill>
                  <a:srgbClr val="010101"/>
                </a:solidFill>
                <a:latin typeface="Times New Roman"/>
                <a:cs typeface="Times New Roman"/>
              </a:rPr>
              <a:t> </a:t>
            </a:r>
            <a:r>
              <a:rPr sz="2800" spc="-20" dirty="0">
                <a:solidFill>
                  <a:srgbClr val="010101"/>
                </a:solidFill>
                <a:latin typeface="Times New Roman"/>
                <a:cs typeface="Times New Roman"/>
              </a:rPr>
              <a:t>that </a:t>
            </a:r>
            <a:r>
              <a:rPr sz="2800" spc="50" dirty="0">
                <a:solidFill>
                  <a:srgbClr val="010101"/>
                </a:solidFill>
                <a:latin typeface="Times New Roman"/>
                <a:cs typeface="Times New Roman"/>
              </a:rPr>
              <a:t>an</a:t>
            </a:r>
            <a:r>
              <a:rPr sz="2800" spc="635" dirty="0">
                <a:solidFill>
                  <a:srgbClr val="010101"/>
                </a:solidFill>
                <a:latin typeface="Times New Roman"/>
                <a:cs typeface="Times New Roman"/>
              </a:rPr>
              <a:t> </a:t>
            </a:r>
            <a:r>
              <a:rPr sz="2800" dirty="0">
                <a:solidFill>
                  <a:srgbClr val="010101"/>
                </a:solidFill>
                <a:latin typeface="Times New Roman"/>
                <a:cs typeface="Times New Roman"/>
              </a:rPr>
              <a:t>open</a:t>
            </a:r>
            <a:r>
              <a:rPr sz="2800" spc="685" dirty="0">
                <a:solidFill>
                  <a:srgbClr val="010101"/>
                </a:solidFill>
                <a:latin typeface="Times New Roman"/>
                <a:cs typeface="Times New Roman"/>
              </a:rPr>
              <a:t> </a:t>
            </a:r>
            <a:r>
              <a:rPr sz="2800" dirty="0">
                <a:solidFill>
                  <a:srgbClr val="010101"/>
                </a:solidFill>
                <a:latin typeface="Times New Roman"/>
                <a:cs typeface="Times New Roman"/>
              </a:rPr>
              <a:t>file</a:t>
            </a:r>
            <a:r>
              <a:rPr sz="2800" spc="655" dirty="0">
                <a:solidFill>
                  <a:srgbClr val="010101"/>
                </a:solidFill>
                <a:latin typeface="Times New Roman"/>
                <a:cs typeface="Times New Roman"/>
              </a:rPr>
              <a:t> </a:t>
            </a:r>
            <a:r>
              <a:rPr sz="2800" dirty="0">
                <a:solidFill>
                  <a:srgbClr val="010101"/>
                </a:solidFill>
                <a:latin typeface="Times New Roman"/>
                <a:cs typeface="Times New Roman"/>
              </a:rPr>
              <a:t>owned  </a:t>
            </a:r>
            <a:r>
              <a:rPr sz="2800" spc="70" dirty="0">
                <a:solidFill>
                  <a:srgbClr val="010101"/>
                </a:solidFill>
                <a:latin typeface="Times New Roman"/>
                <a:cs typeface="Times New Roman"/>
              </a:rPr>
              <a:t>by</a:t>
            </a:r>
            <a:r>
              <a:rPr sz="2800" spc="615" dirty="0">
                <a:solidFill>
                  <a:srgbClr val="010101"/>
                </a:solidFill>
                <a:latin typeface="Times New Roman"/>
                <a:cs typeface="Times New Roman"/>
              </a:rPr>
              <a:t> </a:t>
            </a:r>
            <a:r>
              <a:rPr sz="2800" dirty="0">
                <a:solidFill>
                  <a:srgbClr val="010101"/>
                </a:solidFill>
                <a:latin typeface="Times New Roman"/>
                <a:cs typeface="Times New Roman"/>
              </a:rPr>
              <a:t>that</a:t>
            </a:r>
            <a:r>
              <a:rPr sz="2800" spc="635" dirty="0">
                <a:solidFill>
                  <a:srgbClr val="010101"/>
                </a:solidFill>
                <a:latin typeface="Times New Roman"/>
                <a:cs typeface="Times New Roman"/>
              </a:rPr>
              <a:t> </a:t>
            </a:r>
            <a:r>
              <a:rPr sz="2800" dirty="0">
                <a:solidFill>
                  <a:srgbClr val="010101"/>
                </a:solidFill>
                <a:latin typeface="Times New Roman"/>
                <a:cs typeface="Times New Roman"/>
              </a:rPr>
              <a:t>object</a:t>
            </a:r>
            <a:r>
              <a:rPr sz="2800" spc="20" dirty="0">
                <a:solidFill>
                  <a:srgbClr val="010101"/>
                </a:solidFill>
                <a:latin typeface="Times New Roman"/>
                <a:cs typeface="Times New Roman"/>
              </a:rPr>
              <a:t>  </a:t>
            </a:r>
            <a:r>
              <a:rPr sz="2800" spc="60" dirty="0">
                <a:solidFill>
                  <a:srgbClr val="010101"/>
                </a:solidFill>
                <a:latin typeface="Times New Roman"/>
                <a:cs typeface="Times New Roman"/>
              </a:rPr>
              <a:t>is</a:t>
            </a:r>
            <a:r>
              <a:rPr sz="2800" spc="570" dirty="0">
                <a:solidFill>
                  <a:srgbClr val="010101"/>
                </a:solidFill>
                <a:latin typeface="Times New Roman"/>
                <a:cs typeface="Times New Roman"/>
              </a:rPr>
              <a:t> </a:t>
            </a:r>
            <a:r>
              <a:rPr sz="2800" dirty="0">
                <a:solidFill>
                  <a:srgbClr val="010101"/>
                </a:solidFill>
                <a:latin typeface="Times New Roman"/>
                <a:cs typeface="Times New Roman"/>
              </a:rPr>
              <a:t>closed.</a:t>
            </a:r>
            <a:r>
              <a:rPr sz="2800" spc="20" dirty="0">
                <a:solidFill>
                  <a:srgbClr val="010101"/>
                </a:solidFill>
                <a:latin typeface="Times New Roman"/>
                <a:cs typeface="Times New Roman"/>
              </a:rPr>
              <a:t>  </a:t>
            </a:r>
            <a:r>
              <a:rPr sz="2800" dirty="0">
                <a:solidFill>
                  <a:srgbClr val="010101"/>
                </a:solidFill>
                <a:latin typeface="Times New Roman"/>
                <a:cs typeface="Times New Roman"/>
              </a:rPr>
              <a:t>To</a:t>
            </a:r>
            <a:r>
              <a:rPr sz="2800" spc="690" dirty="0">
                <a:solidFill>
                  <a:srgbClr val="010101"/>
                </a:solidFill>
                <a:latin typeface="Times New Roman"/>
                <a:cs typeface="Times New Roman"/>
              </a:rPr>
              <a:t> </a:t>
            </a:r>
            <a:r>
              <a:rPr sz="2800" dirty="0">
                <a:solidFill>
                  <a:srgbClr val="010101"/>
                </a:solidFill>
                <a:latin typeface="Times New Roman"/>
                <a:cs typeface="Times New Roman"/>
              </a:rPr>
              <a:t>add</a:t>
            </a:r>
            <a:r>
              <a:rPr sz="2800" spc="680" dirty="0">
                <a:solidFill>
                  <a:srgbClr val="010101"/>
                </a:solidFill>
                <a:latin typeface="Times New Roman"/>
                <a:cs typeface="Times New Roman"/>
              </a:rPr>
              <a:t> </a:t>
            </a:r>
            <a:r>
              <a:rPr sz="2800" spc="45" dirty="0">
                <a:solidFill>
                  <a:srgbClr val="010101"/>
                </a:solidFill>
                <a:latin typeface="Times New Roman"/>
                <a:cs typeface="Times New Roman"/>
              </a:rPr>
              <a:t>a </a:t>
            </a:r>
            <a:r>
              <a:rPr sz="2800" dirty="0">
                <a:solidFill>
                  <a:srgbClr val="010101"/>
                </a:solidFill>
                <a:latin typeface="Times New Roman"/>
                <a:cs typeface="Times New Roman"/>
              </a:rPr>
              <a:t>finalizer</a:t>
            </a:r>
            <a:r>
              <a:rPr sz="2800" spc="170" dirty="0">
                <a:solidFill>
                  <a:srgbClr val="010101"/>
                </a:solidFill>
                <a:latin typeface="Times New Roman"/>
                <a:cs typeface="Times New Roman"/>
              </a:rPr>
              <a:t>  </a:t>
            </a:r>
            <a:r>
              <a:rPr sz="2800" dirty="0">
                <a:solidFill>
                  <a:srgbClr val="010101"/>
                </a:solidFill>
                <a:latin typeface="Times New Roman"/>
                <a:cs typeface="Times New Roman"/>
              </a:rPr>
              <a:t>to</a:t>
            </a:r>
            <a:r>
              <a:rPr sz="2800" spc="105" dirty="0">
                <a:solidFill>
                  <a:srgbClr val="010101"/>
                </a:solidFill>
                <a:latin typeface="Times New Roman"/>
                <a:cs typeface="Times New Roman"/>
              </a:rPr>
              <a:t>  </a:t>
            </a:r>
            <a:r>
              <a:rPr sz="2800" spc="120" dirty="0">
                <a:solidFill>
                  <a:srgbClr val="010101"/>
                </a:solidFill>
                <a:latin typeface="Times New Roman"/>
                <a:cs typeface="Times New Roman"/>
              </a:rPr>
              <a:t>a</a:t>
            </a:r>
            <a:r>
              <a:rPr sz="2800" spc="55" dirty="0">
                <a:solidFill>
                  <a:srgbClr val="010101"/>
                </a:solidFill>
                <a:latin typeface="Times New Roman"/>
                <a:cs typeface="Times New Roman"/>
              </a:rPr>
              <a:t>  </a:t>
            </a:r>
            <a:r>
              <a:rPr sz="2800" dirty="0">
                <a:solidFill>
                  <a:srgbClr val="010101"/>
                </a:solidFill>
                <a:latin typeface="Times New Roman"/>
                <a:cs typeface="Times New Roman"/>
              </a:rPr>
              <a:t>class,</a:t>
            </a:r>
            <a:r>
              <a:rPr sz="2800" spc="114" dirty="0">
                <a:solidFill>
                  <a:srgbClr val="010101"/>
                </a:solidFill>
                <a:latin typeface="Times New Roman"/>
                <a:cs typeface="Times New Roman"/>
              </a:rPr>
              <a:t>  </a:t>
            </a:r>
            <a:r>
              <a:rPr sz="2800" spc="55" dirty="0">
                <a:solidFill>
                  <a:srgbClr val="010101"/>
                </a:solidFill>
                <a:latin typeface="Times New Roman"/>
                <a:cs typeface="Times New Roman"/>
              </a:rPr>
              <a:t>you</a:t>
            </a:r>
            <a:r>
              <a:rPr sz="2800" spc="114" dirty="0">
                <a:solidFill>
                  <a:srgbClr val="010101"/>
                </a:solidFill>
                <a:latin typeface="Times New Roman"/>
                <a:cs typeface="Times New Roman"/>
              </a:rPr>
              <a:t>  </a:t>
            </a:r>
            <a:r>
              <a:rPr sz="2800" dirty="0">
                <a:solidFill>
                  <a:srgbClr val="010101"/>
                </a:solidFill>
                <a:latin typeface="Times New Roman"/>
                <a:cs typeface="Times New Roman"/>
              </a:rPr>
              <a:t>simply</a:t>
            </a:r>
            <a:r>
              <a:rPr sz="2800" spc="170" dirty="0">
                <a:solidFill>
                  <a:srgbClr val="010101"/>
                </a:solidFill>
                <a:latin typeface="Times New Roman"/>
                <a:cs typeface="Times New Roman"/>
              </a:rPr>
              <a:t>  </a:t>
            </a:r>
            <a:r>
              <a:rPr sz="2800" dirty="0">
                <a:solidFill>
                  <a:srgbClr val="010101"/>
                </a:solidFill>
                <a:latin typeface="Times New Roman"/>
                <a:cs typeface="Times New Roman"/>
              </a:rPr>
              <a:t>define</a:t>
            </a:r>
            <a:r>
              <a:rPr sz="2800" spc="140" dirty="0">
                <a:solidFill>
                  <a:srgbClr val="010101"/>
                </a:solidFill>
                <a:latin typeface="Times New Roman"/>
                <a:cs typeface="Times New Roman"/>
              </a:rPr>
              <a:t>  </a:t>
            </a:r>
            <a:r>
              <a:rPr sz="2800" dirty="0">
                <a:solidFill>
                  <a:srgbClr val="010101"/>
                </a:solidFill>
                <a:latin typeface="Times New Roman"/>
                <a:cs typeface="Times New Roman"/>
              </a:rPr>
              <a:t>the</a:t>
            </a:r>
            <a:r>
              <a:rPr sz="2800" spc="135" dirty="0">
                <a:solidFill>
                  <a:srgbClr val="010101"/>
                </a:solidFill>
                <a:latin typeface="Times New Roman"/>
                <a:cs typeface="Times New Roman"/>
              </a:rPr>
              <a:t>  </a:t>
            </a:r>
            <a:r>
              <a:rPr sz="2800" dirty="0">
                <a:solidFill>
                  <a:srgbClr val="010101"/>
                </a:solidFill>
                <a:latin typeface="Times New Roman"/>
                <a:cs typeface="Times New Roman"/>
              </a:rPr>
              <a:t>finalize(</a:t>
            </a:r>
            <a:r>
              <a:rPr sz="2800" spc="170" dirty="0">
                <a:solidFill>
                  <a:srgbClr val="010101"/>
                </a:solidFill>
                <a:latin typeface="Times New Roman"/>
                <a:cs typeface="Times New Roman"/>
              </a:rPr>
              <a:t>  </a:t>
            </a:r>
            <a:r>
              <a:rPr sz="2800" spc="-50" dirty="0">
                <a:solidFill>
                  <a:srgbClr val="010101"/>
                </a:solidFill>
                <a:latin typeface="Times New Roman"/>
                <a:cs typeface="Times New Roman"/>
              </a:rPr>
              <a:t>) </a:t>
            </a:r>
            <a:r>
              <a:rPr sz="2800" spc="-10" dirty="0">
                <a:solidFill>
                  <a:srgbClr val="010101"/>
                </a:solidFill>
                <a:latin typeface="Times New Roman"/>
                <a:cs typeface="Times New Roman"/>
              </a:rPr>
              <a:t>method.</a:t>
            </a:r>
            <a:endParaRPr sz="2800" dirty="0">
              <a:latin typeface="Times New Roman"/>
              <a:cs typeface="Times New Roman"/>
            </a:endParaRPr>
          </a:p>
          <a:p>
            <a:pPr marL="642620" marR="7620" indent="-341630" algn="just">
              <a:lnSpc>
                <a:spcPts val="2820"/>
              </a:lnSpc>
              <a:spcBef>
                <a:spcPts val="730"/>
              </a:spcBef>
              <a:buFont typeface="Arial"/>
              <a:buChar char="□"/>
              <a:tabLst>
                <a:tab pos="642620" algn="l"/>
                <a:tab pos="643890" algn="l"/>
              </a:tabLst>
            </a:pPr>
            <a:r>
              <a:rPr sz="2800" dirty="0">
                <a:solidFill>
                  <a:srgbClr val="DB7E44"/>
                </a:solidFill>
                <a:latin typeface="Times New Roman"/>
                <a:cs typeface="Times New Roman"/>
              </a:rPr>
              <a:t>	</a:t>
            </a:r>
            <a:r>
              <a:rPr sz="2800" dirty="0">
                <a:solidFill>
                  <a:srgbClr val="010101"/>
                </a:solidFill>
                <a:latin typeface="Times New Roman"/>
                <a:cs typeface="Times New Roman"/>
              </a:rPr>
              <a:t>The</a:t>
            </a:r>
            <a:r>
              <a:rPr sz="2800" spc="340" dirty="0">
                <a:solidFill>
                  <a:srgbClr val="010101"/>
                </a:solidFill>
                <a:latin typeface="Times New Roman"/>
                <a:cs typeface="Times New Roman"/>
              </a:rPr>
              <a:t> </a:t>
            </a:r>
            <a:r>
              <a:rPr sz="2800" dirty="0">
                <a:solidFill>
                  <a:srgbClr val="010101"/>
                </a:solidFill>
                <a:latin typeface="Times New Roman"/>
                <a:cs typeface="Times New Roman"/>
              </a:rPr>
              <a:t>Java</a:t>
            </a:r>
            <a:r>
              <a:rPr sz="2800" spc="405" dirty="0">
                <a:solidFill>
                  <a:srgbClr val="010101"/>
                </a:solidFill>
                <a:latin typeface="Times New Roman"/>
                <a:cs typeface="Times New Roman"/>
              </a:rPr>
              <a:t> </a:t>
            </a:r>
            <a:r>
              <a:rPr sz="2800" dirty="0">
                <a:solidFill>
                  <a:srgbClr val="010101"/>
                </a:solidFill>
                <a:latin typeface="Times New Roman"/>
                <a:cs typeface="Times New Roman"/>
              </a:rPr>
              <a:t>runtime</a:t>
            </a:r>
            <a:r>
              <a:rPr sz="2800" spc="500" dirty="0">
                <a:solidFill>
                  <a:srgbClr val="010101"/>
                </a:solidFill>
                <a:latin typeface="Times New Roman"/>
                <a:cs typeface="Times New Roman"/>
              </a:rPr>
              <a:t> </a:t>
            </a:r>
            <a:r>
              <a:rPr sz="2800" dirty="0">
                <a:solidFill>
                  <a:srgbClr val="010101"/>
                </a:solidFill>
                <a:latin typeface="Times New Roman"/>
                <a:cs typeface="Times New Roman"/>
              </a:rPr>
              <a:t>calls</a:t>
            </a:r>
            <a:r>
              <a:rPr sz="2800" spc="390" dirty="0">
                <a:solidFill>
                  <a:srgbClr val="010101"/>
                </a:solidFill>
                <a:latin typeface="Times New Roman"/>
                <a:cs typeface="Times New Roman"/>
              </a:rPr>
              <a:t> </a:t>
            </a:r>
            <a:r>
              <a:rPr sz="2800" dirty="0">
                <a:solidFill>
                  <a:srgbClr val="010101"/>
                </a:solidFill>
                <a:latin typeface="Times New Roman"/>
                <a:cs typeface="Times New Roman"/>
              </a:rPr>
              <a:t>that</a:t>
            </a:r>
            <a:r>
              <a:rPr sz="2800" spc="450" dirty="0">
                <a:solidFill>
                  <a:srgbClr val="010101"/>
                </a:solidFill>
                <a:latin typeface="Times New Roman"/>
                <a:cs typeface="Times New Roman"/>
              </a:rPr>
              <a:t> </a:t>
            </a:r>
            <a:r>
              <a:rPr sz="2800" dirty="0">
                <a:solidFill>
                  <a:srgbClr val="010101"/>
                </a:solidFill>
                <a:latin typeface="Times New Roman"/>
                <a:cs typeface="Times New Roman"/>
              </a:rPr>
              <a:t>method</a:t>
            </a:r>
            <a:r>
              <a:rPr sz="2800" spc="425" dirty="0">
                <a:solidFill>
                  <a:srgbClr val="010101"/>
                </a:solidFill>
                <a:latin typeface="Times New Roman"/>
                <a:cs typeface="Times New Roman"/>
              </a:rPr>
              <a:t> </a:t>
            </a:r>
            <a:r>
              <a:rPr sz="2800" dirty="0">
                <a:solidFill>
                  <a:srgbClr val="010101"/>
                </a:solidFill>
                <a:latin typeface="Times New Roman"/>
                <a:cs typeface="Times New Roman"/>
              </a:rPr>
              <a:t>whenever</a:t>
            </a:r>
            <a:r>
              <a:rPr sz="2800" spc="520" dirty="0">
                <a:solidFill>
                  <a:srgbClr val="010101"/>
                </a:solidFill>
                <a:latin typeface="Times New Roman"/>
                <a:cs typeface="Times New Roman"/>
              </a:rPr>
              <a:t> </a:t>
            </a:r>
            <a:r>
              <a:rPr sz="2800" dirty="0">
                <a:solidFill>
                  <a:srgbClr val="010101"/>
                </a:solidFill>
                <a:latin typeface="Times New Roman"/>
                <a:cs typeface="Times New Roman"/>
              </a:rPr>
              <a:t>it</a:t>
            </a:r>
            <a:r>
              <a:rPr sz="2800" spc="320" dirty="0">
                <a:solidFill>
                  <a:srgbClr val="010101"/>
                </a:solidFill>
                <a:latin typeface="Times New Roman"/>
                <a:cs typeface="Times New Roman"/>
              </a:rPr>
              <a:t> </a:t>
            </a:r>
            <a:r>
              <a:rPr sz="2800" spc="60" dirty="0">
                <a:solidFill>
                  <a:srgbClr val="010101"/>
                </a:solidFill>
                <a:latin typeface="Times New Roman"/>
                <a:cs typeface="Times New Roman"/>
              </a:rPr>
              <a:t>is</a:t>
            </a:r>
            <a:r>
              <a:rPr sz="2800" spc="260" dirty="0">
                <a:solidFill>
                  <a:srgbClr val="010101"/>
                </a:solidFill>
                <a:latin typeface="Times New Roman"/>
                <a:cs typeface="Times New Roman"/>
              </a:rPr>
              <a:t> </a:t>
            </a:r>
            <a:r>
              <a:rPr sz="2800" spc="-10" dirty="0">
                <a:solidFill>
                  <a:srgbClr val="010101"/>
                </a:solidFill>
                <a:latin typeface="Times New Roman"/>
                <a:cs typeface="Times New Roman"/>
              </a:rPr>
              <a:t>about </a:t>
            </a:r>
            <a:r>
              <a:rPr sz="2800" dirty="0">
                <a:solidFill>
                  <a:srgbClr val="010101"/>
                </a:solidFill>
                <a:latin typeface="Times New Roman"/>
                <a:cs typeface="Times New Roman"/>
              </a:rPr>
              <a:t>to</a:t>
            </a:r>
            <a:r>
              <a:rPr sz="2800" spc="280" dirty="0">
                <a:solidFill>
                  <a:srgbClr val="010101"/>
                </a:solidFill>
                <a:latin typeface="Times New Roman"/>
                <a:cs typeface="Times New Roman"/>
              </a:rPr>
              <a:t> </a:t>
            </a:r>
            <a:r>
              <a:rPr sz="2800" dirty="0">
                <a:solidFill>
                  <a:srgbClr val="010101"/>
                </a:solidFill>
                <a:latin typeface="Times New Roman"/>
                <a:cs typeface="Times New Roman"/>
              </a:rPr>
              <a:t>reclaimed</a:t>
            </a:r>
            <a:r>
              <a:rPr sz="2800" spc="415" dirty="0">
                <a:solidFill>
                  <a:srgbClr val="010101"/>
                </a:solidFill>
                <a:latin typeface="Times New Roman"/>
                <a:cs typeface="Times New Roman"/>
              </a:rPr>
              <a:t> </a:t>
            </a:r>
            <a:r>
              <a:rPr sz="2800" spc="50" dirty="0">
                <a:solidFill>
                  <a:srgbClr val="010101"/>
                </a:solidFill>
                <a:latin typeface="Times New Roman"/>
                <a:cs typeface="Times New Roman"/>
              </a:rPr>
              <a:t>an</a:t>
            </a:r>
            <a:r>
              <a:rPr sz="2800" spc="290" dirty="0">
                <a:solidFill>
                  <a:srgbClr val="010101"/>
                </a:solidFill>
                <a:latin typeface="Times New Roman"/>
                <a:cs typeface="Times New Roman"/>
              </a:rPr>
              <a:t> </a:t>
            </a:r>
            <a:r>
              <a:rPr sz="2800" dirty="0">
                <a:solidFill>
                  <a:srgbClr val="010101"/>
                </a:solidFill>
                <a:latin typeface="Times New Roman"/>
                <a:cs typeface="Times New Roman"/>
              </a:rPr>
              <a:t>object</a:t>
            </a:r>
            <a:r>
              <a:rPr sz="2800" spc="355" dirty="0">
                <a:solidFill>
                  <a:srgbClr val="010101"/>
                </a:solidFill>
                <a:latin typeface="Times New Roman"/>
                <a:cs typeface="Times New Roman"/>
              </a:rPr>
              <a:t> </a:t>
            </a:r>
            <a:r>
              <a:rPr sz="2800" spc="55" dirty="0">
                <a:solidFill>
                  <a:srgbClr val="010101"/>
                </a:solidFill>
                <a:latin typeface="Times New Roman"/>
                <a:cs typeface="Times New Roman"/>
              </a:rPr>
              <a:t>of</a:t>
            </a:r>
            <a:r>
              <a:rPr sz="2800" spc="254" dirty="0">
                <a:solidFill>
                  <a:srgbClr val="010101"/>
                </a:solidFill>
                <a:latin typeface="Times New Roman"/>
                <a:cs typeface="Times New Roman"/>
              </a:rPr>
              <a:t> </a:t>
            </a:r>
            <a:r>
              <a:rPr sz="2800" dirty="0">
                <a:solidFill>
                  <a:srgbClr val="010101"/>
                </a:solidFill>
                <a:latin typeface="Times New Roman"/>
                <a:cs typeface="Times New Roman"/>
              </a:rPr>
              <a:t>that</a:t>
            </a:r>
            <a:r>
              <a:rPr sz="2800" spc="370" dirty="0">
                <a:solidFill>
                  <a:srgbClr val="010101"/>
                </a:solidFill>
                <a:latin typeface="Times New Roman"/>
                <a:cs typeface="Times New Roman"/>
              </a:rPr>
              <a:t> </a:t>
            </a:r>
            <a:r>
              <a:rPr sz="2800" dirty="0">
                <a:solidFill>
                  <a:srgbClr val="010101"/>
                </a:solidFill>
                <a:latin typeface="Times New Roman"/>
                <a:cs typeface="Times New Roman"/>
              </a:rPr>
              <a:t>class.</a:t>
            </a:r>
            <a:r>
              <a:rPr sz="2800" spc="305" dirty="0">
                <a:solidFill>
                  <a:srgbClr val="010101"/>
                </a:solidFill>
                <a:latin typeface="Times New Roman"/>
                <a:cs typeface="Times New Roman"/>
              </a:rPr>
              <a:t> </a:t>
            </a:r>
            <a:r>
              <a:rPr sz="2800" dirty="0">
                <a:solidFill>
                  <a:srgbClr val="010101"/>
                </a:solidFill>
                <a:latin typeface="Times New Roman"/>
                <a:cs typeface="Times New Roman"/>
              </a:rPr>
              <a:t>Inside</a:t>
            </a:r>
            <a:r>
              <a:rPr sz="2800" spc="370" dirty="0">
                <a:solidFill>
                  <a:srgbClr val="010101"/>
                </a:solidFill>
                <a:latin typeface="Times New Roman"/>
                <a:cs typeface="Times New Roman"/>
              </a:rPr>
              <a:t> </a:t>
            </a:r>
            <a:r>
              <a:rPr sz="2800" spc="50" dirty="0">
                <a:solidFill>
                  <a:srgbClr val="010101"/>
                </a:solidFill>
                <a:latin typeface="Times New Roman"/>
                <a:cs typeface="Times New Roman"/>
              </a:rPr>
              <a:t>the</a:t>
            </a:r>
            <a:r>
              <a:rPr sz="2800" spc="275" dirty="0">
                <a:solidFill>
                  <a:srgbClr val="010101"/>
                </a:solidFill>
                <a:latin typeface="Times New Roman"/>
                <a:cs typeface="Times New Roman"/>
              </a:rPr>
              <a:t> </a:t>
            </a:r>
            <a:r>
              <a:rPr sz="2800" dirty="0">
                <a:solidFill>
                  <a:srgbClr val="010101"/>
                </a:solidFill>
                <a:latin typeface="Times New Roman"/>
                <a:cs typeface="Times New Roman"/>
              </a:rPr>
              <a:t>finalize(</a:t>
            </a:r>
            <a:r>
              <a:rPr sz="2800" spc="445" dirty="0">
                <a:solidFill>
                  <a:srgbClr val="010101"/>
                </a:solidFill>
                <a:latin typeface="Times New Roman"/>
                <a:cs typeface="Times New Roman"/>
              </a:rPr>
              <a:t> </a:t>
            </a:r>
            <a:r>
              <a:rPr sz="2800" spc="20" dirty="0">
                <a:solidFill>
                  <a:srgbClr val="010101"/>
                </a:solidFill>
                <a:latin typeface="Times New Roman"/>
                <a:cs typeface="Times New Roman"/>
              </a:rPr>
              <a:t>) </a:t>
            </a:r>
            <a:r>
              <a:rPr sz="2800" dirty="0">
                <a:solidFill>
                  <a:srgbClr val="010101"/>
                </a:solidFill>
                <a:latin typeface="Times New Roman"/>
                <a:cs typeface="Times New Roman"/>
              </a:rPr>
              <a:t>method,</a:t>
            </a:r>
            <a:r>
              <a:rPr sz="2800" spc="225" dirty="0">
                <a:solidFill>
                  <a:srgbClr val="010101"/>
                </a:solidFill>
                <a:latin typeface="Times New Roman"/>
                <a:cs typeface="Times New Roman"/>
              </a:rPr>
              <a:t>  </a:t>
            </a:r>
            <a:r>
              <a:rPr sz="2800" spc="55" dirty="0">
                <a:solidFill>
                  <a:srgbClr val="010101"/>
                </a:solidFill>
                <a:latin typeface="Times New Roman"/>
                <a:cs typeface="Times New Roman"/>
              </a:rPr>
              <a:t>you</a:t>
            </a:r>
            <a:r>
              <a:rPr sz="2800" spc="190" dirty="0">
                <a:solidFill>
                  <a:srgbClr val="010101"/>
                </a:solidFill>
                <a:latin typeface="Times New Roman"/>
                <a:cs typeface="Times New Roman"/>
              </a:rPr>
              <a:t>  </a:t>
            </a:r>
            <a:r>
              <a:rPr sz="2800" dirty="0">
                <a:solidFill>
                  <a:srgbClr val="010101"/>
                </a:solidFill>
                <a:latin typeface="Times New Roman"/>
                <a:cs typeface="Times New Roman"/>
              </a:rPr>
              <a:t>will</a:t>
            </a:r>
            <a:r>
              <a:rPr sz="2800" spc="185" dirty="0">
                <a:solidFill>
                  <a:srgbClr val="010101"/>
                </a:solidFill>
                <a:latin typeface="Times New Roman"/>
                <a:cs typeface="Times New Roman"/>
              </a:rPr>
              <a:t>  </a:t>
            </a:r>
            <a:r>
              <a:rPr sz="2800" dirty="0">
                <a:solidFill>
                  <a:srgbClr val="010101"/>
                </a:solidFill>
                <a:latin typeface="Times New Roman"/>
                <a:cs typeface="Times New Roman"/>
              </a:rPr>
              <a:t>specify</a:t>
            </a:r>
            <a:r>
              <a:rPr sz="2800" spc="235" dirty="0">
                <a:solidFill>
                  <a:srgbClr val="010101"/>
                </a:solidFill>
                <a:latin typeface="Times New Roman"/>
                <a:cs typeface="Times New Roman"/>
              </a:rPr>
              <a:t>  </a:t>
            </a:r>
            <a:r>
              <a:rPr sz="2800" dirty="0">
                <a:solidFill>
                  <a:srgbClr val="010101"/>
                </a:solidFill>
                <a:latin typeface="Times New Roman"/>
                <a:cs typeface="Times New Roman"/>
              </a:rPr>
              <a:t>those</a:t>
            </a:r>
            <a:r>
              <a:rPr sz="2800" spc="185" dirty="0">
                <a:solidFill>
                  <a:srgbClr val="010101"/>
                </a:solidFill>
                <a:latin typeface="Times New Roman"/>
                <a:cs typeface="Times New Roman"/>
              </a:rPr>
              <a:t>  </a:t>
            </a:r>
            <a:r>
              <a:rPr sz="2800" dirty="0">
                <a:solidFill>
                  <a:srgbClr val="010101"/>
                </a:solidFill>
                <a:latin typeface="Times New Roman"/>
                <a:cs typeface="Times New Roman"/>
              </a:rPr>
              <a:t>actions</a:t>
            </a:r>
            <a:r>
              <a:rPr sz="2800" spc="220" dirty="0">
                <a:solidFill>
                  <a:srgbClr val="010101"/>
                </a:solidFill>
                <a:latin typeface="Times New Roman"/>
                <a:cs typeface="Times New Roman"/>
              </a:rPr>
              <a:t>  </a:t>
            </a:r>
            <a:r>
              <a:rPr sz="2800" dirty="0">
                <a:solidFill>
                  <a:srgbClr val="010101"/>
                </a:solidFill>
                <a:latin typeface="Times New Roman"/>
                <a:cs typeface="Times New Roman"/>
              </a:rPr>
              <a:t>that</a:t>
            </a:r>
            <a:r>
              <a:rPr sz="2800" spc="195" dirty="0">
                <a:solidFill>
                  <a:srgbClr val="010101"/>
                </a:solidFill>
                <a:latin typeface="Times New Roman"/>
                <a:cs typeface="Times New Roman"/>
              </a:rPr>
              <a:t>  </a:t>
            </a:r>
            <a:r>
              <a:rPr sz="2800" dirty="0">
                <a:solidFill>
                  <a:srgbClr val="010101"/>
                </a:solidFill>
                <a:latin typeface="Times New Roman"/>
                <a:cs typeface="Times New Roman"/>
              </a:rPr>
              <a:t>must</a:t>
            </a:r>
            <a:r>
              <a:rPr sz="2800" spc="220" dirty="0">
                <a:solidFill>
                  <a:srgbClr val="010101"/>
                </a:solidFill>
                <a:latin typeface="Times New Roman"/>
                <a:cs typeface="Times New Roman"/>
              </a:rPr>
              <a:t>  </a:t>
            </a:r>
            <a:r>
              <a:rPr sz="2800" spc="35" dirty="0">
                <a:solidFill>
                  <a:srgbClr val="010101"/>
                </a:solidFill>
                <a:latin typeface="Times New Roman"/>
                <a:cs typeface="Times New Roman"/>
              </a:rPr>
              <a:t>be </a:t>
            </a:r>
            <a:r>
              <a:rPr sz="2800" dirty="0">
                <a:solidFill>
                  <a:srgbClr val="010101"/>
                </a:solidFill>
                <a:latin typeface="Times New Roman"/>
                <a:cs typeface="Times New Roman"/>
              </a:rPr>
              <a:t>performed</a:t>
            </a:r>
            <a:r>
              <a:rPr sz="2800" spc="355" dirty="0">
                <a:solidFill>
                  <a:srgbClr val="010101"/>
                </a:solidFill>
                <a:latin typeface="Times New Roman"/>
                <a:cs typeface="Times New Roman"/>
              </a:rPr>
              <a:t> </a:t>
            </a:r>
            <a:r>
              <a:rPr sz="2800" dirty="0">
                <a:solidFill>
                  <a:srgbClr val="010101"/>
                </a:solidFill>
                <a:latin typeface="Times New Roman"/>
                <a:cs typeface="Times New Roman"/>
              </a:rPr>
              <a:t>before</a:t>
            </a:r>
            <a:r>
              <a:rPr sz="2800" spc="345" dirty="0">
                <a:solidFill>
                  <a:srgbClr val="010101"/>
                </a:solidFill>
                <a:latin typeface="Times New Roman"/>
                <a:cs typeface="Times New Roman"/>
              </a:rPr>
              <a:t> </a:t>
            </a:r>
            <a:r>
              <a:rPr sz="2800" spc="65" dirty="0">
                <a:solidFill>
                  <a:srgbClr val="010101"/>
                </a:solidFill>
                <a:latin typeface="Times New Roman"/>
                <a:cs typeface="Times New Roman"/>
              </a:rPr>
              <a:t>an</a:t>
            </a:r>
            <a:r>
              <a:rPr sz="2800" spc="155" dirty="0">
                <a:solidFill>
                  <a:srgbClr val="010101"/>
                </a:solidFill>
                <a:latin typeface="Times New Roman"/>
                <a:cs typeface="Times New Roman"/>
              </a:rPr>
              <a:t> </a:t>
            </a:r>
            <a:r>
              <a:rPr sz="2800" dirty="0">
                <a:solidFill>
                  <a:srgbClr val="010101"/>
                </a:solidFill>
                <a:latin typeface="Times New Roman"/>
                <a:cs typeface="Times New Roman"/>
              </a:rPr>
              <a:t>object</a:t>
            </a:r>
            <a:r>
              <a:rPr sz="2800" spc="300" dirty="0">
                <a:solidFill>
                  <a:srgbClr val="010101"/>
                </a:solidFill>
                <a:latin typeface="Times New Roman"/>
                <a:cs typeface="Times New Roman"/>
              </a:rPr>
              <a:t> </a:t>
            </a:r>
            <a:r>
              <a:rPr sz="2800" dirty="0">
                <a:solidFill>
                  <a:srgbClr val="010101"/>
                </a:solidFill>
                <a:latin typeface="Times New Roman"/>
                <a:cs typeface="Times New Roman"/>
              </a:rPr>
              <a:t>is</a:t>
            </a:r>
            <a:r>
              <a:rPr sz="2800" spc="160" dirty="0">
                <a:solidFill>
                  <a:srgbClr val="010101"/>
                </a:solidFill>
                <a:latin typeface="Times New Roman"/>
                <a:cs typeface="Times New Roman"/>
              </a:rPr>
              <a:t> </a:t>
            </a:r>
            <a:r>
              <a:rPr sz="2800" spc="-10" dirty="0">
                <a:solidFill>
                  <a:srgbClr val="010101"/>
                </a:solidFill>
                <a:latin typeface="Times New Roman"/>
                <a:cs typeface="Times New Roman"/>
              </a:rPr>
              <a:t>destroyed.</a:t>
            </a:r>
            <a:endParaRPr sz="2800" dirty="0">
              <a:latin typeface="Times New Roman"/>
              <a:cs typeface="Times New Roman"/>
            </a:endParaRPr>
          </a:p>
        </p:txBody>
      </p:sp>
    </p:spTree>
    <p:extLst>
      <p:ext uri="{BB962C8B-B14F-4D97-AF65-F5344CB8AC3E}">
        <p14:creationId xmlns:p14="http://schemas.microsoft.com/office/powerpoint/2010/main" val="19675330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52646" y="604703"/>
            <a:ext cx="6187440" cy="705485"/>
          </a:xfrm>
          <a:prstGeom prst="rect">
            <a:avLst/>
          </a:prstGeom>
        </p:spPr>
        <p:txBody>
          <a:bodyPr vert="horz" wrap="square" lIns="0" tIns="13970" rIns="0" bIns="0" rtlCol="0">
            <a:spAutoFit/>
          </a:bodyPr>
          <a:lstStyle/>
          <a:p>
            <a:pPr marL="12700">
              <a:lnSpc>
                <a:spcPct val="100000"/>
              </a:lnSpc>
              <a:spcBef>
                <a:spcPts val="110"/>
              </a:spcBef>
            </a:pPr>
            <a:r>
              <a:rPr sz="4450" b="1" dirty="0">
                <a:solidFill>
                  <a:srgbClr val="745D52"/>
                </a:solidFill>
                <a:latin typeface="Times New Roman"/>
                <a:cs typeface="Times New Roman"/>
              </a:rPr>
              <a:t>The</a:t>
            </a:r>
            <a:r>
              <a:rPr sz="4450" b="1" spc="325" dirty="0">
                <a:solidFill>
                  <a:srgbClr val="745D52"/>
                </a:solidFill>
                <a:latin typeface="Times New Roman"/>
                <a:cs typeface="Times New Roman"/>
              </a:rPr>
              <a:t> </a:t>
            </a:r>
            <a:r>
              <a:rPr sz="4450" b="1" dirty="0">
                <a:solidFill>
                  <a:srgbClr val="745D52"/>
                </a:solidFill>
                <a:latin typeface="Times New Roman"/>
                <a:cs typeface="Times New Roman"/>
              </a:rPr>
              <a:t>finalize(</a:t>
            </a:r>
            <a:r>
              <a:rPr sz="4450" b="1" spc="395" dirty="0">
                <a:solidFill>
                  <a:srgbClr val="745D52"/>
                </a:solidFill>
                <a:latin typeface="Times New Roman"/>
                <a:cs typeface="Times New Roman"/>
              </a:rPr>
              <a:t> </a:t>
            </a:r>
            <a:r>
              <a:rPr sz="4450" dirty="0">
                <a:solidFill>
                  <a:srgbClr val="745D52"/>
                </a:solidFill>
                <a:latin typeface="Times New Roman"/>
                <a:cs typeface="Times New Roman"/>
              </a:rPr>
              <a:t>)</a:t>
            </a:r>
            <a:r>
              <a:rPr sz="4450" spc="290" dirty="0">
                <a:solidFill>
                  <a:srgbClr val="745D52"/>
                </a:solidFill>
                <a:latin typeface="Times New Roman"/>
                <a:cs typeface="Times New Roman"/>
              </a:rPr>
              <a:t> </a:t>
            </a:r>
            <a:r>
              <a:rPr sz="4450" b="1" dirty="0">
                <a:solidFill>
                  <a:srgbClr val="745D52"/>
                </a:solidFill>
                <a:latin typeface="Times New Roman"/>
                <a:cs typeface="Times New Roman"/>
              </a:rPr>
              <a:t>Method</a:t>
            </a:r>
            <a:r>
              <a:rPr sz="4450" b="1" spc="450" dirty="0">
                <a:solidFill>
                  <a:srgbClr val="745D52"/>
                </a:solidFill>
                <a:latin typeface="Times New Roman"/>
                <a:cs typeface="Times New Roman"/>
              </a:rPr>
              <a:t> </a:t>
            </a:r>
            <a:r>
              <a:rPr sz="4450" spc="-25" dirty="0">
                <a:solidFill>
                  <a:srgbClr val="745D52"/>
                </a:solidFill>
                <a:latin typeface="Times New Roman"/>
                <a:cs typeface="Times New Roman"/>
              </a:rPr>
              <a:t>...</a:t>
            </a:r>
            <a:endParaRPr sz="4450">
              <a:latin typeface="Times New Roman"/>
              <a:cs typeface="Times New Roman"/>
            </a:endParaRPr>
          </a:p>
        </p:txBody>
      </p:sp>
      <p:sp>
        <p:nvSpPr>
          <p:cNvPr id="3" name="object 3"/>
          <p:cNvSpPr txBox="1"/>
          <p:nvPr/>
        </p:nvSpPr>
        <p:spPr>
          <a:xfrm>
            <a:off x="543586" y="1399405"/>
            <a:ext cx="9117965" cy="5941695"/>
          </a:xfrm>
          <a:prstGeom prst="rect">
            <a:avLst/>
          </a:prstGeom>
        </p:spPr>
        <p:txBody>
          <a:bodyPr vert="horz" wrap="square" lIns="0" tIns="13335" rIns="0" bIns="0" rtlCol="0">
            <a:spAutoFit/>
          </a:bodyPr>
          <a:lstStyle/>
          <a:p>
            <a:pPr marL="12700">
              <a:lnSpc>
                <a:spcPct val="100000"/>
              </a:lnSpc>
              <a:spcBef>
                <a:spcPts val="105"/>
              </a:spcBef>
            </a:pPr>
            <a:endParaRPr sz="2650" dirty="0">
              <a:latin typeface="Times New Roman"/>
              <a:cs typeface="Times New Roman"/>
            </a:endParaRPr>
          </a:p>
          <a:p>
            <a:pPr marL="610235" indent="-341630">
              <a:lnSpc>
                <a:spcPct val="100000"/>
              </a:lnSpc>
              <a:spcBef>
                <a:spcPts val="65"/>
              </a:spcBef>
              <a:buClr>
                <a:srgbClr val="DB7E46"/>
              </a:buClr>
              <a:buSzPct val="102083"/>
              <a:buFont typeface="Arial"/>
              <a:buChar char="□"/>
              <a:tabLst>
                <a:tab pos="610235" algn="l"/>
              </a:tabLst>
            </a:pPr>
            <a:r>
              <a:rPr sz="2400" spc="95" dirty="0">
                <a:solidFill>
                  <a:srgbClr val="030303"/>
                </a:solidFill>
                <a:latin typeface="Times New Roman"/>
                <a:cs typeface="Times New Roman"/>
              </a:rPr>
              <a:t>The</a:t>
            </a:r>
            <a:r>
              <a:rPr sz="2400" spc="105" dirty="0">
                <a:solidFill>
                  <a:srgbClr val="030303"/>
                </a:solidFill>
                <a:latin typeface="Times New Roman"/>
                <a:cs typeface="Times New Roman"/>
              </a:rPr>
              <a:t> </a:t>
            </a:r>
            <a:r>
              <a:rPr sz="2400" spc="55" dirty="0">
                <a:solidFill>
                  <a:srgbClr val="030303"/>
                </a:solidFill>
                <a:latin typeface="Times New Roman"/>
                <a:cs typeface="Times New Roman"/>
              </a:rPr>
              <a:t>finalize(</a:t>
            </a:r>
            <a:r>
              <a:rPr sz="2400" spc="270" dirty="0">
                <a:solidFill>
                  <a:srgbClr val="030303"/>
                </a:solidFill>
                <a:latin typeface="Times New Roman"/>
                <a:cs typeface="Times New Roman"/>
              </a:rPr>
              <a:t> </a:t>
            </a:r>
            <a:r>
              <a:rPr sz="2400" spc="75" dirty="0">
                <a:solidFill>
                  <a:srgbClr val="030303"/>
                </a:solidFill>
                <a:latin typeface="Times New Roman"/>
                <a:cs typeface="Times New Roman"/>
              </a:rPr>
              <a:t>)</a:t>
            </a:r>
            <a:r>
              <a:rPr sz="2400" spc="40" dirty="0">
                <a:solidFill>
                  <a:srgbClr val="030303"/>
                </a:solidFill>
                <a:latin typeface="Times New Roman"/>
                <a:cs typeface="Times New Roman"/>
              </a:rPr>
              <a:t> </a:t>
            </a:r>
            <a:r>
              <a:rPr sz="2400" spc="80" dirty="0">
                <a:solidFill>
                  <a:srgbClr val="030303"/>
                </a:solidFill>
                <a:latin typeface="Times New Roman"/>
                <a:cs typeface="Times New Roman"/>
              </a:rPr>
              <a:t>method</a:t>
            </a:r>
            <a:r>
              <a:rPr sz="2400" spc="215" dirty="0">
                <a:solidFill>
                  <a:srgbClr val="030303"/>
                </a:solidFill>
                <a:latin typeface="Times New Roman"/>
                <a:cs typeface="Times New Roman"/>
              </a:rPr>
              <a:t> </a:t>
            </a:r>
            <a:r>
              <a:rPr sz="2400" spc="80" dirty="0">
                <a:solidFill>
                  <a:srgbClr val="030303"/>
                </a:solidFill>
                <a:latin typeface="Times New Roman"/>
                <a:cs typeface="Times New Roman"/>
              </a:rPr>
              <a:t>has</a:t>
            </a:r>
            <a:r>
              <a:rPr sz="2400" spc="110" dirty="0">
                <a:solidFill>
                  <a:srgbClr val="030303"/>
                </a:solidFill>
                <a:latin typeface="Times New Roman"/>
                <a:cs typeface="Times New Roman"/>
              </a:rPr>
              <a:t> </a:t>
            </a:r>
            <a:r>
              <a:rPr sz="2400" spc="65" dirty="0">
                <a:solidFill>
                  <a:srgbClr val="030303"/>
                </a:solidFill>
                <a:latin typeface="Times New Roman"/>
                <a:cs typeface="Times New Roman"/>
              </a:rPr>
              <a:t>this</a:t>
            </a:r>
            <a:r>
              <a:rPr sz="2400" spc="85" dirty="0">
                <a:solidFill>
                  <a:srgbClr val="030303"/>
                </a:solidFill>
                <a:latin typeface="Times New Roman"/>
                <a:cs typeface="Times New Roman"/>
              </a:rPr>
              <a:t> </a:t>
            </a:r>
            <a:r>
              <a:rPr sz="2400" spc="75" dirty="0">
                <a:solidFill>
                  <a:srgbClr val="030303"/>
                </a:solidFill>
                <a:latin typeface="Times New Roman"/>
                <a:cs typeface="Times New Roman"/>
              </a:rPr>
              <a:t>general</a:t>
            </a:r>
            <a:r>
              <a:rPr sz="2400" spc="160" dirty="0">
                <a:solidFill>
                  <a:srgbClr val="030303"/>
                </a:solidFill>
                <a:latin typeface="Times New Roman"/>
                <a:cs typeface="Times New Roman"/>
              </a:rPr>
              <a:t> </a:t>
            </a:r>
            <a:r>
              <a:rPr sz="2400" spc="55" dirty="0">
                <a:solidFill>
                  <a:srgbClr val="030303"/>
                </a:solidFill>
                <a:latin typeface="Times New Roman"/>
                <a:cs typeface="Times New Roman"/>
              </a:rPr>
              <a:t>form:</a:t>
            </a:r>
            <a:endParaRPr sz="2400" dirty="0">
              <a:latin typeface="Times New Roman"/>
              <a:cs typeface="Times New Roman"/>
            </a:endParaRPr>
          </a:p>
          <a:p>
            <a:pPr marL="275590">
              <a:lnSpc>
                <a:spcPct val="100000"/>
              </a:lnSpc>
              <a:spcBef>
                <a:spcPts val="355"/>
              </a:spcBef>
            </a:pPr>
            <a:r>
              <a:rPr sz="2200" dirty="0">
                <a:solidFill>
                  <a:srgbClr val="EF080A"/>
                </a:solidFill>
                <a:latin typeface="Times New Roman"/>
                <a:cs typeface="Times New Roman"/>
              </a:rPr>
              <a:t>protected</a:t>
            </a:r>
            <a:r>
              <a:rPr sz="2200" spc="320" dirty="0">
                <a:solidFill>
                  <a:srgbClr val="EF080A"/>
                </a:solidFill>
                <a:latin typeface="Times New Roman"/>
                <a:cs typeface="Times New Roman"/>
              </a:rPr>
              <a:t> </a:t>
            </a:r>
            <a:r>
              <a:rPr sz="2200" dirty="0">
                <a:solidFill>
                  <a:srgbClr val="EF080A"/>
                </a:solidFill>
                <a:latin typeface="Times New Roman"/>
                <a:cs typeface="Times New Roman"/>
              </a:rPr>
              <a:t>void</a:t>
            </a:r>
            <a:r>
              <a:rPr sz="2200" spc="240" dirty="0">
                <a:solidFill>
                  <a:srgbClr val="EF080A"/>
                </a:solidFill>
                <a:latin typeface="Times New Roman"/>
                <a:cs typeface="Times New Roman"/>
              </a:rPr>
              <a:t> </a:t>
            </a:r>
            <a:r>
              <a:rPr sz="2200" dirty="0">
                <a:solidFill>
                  <a:srgbClr val="EF080A"/>
                </a:solidFill>
                <a:latin typeface="Times New Roman"/>
                <a:cs typeface="Times New Roman"/>
              </a:rPr>
              <a:t>finalize(</a:t>
            </a:r>
            <a:r>
              <a:rPr sz="2200" spc="360" dirty="0">
                <a:solidFill>
                  <a:srgbClr val="EF080A"/>
                </a:solidFill>
                <a:latin typeface="Times New Roman"/>
                <a:cs typeface="Times New Roman"/>
              </a:rPr>
              <a:t> </a:t>
            </a:r>
            <a:r>
              <a:rPr sz="2200" spc="-50" dirty="0">
                <a:solidFill>
                  <a:srgbClr val="EF080A"/>
                </a:solidFill>
                <a:latin typeface="Times New Roman"/>
                <a:cs typeface="Times New Roman"/>
              </a:rPr>
              <a:t>)</a:t>
            </a:r>
            <a:endParaRPr sz="2200" dirty="0">
              <a:latin typeface="Times New Roman"/>
              <a:cs typeface="Times New Roman"/>
            </a:endParaRPr>
          </a:p>
          <a:p>
            <a:pPr marL="309245">
              <a:lnSpc>
                <a:spcPct val="100000"/>
              </a:lnSpc>
              <a:spcBef>
                <a:spcPts val="525"/>
              </a:spcBef>
            </a:pPr>
            <a:r>
              <a:rPr sz="2000" spc="20" dirty="0">
                <a:solidFill>
                  <a:srgbClr val="EF080A"/>
                </a:solidFill>
                <a:latin typeface="Arial"/>
                <a:cs typeface="Arial"/>
              </a:rPr>
              <a:t>{</a:t>
            </a:r>
            <a:endParaRPr sz="2000" dirty="0">
              <a:latin typeface="Arial"/>
              <a:cs typeface="Arial"/>
            </a:endParaRPr>
          </a:p>
          <a:p>
            <a:pPr marL="1235710">
              <a:lnSpc>
                <a:spcPct val="100000"/>
              </a:lnSpc>
              <a:spcBef>
                <a:spcPts val="295"/>
              </a:spcBef>
            </a:pPr>
            <a:r>
              <a:rPr sz="2200" dirty="0">
                <a:solidFill>
                  <a:srgbClr val="EF080A"/>
                </a:solidFill>
                <a:latin typeface="Times New Roman"/>
                <a:cs typeface="Times New Roman"/>
              </a:rPr>
              <a:t>//</a:t>
            </a:r>
            <a:r>
              <a:rPr sz="2200" spc="135" dirty="0">
                <a:solidFill>
                  <a:srgbClr val="EF080A"/>
                </a:solidFill>
                <a:latin typeface="Times New Roman"/>
                <a:cs typeface="Times New Roman"/>
              </a:rPr>
              <a:t> </a:t>
            </a:r>
            <a:r>
              <a:rPr sz="2200" dirty="0">
                <a:solidFill>
                  <a:srgbClr val="EF080A"/>
                </a:solidFill>
                <a:latin typeface="Times New Roman"/>
                <a:cs typeface="Times New Roman"/>
              </a:rPr>
              <a:t>finalization</a:t>
            </a:r>
            <a:r>
              <a:rPr sz="2200" spc="370" dirty="0">
                <a:solidFill>
                  <a:srgbClr val="EF080A"/>
                </a:solidFill>
                <a:latin typeface="Times New Roman"/>
                <a:cs typeface="Times New Roman"/>
              </a:rPr>
              <a:t> </a:t>
            </a:r>
            <a:r>
              <a:rPr sz="2200" dirty="0">
                <a:solidFill>
                  <a:srgbClr val="EF080A"/>
                </a:solidFill>
                <a:latin typeface="Times New Roman"/>
                <a:cs typeface="Times New Roman"/>
              </a:rPr>
              <a:t>code</a:t>
            </a:r>
            <a:r>
              <a:rPr sz="2200" spc="229" dirty="0">
                <a:solidFill>
                  <a:srgbClr val="EF080A"/>
                </a:solidFill>
                <a:latin typeface="Times New Roman"/>
                <a:cs typeface="Times New Roman"/>
              </a:rPr>
              <a:t> </a:t>
            </a:r>
            <a:r>
              <a:rPr sz="2200" spc="-20" dirty="0">
                <a:solidFill>
                  <a:srgbClr val="EF080A"/>
                </a:solidFill>
                <a:latin typeface="Times New Roman"/>
                <a:cs typeface="Times New Roman"/>
              </a:rPr>
              <a:t>here</a:t>
            </a:r>
            <a:endParaRPr sz="2200" dirty="0">
              <a:latin typeface="Times New Roman"/>
              <a:cs typeface="Times New Roman"/>
            </a:endParaRPr>
          </a:p>
          <a:p>
            <a:pPr marL="294005">
              <a:lnSpc>
                <a:spcPct val="100000"/>
              </a:lnSpc>
              <a:spcBef>
                <a:spcPts val="530"/>
              </a:spcBef>
            </a:pPr>
            <a:r>
              <a:rPr sz="2000" spc="25" dirty="0">
                <a:solidFill>
                  <a:srgbClr val="EF080A"/>
                </a:solidFill>
                <a:latin typeface="Arial"/>
                <a:cs typeface="Arial"/>
              </a:rPr>
              <a:t>}</a:t>
            </a:r>
            <a:endParaRPr sz="2000" dirty="0">
              <a:latin typeface="Arial"/>
              <a:cs typeface="Arial"/>
            </a:endParaRPr>
          </a:p>
          <a:p>
            <a:pPr marL="610870" marR="5080" indent="-342900">
              <a:lnSpc>
                <a:spcPts val="2520"/>
              </a:lnSpc>
              <a:spcBef>
                <a:spcPts val="750"/>
              </a:spcBef>
              <a:buClr>
                <a:srgbClr val="DB7E46"/>
              </a:buClr>
              <a:buSzPct val="102083"/>
              <a:buFont typeface="Arial"/>
              <a:buChar char="□"/>
              <a:tabLst>
                <a:tab pos="610870" algn="l"/>
                <a:tab pos="1175385" algn="l"/>
                <a:tab pos="2494915" algn="l"/>
                <a:tab pos="3896360" algn="l"/>
                <a:tab pos="4277995" algn="l"/>
                <a:tab pos="4583430" algn="l"/>
                <a:tab pos="5885180" algn="l"/>
                <a:tab pos="6544309" algn="l"/>
                <a:tab pos="7835265" algn="l"/>
                <a:tab pos="8845550" algn="l"/>
              </a:tabLst>
            </a:pPr>
            <a:r>
              <a:rPr sz="2400" spc="45" dirty="0">
                <a:solidFill>
                  <a:srgbClr val="030303"/>
                </a:solidFill>
                <a:latin typeface="Times New Roman"/>
                <a:cs typeface="Times New Roman"/>
              </a:rPr>
              <a:t>the</a:t>
            </a:r>
            <a:r>
              <a:rPr sz="2400" dirty="0">
                <a:solidFill>
                  <a:srgbClr val="030303"/>
                </a:solidFill>
                <a:latin typeface="Times New Roman"/>
                <a:cs typeface="Times New Roman"/>
              </a:rPr>
              <a:t>	</a:t>
            </a:r>
            <a:r>
              <a:rPr sz="2400" spc="70" dirty="0">
                <a:solidFill>
                  <a:srgbClr val="030303"/>
                </a:solidFill>
                <a:latin typeface="Times New Roman"/>
                <a:cs typeface="Times New Roman"/>
              </a:rPr>
              <a:t>keyword</a:t>
            </a:r>
            <a:r>
              <a:rPr sz="2400" dirty="0">
                <a:solidFill>
                  <a:srgbClr val="030303"/>
                </a:solidFill>
                <a:latin typeface="Times New Roman"/>
                <a:cs typeface="Times New Roman"/>
              </a:rPr>
              <a:t>	</a:t>
            </a:r>
            <a:r>
              <a:rPr sz="2400" spc="55" dirty="0">
                <a:solidFill>
                  <a:srgbClr val="030303"/>
                </a:solidFill>
                <a:latin typeface="Times New Roman"/>
                <a:cs typeface="Times New Roman"/>
              </a:rPr>
              <a:t>protected</a:t>
            </a:r>
            <a:r>
              <a:rPr sz="2400" dirty="0">
                <a:solidFill>
                  <a:srgbClr val="030303"/>
                </a:solidFill>
                <a:latin typeface="Times New Roman"/>
                <a:cs typeface="Times New Roman"/>
              </a:rPr>
              <a:t>	</a:t>
            </a:r>
            <a:r>
              <a:rPr sz="2400" spc="40" dirty="0">
                <a:solidFill>
                  <a:srgbClr val="030303"/>
                </a:solidFill>
                <a:latin typeface="Times New Roman"/>
                <a:cs typeface="Times New Roman"/>
              </a:rPr>
              <a:t>is</a:t>
            </a:r>
            <a:r>
              <a:rPr sz="2400" dirty="0">
                <a:solidFill>
                  <a:srgbClr val="030303"/>
                </a:solidFill>
                <a:latin typeface="Times New Roman"/>
                <a:cs typeface="Times New Roman"/>
              </a:rPr>
              <a:t>	</a:t>
            </a:r>
            <a:r>
              <a:rPr sz="2400" spc="35" dirty="0">
                <a:solidFill>
                  <a:srgbClr val="030303"/>
                </a:solidFill>
                <a:latin typeface="Times New Roman"/>
                <a:cs typeface="Times New Roman"/>
              </a:rPr>
              <a:t>a</a:t>
            </a:r>
            <a:r>
              <a:rPr sz="2400" dirty="0">
                <a:solidFill>
                  <a:srgbClr val="030303"/>
                </a:solidFill>
                <a:latin typeface="Times New Roman"/>
                <a:cs typeface="Times New Roman"/>
              </a:rPr>
              <a:t>	</a:t>
            </a:r>
            <a:r>
              <a:rPr sz="2400" spc="60" dirty="0">
                <a:solidFill>
                  <a:srgbClr val="030303"/>
                </a:solidFill>
                <a:latin typeface="Times New Roman"/>
                <a:cs typeface="Times New Roman"/>
              </a:rPr>
              <a:t>specifier</a:t>
            </a:r>
            <a:r>
              <a:rPr sz="2400" dirty="0">
                <a:solidFill>
                  <a:srgbClr val="030303"/>
                </a:solidFill>
                <a:latin typeface="Times New Roman"/>
                <a:cs typeface="Times New Roman"/>
              </a:rPr>
              <a:t>	</a:t>
            </a:r>
            <a:r>
              <a:rPr sz="2400" spc="55" dirty="0">
                <a:solidFill>
                  <a:srgbClr val="030303"/>
                </a:solidFill>
                <a:latin typeface="Times New Roman"/>
                <a:cs typeface="Times New Roman"/>
              </a:rPr>
              <a:t>that</a:t>
            </a:r>
            <a:r>
              <a:rPr sz="2400" dirty="0">
                <a:solidFill>
                  <a:srgbClr val="030303"/>
                </a:solidFill>
                <a:latin typeface="Times New Roman"/>
                <a:cs typeface="Times New Roman"/>
              </a:rPr>
              <a:t>	</a:t>
            </a:r>
            <a:r>
              <a:rPr sz="2400" spc="65" dirty="0">
                <a:solidFill>
                  <a:srgbClr val="030303"/>
                </a:solidFill>
                <a:latin typeface="Times New Roman"/>
                <a:cs typeface="Times New Roman"/>
              </a:rPr>
              <a:t>prevents</a:t>
            </a:r>
            <a:r>
              <a:rPr sz="2400" dirty="0">
                <a:solidFill>
                  <a:srgbClr val="030303"/>
                </a:solidFill>
                <a:latin typeface="Times New Roman"/>
                <a:cs typeface="Times New Roman"/>
              </a:rPr>
              <a:t>	</a:t>
            </a:r>
            <a:r>
              <a:rPr sz="2400" spc="65" dirty="0">
                <a:solidFill>
                  <a:srgbClr val="030303"/>
                </a:solidFill>
                <a:latin typeface="Times New Roman"/>
                <a:cs typeface="Times New Roman"/>
              </a:rPr>
              <a:t>access</a:t>
            </a:r>
            <a:r>
              <a:rPr sz="2400" dirty="0">
                <a:solidFill>
                  <a:srgbClr val="030303"/>
                </a:solidFill>
                <a:latin typeface="Times New Roman"/>
                <a:cs typeface="Times New Roman"/>
              </a:rPr>
              <a:t>	</a:t>
            </a:r>
            <a:r>
              <a:rPr sz="2400" spc="55" dirty="0">
                <a:solidFill>
                  <a:srgbClr val="030303"/>
                </a:solidFill>
                <a:latin typeface="Times New Roman"/>
                <a:cs typeface="Times New Roman"/>
              </a:rPr>
              <a:t>to finalize(</a:t>
            </a:r>
            <a:r>
              <a:rPr sz="2400" spc="275" dirty="0">
                <a:solidFill>
                  <a:srgbClr val="030303"/>
                </a:solidFill>
                <a:latin typeface="Times New Roman"/>
                <a:cs typeface="Times New Roman"/>
              </a:rPr>
              <a:t> </a:t>
            </a:r>
            <a:r>
              <a:rPr sz="2400" spc="75" dirty="0">
                <a:solidFill>
                  <a:srgbClr val="030303"/>
                </a:solidFill>
                <a:latin typeface="Times New Roman"/>
                <a:cs typeface="Times New Roman"/>
              </a:rPr>
              <a:t>)</a:t>
            </a:r>
            <a:r>
              <a:rPr sz="2400" spc="45" dirty="0">
                <a:solidFill>
                  <a:srgbClr val="030303"/>
                </a:solidFill>
                <a:latin typeface="Times New Roman"/>
                <a:cs typeface="Times New Roman"/>
              </a:rPr>
              <a:t> </a:t>
            </a:r>
            <a:r>
              <a:rPr sz="2400" spc="105" dirty="0">
                <a:solidFill>
                  <a:srgbClr val="030303"/>
                </a:solidFill>
                <a:latin typeface="Times New Roman"/>
                <a:cs typeface="Times New Roman"/>
              </a:rPr>
              <a:t>by</a:t>
            </a:r>
            <a:r>
              <a:rPr sz="2400" spc="70" dirty="0">
                <a:solidFill>
                  <a:srgbClr val="030303"/>
                </a:solidFill>
                <a:latin typeface="Times New Roman"/>
                <a:cs typeface="Times New Roman"/>
              </a:rPr>
              <a:t> </a:t>
            </a:r>
            <a:r>
              <a:rPr sz="2400" spc="85" dirty="0">
                <a:solidFill>
                  <a:srgbClr val="030303"/>
                </a:solidFill>
                <a:latin typeface="Times New Roman"/>
                <a:cs typeface="Times New Roman"/>
              </a:rPr>
              <a:t>code</a:t>
            </a:r>
            <a:r>
              <a:rPr sz="2400" spc="100" dirty="0">
                <a:solidFill>
                  <a:srgbClr val="030303"/>
                </a:solidFill>
                <a:latin typeface="Times New Roman"/>
                <a:cs typeface="Times New Roman"/>
              </a:rPr>
              <a:t> </a:t>
            </a:r>
            <a:r>
              <a:rPr sz="2400" spc="70" dirty="0">
                <a:solidFill>
                  <a:srgbClr val="030303"/>
                </a:solidFill>
                <a:latin typeface="Times New Roman"/>
                <a:cs typeface="Times New Roman"/>
              </a:rPr>
              <a:t>defined</a:t>
            </a:r>
            <a:r>
              <a:rPr sz="2400" spc="240" dirty="0">
                <a:solidFill>
                  <a:srgbClr val="030303"/>
                </a:solidFill>
                <a:latin typeface="Times New Roman"/>
                <a:cs typeface="Times New Roman"/>
              </a:rPr>
              <a:t> </a:t>
            </a:r>
            <a:r>
              <a:rPr sz="2400" spc="70" dirty="0">
                <a:solidFill>
                  <a:srgbClr val="030303"/>
                </a:solidFill>
                <a:latin typeface="Times New Roman"/>
                <a:cs typeface="Times New Roman"/>
              </a:rPr>
              <a:t>outside</a:t>
            </a:r>
            <a:r>
              <a:rPr sz="2400" spc="130" dirty="0">
                <a:solidFill>
                  <a:srgbClr val="030303"/>
                </a:solidFill>
                <a:latin typeface="Times New Roman"/>
                <a:cs typeface="Times New Roman"/>
              </a:rPr>
              <a:t> </a:t>
            </a:r>
            <a:r>
              <a:rPr sz="2400" spc="70" dirty="0">
                <a:solidFill>
                  <a:srgbClr val="030303"/>
                </a:solidFill>
                <a:latin typeface="Times New Roman"/>
                <a:cs typeface="Times New Roman"/>
              </a:rPr>
              <a:t>its</a:t>
            </a:r>
            <a:r>
              <a:rPr sz="2400" spc="65" dirty="0">
                <a:solidFill>
                  <a:srgbClr val="030303"/>
                </a:solidFill>
                <a:latin typeface="Times New Roman"/>
                <a:cs typeface="Times New Roman"/>
              </a:rPr>
              <a:t> </a:t>
            </a:r>
            <a:r>
              <a:rPr sz="2400" spc="60" dirty="0">
                <a:solidFill>
                  <a:srgbClr val="030303"/>
                </a:solidFill>
                <a:latin typeface="Times New Roman"/>
                <a:cs typeface="Times New Roman"/>
              </a:rPr>
              <a:t>class.</a:t>
            </a:r>
            <a:endParaRPr sz="2400" dirty="0">
              <a:latin typeface="Times New Roman"/>
              <a:cs typeface="Times New Roman"/>
            </a:endParaRPr>
          </a:p>
          <a:p>
            <a:pPr marL="610870" marR="15875" indent="-342900">
              <a:lnSpc>
                <a:spcPts val="2520"/>
              </a:lnSpc>
              <a:spcBef>
                <a:spcPts val="720"/>
              </a:spcBef>
              <a:buClr>
                <a:srgbClr val="DB7E46"/>
              </a:buClr>
              <a:buSzPct val="102083"/>
              <a:buFont typeface="Arial"/>
              <a:buChar char="□"/>
              <a:tabLst>
                <a:tab pos="610870" algn="l"/>
                <a:tab pos="1845310" algn="l"/>
                <a:tab pos="2085339" algn="l"/>
                <a:tab pos="3209925" algn="l"/>
                <a:tab pos="3559175" algn="l"/>
                <a:tab pos="4954905" algn="l"/>
                <a:tab pos="5360670" algn="l"/>
                <a:tab pos="6407150" algn="l"/>
                <a:tab pos="7345045" algn="l"/>
              </a:tabLst>
            </a:pPr>
            <a:r>
              <a:rPr sz="2400" spc="55" dirty="0">
                <a:solidFill>
                  <a:srgbClr val="030303"/>
                </a:solidFill>
                <a:latin typeface="Times New Roman"/>
                <a:cs typeface="Times New Roman"/>
              </a:rPr>
              <a:t>finalize(</a:t>
            </a:r>
            <a:r>
              <a:rPr sz="2400" dirty="0">
                <a:solidFill>
                  <a:srgbClr val="030303"/>
                </a:solidFill>
                <a:latin typeface="Times New Roman"/>
                <a:cs typeface="Times New Roman"/>
              </a:rPr>
              <a:t>	</a:t>
            </a:r>
            <a:r>
              <a:rPr sz="2400" spc="10" dirty="0">
                <a:solidFill>
                  <a:srgbClr val="030303"/>
                </a:solidFill>
                <a:latin typeface="Times New Roman"/>
                <a:cs typeface="Times New Roman"/>
              </a:rPr>
              <a:t>)</a:t>
            </a:r>
            <a:r>
              <a:rPr sz="2400" dirty="0">
                <a:solidFill>
                  <a:srgbClr val="030303"/>
                </a:solidFill>
                <a:latin typeface="Times New Roman"/>
                <a:cs typeface="Times New Roman"/>
              </a:rPr>
              <a:t>	</a:t>
            </a:r>
            <a:r>
              <a:rPr sz="2400" spc="70" dirty="0">
                <a:solidFill>
                  <a:srgbClr val="030303"/>
                </a:solidFill>
                <a:latin typeface="Times New Roman"/>
                <a:cs typeface="Times New Roman"/>
              </a:rPr>
              <a:t>method</a:t>
            </a:r>
            <a:r>
              <a:rPr sz="2400" dirty="0">
                <a:solidFill>
                  <a:srgbClr val="030303"/>
                </a:solidFill>
                <a:latin typeface="Times New Roman"/>
                <a:cs typeface="Times New Roman"/>
              </a:rPr>
              <a:t>	</a:t>
            </a:r>
            <a:r>
              <a:rPr sz="2400" spc="40" dirty="0">
                <a:solidFill>
                  <a:srgbClr val="030303"/>
                </a:solidFill>
                <a:latin typeface="Times New Roman"/>
                <a:cs typeface="Times New Roman"/>
              </a:rPr>
              <a:t>is</a:t>
            </a:r>
            <a:r>
              <a:rPr sz="2400" dirty="0">
                <a:solidFill>
                  <a:srgbClr val="030303"/>
                </a:solidFill>
                <a:latin typeface="Times New Roman"/>
                <a:cs typeface="Times New Roman"/>
              </a:rPr>
              <a:t>	</a:t>
            </a:r>
            <a:r>
              <a:rPr sz="2400" spc="95" dirty="0">
                <a:solidFill>
                  <a:srgbClr val="030303"/>
                </a:solidFill>
                <a:latin typeface="Times New Roman"/>
                <a:cs typeface="Times New Roman"/>
              </a:rPr>
              <a:t>a</a:t>
            </a:r>
            <a:r>
              <a:rPr sz="2400" spc="385" dirty="0">
                <a:solidFill>
                  <a:srgbClr val="030303"/>
                </a:solidFill>
                <a:latin typeface="Times New Roman"/>
                <a:cs typeface="Times New Roman"/>
              </a:rPr>
              <a:t> </a:t>
            </a:r>
            <a:r>
              <a:rPr sz="2400" spc="85" dirty="0">
                <a:solidFill>
                  <a:srgbClr val="030303"/>
                </a:solidFill>
                <a:latin typeface="Times New Roman"/>
                <a:cs typeface="Times New Roman"/>
              </a:rPr>
              <a:t>method</a:t>
            </a:r>
            <a:r>
              <a:rPr sz="2400" dirty="0">
                <a:solidFill>
                  <a:srgbClr val="030303"/>
                </a:solidFill>
                <a:latin typeface="Times New Roman"/>
                <a:cs typeface="Times New Roman"/>
              </a:rPr>
              <a:t>	</a:t>
            </a:r>
            <a:r>
              <a:rPr sz="2400" spc="65" dirty="0">
                <a:solidFill>
                  <a:srgbClr val="030303"/>
                </a:solidFill>
                <a:latin typeface="Times New Roman"/>
                <a:cs typeface="Times New Roman"/>
              </a:rPr>
              <a:t>of</a:t>
            </a:r>
            <a:r>
              <a:rPr sz="2400" dirty="0">
                <a:solidFill>
                  <a:srgbClr val="030303"/>
                </a:solidFill>
                <a:latin typeface="Times New Roman"/>
                <a:cs typeface="Times New Roman"/>
              </a:rPr>
              <a:t>	</a:t>
            </a:r>
            <a:r>
              <a:rPr sz="2400" spc="95" dirty="0">
                <a:solidFill>
                  <a:srgbClr val="030303"/>
                </a:solidFill>
                <a:latin typeface="Times New Roman"/>
                <a:cs typeface="Times New Roman"/>
              </a:rPr>
              <a:t>a</a:t>
            </a:r>
            <a:r>
              <a:rPr sz="2400" spc="395" dirty="0">
                <a:solidFill>
                  <a:srgbClr val="030303"/>
                </a:solidFill>
                <a:latin typeface="Times New Roman"/>
                <a:cs typeface="Times New Roman"/>
              </a:rPr>
              <a:t> </a:t>
            </a:r>
            <a:r>
              <a:rPr sz="2400" spc="60" dirty="0">
                <a:solidFill>
                  <a:srgbClr val="030303"/>
                </a:solidFill>
                <a:latin typeface="Times New Roman"/>
                <a:cs typeface="Times New Roman"/>
              </a:rPr>
              <a:t>class</a:t>
            </a:r>
            <a:r>
              <a:rPr sz="2400" dirty="0">
                <a:solidFill>
                  <a:srgbClr val="030303"/>
                </a:solidFill>
                <a:latin typeface="Times New Roman"/>
                <a:cs typeface="Times New Roman"/>
              </a:rPr>
              <a:t>	</a:t>
            </a:r>
            <a:r>
              <a:rPr sz="2400" spc="80" dirty="0">
                <a:solidFill>
                  <a:srgbClr val="030303"/>
                </a:solidFill>
                <a:latin typeface="Times New Roman"/>
                <a:cs typeface="Times New Roman"/>
              </a:rPr>
              <a:t>which</a:t>
            </a:r>
            <a:r>
              <a:rPr sz="2400" dirty="0">
                <a:solidFill>
                  <a:srgbClr val="030303"/>
                </a:solidFill>
                <a:latin typeface="Times New Roman"/>
                <a:cs typeface="Times New Roman"/>
              </a:rPr>
              <a:t>	</a:t>
            </a:r>
            <a:r>
              <a:rPr sz="2400" spc="60" dirty="0">
                <a:solidFill>
                  <a:srgbClr val="030303"/>
                </a:solidFill>
                <a:latin typeface="Times New Roman"/>
                <a:cs typeface="Times New Roman"/>
              </a:rPr>
              <a:t>is</a:t>
            </a:r>
            <a:r>
              <a:rPr sz="2400" spc="395" dirty="0">
                <a:solidFill>
                  <a:srgbClr val="030303"/>
                </a:solidFill>
                <a:latin typeface="Times New Roman"/>
                <a:cs typeface="Times New Roman"/>
              </a:rPr>
              <a:t> </a:t>
            </a:r>
            <a:r>
              <a:rPr sz="2400" spc="85" dirty="0">
                <a:solidFill>
                  <a:srgbClr val="030303"/>
                </a:solidFill>
                <a:latin typeface="Times New Roman"/>
                <a:cs typeface="Times New Roman"/>
              </a:rPr>
              <a:t>called</a:t>
            </a:r>
            <a:r>
              <a:rPr sz="2400" spc="405" dirty="0">
                <a:solidFill>
                  <a:srgbClr val="030303"/>
                </a:solidFill>
                <a:latin typeface="Times New Roman"/>
                <a:cs typeface="Times New Roman"/>
              </a:rPr>
              <a:t> </a:t>
            </a:r>
            <a:r>
              <a:rPr sz="2400" spc="50" dirty="0">
                <a:solidFill>
                  <a:srgbClr val="030303"/>
                </a:solidFill>
                <a:latin typeface="Times New Roman"/>
                <a:cs typeface="Times New Roman"/>
              </a:rPr>
              <a:t>just </a:t>
            </a:r>
            <a:r>
              <a:rPr sz="2400" spc="65" dirty="0">
                <a:solidFill>
                  <a:srgbClr val="030303"/>
                </a:solidFill>
                <a:latin typeface="Times New Roman"/>
                <a:cs typeface="Times New Roman"/>
              </a:rPr>
              <a:t>before</a:t>
            </a:r>
            <a:r>
              <a:rPr sz="2400" spc="180" dirty="0">
                <a:solidFill>
                  <a:srgbClr val="030303"/>
                </a:solidFill>
                <a:latin typeface="Times New Roman"/>
                <a:cs typeface="Times New Roman"/>
              </a:rPr>
              <a:t> </a:t>
            </a:r>
            <a:r>
              <a:rPr sz="2400" spc="70" dirty="0">
                <a:solidFill>
                  <a:srgbClr val="030303"/>
                </a:solidFill>
                <a:latin typeface="Times New Roman"/>
                <a:cs typeface="Times New Roman"/>
              </a:rPr>
              <a:t>the</a:t>
            </a:r>
            <a:r>
              <a:rPr sz="2400" spc="135" dirty="0">
                <a:solidFill>
                  <a:srgbClr val="030303"/>
                </a:solidFill>
                <a:latin typeface="Times New Roman"/>
                <a:cs typeface="Times New Roman"/>
              </a:rPr>
              <a:t> </a:t>
            </a:r>
            <a:r>
              <a:rPr sz="2400" spc="65" dirty="0">
                <a:solidFill>
                  <a:srgbClr val="030303"/>
                </a:solidFill>
                <a:latin typeface="Times New Roman"/>
                <a:cs typeface="Times New Roman"/>
              </a:rPr>
              <a:t>destruction</a:t>
            </a:r>
            <a:r>
              <a:rPr sz="2400" spc="290" dirty="0">
                <a:solidFill>
                  <a:srgbClr val="030303"/>
                </a:solidFill>
                <a:latin typeface="Times New Roman"/>
                <a:cs typeface="Times New Roman"/>
              </a:rPr>
              <a:t> </a:t>
            </a:r>
            <a:r>
              <a:rPr sz="2400" spc="90" dirty="0">
                <a:solidFill>
                  <a:srgbClr val="030303"/>
                </a:solidFill>
                <a:latin typeface="Times New Roman"/>
                <a:cs typeface="Times New Roman"/>
              </a:rPr>
              <a:t>of an</a:t>
            </a:r>
            <a:r>
              <a:rPr sz="2400" spc="50" dirty="0">
                <a:solidFill>
                  <a:srgbClr val="030303"/>
                </a:solidFill>
                <a:latin typeface="Times New Roman"/>
                <a:cs typeface="Times New Roman"/>
              </a:rPr>
              <a:t> </a:t>
            </a:r>
            <a:r>
              <a:rPr sz="2400" spc="70" dirty="0">
                <a:solidFill>
                  <a:srgbClr val="030303"/>
                </a:solidFill>
                <a:latin typeface="Times New Roman"/>
                <a:cs typeface="Times New Roman"/>
              </a:rPr>
              <a:t>object</a:t>
            </a:r>
            <a:r>
              <a:rPr sz="2400" spc="130" dirty="0">
                <a:solidFill>
                  <a:srgbClr val="030303"/>
                </a:solidFill>
                <a:latin typeface="Times New Roman"/>
                <a:cs typeface="Times New Roman"/>
              </a:rPr>
              <a:t> </a:t>
            </a:r>
            <a:r>
              <a:rPr sz="2400" spc="95" dirty="0">
                <a:solidFill>
                  <a:srgbClr val="030303"/>
                </a:solidFill>
                <a:latin typeface="Times New Roman"/>
                <a:cs typeface="Times New Roman"/>
              </a:rPr>
              <a:t>by </a:t>
            </a:r>
            <a:r>
              <a:rPr sz="2400" spc="80" dirty="0">
                <a:solidFill>
                  <a:srgbClr val="030303"/>
                </a:solidFill>
                <a:latin typeface="Times New Roman"/>
                <a:cs typeface="Times New Roman"/>
              </a:rPr>
              <a:t>the</a:t>
            </a:r>
            <a:r>
              <a:rPr sz="2400" spc="60" dirty="0">
                <a:solidFill>
                  <a:srgbClr val="030303"/>
                </a:solidFill>
                <a:latin typeface="Times New Roman"/>
                <a:cs typeface="Times New Roman"/>
              </a:rPr>
              <a:t> </a:t>
            </a:r>
            <a:r>
              <a:rPr sz="2400" spc="70" dirty="0">
                <a:solidFill>
                  <a:srgbClr val="030303"/>
                </a:solidFill>
                <a:latin typeface="Times New Roman"/>
                <a:cs typeface="Times New Roman"/>
              </a:rPr>
              <a:t>garbage</a:t>
            </a:r>
            <a:r>
              <a:rPr sz="2400" spc="270" dirty="0">
                <a:solidFill>
                  <a:srgbClr val="030303"/>
                </a:solidFill>
                <a:latin typeface="Times New Roman"/>
                <a:cs typeface="Times New Roman"/>
              </a:rPr>
              <a:t> </a:t>
            </a:r>
            <a:r>
              <a:rPr sz="2400" spc="40" dirty="0">
                <a:solidFill>
                  <a:srgbClr val="030303"/>
                </a:solidFill>
                <a:latin typeface="Times New Roman"/>
                <a:cs typeface="Times New Roman"/>
              </a:rPr>
              <a:t>collector.</a:t>
            </a:r>
            <a:endParaRPr sz="2400" dirty="0">
              <a:latin typeface="Times New Roman"/>
              <a:cs typeface="Times New Roman"/>
            </a:endParaRPr>
          </a:p>
          <a:p>
            <a:pPr marL="599440" indent="-330835">
              <a:lnSpc>
                <a:spcPct val="100000"/>
              </a:lnSpc>
              <a:spcBef>
                <a:spcPts val="1270"/>
              </a:spcBef>
              <a:buClr>
                <a:srgbClr val="DB7E46"/>
              </a:buClr>
              <a:buSzPct val="89090"/>
              <a:buFont typeface="Arial"/>
              <a:buChar char="□"/>
              <a:tabLst>
                <a:tab pos="599440" algn="l"/>
                <a:tab pos="1983105" algn="l"/>
                <a:tab pos="3197225" algn="l"/>
              </a:tabLst>
            </a:pPr>
            <a:r>
              <a:rPr sz="2750" spc="-10" dirty="0">
                <a:solidFill>
                  <a:srgbClr val="4D5666"/>
                </a:solidFill>
                <a:latin typeface="Times New Roman"/>
                <a:cs typeface="Times New Roman"/>
              </a:rPr>
              <a:t>finalize()</a:t>
            </a:r>
            <a:r>
              <a:rPr sz="2750" dirty="0">
                <a:solidFill>
                  <a:srgbClr val="4D5666"/>
                </a:solidFill>
                <a:latin typeface="Times New Roman"/>
                <a:cs typeface="Times New Roman"/>
              </a:rPr>
              <a:t>	</a:t>
            </a:r>
            <a:r>
              <a:rPr sz="2750" spc="-10" dirty="0">
                <a:solidFill>
                  <a:srgbClr val="4D5666"/>
                </a:solidFill>
                <a:latin typeface="Times New Roman"/>
                <a:cs typeface="Times New Roman"/>
              </a:rPr>
              <a:t>method</a:t>
            </a:r>
            <a:r>
              <a:rPr sz="2750" dirty="0">
                <a:solidFill>
                  <a:srgbClr val="4D5666"/>
                </a:solidFill>
                <a:latin typeface="Times New Roman"/>
                <a:cs typeface="Times New Roman"/>
              </a:rPr>
              <a:t>	called</a:t>
            </a:r>
            <a:r>
              <a:rPr sz="2750" spc="285" dirty="0">
                <a:solidFill>
                  <a:srgbClr val="4D5666"/>
                </a:solidFill>
                <a:latin typeface="Times New Roman"/>
                <a:cs typeface="Times New Roman"/>
              </a:rPr>
              <a:t> </a:t>
            </a:r>
            <a:r>
              <a:rPr sz="2750" dirty="0">
                <a:solidFill>
                  <a:srgbClr val="4D5666"/>
                </a:solidFill>
                <a:latin typeface="Times New Roman"/>
                <a:cs typeface="Times New Roman"/>
              </a:rPr>
              <a:t>only</a:t>
            </a:r>
            <a:r>
              <a:rPr sz="2750" spc="110" dirty="0">
                <a:solidFill>
                  <a:srgbClr val="4D5666"/>
                </a:solidFill>
                <a:latin typeface="Times New Roman"/>
                <a:cs typeface="Times New Roman"/>
              </a:rPr>
              <a:t> </a:t>
            </a:r>
            <a:r>
              <a:rPr sz="2750" spc="60" dirty="0">
                <a:solidFill>
                  <a:srgbClr val="4D5666"/>
                </a:solidFill>
                <a:latin typeface="Times New Roman"/>
                <a:cs typeface="Times New Roman"/>
              </a:rPr>
              <a:t>once</a:t>
            </a:r>
            <a:r>
              <a:rPr sz="2750" spc="290" dirty="0">
                <a:solidFill>
                  <a:srgbClr val="4D5666"/>
                </a:solidFill>
                <a:latin typeface="Times New Roman"/>
                <a:cs typeface="Times New Roman"/>
              </a:rPr>
              <a:t> </a:t>
            </a:r>
            <a:r>
              <a:rPr sz="2750" dirty="0">
                <a:solidFill>
                  <a:srgbClr val="4D5666"/>
                </a:solidFill>
                <a:latin typeface="Times New Roman"/>
                <a:cs typeface="Times New Roman"/>
              </a:rPr>
              <a:t>by</a:t>
            </a:r>
            <a:r>
              <a:rPr sz="2750" spc="75" dirty="0">
                <a:solidFill>
                  <a:srgbClr val="4D5666"/>
                </a:solidFill>
                <a:latin typeface="Times New Roman"/>
                <a:cs typeface="Times New Roman"/>
              </a:rPr>
              <a:t> </a:t>
            </a:r>
            <a:r>
              <a:rPr sz="2750" spc="105" dirty="0">
                <a:solidFill>
                  <a:srgbClr val="4D5666"/>
                </a:solidFill>
                <a:latin typeface="Times New Roman"/>
                <a:cs typeface="Times New Roman"/>
              </a:rPr>
              <a:t>garbage</a:t>
            </a:r>
            <a:r>
              <a:rPr sz="2750" spc="240" dirty="0">
                <a:solidFill>
                  <a:srgbClr val="4D5666"/>
                </a:solidFill>
                <a:latin typeface="Times New Roman"/>
                <a:cs typeface="Times New Roman"/>
              </a:rPr>
              <a:t> </a:t>
            </a:r>
            <a:r>
              <a:rPr sz="2750" spc="65" dirty="0">
                <a:solidFill>
                  <a:srgbClr val="4D5666"/>
                </a:solidFill>
                <a:latin typeface="Times New Roman"/>
                <a:cs typeface="Times New Roman"/>
              </a:rPr>
              <a:t>collector</a:t>
            </a:r>
            <a:r>
              <a:rPr sz="2750" spc="65" dirty="0">
                <a:solidFill>
                  <a:srgbClr val="030303"/>
                </a:solidFill>
                <a:latin typeface="Times New Roman"/>
                <a:cs typeface="Times New Roman"/>
              </a:rPr>
              <a:t>.</a:t>
            </a:r>
            <a:endParaRPr sz="2750" dirty="0">
              <a:latin typeface="Times New Roman"/>
              <a:cs typeface="Times New Roman"/>
            </a:endParaRPr>
          </a:p>
          <a:p>
            <a:pPr marL="610870" marR="19050" indent="-342900">
              <a:lnSpc>
                <a:spcPts val="2520"/>
              </a:lnSpc>
              <a:spcBef>
                <a:spcPts val="1110"/>
              </a:spcBef>
              <a:buClr>
                <a:srgbClr val="DB7E46"/>
              </a:buClr>
              <a:buSzPct val="102083"/>
              <a:buFont typeface="Arial"/>
              <a:buChar char="□"/>
              <a:tabLst>
                <a:tab pos="612140" algn="l"/>
                <a:tab pos="1450975" algn="l"/>
                <a:tab pos="2694940" algn="l"/>
                <a:tab pos="2941320" algn="l"/>
                <a:tab pos="4074795" algn="l"/>
                <a:tab pos="4746625" algn="l"/>
                <a:tab pos="6066155" algn="l"/>
                <a:tab pos="7743825" algn="l"/>
                <a:tab pos="8285480" algn="l"/>
              </a:tabLst>
            </a:pPr>
            <a:r>
              <a:rPr sz="2400" spc="50" dirty="0">
                <a:solidFill>
                  <a:srgbClr val="030303"/>
                </a:solidFill>
                <a:latin typeface="Times New Roman"/>
                <a:cs typeface="Times New Roman"/>
              </a:rPr>
              <a:t>After</a:t>
            </a:r>
            <a:r>
              <a:rPr sz="2400" dirty="0">
                <a:solidFill>
                  <a:srgbClr val="030303"/>
                </a:solidFill>
                <a:latin typeface="Times New Roman"/>
                <a:cs typeface="Times New Roman"/>
              </a:rPr>
              <a:t>	</a:t>
            </a:r>
            <a:r>
              <a:rPr sz="2400" spc="55" dirty="0">
                <a:solidFill>
                  <a:srgbClr val="030303"/>
                </a:solidFill>
                <a:latin typeface="Times New Roman"/>
                <a:cs typeface="Times New Roman"/>
              </a:rPr>
              <a:t>finalize(</a:t>
            </a:r>
            <a:r>
              <a:rPr sz="2400" dirty="0">
                <a:solidFill>
                  <a:srgbClr val="030303"/>
                </a:solidFill>
                <a:latin typeface="Times New Roman"/>
                <a:cs typeface="Times New Roman"/>
              </a:rPr>
              <a:t>	</a:t>
            </a:r>
            <a:r>
              <a:rPr sz="2400" spc="25" dirty="0">
                <a:solidFill>
                  <a:srgbClr val="030303"/>
                </a:solidFill>
                <a:latin typeface="Times New Roman"/>
                <a:cs typeface="Times New Roman"/>
              </a:rPr>
              <a:t>)</a:t>
            </a:r>
            <a:r>
              <a:rPr sz="2400" dirty="0">
                <a:solidFill>
                  <a:srgbClr val="030303"/>
                </a:solidFill>
                <a:latin typeface="Times New Roman"/>
                <a:cs typeface="Times New Roman"/>
              </a:rPr>
              <a:t>	</a:t>
            </a:r>
            <a:r>
              <a:rPr sz="2400" spc="85" dirty="0">
                <a:solidFill>
                  <a:srgbClr val="030303"/>
                </a:solidFill>
                <a:latin typeface="Times New Roman"/>
                <a:cs typeface="Times New Roman"/>
              </a:rPr>
              <a:t>method</a:t>
            </a:r>
            <a:r>
              <a:rPr sz="2400" dirty="0">
                <a:solidFill>
                  <a:srgbClr val="030303"/>
                </a:solidFill>
                <a:latin typeface="Times New Roman"/>
                <a:cs typeface="Times New Roman"/>
              </a:rPr>
              <a:t>	</a:t>
            </a:r>
            <a:r>
              <a:rPr sz="2400" spc="50" dirty="0">
                <a:solidFill>
                  <a:srgbClr val="030303"/>
                </a:solidFill>
                <a:latin typeface="Times New Roman"/>
                <a:cs typeface="Times New Roman"/>
              </a:rPr>
              <a:t>gets</a:t>
            </a:r>
            <a:r>
              <a:rPr sz="2400" dirty="0">
                <a:solidFill>
                  <a:srgbClr val="030303"/>
                </a:solidFill>
                <a:latin typeface="Times New Roman"/>
                <a:cs typeface="Times New Roman"/>
              </a:rPr>
              <a:t>	</a:t>
            </a:r>
            <a:r>
              <a:rPr sz="2400" spc="75" dirty="0">
                <a:solidFill>
                  <a:srgbClr val="030303"/>
                </a:solidFill>
                <a:latin typeface="Times New Roman"/>
                <a:cs typeface="Times New Roman"/>
              </a:rPr>
              <a:t>executed</a:t>
            </a:r>
            <a:r>
              <a:rPr sz="2400" dirty="0">
                <a:solidFill>
                  <a:srgbClr val="030303"/>
                </a:solidFill>
                <a:latin typeface="Times New Roman"/>
                <a:cs typeface="Times New Roman"/>
              </a:rPr>
              <a:t>	</a:t>
            </a:r>
            <a:r>
              <a:rPr sz="2400" spc="50" dirty="0">
                <a:solidFill>
                  <a:srgbClr val="030303"/>
                </a:solidFill>
                <a:latin typeface="Times New Roman"/>
                <a:cs typeface="Times New Roman"/>
              </a:rPr>
              <a:t>completely,</a:t>
            </a:r>
            <a:r>
              <a:rPr sz="2400" dirty="0">
                <a:solidFill>
                  <a:srgbClr val="030303"/>
                </a:solidFill>
                <a:latin typeface="Times New Roman"/>
                <a:cs typeface="Times New Roman"/>
              </a:rPr>
              <a:t>	</a:t>
            </a:r>
            <a:r>
              <a:rPr sz="2400" spc="55" dirty="0">
                <a:solidFill>
                  <a:srgbClr val="030303"/>
                </a:solidFill>
                <a:latin typeface="Times New Roman"/>
                <a:cs typeface="Times New Roman"/>
              </a:rPr>
              <a:t>the</a:t>
            </a:r>
            <a:r>
              <a:rPr sz="2400" dirty="0">
                <a:solidFill>
                  <a:srgbClr val="030303"/>
                </a:solidFill>
                <a:latin typeface="Times New Roman"/>
                <a:cs typeface="Times New Roman"/>
              </a:rPr>
              <a:t>	</a:t>
            </a:r>
            <a:r>
              <a:rPr sz="2400" spc="60" dirty="0">
                <a:solidFill>
                  <a:srgbClr val="030303"/>
                </a:solidFill>
                <a:latin typeface="Times New Roman"/>
                <a:cs typeface="Times New Roman"/>
              </a:rPr>
              <a:t>object 	</a:t>
            </a:r>
            <a:r>
              <a:rPr sz="2400" spc="70" dirty="0">
                <a:solidFill>
                  <a:srgbClr val="030303"/>
                </a:solidFill>
                <a:latin typeface="Times New Roman"/>
                <a:cs typeface="Times New Roman"/>
              </a:rPr>
              <a:t>automatically</a:t>
            </a:r>
            <a:r>
              <a:rPr sz="2400" spc="320" dirty="0">
                <a:solidFill>
                  <a:srgbClr val="030303"/>
                </a:solidFill>
                <a:latin typeface="Times New Roman"/>
                <a:cs typeface="Times New Roman"/>
              </a:rPr>
              <a:t> </a:t>
            </a:r>
            <a:r>
              <a:rPr sz="2400" spc="80" dirty="0">
                <a:solidFill>
                  <a:srgbClr val="030303"/>
                </a:solidFill>
                <a:latin typeface="Times New Roman"/>
                <a:cs typeface="Times New Roman"/>
              </a:rPr>
              <a:t>gets</a:t>
            </a:r>
            <a:r>
              <a:rPr sz="2400" spc="50" dirty="0">
                <a:solidFill>
                  <a:srgbClr val="030303"/>
                </a:solidFill>
                <a:latin typeface="Times New Roman"/>
                <a:cs typeface="Times New Roman"/>
              </a:rPr>
              <a:t> </a:t>
            </a:r>
            <a:r>
              <a:rPr sz="2400" spc="55" dirty="0">
                <a:solidFill>
                  <a:srgbClr val="030303"/>
                </a:solidFill>
                <a:latin typeface="Times New Roman"/>
                <a:cs typeface="Times New Roman"/>
              </a:rPr>
              <a:t>destroyed.</a:t>
            </a:r>
            <a:endParaRPr sz="2400" dirty="0">
              <a:latin typeface="Times New Roman"/>
              <a:cs typeface="Times New Roman"/>
            </a:endParaRPr>
          </a:p>
          <a:p>
            <a:pPr marL="610870" marR="22860" indent="-342900">
              <a:lnSpc>
                <a:spcPct val="81500"/>
              </a:lnSpc>
              <a:spcBef>
                <a:spcPts val="830"/>
              </a:spcBef>
              <a:buClr>
                <a:srgbClr val="DB7E46"/>
              </a:buClr>
              <a:buSzPct val="102083"/>
              <a:buFont typeface="Arial"/>
              <a:buChar char="□"/>
              <a:tabLst>
                <a:tab pos="610870" algn="l"/>
                <a:tab pos="4314825" algn="l"/>
                <a:tab pos="6016625" algn="l"/>
                <a:tab pos="7896225" algn="l"/>
              </a:tabLst>
            </a:pPr>
            <a:r>
              <a:rPr sz="2400" spc="95" dirty="0">
                <a:solidFill>
                  <a:srgbClr val="030303"/>
                </a:solidFill>
                <a:latin typeface="Times New Roman"/>
                <a:cs typeface="Times New Roman"/>
              </a:rPr>
              <a:t>The</a:t>
            </a:r>
            <a:r>
              <a:rPr sz="2400" spc="310" dirty="0">
                <a:solidFill>
                  <a:srgbClr val="030303"/>
                </a:solidFill>
                <a:latin typeface="Times New Roman"/>
                <a:cs typeface="Times New Roman"/>
              </a:rPr>
              <a:t> </a:t>
            </a:r>
            <a:r>
              <a:rPr sz="2400" spc="70" dirty="0">
                <a:solidFill>
                  <a:srgbClr val="030303"/>
                </a:solidFill>
                <a:latin typeface="Times New Roman"/>
                <a:cs typeface="Times New Roman"/>
              </a:rPr>
              <a:t>purpose</a:t>
            </a:r>
            <a:r>
              <a:rPr sz="2400" spc="409" dirty="0">
                <a:solidFill>
                  <a:srgbClr val="030303"/>
                </a:solidFill>
                <a:latin typeface="Times New Roman"/>
                <a:cs typeface="Times New Roman"/>
              </a:rPr>
              <a:t> </a:t>
            </a:r>
            <a:r>
              <a:rPr sz="2400" spc="90" dirty="0">
                <a:solidFill>
                  <a:srgbClr val="030303"/>
                </a:solidFill>
                <a:latin typeface="Times New Roman"/>
                <a:cs typeface="Times New Roman"/>
              </a:rPr>
              <a:t>of</a:t>
            </a:r>
            <a:r>
              <a:rPr sz="2400" spc="270" dirty="0">
                <a:solidFill>
                  <a:srgbClr val="030303"/>
                </a:solidFill>
                <a:latin typeface="Times New Roman"/>
                <a:cs typeface="Times New Roman"/>
              </a:rPr>
              <a:t> </a:t>
            </a:r>
            <a:r>
              <a:rPr sz="2400" spc="70" dirty="0">
                <a:solidFill>
                  <a:srgbClr val="030303"/>
                </a:solidFill>
                <a:latin typeface="Times New Roman"/>
                <a:cs typeface="Times New Roman"/>
              </a:rPr>
              <a:t>calling</a:t>
            </a:r>
            <a:r>
              <a:rPr sz="2400" spc="325" dirty="0">
                <a:solidFill>
                  <a:srgbClr val="030303"/>
                </a:solidFill>
                <a:latin typeface="Times New Roman"/>
                <a:cs typeface="Times New Roman"/>
              </a:rPr>
              <a:t> </a:t>
            </a:r>
            <a:r>
              <a:rPr sz="2400" spc="65" dirty="0">
                <a:solidFill>
                  <a:srgbClr val="030303"/>
                </a:solidFill>
                <a:latin typeface="Times New Roman"/>
                <a:cs typeface="Times New Roman"/>
              </a:rPr>
              <a:t>finalize</a:t>
            </a:r>
            <a:r>
              <a:rPr sz="2400" spc="385" dirty="0">
                <a:solidFill>
                  <a:srgbClr val="030303"/>
                </a:solidFill>
                <a:latin typeface="Times New Roman"/>
                <a:cs typeface="Times New Roman"/>
              </a:rPr>
              <a:t> </a:t>
            </a:r>
            <a:r>
              <a:rPr sz="2400" spc="70" dirty="0">
                <a:solidFill>
                  <a:srgbClr val="030303"/>
                </a:solidFill>
                <a:latin typeface="Times New Roman"/>
                <a:cs typeface="Times New Roman"/>
              </a:rPr>
              <a:t>method</a:t>
            </a:r>
            <a:r>
              <a:rPr sz="2400" dirty="0">
                <a:solidFill>
                  <a:srgbClr val="030303"/>
                </a:solidFill>
                <a:latin typeface="Times New Roman"/>
                <a:cs typeface="Times New Roman"/>
              </a:rPr>
              <a:t>	</a:t>
            </a:r>
            <a:r>
              <a:rPr sz="2400" spc="65" dirty="0">
                <a:solidFill>
                  <a:srgbClr val="030303"/>
                </a:solidFill>
                <a:latin typeface="Times New Roman"/>
                <a:cs typeface="Times New Roman"/>
              </a:rPr>
              <a:t>is</a:t>
            </a:r>
            <a:r>
              <a:rPr sz="2400" spc="265" dirty="0">
                <a:solidFill>
                  <a:srgbClr val="030303"/>
                </a:solidFill>
                <a:latin typeface="Times New Roman"/>
                <a:cs typeface="Times New Roman"/>
              </a:rPr>
              <a:t> </a:t>
            </a:r>
            <a:r>
              <a:rPr sz="2400" spc="80" dirty="0">
                <a:solidFill>
                  <a:srgbClr val="030303"/>
                </a:solidFill>
                <a:latin typeface="Times New Roman"/>
                <a:cs typeface="Times New Roman"/>
              </a:rPr>
              <a:t>to</a:t>
            </a:r>
            <a:r>
              <a:rPr sz="2400" spc="245" dirty="0">
                <a:solidFill>
                  <a:srgbClr val="030303"/>
                </a:solidFill>
                <a:latin typeface="Times New Roman"/>
                <a:cs typeface="Times New Roman"/>
              </a:rPr>
              <a:t> </a:t>
            </a:r>
            <a:r>
              <a:rPr sz="2400" spc="60" dirty="0">
                <a:solidFill>
                  <a:srgbClr val="030303"/>
                </a:solidFill>
                <a:latin typeface="Times New Roman"/>
                <a:cs typeface="Times New Roman"/>
              </a:rPr>
              <a:t>perform</a:t>
            </a:r>
            <a:r>
              <a:rPr sz="2400" dirty="0">
                <a:solidFill>
                  <a:srgbClr val="030303"/>
                </a:solidFill>
                <a:latin typeface="Times New Roman"/>
                <a:cs typeface="Times New Roman"/>
              </a:rPr>
              <a:t>	</a:t>
            </a:r>
            <a:r>
              <a:rPr sz="2400" spc="50" dirty="0">
                <a:solidFill>
                  <a:srgbClr val="030303"/>
                </a:solidFill>
                <a:latin typeface="Times New Roman"/>
                <a:cs typeface="Times New Roman"/>
              </a:rPr>
              <a:t>activities </a:t>
            </a:r>
            <a:r>
              <a:rPr sz="2400" spc="65" dirty="0">
                <a:solidFill>
                  <a:srgbClr val="030303"/>
                </a:solidFill>
                <a:latin typeface="Times New Roman"/>
                <a:cs typeface="Times New Roman"/>
              </a:rPr>
              <a:t>related</a:t>
            </a:r>
            <a:r>
              <a:rPr sz="2400" spc="210" dirty="0">
                <a:solidFill>
                  <a:srgbClr val="030303"/>
                </a:solidFill>
                <a:latin typeface="Times New Roman"/>
                <a:cs typeface="Times New Roman"/>
              </a:rPr>
              <a:t> </a:t>
            </a:r>
            <a:r>
              <a:rPr sz="2400" spc="65" dirty="0">
                <a:solidFill>
                  <a:srgbClr val="030303"/>
                </a:solidFill>
                <a:latin typeface="Times New Roman"/>
                <a:cs typeface="Times New Roman"/>
              </a:rPr>
              <a:t>to</a:t>
            </a:r>
            <a:r>
              <a:rPr sz="2400" spc="125" dirty="0">
                <a:solidFill>
                  <a:srgbClr val="030303"/>
                </a:solidFill>
                <a:latin typeface="Times New Roman"/>
                <a:cs typeface="Times New Roman"/>
              </a:rPr>
              <a:t> </a:t>
            </a:r>
            <a:r>
              <a:rPr lang="en-US" sz="2400" spc="70" dirty="0">
                <a:solidFill>
                  <a:srgbClr val="030303"/>
                </a:solidFill>
                <a:latin typeface="Times New Roman"/>
                <a:cs typeface="Times New Roman"/>
              </a:rPr>
              <a:t>clean up, resource deallocation etc.</a:t>
            </a:r>
            <a:endParaRPr sz="2400" spc="70" dirty="0">
              <a:solidFill>
                <a:srgbClr val="030303"/>
              </a:solidFill>
              <a:latin typeface="Times New Roman"/>
              <a:cs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03300" y="425450"/>
            <a:ext cx="5578475" cy="705485"/>
          </a:xfrm>
          <a:prstGeom prst="rect">
            <a:avLst/>
          </a:prstGeom>
        </p:spPr>
        <p:txBody>
          <a:bodyPr vert="horz" wrap="square" lIns="0" tIns="13970" rIns="0" bIns="0" rtlCol="0">
            <a:spAutoFit/>
          </a:bodyPr>
          <a:lstStyle/>
          <a:p>
            <a:pPr marL="12700">
              <a:lnSpc>
                <a:spcPct val="100000"/>
              </a:lnSpc>
              <a:spcBef>
                <a:spcPts val="110"/>
              </a:spcBef>
            </a:pPr>
            <a:r>
              <a:rPr sz="4450" b="1" dirty="0">
                <a:solidFill>
                  <a:srgbClr val="79665D"/>
                </a:solidFill>
                <a:latin typeface="Times New Roman"/>
                <a:cs typeface="Times New Roman"/>
              </a:rPr>
              <a:t>The</a:t>
            </a:r>
            <a:r>
              <a:rPr sz="4450" b="1" spc="290" dirty="0">
                <a:solidFill>
                  <a:srgbClr val="79665D"/>
                </a:solidFill>
                <a:latin typeface="Times New Roman"/>
                <a:cs typeface="Times New Roman"/>
              </a:rPr>
              <a:t> </a:t>
            </a:r>
            <a:r>
              <a:rPr sz="4450" b="1" dirty="0">
                <a:solidFill>
                  <a:srgbClr val="79665D"/>
                </a:solidFill>
                <a:latin typeface="Times New Roman"/>
                <a:cs typeface="Times New Roman"/>
              </a:rPr>
              <a:t>finalize(</a:t>
            </a:r>
            <a:r>
              <a:rPr sz="4450" b="1" spc="365" dirty="0">
                <a:solidFill>
                  <a:srgbClr val="79665D"/>
                </a:solidFill>
                <a:latin typeface="Times New Roman"/>
                <a:cs typeface="Times New Roman"/>
              </a:rPr>
              <a:t> </a:t>
            </a:r>
            <a:r>
              <a:rPr sz="4450" dirty="0">
                <a:solidFill>
                  <a:srgbClr val="79665D"/>
                </a:solidFill>
                <a:latin typeface="Times New Roman"/>
                <a:cs typeface="Times New Roman"/>
              </a:rPr>
              <a:t>)</a:t>
            </a:r>
            <a:r>
              <a:rPr sz="4450" spc="260" dirty="0">
                <a:solidFill>
                  <a:srgbClr val="79665D"/>
                </a:solidFill>
                <a:latin typeface="Times New Roman"/>
                <a:cs typeface="Times New Roman"/>
              </a:rPr>
              <a:t> </a:t>
            </a:r>
            <a:r>
              <a:rPr sz="4450" b="1" spc="-10" dirty="0">
                <a:solidFill>
                  <a:srgbClr val="79665D"/>
                </a:solidFill>
                <a:latin typeface="Times New Roman"/>
                <a:cs typeface="Times New Roman"/>
              </a:rPr>
              <a:t>Method</a:t>
            </a:r>
            <a:endParaRPr sz="4450" dirty="0">
              <a:latin typeface="Times New Roman"/>
              <a:cs typeface="Times New Roman"/>
            </a:endParaRPr>
          </a:p>
        </p:txBody>
      </p:sp>
      <p:sp>
        <p:nvSpPr>
          <p:cNvPr id="3" name="object 3"/>
          <p:cNvSpPr txBox="1"/>
          <p:nvPr/>
        </p:nvSpPr>
        <p:spPr>
          <a:xfrm>
            <a:off x="393700" y="1339850"/>
            <a:ext cx="10058400" cy="5753050"/>
          </a:xfrm>
          <a:prstGeom prst="rect">
            <a:avLst/>
          </a:prstGeom>
        </p:spPr>
        <p:txBody>
          <a:bodyPr vert="horz" wrap="square" lIns="0" tIns="13335" rIns="0" bIns="0" rtlCol="0">
            <a:spAutoFit/>
          </a:bodyPr>
          <a:lstStyle/>
          <a:p>
            <a:pPr marL="12700">
              <a:lnSpc>
                <a:spcPts val="3204"/>
              </a:lnSpc>
              <a:spcBef>
                <a:spcPts val="105"/>
              </a:spcBef>
            </a:pPr>
            <a:endParaRPr sz="2700" dirty="0">
              <a:latin typeface="Times New Roman"/>
              <a:cs typeface="Times New Roman"/>
            </a:endParaRPr>
          </a:p>
          <a:p>
            <a:pPr marL="642620" marR="10795" indent="-341630" algn="just">
              <a:lnSpc>
                <a:spcPct val="83900"/>
              </a:lnSpc>
              <a:spcBef>
                <a:spcPts val="505"/>
              </a:spcBef>
              <a:buClr>
                <a:srgbClr val="DB7E44"/>
              </a:buClr>
              <a:buFont typeface="Arial"/>
              <a:buChar char="□"/>
              <a:tabLst>
                <a:tab pos="642620" algn="l"/>
              </a:tabLst>
            </a:pPr>
            <a:r>
              <a:rPr lang="en-US" sz="2800" dirty="0"/>
              <a:t>The finalize() method is invoked each time before the object is garbage collected. This method can be used to perform cleanup processing. </a:t>
            </a:r>
          </a:p>
          <a:p>
            <a:pPr marL="642620" marR="10795" indent="-341630" algn="just">
              <a:lnSpc>
                <a:spcPct val="83900"/>
              </a:lnSpc>
              <a:spcBef>
                <a:spcPts val="505"/>
              </a:spcBef>
              <a:buClr>
                <a:srgbClr val="DB7E44"/>
              </a:buClr>
              <a:buFont typeface="Arial"/>
              <a:buChar char="□"/>
              <a:tabLst>
                <a:tab pos="642620" algn="l"/>
              </a:tabLst>
            </a:pPr>
            <a:r>
              <a:rPr lang="en-US" sz="2800" dirty="0"/>
              <a:t>This method is defined in Object class as: </a:t>
            </a:r>
            <a:r>
              <a:rPr lang="en-IN" sz="2800" b="1" dirty="0"/>
              <a:t>protected</a:t>
            </a:r>
            <a:r>
              <a:rPr lang="en-IN" sz="2800" dirty="0"/>
              <a:t> </a:t>
            </a:r>
            <a:r>
              <a:rPr lang="en-IN" sz="2800" b="1" dirty="0"/>
              <a:t>void</a:t>
            </a:r>
            <a:r>
              <a:rPr lang="en-IN" sz="2800" dirty="0"/>
              <a:t> finalize()</a:t>
            </a:r>
          </a:p>
          <a:p>
            <a:pPr marL="300990" marR="10795" algn="just">
              <a:lnSpc>
                <a:spcPct val="83900"/>
              </a:lnSpc>
              <a:spcBef>
                <a:spcPts val="505"/>
              </a:spcBef>
              <a:buClr>
                <a:srgbClr val="DB7E44"/>
              </a:buClr>
              <a:tabLst>
                <a:tab pos="642620" algn="l"/>
              </a:tabLst>
            </a:pPr>
            <a:r>
              <a:rPr lang="en-IN" sz="2800" dirty="0"/>
              <a:t>     {</a:t>
            </a:r>
          </a:p>
          <a:p>
            <a:pPr marL="300990" marR="10795" algn="just">
              <a:lnSpc>
                <a:spcPct val="83900"/>
              </a:lnSpc>
              <a:spcBef>
                <a:spcPts val="505"/>
              </a:spcBef>
              <a:buClr>
                <a:srgbClr val="DB7E44"/>
              </a:buClr>
              <a:tabLst>
                <a:tab pos="642620" algn="l"/>
              </a:tabLst>
            </a:pPr>
            <a:r>
              <a:rPr lang="en-IN" sz="2800" dirty="0"/>
              <a:t>       } </a:t>
            </a:r>
          </a:p>
          <a:p>
            <a:pPr marL="642620" marR="10795" indent="-341630" algn="just">
              <a:lnSpc>
                <a:spcPct val="83900"/>
              </a:lnSpc>
              <a:spcBef>
                <a:spcPts val="505"/>
              </a:spcBef>
              <a:buClr>
                <a:srgbClr val="DB7E44"/>
              </a:buClr>
              <a:buFont typeface="Arial"/>
              <a:buChar char="□"/>
              <a:tabLst>
                <a:tab pos="642620" algn="l"/>
              </a:tabLst>
            </a:pPr>
            <a:r>
              <a:rPr lang="en-US" sz="3600" b="1" dirty="0" err="1"/>
              <a:t>gc</a:t>
            </a:r>
            <a:r>
              <a:rPr lang="en-US" sz="3600" b="1" dirty="0"/>
              <a:t>() method:</a:t>
            </a:r>
          </a:p>
          <a:p>
            <a:pPr marL="300990" marR="10795" algn="just">
              <a:lnSpc>
                <a:spcPct val="83900"/>
              </a:lnSpc>
              <a:spcBef>
                <a:spcPts val="505"/>
              </a:spcBef>
              <a:buClr>
                <a:srgbClr val="DB7E44"/>
              </a:buClr>
              <a:tabLst>
                <a:tab pos="642620" algn="l"/>
              </a:tabLst>
            </a:pPr>
            <a:r>
              <a:rPr lang="en-US" sz="2800" dirty="0"/>
              <a:t>    The </a:t>
            </a:r>
            <a:r>
              <a:rPr lang="en-US" sz="2800" dirty="0" err="1"/>
              <a:t>gc</a:t>
            </a:r>
            <a:r>
              <a:rPr lang="en-US" sz="2800" dirty="0"/>
              <a:t>() method is used to invoke the garbage collector    to perform cleanup processing. </a:t>
            </a:r>
          </a:p>
          <a:p>
            <a:pPr marL="642620" marR="10795" indent="-341630" algn="just">
              <a:lnSpc>
                <a:spcPct val="83900"/>
              </a:lnSpc>
              <a:spcBef>
                <a:spcPts val="505"/>
              </a:spcBef>
              <a:buClr>
                <a:srgbClr val="DB7E44"/>
              </a:buClr>
              <a:buFont typeface="Arial"/>
              <a:buChar char="□"/>
              <a:tabLst>
                <a:tab pos="642620" algn="l"/>
              </a:tabLst>
            </a:pPr>
            <a:endParaRPr lang="en-US" sz="2800" dirty="0"/>
          </a:p>
          <a:p>
            <a:pPr marL="642620" marR="10795" indent="-341630" algn="just">
              <a:lnSpc>
                <a:spcPct val="83900"/>
              </a:lnSpc>
              <a:spcBef>
                <a:spcPts val="505"/>
              </a:spcBef>
              <a:buClr>
                <a:srgbClr val="DB7E44"/>
              </a:buClr>
              <a:buFont typeface="Arial"/>
              <a:buChar char="□"/>
              <a:tabLst>
                <a:tab pos="642620" algn="l"/>
              </a:tabLst>
            </a:pPr>
            <a:r>
              <a:rPr lang="en-US" sz="2800" dirty="0"/>
              <a:t>The </a:t>
            </a:r>
            <a:r>
              <a:rPr lang="en-US" sz="2800" dirty="0" err="1"/>
              <a:t>gc</a:t>
            </a:r>
            <a:r>
              <a:rPr lang="en-US" sz="2800" dirty="0"/>
              <a:t>() is found in System and Runtime classes.</a:t>
            </a:r>
          </a:p>
          <a:p>
            <a:r>
              <a:rPr lang="en-IN" sz="2400" b="1" dirty="0"/>
              <a:t> </a:t>
            </a:r>
            <a:endParaRPr sz="2800" dirty="0">
              <a:latin typeface="Times New Roman"/>
              <a:cs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03300" y="425450"/>
            <a:ext cx="5578475" cy="705485"/>
          </a:xfrm>
          <a:prstGeom prst="rect">
            <a:avLst/>
          </a:prstGeom>
        </p:spPr>
        <p:txBody>
          <a:bodyPr vert="horz" wrap="square" lIns="0" tIns="13970" rIns="0" bIns="0" rtlCol="0">
            <a:spAutoFit/>
          </a:bodyPr>
          <a:lstStyle/>
          <a:p>
            <a:pPr marL="12700">
              <a:lnSpc>
                <a:spcPct val="100000"/>
              </a:lnSpc>
              <a:spcBef>
                <a:spcPts val="110"/>
              </a:spcBef>
            </a:pPr>
            <a:r>
              <a:rPr sz="4450" b="1" dirty="0">
                <a:solidFill>
                  <a:srgbClr val="79665D"/>
                </a:solidFill>
                <a:latin typeface="Times New Roman"/>
                <a:cs typeface="Times New Roman"/>
              </a:rPr>
              <a:t>The</a:t>
            </a:r>
            <a:r>
              <a:rPr sz="4450" b="1" spc="290" dirty="0">
                <a:solidFill>
                  <a:srgbClr val="79665D"/>
                </a:solidFill>
                <a:latin typeface="Times New Roman"/>
                <a:cs typeface="Times New Roman"/>
              </a:rPr>
              <a:t> </a:t>
            </a:r>
            <a:r>
              <a:rPr sz="4450" b="1" dirty="0">
                <a:solidFill>
                  <a:srgbClr val="79665D"/>
                </a:solidFill>
                <a:latin typeface="Times New Roman"/>
                <a:cs typeface="Times New Roman"/>
              </a:rPr>
              <a:t>finalize(</a:t>
            </a:r>
            <a:r>
              <a:rPr sz="4450" b="1" spc="365" dirty="0">
                <a:solidFill>
                  <a:srgbClr val="79665D"/>
                </a:solidFill>
                <a:latin typeface="Times New Roman"/>
                <a:cs typeface="Times New Roman"/>
              </a:rPr>
              <a:t> </a:t>
            </a:r>
            <a:r>
              <a:rPr sz="4450" dirty="0">
                <a:solidFill>
                  <a:srgbClr val="79665D"/>
                </a:solidFill>
                <a:latin typeface="Times New Roman"/>
                <a:cs typeface="Times New Roman"/>
              </a:rPr>
              <a:t>)</a:t>
            </a:r>
            <a:r>
              <a:rPr sz="4450" spc="260" dirty="0">
                <a:solidFill>
                  <a:srgbClr val="79665D"/>
                </a:solidFill>
                <a:latin typeface="Times New Roman"/>
                <a:cs typeface="Times New Roman"/>
              </a:rPr>
              <a:t> </a:t>
            </a:r>
            <a:r>
              <a:rPr sz="4450" b="1" spc="-10" dirty="0">
                <a:solidFill>
                  <a:srgbClr val="79665D"/>
                </a:solidFill>
                <a:latin typeface="Times New Roman"/>
                <a:cs typeface="Times New Roman"/>
              </a:rPr>
              <a:t>Method</a:t>
            </a:r>
            <a:endParaRPr sz="4450" dirty="0">
              <a:latin typeface="Times New Roman"/>
              <a:cs typeface="Times New Roman"/>
            </a:endParaRPr>
          </a:p>
        </p:txBody>
      </p:sp>
      <p:sp>
        <p:nvSpPr>
          <p:cNvPr id="3" name="object 3"/>
          <p:cNvSpPr txBox="1"/>
          <p:nvPr/>
        </p:nvSpPr>
        <p:spPr>
          <a:xfrm>
            <a:off x="393700" y="1339850"/>
            <a:ext cx="10058400" cy="6841296"/>
          </a:xfrm>
          <a:prstGeom prst="rect">
            <a:avLst/>
          </a:prstGeom>
        </p:spPr>
        <p:txBody>
          <a:bodyPr vert="horz" wrap="square" lIns="0" tIns="13335" rIns="0" bIns="0" rtlCol="0">
            <a:spAutoFit/>
          </a:bodyPr>
          <a:lstStyle/>
          <a:p>
            <a:r>
              <a:rPr lang="en-IN" sz="2800" dirty="0"/>
              <a:t> </a:t>
            </a:r>
          </a:p>
          <a:p>
            <a:r>
              <a:rPr lang="en-IN" sz="2800" b="1" dirty="0"/>
              <a:t>class</a:t>
            </a:r>
            <a:r>
              <a:rPr lang="en-IN" sz="2800" dirty="0"/>
              <a:t> </a:t>
            </a:r>
            <a:r>
              <a:rPr lang="en-IN" sz="2800" dirty="0" err="1"/>
              <a:t>TestGarbage</a:t>
            </a:r>
            <a:r>
              <a:rPr lang="en-IN" sz="2800" dirty="0"/>
              <a:t>{  </a:t>
            </a:r>
          </a:p>
          <a:p>
            <a:r>
              <a:rPr lang="en-IN" sz="2800" dirty="0"/>
              <a:t> </a:t>
            </a:r>
            <a:r>
              <a:rPr lang="en-IN" sz="2800" b="1" dirty="0"/>
              <a:t>public</a:t>
            </a:r>
            <a:r>
              <a:rPr lang="en-IN" sz="2800" dirty="0"/>
              <a:t> </a:t>
            </a:r>
            <a:r>
              <a:rPr lang="en-IN" sz="2800" b="1" dirty="0"/>
              <a:t>void</a:t>
            </a:r>
            <a:r>
              <a:rPr lang="en-IN" sz="2800" dirty="0"/>
              <a:t> finalize()</a:t>
            </a:r>
          </a:p>
          <a:p>
            <a:r>
              <a:rPr lang="en-IN" sz="2800" dirty="0"/>
              <a:t>{</a:t>
            </a:r>
          </a:p>
          <a:p>
            <a:r>
              <a:rPr lang="en-IN" sz="2800" dirty="0" err="1"/>
              <a:t>System.out.println</a:t>
            </a:r>
            <a:r>
              <a:rPr lang="en-IN" sz="2800" dirty="0"/>
              <a:t>("object is garbage collected");</a:t>
            </a:r>
          </a:p>
          <a:p>
            <a:r>
              <a:rPr lang="en-IN" sz="2800" dirty="0"/>
              <a:t>}  </a:t>
            </a:r>
          </a:p>
          <a:p>
            <a:r>
              <a:rPr lang="en-IN" sz="2800" dirty="0"/>
              <a:t> </a:t>
            </a:r>
            <a:r>
              <a:rPr lang="en-IN" sz="2800" b="1" dirty="0"/>
              <a:t>public</a:t>
            </a:r>
            <a:r>
              <a:rPr lang="en-IN" sz="2800" dirty="0"/>
              <a:t> </a:t>
            </a:r>
            <a:r>
              <a:rPr lang="en-IN" sz="2800" b="1" dirty="0"/>
              <a:t>static</a:t>
            </a:r>
            <a:r>
              <a:rPr lang="en-IN" sz="2800" dirty="0"/>
              <a:t> </a:t>
            </a:r>
            <a:r>
              <a:rPr lang="en-IN" sz="2800" b="1" dirty="0"/>
              <a:t>void</a:t>
            </a:r>
            <a:r>
              <a:rPr lang="en-IN" sz="2800" dirty="0"/>
              <a:t> main(String </a:t>
            </a:r>
            <a:r>
              <a:rPr lang="en-IN" sz="2800" dirty="0" err="1"/>
              <a:t>args</a:t>
            </a:r>
            <a:r>
              <a:rPr lang="en-IN" sz="2800" dirty="0"/>
              <a:t>[]){  </a:t>
            </a:r>
          </a:p>
          <a:p>
            <a:r>
              <a:rPr lang="en-IN" sz="2800" dirty="0"/>
              <a:t>  </a:t>
            </a:r>
            <a:r>
              <a:rPr lang="en-IN" sz="2800" dirty="0" err="1"/>
              <a:t>TestGarbage</a:t>
            </a:r>
            <a:r>
              <a:rPr lang="en-IN" sz="2800" dirty="0"/>
              <a:t> s1=</a:t>
            </a:r>
            <a:r>
              <a:rPr lang="en-IN" sz="2800" b="1" dirty="0"/>
              <a:t>new</a:t>
            </a:r>
            <a:r>
              <a:rPr lang="en-IN" sz="2800" dirty="0"/>
              <a:t> </a:t>
            </a:r>
            <a:r>
              <a:rPr lang="en-IN" sz="2800" dirty="0" err="1"/>
              <a:t>TestGarbage</a:t>
            </a:r>
            <a:r>
              <a:rPr lang="en-IN" sz="2800" dirty="0"/>
              <a:t>();  </a:t>
            </a:r>
          </a:p>
          <a:p>
            <a:r>
              <a:rPr lang="en-IN" sz="2800" dirty="0"/>
              <a:t>  </a:t>
            </a:r>
            <a:r>
              <a:rPr lang="en-IN" sz="2800" dirty="0" err="1"/>
              <a:t>TestGarbage</a:t>
            </a:r>
            <a:r>
              <a:rPr lang="en-IN" sz="2800" dirty="0"/>
              <a:t> s2=</a:t>
            </a:r>
            <a:r>
              <a:rPr lang="en-IN" sz="2800" b="1" dirty="0"/>
              <a:t>new</a:t>
            </a:r>
            <a:r>
              <a:rPr lang="en-IN" sz="2800" dirty="0"/>
              <a:t> </a:t>
            </a:r>
            <a:r>
              <a:rPr lang="en-IN" sz="2800" dirty="0" err="1"/>
              <a:t>TestGarbage</a:t>
            </a:r>
            <a:r>
              <a:rPr lang="en-IN" sz="2800" dirty="0"/>
              <a:t>();  </a:t>
            </a:r>
          </a:p>
          <a:p>
            <a:r>
              <a:rPr lang="en-IN" sz="2800" dirty="0"/>
              <a:t>  s1=</a:t>
            </a:r>
            <a:r>
              <a:rPr lang="en-IN" sz="2800" b="1" dirty="0"/>
              <a:t>null</a:t>
            </a:r>
            <a:r>
              <a:rPr lang="en-IN" sz="2800" dirty="0"/>
              <a:t>;  </a:t>
            </a:r>
          </a:p>
          <a:p>
            <a:r>
              <a:rPr lang="en-IN" sz="2800" dirty="0"/>
              <a:t>  s2=</a:t>
            </a:r>
            <a:r>
              <a:rPr lang="en-IN" sz="2800" b="1" dirty="0"/>
              <a:t>null</a:t>
            </a:r>
            <a:r>
              <a:rPr lang="en-IN" sz="2800" dirty="0"/>
              <a:t>;  </a:t>
            </a:r>
          </a:p>
          <a:p>
            <a:r>
              <a:rPr lang="en-IN" sz="2800" dirty="0"/>
              <a:t>  </a:t>
            </a:r>
            <a:r>
              <a:rPr lang="en-IN" sz="2800" dirty="0" err="1"/>
              <a:t>System.gc</a:t>
            </a:r>
            <a:r>
              <a:rPr lang="en-IN" sz="2800" dirty="0"/>
              <a:t>();  </a:t>
            </a:r>
          </a:p>
          <a:p>
            <a:r>
              <a:rPr lang="en-IN" sz="2800" dirty="0"/>
              <a:t> }  </a:t>
            </a:r>
          </a:p>
          <a:p>
            <a:r>
              <a:rPr lang="en-IN" sz="2800" dirty="0"/>
              <a:t>}  </a:t>
            </a:r>
          </a:p>
          <a:p>
            <a:pPr marL="642620" marR="10795" indent="-341630" algn="just">
              <a:lnSpc>
                <a:spcPct val="83900"/>
              </a:lnSpc>
              <a:spcBef>
                <a:spcPts val="505"/>
              </a:spcBef>
              <a:buClr>
                <a:srgbClr val="DB7E44"/>
              </a:buClr>
              <a:buFont typeface="Arial"/>
              <a:buChar char="□"/>
              <a:tabLst>
                <a:tab pos="642620" algn="l"/>
              </a:tabLst>
            </a:pPr>
            <a:endParaRPr lang="en-US" sz="2800" spc="395" dirty="0">
              <a:solidFill>
                <a:srgbClr val="010101"/>
              </a:solidFill>
              <a:latin typeface="Times New Roman"/>
              <a:cs typeface="Times New Roman"/>
            </a:endParaRPr>
          </a:p>
          <a:p>
            <a:r>
              <a:rPr lang="en-IN" sz="2400" b="1" dirty="0"/>
              <a:t> </a:t>
            </a:r>
            <a:endParaRPr sz="2800" dirty="0">
              <a:latin typeface="Times New Roman"/>
              <a:cs typeface="Times New Roman"/>
            </a:endParaRPr>
          </a:p>
        </p:txBody>
      </p:sp>
    </p:spTree>
    <p:extLst>
      <p:ext uri="{BB962C8B-B14F-4D97-AF65-F5344CB8AC3E}">
        <p14:creationId xmlns:p14="http://schemas.microsoft.com/office/powerpoint/2010/main" val="42624204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24130">
              <a:lnSpc>
                <a:spcPct val="100000"/>
              </a:lnSpc>
              <a:spcBef>
                <a:spcPts val="110"/>
              </a:spcBef>
            </a:pPr>
            <a:r>
              <a:rPr sz="4450" dirty="0">
                <a:solidFill>
                  <a:srgbClr val="79675E"/>
                </a:solidFill>
                <a:latin typeface="Times New Roman"/>
                <a:cs typeface="Times New Roman"/>
              </a:rPr>
              <a:t>Student</a:t>
            </a:r>
            <a:r>
              <a:rPr sz="4450" spc="520" dirty="0">
                <a:solidFill>
                  <a:srgbClr val="79675E"/>
                </a:solidFill>
                <a:latin typeface="Times New Roman"/>
                <a:cs typeface="Times New Roman"/>
              </a:rPr>
              <a:t> </a:t>
            </a:r>
            <a:r>
              <a:rPr sz="4450" spc="-10" dirty="0">
                <a:solidFill>
                  <a:srgbClr val="79675E"/>
                </a:solidFill>
                <a:latin typeface="Times New Roman"/>
                <a:cs typeface="Times New Roman"/>
              </a:rPr>
              <a:t>Class</a:t>
            </a:r>
            <a:endParaRPr sz="4450">
              <a:latin typeface="Times New Roman"/>
              <a:cs typeface="Times New Roman"/>
            </a:endParaRPr>
          </a:p>
        </p:txBody>
      </p:sp>
      <p:sp>
        <p:nvSpPr>
          <p:cNvPr id="3" name="object 3"/>
          <p:cNvSpPr txBox="1"/>
          <p:nvPr/>
        </p:nvSpPr>
        <p:spPr>
          <a:xfrm>
            <a:off x="520145" y="1361907"/>
            <a:ext cx="7613015" cy="5064125"/>
          </a:xfrm>
          <a:prstGeom prst="rect">
            <a:avLst/>
          </a:prstGeom>
        </p:spPr>
        <p:txBody>
          <a:bodyPr vert="horz" wrap="square" lIns="0" tIns="63500" rIns="0" bIns="0" rtlCol="0">
            <a:spAutoFit/>
          </a:bodyPr>
          <a:lstStyle/>
          <a:p>
            <a:pPr marL="12700">
              <a:lnSpc>
                <a:spcPct val="100000"/>
              </a:lnSpc>
              <a:spcBef>
                <a:spcPts val="500"/>
              </a:spcBef>
            </a:pPr>
            <a:endParaRPr sz="2550" dirty="0">
              <a:latin typeface="Arial"/>
              <a:cs typeface="Arial"/>
            </a:endParaRPr>
          </a:p>
          <a:p>
            <a:pPr marL="618490">
              <a:lnSpc>
                <a:spcPct val="100000"/>
              </a:lnSpc>
              <a:spcBef>
                <a:spcPts val="414"/>
              </a:spcBef>
            </a:pPr>
            <a:r>
              <a:rPr sz="2600" spc="65" dirty="0">
                <a:solidFill>
                  <a:srgbClr val="010101"/>
                </a:solidFill>
                <a:latin typeface="Times New Roman"/>
                <a:cs typeface="Times New Roman"/>
              </a:rPr>
              <a:t>class</a:t>
            </a:r>
            <a:r>
              <a:rPr sz="2600" spc="125" dirty="0">
                <a:solidFill>
                  <a:srgbClr val="010101"/>
                </a:solidFill>
                <a:latin typeface="Times New Roman"/>
                <a:cs typeface="Times New Roman"/>
              </a:rPr>
              <a:t> </a:t>
            </a:r>
            <a:r>
              <a:rPr sz="2600" spc="90" dirty="0">
                <a:solidFill>
                  <a:srgbClr val="010101"/>
                </a:solidFill>
                <a:latin typeface="Times New Roman"/>
                <a:cs typeface="Times New Roman"/>
              </a:rPr>
              <a:t>Student{</a:t>
            </a:r>
            <a:endParaRPr sz="2600" dirty="0">
              <a:latin typeface="Times New Roman"/>
              <a:cs typeface="Times New Roman"/>
            </a:endParaRPr>
          </a:p>
          <a:p>
            <a:pPr marL="1574800">
              <a:lnSpc>
                <a:spcPct val="100000"/>
              </a:lnSpc>
              <a:spcBef>
                <a:spcPts val="675"/>
              </a:spcBef>
            </a:pPr>
            <a:r>
              <a:rPr sz="2600" spc="65" dirty="0">
                <a:solidFill>
                  <a:srgbClr val="010101"/>
                </a:solidFill>
                <a:latin typeface="Times New Roman"/>
                <a:cs typeface="Times New Roman"/>
              </a:rPr>
              <a:t>int</a:t>
            </a:r>
            <a:r>
              <a:rPr sz="2600" spc="85" dirty="0">
                <a:solidFill>
                  <a:srgbClr val="010101"/>
                </a:solidFill>
                <a:latin typeface="Times New Roman"/>
                <a:cs typeface="Times New Roman"/>
              </a:rPr>
              <a:t> </a:t>
            </a:r>
            <a:r>
              <a:rPr sz="2600" spc="50" dirty="0">
                <a:solidFill>
                  <a:srgbClr val="010101"/>
                </a:solidFill>
                <a:latin typeface="Times New Roman"/>
                <a:cs typeface="Times New Roman"/>
              </a:rPr>
              <a:t>id;</a:t>
            </a:r>
            <a:endParaRPr sz="2600" dirty="0">
              <a:latin typeface="Times New Roman"/>
              <a:cs typeface="Times New Roman"/>
            </a:endParaRPr>
          </a:p>
          <a:p>
            <a:pPr marL="1574165">
              <a:lnSpc>
                <a:spcPct val="100000"/>
              </a:lnSpc>
              <a:spcBef>
                <a:spcPts val="705"/>
              </a:spcBef>
            </a:pPr>
            <a:r>
              <a:rPr sz="2600" spc="80" dirty="0">
                <a:solidFill>
                  <a:srgbClr val="010101"/>
                </a:solidFill>
                <a:latin typeface="Times New Roman"/>
                <a:cs typeface="Times New Roman"/>
              </a:rPr>
              <a:t>String</a:t>
            </a:r>
            <a:r>
              <a:rPr sz="2600" spc="105" dirty="0">
                <a:solidFill>
                  <a:srgbClr val="010101"/>
                </a:solidFill>
                <a:latin typeface="Times New Roman"/>
                <a:cs typeface="Times New Roman"/>
              </a:rPr>
              <a:t> </a:t>
            </a:r>
            <a:r>
              <a:rPr sz="2600" spc="60" dirty="0">
                <a:solidFill>
                  <a:srgbClr val="010101"/>
                </a:solidFill>
                <a:latin typeface="Times New Roman"/>
                <a:cs typeface="Times New Roman"/>
              </a:rPr>
              <a:t>name;</a:t>
            </a:r>
            <a:endParaRPr sz="2600" dirty="0">
              <a:latin typeface="Times New Roman"/>
              <a:cs typeface="Times New Roman"/>
            </a:endParaRPr>
          </a:p>
          <a:p>
            <a:pPr marL="727710">
              <a:lnSpc>
                <a:spcPct val="100000"/>
              </a:lnSpc>
              <a:spcBef>
                <a:spcPts val="655"/>
              </a:spcBef>
            </a:pPr>
            <a:r>
              <a:rPr sz="2600" spc="60" dirty="0">
                <a:solidFill>
                  <a:srgbClr val="010101"/>
                </a:solidFill>
                <a:latin typeface="Arial"/>
                <a:cs typeface="Arial"/>
              </a:rPr>
              <a:t>}</a:t>
            </a:r>
            <a:endParaRPr sz="2600" dirty="0">
              <a:latin typeface="Arial"/>
              <a:cs typeface="Arial"/>
            </a:endParaRPr>
          </a:p>
          <a:p>
            <a:pPr marL="618490">
              <a:lnSpc>
                <a:spcPct val="100000"/>
              </a:lnSpc>
              <a:spcBef>
                <a:spcPts val="675"/>
              </a:spcBef>
            </a:pPr>
            <a:r>
              <a:rPr sz="2600" spc="65" dirty="0">
                <a:solidFill>
                  <a:srgbClr val="010101"/>
                </a:solidFill>
                <a:latin typeface="Times New Roman"/>
                <a:cs typeface="Times New Roman"/>
              </a:rPr>
              <a:t>class</a:t>
            </a:r>
            <a:r>
              <a:rPr sz="2600" spc="235" dirty="0">
                <a:solidFill>
                  <a:srgbClr val="010101"/>
                </a:solidFill>
                <a:latin typeface="Times New Roman"/>
                <a:cs typeface="Times New Roman"/>
              </a:rPr>
              <a:t> </a:t>
            </a:r>
            <a:r>
              <a:rPr sz="2600" spc="30" dirty="0">
                <a:solidFill>
                  <a:srgbClr val="010101"/>
                </a:solidFill>
                <a:latin typeface="Times New Roman"/>
                <a:cs typeface="Times New Roman"/>
              </a:rPr>
              <a:t>Teststudent</a:t>
            </a:r>
            <a:r>
              <a:rPr sz="2600" spc="-290" dirty="0">
                <a:solidFill>
                  <a:srgbClr val="010101"/>
                </a:solidFill>
                <a:latin typeface="Times New Roman"/>
                <a:cs typeface="Times New Roman"/>
              </a:rPr>
              <a:t> </a:t>
            </a:r>
            <a:r>
              <a:rPr sz="2600" spc="10" dirty="0">
                <a:solidFill>
                  <a:srgbClr val="010101"/>
                </a:solidFill>
                <a:latin typeface="Times New Roman"/>
                <a:cs typeface="Times New Roman"/>
              </a:rPr>
              <a:t>{</a:t>
            </a:r>
            <a:endParaRPr sz="2600" dirty="0">
              <a:latin typeface="Times New Roman"/>
              <a:cs typeface="Times New Roman"/>
            </a:endParaRPr>
          </a:p>
          <a:p>
            <a:pPr marL="2531745" marR="5080" indent="-958850">
              <a:lnSpc>
                <a:spcPct val="91400"/>
              </a:lnSpc>
              <a:spcBef>
                <a:spcPts val="925"/>
              </a:spcBef>
              <a:tabLst>
                <a:tab pos="5979795" algn="l"/>
              </a:tabLst>
            </a:pPr>
            <a:r>
              <a:rPr sz="2600" spc="80" dirty="0">
                <a:solidFill>
                  <a:srgbClr val="010101"/>
                </a:solidFill>
                <a:latin typeface="Times New Roman"/>
                <a:cs typeface="Times New Roman"/>
              </a:rPr>
              <a:t>public</a:t>
            </a:r>
            <a:r>
              <a:rPr sz="2600" spc="125" dirty="0">
                <a:solidFill>
                  <a:srgbClr val="010101"/>
                </a:solidFill>
                <a:latin typeface="Times New Roman"/>
                <a:cs typeface="Times New Roman"/>
              </a:rPr>
              <a:t> </a:t>
            </a:r>
            <a:r>
              <a:rPr sz="2600" spc="65" dirty="0">
                <a:solidFill>
                  <a:srgbClr val="010101"/>
                </a:solidFill>
                <a:latin typeface="Times New Roman"/>
                <a:cs typeface="Times New Roman"/>
              </a:rPr>
              <a:t>static</a:t>
            </a:r>
            <a:r>
              <a:rPr sz="2600" spc="90" dirty="0">
                <a:solidFill>
                  <a:srgbClr val="010101"/>
                </a:solidFill>
                <a:latin typeface="Times New Roman"/>
                <a:cs typeface="Times New Roman"/>
              </a:rPr>
              <a:t> </a:t>
            </a:r>
            <a:r>
              <a:rPr sz="2600" spc="100" dirty="0">
                <a:solidFill>
                  <a:srgbClr val="010101"/>
                </a:solidFill>
                <a:latin typeface="Times New Roman"/>
                <a:cs typeface="Times New Roman"/>
              </a:rPr>
              <a:t>void</a:t>
            </a:r>
            <a:r>
              <a:rPr sz="2600" spc="50" dirty="0">
                <a:solidFill>
                  <a:srgbClr val="010101"/>
                </a:solidFill>
                <a:latin typeface="Times New Roman"/>
                <a:cs typeface="Times New Roman"/>
              </a:rPr>
              <a:t> </a:t>
            </a:r>
            <a:r>
              <a:rPr sz="2600" spc="75" dirty="0">
                <a:solidFill>
                  <a:srgbClr val="010101"/>
                </a:solidFill>
                <a:latin typeface="Times New Roman"/>
                <a:cs typeface="Times New Roman"/>
              </a:rPr>
              <a:t>main(String</a:t>
            </a:r>
            <a:r>
              <a:rPr sz="2600" spc="320" dirty="0">
                <a:solidFill>
                  <a:srgbClr val="010101"/>
                </a:solidFill>
                <a:latin typeface="Times New Roman"/>
                <a:cs typeface="Times New Roman"/>
              </a:rPr>
              <a:t> </a:t>
            </a:r>
            <a:r>
              <a:rPr sz="2600" spc="65" dirty="0">
                <a:solidFill>
                  <a:srgbClr val="010101"/>
                </a:solidFill>
                <a:latin typeface="Times New Roman"/>
                <a:cs typeface="Times New Roman"/>
              </a:rPr>
              <a:t>args[]){ </a:t>
            </a:r>
            <a:r>
              <a:rPr sz="2600" spc="85" dirty="0">
                <a:solidFill>
                  <a:srgbClr val="010101"/>
                </a:solidFill>
                <a:latin typeface="Times New Roman"/>
                <a:cs typeface="Times New Roman"/>
              </a:rPr>
              <a:t>Student</a:t>
            </a:r>
            <a:r>
              <a:rPr sz="2600" spc="55" dirty="0">
                <a:solidFill>
                  <a:srgbClr val="010101"/>
                </a:solidFill>
                <a:latin typeface="Times New Roman"/>
                <a:cs typeface="Times New Roman"/>
              </a:rPr>
              <a:t> </a:t>
            </a:r>
            <a:r>
              <a:rPr sz="2600" spc="-145" dirty="0">
                <a:solidFill>
                  <a:srgbClr val="010101"/>
                </a:solidFill>
                <a:latin typeface="Times New Roman"/>
                <a:cs typeface="Times New Roman"/>
              </a:rPr>
              <a:t>s</a:t>
            </a:r>
            <a:r>
              <a:rPr lang="en-US" sz="2600" spc="-145" dirty="0">
                <a:solidFill>
                  <a:srgbClr val="010101"/>
                </a:solidFill>
                <a:latin typeface="Times New Roman"/>
                <a:cs typeface="Times New Roman"/>
              </a:rPr>
              <a:t> = </a:t>
            </a:r>
            <a:r>
              <a:rPr sz="2600" spc="-145" dirty="0">
                <a:solidFill>
                  <a:srgbClr val="010101"/>
                </a:solidFill>
                <a:latin typeface="Times New Roman"/>
                <a:cs typeface="Times New Roman"/>
              </a:rPr>
              <a:t>new</a:t>
            </a:r>
            <a:r>
              <a:rPr sz="2600" spc="95" dirty="0">
                <a:solidFill>
                  <a:srgbClr val="010101"/>
                </a:solidFill>
                <a:latin typeface="Times New Roman"/>
                <a:cs typeface="Times New Roman"/>
              </a:rPr>
              <a:t> </a:t>
            </a:r>
            <a:r>
              <a:rPr sz="2600" spc="55" dirty="0">
                <a:solidFill>
                  <a:srgbClr val="010101"/>
                </a:solidFill>
                <a:latin typeface="Times New Roman"/>
                <a:cs typeface="Times New Roman"/>
              </a:rPr>
              <a:t>Student(); </a:t>
            </a:r>
            <a:r>
              <a:rPr sz="2600" spc="80" dirty="0">
                <a:solidFill>
                  <a:srgbClr val="010101"/>
                </a:solidFill>
                <a:latin typeface="Times New Roman"/>
                <a:cs typeface="Times New Roman"/>
              </a:rPr>
              <a:t>System.out.println(s.id</a:t>
            </a:r>
            <a:r>
              <a:rPr sz="2600" dirty="0">
                <a:solidFill>
                  <a:srgbClr val="010101"/>
                </a:solidFill>
                <a:latin typeface="Times New Roman"/>
                <a:cs typeface="Times New Roman"/>
              </a:rPr>
              <a:t>	</a:t>
            </a:r>
            <a:r>
              <a:rPr sz="3050" spc="105" dirty="0">
                <a:solidFill>
                  <a:srgbClr val="010101"/>
                </a:solidFill>
                <a:latin typeface="Arial"/>
                <a:cs typeface="Arial"/>
              </a:rPr>
              <a:t>+</a:t>
            </a:r>
            <a:r>
              <a:rPr sz="3050" spc="420" dirty="0">
                <a:solidFill>
                  <a:srgbClr val="010101"/>
                </a:solidFill>
                <a:latin typeface="Arial"/>
                <a:cs typeface="Arial"/>
              </a:rPr>
              <a:t> </a:t>
            </a:r>
            <a:r>
              <a:rPr sz="2600" spc="70" dirty="0">
                <a:solidFill>
                  <a:srgbClr val="010101"/>
                </a:solidFill>
                <a:latin typeface="Times New Roman"/>
                <a:cs typeface="Times New Roman"/>
              </a:rPr>
              <a:t>s.name);</a:t>
            </a:r>
            <a:endParaRPr sz="2600" dirty="0">
              <a:latin typeface="Times New Roman"/>
              <a:cs typeface="Times New Roman"/>
            </a:endParaRPr>
          </a:p>
          <a:p>
            <a:pPr marL="817244">
              <a:lnSpc>
                <a:spcPct val="100000"/>
              </a:lnSpc>
              <a:spcBef>
                <a:spcPts val="585"/>
              </a:spcBef>
            </a:pPr>
            <a:r>
              <a:rPr sz="2600" spc="60" dirty="0">
                <a:solidFill>
                  <a:srgbClr val="010101"/>
                </a:solidFill>
                <a:latin typeface="Arial"/>
                <a:cs typeface="Arial"/>
              </a:rPr>
              <a:t>}</a:t>
            </a:r>
            <a:endParaRPr sz="2600" dirty="0">
              <a:latin typeface="Arial"/>
              <a:cs typeface="Arial"/>
            </a:endParaRPr>
          </a:p>
          <a:p>
            <a:pPr marL="727710">
              <a:lnSpc>
                <a:spcPct val="100000"/>
              </a:lnSpc>
              <a:spcBef>
                <a:spcPts val="680"/>
              </a:spcBef>
            </a:pPr>
            <a:r>
              <a:rPr sz="2600" spc="60" dirty="0">
                <a:solidFill>
                  <a:srgbClr val="010101"/>
                </a:solidFill>
                <a:latin typeface="Arial"/>
                <a:cs typeface="Arial"/>
              </a:rPr>
              <a:t>}</a:t>
            </a:r>
            <a:endParaRPr sz="2600" dirty="0">
              <a:latin typeface="Arial"/>
              <a:cs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63032" y="1506772"/>
            <a:ext cx="9557731" cy="245998"/>
          </a:xfrm>
          <a:prstGeom prst="rect">
            <a:avLst/>
          </a:prstGeom>
        </p:spPr>
      </p:pic>
      <p:sp>
        <p:nvSpPr>
          <p:cNvPr id="3" name="object 3"/>
          <p:cNvSpPr txBox="1">
            <a:spLocks noGrp="1"/>
          </p:cNvSpPr>
          <p:nvPr>
            <p:ph type="title"/>
          </p:nvPr>
        </p:nvSpPr>
        <p:spPr>
          <a:xfrm>
            <a:off x="1289941" y="610870"/>
            <a:ext cx="6410325" cy="629285"/>
          </a:xfrm>
          <a:prstGeom prst="rect">
            <a:avLst/>
          </a:prstGeom>
        </p:spPr>
        <p:txBody>
          <a:bodyPr vert="horz" wrap="square" lIns="0" tIns="13970" rIns="0" bIns="0" rtlCol="0">
            <a:spAutoFit/>
          </a:bodyPr>
          <a:lstStyle/>
          <a:p>
            <a:pPr marL="12700">
              <a:lnSpc>
                <a:spcPct val="100000"/>
              </a:lnSpc>
              <a:spcBef>
                <a:spcPts val="110"/>
              </a:spcBef>
              <a:tabLst>
                <a:tab pos="4167504" algn="l"/>
              </a:tabLst>
            </a:pPr>
            <a:r>
              <a:rPr sz="3950" spc="105" dirty="0">
                <a:solidFill>
                  <a:srgbClr val="5D0A34"/>
                </a:solidFill>
              </a:rPr>
              <a:t>initialize</a:t>
            </a:r>
            <a:r>
              <a:rPr sz="3950" spc="300" dirty="0">
                <a:solidFill>
                  <a:srgbClr val="5D0A34"/>
                </a:solidFill>
              </a:rPr>
              <a:t> </a:t>
            </a:r>
            <a:r>
              <a:rPr sz="3950" spc="150" dirty="0">
                <a:solidFill>
                  <a:srgbClr val="5D0A34"/>
                </a:solidFill>
              </a:rPr>
              <a:t>object</a:t>
            </a:r>
            <a:r>
              <a:rPr sz="3950" spc="-20" dirty="0">
                <a:solidFill>
                  <a:srgbClr val="5D0A34"/>
                </a:solidFill>
              </a:rPr>
              <a:t> </a:t>
            </a:r>
            <a:r>
              <a:rPr sz="3950" spc="65" dirty="0">
                <a:solidFill>
                  <a:srgbClr val="5D0A34"/>
                </a:solidFill>
              </a:rPr>
              <a:t>-</a:t>
            </a:r>
            <a:r>
              <a:rPr sz="3950" dirty="0">
                <a:solidFill>
                  <a:srgbClr val="5D0A34"/>
                </a:solidFill>
              </a:rPr>
              <a:t>	</a:t>
            </a:r>
            <a:r>
              <a:rPr sz="3950" spc="75" dirty="0">
                <a:solidFill>
                  <a:srgbClr val="5D0A34"/>
                </a:solidFill>
              </a:rPr>
              <a:t>reference</a:t>
            </a:r>
            <a:endParaRPr sz="3950"/>
          </a:p>
        </p:txBody>
      </p:sp>
      <p:sp>
        <p:nvSpPr>
          <p:cNvPr id="4" name="object 4"/>
          <p:cNvSpPr txBox="1"/>
          <p:nvPr/>
        </p:nvSpPr>
        <p:spPr>
          <a:xfrm>
            <a:off x="1286219" y="1773068"/>
            <a:ext cx="6085840" cy="4840428"/>
          </a:xfrm>
          <a:prstGeom prst="rect">
            <a:avLst/>
          </a:prstGeom>
        </p:spPr>
        <p:txBody>
          <a:bodyPr vert="horz" wrap="square" lIns="0" tIns="38735" rIns="0" bIns="0" rtlCol="0">
            <a:spAutoFit/>
          </a:bodyPr>
          <a:lstStyle/>
          <a:p>
            <a:pPr marL="12700">
              <a:lnSpc>
                <a:spcPct val="100000"/>
              </a:lnSpc>
              <a:spcBef>
                <a:spcPts val="305"/>
              </a:spcBef>
            </a:pPr>
            <a:r>
              <a:rPr sz="2550" dirty="0">
                <a:solidFill>
                  <a:srgbClr val="030303"/>
                </a:solidFill>
                <a:latin typeface="Times New Roman"/>
                <a:cs typeface="Times New Roman"/>
              </a:rPr>
              <a:t>class</a:t>
            </a:r>
            <a:r>
              <a:rPr sz="2550" spc="130" dirty="0">
                <a:solidFill>
                  <a:srgbClr val="030303"/>
                </a:solidFill>
                <a:latin typeface="Times New Roman"/>
                <a:cs typeface="Times New Roman"/>
              </a:rPr>
              <a:t> </a:t>
            </a:r>
            <a:r>
              <a:rPr sz="2550" spc="-10" dirty="0">
                <a:solidFill>
                  <a:srgbClr val="030303"/>
                </a:solidFill>
                <a:latin typeface="Times New Roman"/>
                <a:cs typeface="Times New Roman"/>
              </a:rPr>
              <a:t>Student{</a:t>
            </a:r>
            <a:endParaRPr sz="2550" dirty="0">
              <a:latin typeface="Times New Roman"/>
              <a:cs typeface="Times New Roman"/>
            </a:endParaRPr>
          </a:p>
          <a:p>
            <a:pPr marL="972185">
              <a:lnSpc>
                <a:spcPct val="100000"/>
              </a:lnSpc>
              <a:spcBef>
                <a:spcPts val="215"/>
              </a:spcBef>
            </a:pPr>
            <a:r>
              <a:rPr sz="2550" dirty="0">
                <a:solidFill>
                  <a:srgbClr val="030303"/>
                </a:solidFill>
                <a:latin typeface="Times New Roman"/>
                <a:cs typeface="Times New Roman"/>
              </a:rPr>
              <a:t>int</a:t>
            </a:r>
            <a:r>
              <a:rPr sz="2550" spc="75" dirty="0">
                <a:solidFill>
                  <a:srgbClr val="030303"/>
                </a:solidFill>
                <a:latin typeface="Times New Roman"/>
                <a:cs typeface="Times New Roman"/>
              </a:rPr>
              <a:t> </a:t>
            </a:r>
            <a:r>
              <a:rPr sz="2550" spc="-25" dirty="0">
                <a:solidFill>
                  <a:srgbClr val="030303"/>
                </a:solidFill>
                <a:latin typeface="Times New Roman"/>
                <a:cs typeface="Times New Roman"/>
              </a:rPr>
              <a:t>id;</a:t>
            </a:r>
            <a:endParaRPr sz="2550" dirty="0">
              <a:latin typeface="Times New Roman"/>
              <a:cs typeface="Times New Roman"/>
            </a:endParaRPr>
          </a:p>
          <a:p>
            <a:pPr marL="970915">
              <a:lnSpc>
                <a:spcPct val="100000"/>
              </a:lnSpc>
              <a:spcBef>
                <a:spcPts val="160"/>
              </a:spcBef>
            </a:pPr>
            <a:r>
              <a:rPr sz="2550" dirty="0">
                <a:solidFill>
                  <a:srgbClr val="030303"/>
                </a:solidFill>
                <a:latin typeface="Times New Roman"/>
                <a:cs typeface="Times New Roman"/>
              </a:rPr>
              <a:t>String</a:t>
            </a:r>
            <a:r>
              <a:rPr sz="2550" spc="165" dirty="0">
                <a:solidFill>
                  <a:srgbClr val="030303"/>
                </a:solidFill>
                <a:latin typeface="Times New Roman"/>
                <a:cs typeface="Times New Roman"/>
              </a:rPr>
              <a:t> </a:t>
            </a:r>
            <a:r>
              <a:rPr sz="2550" spc="-20" dirty="0">
                <a:solidFill>
                  <a:srgbClr val="030303"/>
                </a:solidFill>
                <a:latin typeface="Times New Roman"/>
                <a:cs typeface="Times New Roman"/>
              </a:rPr>
              <a:t>name;</a:t>
            </a:r>
            <a:endParaRPr sz="2550" dirty="0">
              <a:latin typeface="Times New Roman"/>
              <a:cs typeface="Times New Roman"/>
            </a:endParaRPr>
          </a:p>
          <a:p>
            <a:pPr marL="368300">
              <a:lnSpc>
                <a:spcPct val="100000"/>
              </a:lnSpc>
              <a:spcBef>
                <a:spcPts val="535"/>
              </a:spcBef>
            </a:pPr>
            <a:r>
              <a:rPr sz="2250" dirty="0">
                <a:solidFill>
                  <a:srgbClr val="030303"/>
                </a:solidFill>
                <a:latin typeface="Arial"/>
                <a:cs typeface="Arial"/>
              </a:rPr>
              <a:t>}</a:t>
            </a:r>
            <a:endParaRPr sz="2250" dirty="0">
              <a:latin typeface="Arial"/>
              <a:cs typeface="Arial"/>
            </a:endParaRPr>
          </a:p>
          <a:p>
            <a:pPr marL="12700">
              <a:lnSpc>
                <a:spcPct val="100000"/>
              </a:lnSpc>
              <a:spcBef>
                <a:spcPts val="244"/>
              </a:spcBef>
            </a:pPr>
            <a:r>
              <a:rPr sz="2550" dirty="0">
                <a:solidFill>
                  <a:srgbClr val="030303"/>
                </a:solidFill>
                <a:latin typeface="Times New Roman"/>
                <a:cs typeface="Times New Roman"/>
              </a:rPr>
              <a:t>class</a:t>
            </a:r>
            <a:r>
              <a:rPr sz="2550" spc="110" dirty="0">
                <a:solidFill>
                  <a:srgbClr val="030303"/>
                </a:solidFill>
                <a:latin typeface="Times New Roman"/>
                <a:cs typeface="Times New Roman"/>
              </a:rPr>
              <a:t> </a:t>
            </a:r>
            <a:r>
              <a:rPr sz="2550" spc="-10" dirty="0">
                <a:solidFill>
                  <a:srgbClr val="030303"/>
                </a:solidFill>
                <a:latin typeface="Times New Roman"/>
                <a:cs typeface="Times New Roman"/>
              </a:rPr>
              <a:t>Teststudent{</a:t>
            </a:r>
            <a:endParaRPr sz="2550" dirty="0">
              <a:latin typeface="Times New Roman"/>
              <a:cs typeface="Times New Roman"/>
            </a:endParaRPr>
          </a:p>
          <a:p>
            <a:pPr marL="970915" marR="5080" indent="-1270">
              <a:lnSpc>
                <a:spcPts val="2520"/>
              </a:lnSpc>
              <a:spcBef>
                <a:spcPts val="690"/>
              </a:spcBef>
            </a:pPr>
            <a:r>
              <a:rPr sz="2550" dirty="0">
                <a:solidFill>
                  <a:srgbClr val="030303"/>
                </a:solidFill>
                <a:latin typeface="Times New Roman"/>
                <a:cs typeface="Times New Roman"/>
              </a:rPr>
              <a:t>public</a:t>
            </a:r>
            <a:r>
              <a:rPr sz="2550" spc="200" dirty="0">
                <a:solidFill>
                  <a:srgbClr val="030303"/>
                </a:solidFill>
                <a:latin typeface="Times New Roman"/>
                <a:cs typeface="Times New Roman"/>
              </a:rPr>
              <a:t> </a:t>
            </a:r>
            <a:r>
              <a:rPr sz="2550" dirty="0">
                <a:solidFill>
                  <a:srgbClr val="030303"/>
                </a:solidFill>
                <a:latin typeface="Times New Roman"/>
                <a:cs typeface="Times New Roman"/>
              </a:rPr>
              <a:t>static</a:t>
            </a:r>
            <a:r>
              <a:rPr sz="2550" spc="165" dirty="0">
                <a:solidFill>
                  <a:srgbClr val="030303"/>
                </a:solidFill>
                <a:latin typeface="Times New Roman"/>
                <a:cs typeface="Times New Roman"/>
              </a:rPr>
              <a:t> </a:t>
            </a:r>
            <a:r>
              <a:rPr sz="2550" dirty="0">
                <a:solidFill>
                  <a:srgbClr val="030303"/>
                </a:solidFill>
                <a:latin typeface="Times New Roman"/>
                <a:cs typeface="Times New Roman"/>
              </a:rPr>
              <a:t>void</a:t>
            </a:r>
            <a:r>
              <a:rPr sz="2550" spc="130" dirty="0">
                <a:solidFill>
                  <a:srgbClr val="030303"/>
                </a:solidFill>
                <a:latin typeface="Times New Roman"/>
                <a:cs typeface="Times New Roman"/>
              </a:rPr>
              <a:t> </a:t>
            </a:r>
            <a:r>
              <a:rPr sz="2550" dirty="0">
                <a:solidFill>
                  <a:srgbClr val="030303"/>
                </a:solidFill>
                <a:latin typeface="Times New Roman"/>
                <a:cs typeface="Times New Roman"/>
              </a:rPr>
              <a:t>main(String</a:t>
            </a:r>
            <a:r>
              <a:rPr sz="2550" spc="330" dirty="0">
                <a:solidFill>
                  <a:srgbClr val="030303"/>
                </a:solidFill>
                <a:latin typeface="Times New Roman"/>
                <a:cs typeface="Times New Roman"/>
              </a:rPr>
              <a:t> </a:t>
            </a:r>
            <a:r>
              <a:rPr sz="2550" spc="-10" dirty="0">
                <a:solidFill>
                  <a:srgbClr val="030303"/>
                </a:solidFill>
                <a:latin typeface="Times New Roman"/>
                <a:cs typeface="Times New Roman"/>
              </a:rPr>
              <a:t>args[]){ </a:t>
            </a:r>
            <a:r>
              <a:rPr sz="2550" dirty="0">
                <a:solidFill>
                  <a:srgbClr val="030303"/>
                </a:solidFill>
                <a:latin typeface="Times New Roman"/>
                <a:cs typeface="Times New Roman"/>
              </a:rPr>
              <a:t>Student</a:t>
            </a:r>
            <a:r>
              <a:rPr sz="2550" spc="145" dirty="0">
                <a:solidFill>
                  <a:srgbClr val="030303"/>
                </a:solidFill>
                <a:latin typeface="Times New Roman"/>
                <a:cs typeface="Times New Roman"/>
              </a:rPr>
              <a:t> </a:t>
            </a:r>
            <a:r>
              <a:rPr sz="2550" spc="-229" dirty="0">
                <a:solidFill>
                  <a:srgbClr val="030303"/>
                </a:solidFill>
                <a:latin typeface="Times New Roman"/>
                <a:cs typeface="Times New Roman"/>
              </a:rPr>
              <a:t>s</a:t>
            </a:r>
            <a:r>
              <a:rPr lang="en-US" sz="2550" spc="-229" dirty="0">
                <a:solidFill>
                  <a:srgbClr val="030303"/>
                </a:solidFill>
                <a:latin typeface="Times New Roman"/>
                <a:cs typeface="Times New Roman"/>
              </a:rPr>
              <a:t> = </a:t>
            </a:r>
            <a:r>
              <a:rPr sz="2550" spc="-229" dirty="0">
                <a:solidFill>
                  <a:srgbClr val="030303"/>
                </a:solidFill>
                <a:latin typeface="Times New Roman"/>
                <a:cs typeface="Times New Roman"/>
              </a:rPr>
              <a:t>new</a:t>
            </a:r>
            <a:r>
              <a:rPr sz="2550" spc="160" dirty="0">
                <a:solidFill>
                  <a:srgbClr val="030303"/>
                </a:solidFill>
                <a:latin typeface="Times New Roman"/>
                <a:cs typeface="Times New Roman"/>
              </a:rPr>
              <a:t> </a:t>
            </a:r>
            <a:r>
              <a:rPr sz="2550" spc="-10" dirty="0">
                <a:solidFill>
                  <a:srgbClr val="030303"/>
                </a:solidFill>
                <a:latin typeface="Times New Roman"/>
                <a:cs typeface="Times New Roman"/>
              </a:rPr>
              <a:t>Student();</a:t>
            </a:r>
            <a:endParaRPr sz="2550" dirty="0">
              <a:latin typeface="Times New Roman"/>
              <a:cs typeface="Times New Roman"/>
            </a:endParaRPr>
          </a:p>
          <a:p>
            <a:pPr marL="972185" marR="2811780">
              <a:lnSpc>
                <a:spcPts val="3270"/>
              </a:lnSpc>
              <a:spcBef>
                <a:spcPts val="95"/>
              </a:spcBef>
            </a:pPr>
            <a:r>
              <a:rPr sz="2550" spc="-60" dirty="0">
                <a:solidFill>
                  <a:srgbClr val="EF0808"/>
                </a:solidFill>
                <a:latin typeface="Times New Roman"/>
                <a:cs typeface="Times New Roman"/>
              </a:rPr>
              <a:t>s.id=120; </a:t>
            </a:r>
            <a:endParaRPr lang="en-US" sz="2550" spc="-60" dirty="0">
              <a:solidFill>
                <a:srgbClr val="EF0808"/>
              </a:solidFill>
              <a:latin typeface="Times New Roman"/>
              <a:cs typeface="Times New Roman"/>
            </a:endParaRPr>
          </a:p>
          <a:p>
            <a:pPr marL="972185" marR="2811780">
              <a:lnSpc>
                <a:spcPts val="3270"/>
              </a:lnSpc>
              <a:spcBef>
                <a:spcPts val="95"/>
              </a:spcBef>
            </a:pPr>
            <a:r>
              <a:rPr sz="2550" spc="-150" dirty="0">
                <a:solidFill>
                  <a:srgbClr val="EF0808"/>
                </a:solidFill>
                <a:latin typeface="Times New Roman"/>
                <a:cs typeface="Times New Roman"/>
              </a:rPr>
              <a:t>s</a:t>
            </a:r>
            <a:r>
              <a:rPr sz="2550" spc="-150" dirty="0">
                <a:solidFill>
                  <a:srgbClr val="EB1C1F"/>
                </a:solidFill>
                <a:latin typeface="Times New Roman"/>
                <a:cs typeface="Times New Roman"/>
              </a:rPr>
              <a:t>.name=''</a:t>
            </a:r>
            <a:r>
              <a:rPr sz="2550" spc="-290" dirty="0">
                <a:solidFill>
                  <a:srgbClr val="EB1C1F"/>
                </a:solidFill>
                <a:latin typeface="Times New Roman"/>
                <a:cs typeface="Times New Roman"/>
              </a:rPr>
              <a:t> </a:t>
            </a:r>
            <a:r>
              <a:rPr sz="2550" spc="-10" dirty="0">
                <a:solidFill>
                  <a:srgbClr val="EF0808"/>
                </a:solidFill>
                <a:latin typeface="Times New Roman"/>
                <a:cs typeface="Times New Roman"/>
              </a:rPr>
              <a:t>Viraat'';</a:t>
            </a:r>
            <a:endParaRPr sz="2550" dirty="0">
              <a:latin typeface="Times New Roman"/>
              <a:cs typeface="Times New Roman"/>
            </a:endParaRPr>
          </a:p>
          <a:p>
            <a:pPr marL="970915">
              <a:lnSpc>
                <a:spcPts val="2435"/>
              </a:lnSpc>
              <a:tabLst>
                <a:tab pos="4171315" algn="l"/>
              </a:tabLst>
            </a:pPr>
            <a:r>
              <a:rPr sz="2550" spc="-10" dirty="0">
                <a:solidFill>
                  <a:srgbClr val="030303"/>
                </a:solidFill>
                <a:latin typeface="Times New Roman"/>
                <a:cs typeface="Times New Roman"/>
              </a:rPr>
              <a:t>System.out.println(s.id</a:t>
            </a:r>
            <a:r>
              <a:rPr sz="2550" dirty="0">
                <a:solidFill>
                  <a:srgbClr val="030303"/>
                </a:solidFill>
                <a:latin typeface="Times New Roman"/>
                <a:cs typeface="Times New Roman"/>
              </a:rPr>
              <a:t>	</a:t>
            </a:r>
            <a:r>
              <a:rPr sz="2750" spc="125" dirty="0">
                <a:solidFill>
                  <a:srgbClr val="030303"/>
                </a:solidFill>
                <a:latin typeface="Arial"/>
                <a:cs typeface="Arial"/>
              </a:rPr>
              <a:t>+</a:t>
            </a:r>
            <a:r>
              <a:rPr sz="2750" spc="360" dirty="0">
                <a:solidFill>
                  <a:srgbClr val="030303"/>
                </a:solidFill>
                <a:latin typeface="Arial"/>
                <a:cs typeface="Arial"/>
              </a:rPr>
              <a:t> </a:t>
            </a:r>
            <a:r>
              <a:rPr sz="2550" spc="-10" dirty="0">
                <a:solidFill>
                  <a:srgbClr val="030303"/>
                </a:solidFill>
                <a:latin typeface="Times New Roman"/>
                <a:cs typeface="Times New Roman"/>
              </a:rPr>
              <a:t>s.name);</a:t>
            </a:r>
            <a:endParaRPr sz="2550" dirty="0">
              <a:latin typeface="Times New Roman"/>
              <a:cs typeface="Times New Roman"/>
            </a:endParaRPr>
          </a:p>
          <a:p>
            <a:pPr marL="199390">
              <a:lnSpc>
                <a:spcPct val="100000"/>
              </a:lnSpc>
              <a:spcBef>
                <a:spcPts val="450"/>
              </a:spcBef>
            </a:pPr>
            <a:r>
              <a:rPr sz="2250" spc="35" dirty="0">
                <a:solidFill>
                  <a:srgbClr val="030303"/>
                </a:solidFill>
                <a:latin typeface="Arial"/>
                <a:cs typeface="Arial"/>
              </a:rPr>
              <a:t>}</a:t>
            </a:r>
            <a:endParaRPr sz="2250" dirty="0">
              <a:latin typeface="Arial"/>
              <a:cs typeface="Arial"/>
            </a:endParaRPr>
          </a:p>
          <a:p>
            <a:pPr marL="119380">
              <a:lnSpc>
                <a:spcPct val="100000"/>
              </a:lnSpc>
              <a:spcBef>
                <a:spcPts val="570"/>
              </a:spcBef>
            </a:pPr>
            <a:r>
              <a:rPr sz="2250" spc="35" dirty="0">
                <a:solidFill>
                  <a:srgbClr val="030303"/>
                </a:solidFill>
                <a:latin typeface="Arial"/>
                <a:cs typeface="Arial"/>
              </a:rPr>
              <a:t>}</a:t>
            </a:r>
            <a:endParaRPr sz="2250" dirty="0">
              <a:latin typeface="Arial"/>
              <a:cs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63032" y="1506772"/>
            <a:ext cx="9557731" cy="245998"/>
          </a:xfrm>
          <a:prstGeom prst="rect">
            <a:avLst/>
          </a:prstGeom>
        </p:spPr>
      </p:pic>
      <p:sp>
        <p:nvSpPr>
          <p:cNvPr id="3" name="object 3"/>
          <p:cNvSpPr txBox="1">
            <a:spLocks noGrp="1"/>
          </p:cNvSpPr>
          <p:nvPr>
            <p:ph type="title"/>
          </p:nvPr>
        </p:nvSpPr>
        <p:spPr>
          <a:xfrm>
            <a:off x="1286466" y="604502"/>
            <a:ext cx="6002655" cy="636905"/>
          </a:xfrm>
          <a:prstGeom prst="rect">
            <a:avLst/>
          </a:prstGeom>
        </p:spPr>
        <p:txBody>
          <a:bodyPr vert="horz" wrap="square" lIns="0" tIns="13970" rIns="0" bIns="0" rtlCol="0">
            <a:spAutoFit/>
          </a:bodyPr>
          <a:lstStyle/>
          <a:p>
            <a:pPr marL="12700">
              <a:lnSpc>
                <a:spcPct val="100000"/>
              </a:lnSpc>
              <a:spcBef>
                <a:spcPts val="110"/>
              </a:spcBef>
              <a:tabLst>
                <a:tab pos="4171950" algn="l"/>
              </a:tabLst>
            </a:pPr>
            <a:r>
              <a:rPr sz="4000" b="1" spc="-25" dirty="0">
                <a:solidFill>
                  <a:srgbClr val="5D0A34"/>
                </a:solidFill>
                <a:latin typeface="Arial"/>
                <a:cs typeface="Arial"/>
              </a:rPr>
              <a:t>initialize</a:t>
            </a:r>
            <a:r>
              <a:rPr sz="4000" b="1" spc="-135" dirty="0">
                <a:solidFill>
                  <a:srgbClr val="5D0A34"/>
                </a:solidFill>
                <a:latin typeface="Arial"/>
                <a:cs typeface="Arial"/>
              </a:rPr>
              <a:t> </a:t>
            </a:r>
            <a:r>
              <a:rPr sz="4000" b="1" spc="-35" dirty="0">
                <a:solidFill>
                  <a:srgbClr val="5D0A34"/>
                </a:solidFill>
                <a:latin typeface="Arial"/>
                <a:cs typeface="Arial"/>
              </a:rPr>
              <a:t>object</a:t>
            </a:r>
            <a:r>
              <a:rPr sz="4000" b="1" spc="-240" dirty="0">
                <a:solidFill>
                  <a:srgbClr val="5D0A34"/>
                </a:solidFill>
                <a:latin typeface="Arial"/>
                <a:cs typeface="Arial"/>
              </a:rPr>
              <a:t> </a:t>
            </a:r>
            <a:r>
              <a:rPr sz="4000" b="1" spc="-50" dirty="0">
                <a:solidFill>
                  <a:srgbClr val="5D0A34"/>
                </a:solidFill>
                <a:latin typeface="Arial"/>
                <a:cs typeface="Arial"/>
              </a:rPr>
              <a:t>-</a:t>
            </a:r>
            <a:r>
              <a:rPr sz="4000" b="1" dirty="0">
                <a:solidFill>
                  <a:srgbClr val="5D0A34"/>
                </a:solidFill>
                <a:latin typeface="Arial"/>
                <a:cs typeface="Arial"/>
              </a:rPr>
              <a:t>	</a:t>
            </a:r>
            <a:r>
              <a:rPr sz="4000" b="1" spc="-20" dirty="0">
                <a:solidFill>
                  <a:srgbClr val="5D0A34"/>
                </a:solidFill>
                <a:latin typeface="Arial"/>
                <a:cs typeface="Arial"/>
              </a:rPr>
              <a:t>method</a:t>
            </a:r>
            <a:endParaRPr sz="4000">
              <a:latin typeface="Arial"/>
              <a:cs typeface="Arial"/>
            </a:endParaRPr>
          </a:p>
        </p:txBody>
      </p:sp>
      <p:sp>
        <p:nvSpPr>
          <p:cNvPr id="4" name="object 4"/>
          <p:cNvSpPr txBox="1"/>
          <p:nvPr/>
        </p:nvSpPr>
        <p:spPr>
          <a:xfrm>
            <a:off x="1287258" y="1780822"/>
            <a:ext cx="3612515" cy="1214120"/>
          </a:xfrm>
          <a:prstGeom prst="rect">
            <a:avLst/>
          </a:prstGeom>
        </p:spPr>
        <p:txBody>
          <a:bodyPr vert="horz" wrap="square" lIns="0" tIns="65405" rIns="0" bIns="0" rtlCol="0">
            <a:spAutoFit/>
          </a:bodyPr>
          <a:lstStyle/>
          <a:p>
            <a:pPr marL="12700">
              <a:lnSpc>
                <a:spcPct val="100000"/>
              </a:lnSpc>
              <a:spcBef>
                <a:spcPts val="515"/>
              </a:spcBef>
            </a:pPr>
            <a:r>
              <a:rPr sz="1600" dirty="0">
                <a:solidFill>
                  <a:srgbClr val="0C0C0C"/>
                </a:solidFill>
                <a:latin typeface="Times New Roman"/>
                <a:cs typeface="Times New Roman"/>
              </a:rPr>
              <a:t>class</a:t>
            </a:r>
            <a:r>
              <a:rPr sz="1600" spc="160" dirty="0">
                <a:solidFill>
                  <a:srgbClr val="0C0C0C"/>
                </a:solidFill>
                <a:latin typeface="Times New Roman"/>
                <a:cs typeface="Times New Roman"/>
              </a:rPr>
              <a:t> </a:t>
            </a:r>
            <a:r>
              <a:rPr sz="1600" spc="-10" dirty="0">
                <a:solidFill>
                  <a:srgbClr val="0C0C0C"/>
                </a:solidFill>
                <a:latin typeface="Times New Roman"/>
                <a:cs typeface="Times New Roman"/>
              </a:rPr>
              <a:t>Student</a:t>
            </a:r>
            <a:r>
              <a:rPr sz="1600" spc="-10" dirty="0">
                <a:solidFill>
                  <a:srgbClr val="1D1D1D"/>
                </a:solidFill>
                <a:latin typeface="Times New Roman"/>
                <a:cs typeface="Times New Roman"/>
              </a:rPr>
              <a:t>{</a:t>
            </a:r>
            <a:endParaRPr sz="1600" dirty="0">
              <a:latin typeface="Times New Roman"/>
              <a:cs typeface="Times New Roman"/>
            </a:endParaRPr>
          </a:p>
          <a:p>
            <a:pPr marL="971550">
              <a:lnSpc>
                <a:spcPct val="100000"/>
              </a:lnSpc>
              <a:spcBef>
                <a:spcPts val="420"/>
              </a:spcBef>
            </a:pPr>
            <a:r>
              <a:rPr sz="1600" dirty="0">
                <a:solidFill>
                  <a:srgbClr val="0C0C0C"/>
                </a:solidFill>
                <a:latin typeface="Times New Roman"/>
                <a:cs typeface="Times New Roman"/>
              </a:rPr>
              <a:t>int</a:t>
            </a:r>
            <a:r>
              <a:rPr sz="1600" spc="80" dirty="0">
                <a:solidFill>
                  <a:srgbClr val="0C0C0C"/>
                </a:solidFill>
                <a:latin typeface="Times New Roman"/>
                <a:cs typeface="Times New Roman"/>
              </a:rPr>
              <a:t> </a:t>
            </a:r>
            <a:r>
              <a:rPr sz="1600" spc="-25" dirty="0">
                <a:solidFill>
                  <a:srgbClr val="0C0C0C"/>
                </a:solidFill>
                <a:latin typeface="Times New Roman"/>
                <a:cs typeface="Times New Roman"/>
              </a:rPr>
              <a:t>id;</a:t>
            </a:r>
            <a:endParaRPr sz="1600" dirty="0">
              <a:latin typeface="Times New Roman"/>
              <a:cs typeface="Times New Roman"/>
            </a:endParaRPr>
          </a:p>
          <a:p>
            <a:pPr marL="971550">
              <a:lnSpc>
                <a:spcPct val="100000"/>
              </a:lnSpc>
              <a:spcBef>
                <a:spcPts val="420"/>
              </a:spcBef>
            </a:pPr>
            <a:r>
              <a:rPr sz="1600" dirty="0">
                <a:solidFill>
                  <a:srgbClr val="0C0C0C"/>
                </a:solidFill>
                <a:latin typeface="Times New Roman"/>
                <a:cs typeface="Times New Roman"/>
              </a:rPr>
              <a:t>String</a:t>
            </a:r>
            <a:r>
              <a:rPr sz="1600" spc="190" dirty="0">
                <a:solidFill>
                  <a:srgbClr val="0C0C0C"/>
                </a:solidFill>
                <a:latin typeface="Times New Roman"/>
                <a:cs typeface="Times New Roman"/>
              </a:rPr>
              <a:t> </a:t>
            </a:r>
            <a:r>
              <a:rPr sz="1600" spc="-20" dirty="0">
                <a:solidFill>
                  <a:srgbClr val="0C0C0C"/>
                </a:solidFill>
                <a:latin typeface="Times New Roman"/>
                <a:cs typeface="Times New Roman"/>
              </a:rPr>
              <a:t>name;</a:t>
            </a:r>
            <a:endParaRPr sz="1600" dirty="0">
              <a:latin typeface="Times New Roman"/>
              <a:cs typeface="Times New Roman"/>
            </a:endParaRPr>
          </a:p>
          <a:p>
            <a:pPr marL="1026794">
              <a:lnSpc>
                <a:spcPct val="100000"/>
              </a:lnSpc>
              <a:spcBef>
                <a:spcPts val="420"/>
              </a:spcBef>
            </a:pPr>
            <a:r>
              <a:rPr sz="1600" dirty="0">
                <a:solidFill>
                  <a:srgbClr val="EB0F13"/>
                </a:solidFill>
                <a:latin typeface="Times New Roman"/>
                <a:cs typeface="Times New Roman"/>
              </a:rPr>
              <a:t>void</a:t>
            </a:r>
            <a:r>
              <a:rPr sz="1600" spc="90" dirty="0">
                <a:solidFill>
                  <a:srgbClr val="EB0F13"/>
                </a:solidFill>
                <a:latin typeface="Times New Roman"/>
                <a:cs typeface="Times New Roman"/>
              </a:rPr>
              <a:t> </a:t>
            </a:r>
            <a:r>
              <a:rPr sz="1600" dirty="0">
                <a:solidFill>
                  <a:srgbClr val="EB0F13"/>
                </a:solidFill>
                <a:latin typeface="Times New Roman"/>
                <a:cs typeface="Times New Roman"/>
              </a:rPr>
              <a:t>getd(int</a:t>
            </a:r>
            <a:r>
              <a:rPr sz="1600" spc="200" dirty="0">
                <a:solidFill>
                  <a:srgbClr val="EB0F13"/>
                </a:solidFill>
                <a:latin typeface="Times New Roman"/>
                <a:cs typeface="Times New Roman"/>
              </a:rPr>
              <a:t> </a:t>
            </a:r>
            <a:r>
              <a:rPr sz="1600" dirty="0">
                <a:solidFill>
                  <a:srgbClr val="EB0F13"/>
                </a:solidFill>
                <a:latin typeface="Times New Roman"/>
                <a:cs typeface="Times New Roman"/>
              </a:rPr>
              <a:t>num,</a:t>
            </a:r>
            <a:r>
              <a:rPr sz="1600" spc="130" dirty="0">
                <a:solidFill>
                  <a:srgbClr val="EB0F13"/>
                </a:solidFill>
                <a:latin typeface="Times New Roman"/>
                <a:cs typeface="Times New Roman"/>
              </a:rPr>
              <a:t> </a:t>
            </a:r>
            <a:r>
              <a:rPr sz="1600" dirty="0">
                <a:solidFill>
                  <a:srgbClr val="EB0F13"/>
                </a:solidFill>
                <a:latin typeface="Times New Roman"/>
                <a:cs typeface="Times New Roman"/>
              </a:rPr>
              <a:t>String</a:t>
            </a:r>
            <a:r>
              <a:rPr sz="1600" spc="175" dirty="0">
                <a:solidFill>
                  <a:srgbClr val="EB0F13"/>
                </a:solidFill>
                <a:latin typeface="Times New Roman"/>
                <a:cs typeface="Times New Roman"/>
              </a:rPr>
              <a:t> </a:t>
            </a:r>
            <a:r>
              <a:rPr sz="1600" dirty="0">
                <a:solidFill>
                  <a:srgbClr val="EB0F13"/>
                </a:solidFill>
                <a:latin typeface="Times New Roman"/>
                <a:cs typeface="Times New Roman"/>
              </a:rPr>
              <a:t>s</a:t>
            </a:r>
            <a:r>
              <a:rPr sz="1600" spc="130" dirty="0">
                <a:solidFill>
                  <a:srgbClr val="EB0F13"/>
                </a:solidFill>
                <a:latin typeface="Times New Roman"/>
                <a:cs typeface="Times New Roman"/>
              </a:rPr>
              <a:t> </a:t>
            </a:r>
            <a:r>
              <a:rPr sz="1600" dirty="0">
                <a:solidFill>
                  <a:srgbClr val="EB0F13"/>
                </a:solidFill>
                <a:latin typeface="Times New Roman"/>
                <a:cs typeface="Times New Roman"/>
              </a:rPr>
              <a:t>)</a:t>
            </a:r>
            <a:r>
              <a:rPr sz="1600" spc="140" dirty="0">
                <a:solidFill>
                  <a:srgbClr val="EB0F13"/>
                </a:solidFill>
                <a:latin typeface="Times New Roman"/>
                <a:cs typeface="Times New Roman"/>
              </a:rPr>
              <a:t> </a:t>
            </a:r>
            <a:r>
              <a:rPr sz="1600" spc="-50" dirty="0">
                <a:solidFill>
                  <a:srgbClr val="E62126"/>
                </a:solidFill>
                <a:latin typeface="Times New Roman"/>
                <a:cs typeface="Times New Roman"/>
              </a:rPr>
              <a:t>{</a:t>
            </a:r>
            <a:endParaRPr sz="1600" dirty="0">
              <a:latin typeface="Times New Roman"/>
              <a:cs typeface="Times New Roman"/>
            </a:endParaRPr>
          </a:p>
        </p:txBody>
      </p:sp>
      <p:sp>
        <p:nvSpPr>
          <p:cNvPr id="5" name="object 5"/>
          <p:cNvSpPr txBox="1"/>
          <p:nvPr/>
        </p:nvSpPr>
        <p:spPr>
          <a:xfrm>
            <a:off x="3204293" y="3018692"/>
            <a:ext cx="742950" cy="270510"/>
          </a:xfrm>
          <a:prstGeom prst="rect">
            <a:avLst/>
          </a:prstGeom>
        </p:spPr>
        <p:txBody>
          <a:bodyPr vert="horz" wrap="square" lIns="0" tIns="13335" rIns="0" bIns="0" rtlCol="0">
            <a:spAutoFit/>
          </a:bodyPr>
          <a:lstStyle/>
          <a:p>
            <a:pPr marL="12700">
              <a:lnSpc>
                <a:spcPct val="100000"/>
              </a:lnSpc>
              <a:spcBef>
                <a:spcPts val="105"/>
              </a:spcBef>
            </a:pPr>
            <a:r>
              <a:rPr sz="1600" spc="-10" dirty="0">
                <a:solidFill>
                  <a:srgbClr val="EB0F13"/>
                </a:solidFill>
                <a:latin typeface="Times New Roman"/>
                <a:cs typeface="Times New Roman"/>
              </a:rPr>
              <a:t>id=num·</a:t>
            </a:r>
            <a:endParaRPr sz="1600">
              <a:latin typeface="Times New Roman"/>
              <a:cs typeface="Times New Roman"/>
            </a:endParaRPr>
          </a:p>
        </p:txBody>
      </p:sp>
      <p:sp>
        <p:nvSpPr>
          <p:cNvPr id="6" name="object 6"/>
          <p:cNvSpPr txBox="1"/>
          <p:nvPr/>
        </p:nvSpPr>
        <p:spPr>
          <a:xfrm>
            <a:off x="3205988" y="3159218"/>
            <a:ext cx="753110" cy="429895"/>
          </a:xfrm>
          <a:prstGeom prst="rect">
            <a:avLst/>
          </a:prstGeom>
        </p:spPr>
        <p:txBody>
          <a:bodyPr vert="horz" wrap="square" lIns="0" tIns="13335" rIns="0" bIns="0" rtlCol="0">
            <a:spAutoFit/>
          </a:bodyPr>
          <a:lstStyle/>
          <a:p>
            <a:pPr marR="31750" algn="r">
              <a:lnSpc>
                <a:spcPts val="1530"/>
              </a:lnSpc>
              <a:spcBef>
                <a:spcPts val="105"/>
              </a:spcBef>
            </a:pPr>
            <a:r>
              <a:rPr sz="1500" spc="5" dirty="0">
                <a:solidFill>
                  <a:srgbClr val="E62126"/>
                </a:solidFill>
                <a:latin typeface="Arial"/>
                <a:cs typeface="Arial"/>
              </a:rPr>
              <a:t>'</a:t>
            </a:r>
            <a:endParaRPr sz="1500">
              <a:latin typeface="Arial"/>
              <a:cs typeface="Arial"/>
            </a:endParaRPr>
          </a:p>
          <a:p>
            <a:pPr marL="12700">
              <a:lnSpc>
                <a:spcPts val="1650"/>
              </a:lnSpc>
            </a:pPr>
            <a:r>
              <a:rPr sz="1600" spc="-10" dirty="0">
                <a:solidFill>
                  <a:srgbClr val="EB0F13"/>
                </a:solidFill>
                <a:latin typeface="Times New Roman"/>
                <a:cs typeface="Times New Roman"/>
              </a:rPr>
              <a:t>name</a:t>
            </a:r>
            <a:r>
              <a:rPr sz="1600" spc="-10" dirty="0">
                <a:solidFill>
                  <a:srgbClr val="CA1D1F"/>
                </a:solidFill>
                <a:latin typeface="Times New Roman"/>
                <a:cs typeface="Times New Roman"/>
              </a:rPr>
              <a:t>=</a:t>
            </a:r>
            <a:r>
              <a:rPr sz="1600" spc="-10" dirty="0">
                <a:solidFill>
                  <a:srgbClr val="EB0F13"/>
                </a:solidFill>
                <a:latin typeface="Times New Roman"/>
                <a:cs typeface="Times New Roman"/>
              </a:rPr>
              <a:t>s;</a:t>
            </a:r>
            <a:endParaRPr sz="1600">
              <a:latin typeface="Times New Roman"/>
              <a:cs typeface="Times New Roman"/>
            </a:endParaRPr>
          </a:p>
        </p:txBody>
      </p:sp>
      <p:sp>
        <p:nvSpPr>
          <p:cNvPr id="7" name="object 7"/>
          <p:cNvSpPr txBox="1"/>
          <p:nvPr/>
        </p:nvSpPr>
        <p:spPr>
          <a:xfrm>
            <a:off x="1287258" y="3569899"/>
            <a:ext cx="4560570" cy="3300095"/>
          </a:xfrm>
          <a:prstGeom prst="rect">
            <a:avLst/>
          </a:prstGeom>
        </p:spPr>
        <p:txBody>
          <a:bodyPr vert="horz" wrap="square" lIns="0" tIns="65405" rIns="0" bIns="0" rtlCol="0">
            <a:spAutoFit/>
          </a:bodyPr>
          <a:lstStyle/>
          <a:p>
            <a:pPr marL="931544">
              <a:lnSpc>
                <a:spcPct val="100000"/>
              </a:lnSpc>
              <a:spcBef>
                <a:spcPts val="515"/>
              </a:spcBef>
            </a:pPr>
            <a:r>
              <a:rPr sz="1600" spc="45" dirty="0">
                <a:solidFill>
                  <a:srgbClr val="E62126"/>
                </a:solidFill>
                <a:latin typeface="Arial"/>
                <a:cs typeface="Arial"/>
              </a:rPr>
              <a:t>}</a:t>
            </a:r>
            <a:endParaRPr sz="1600" dirty="0">
              <a:latin typeface="Arial"/>
              <a:cs typeface="Arial"/>
            </a:endParaRPr>
          </a:p>
          <a:p>
            <a:pPr marL="762000">
              <a:lnSpc>
                <a:spcPct val="100000"/>
              </a:lnSpc>
              <a:spcBef>
                <a:spcPts val="420"/>
              </a:spcBef>
            </a:pPr>
            <a:r>
              <a:rPr sz="1600" dirty="0">
                <a:solidFill>
                  <a:srgbClr val="0C0C0C"/>
                </a:solidFill>
                <a:latin typeface="Times New Roman"/>
                <a:cs typeface="Times New Roman"/>
              </a:rPr>
              <a:t>void</a:t>
            </a:r>
            <a:r>
              <a:rPr sz="1600" spc="120" dirty="0">
                <a:solidFill>
                  <a:srgbClr val="0C0C0C"/>
                </a:solidFill>
                <a:latin typeface="Times New Roman"/>
                <a:cs typeface="Times New Roman"/>
              </a:rPr>
              <a:t> </a:t>
            </a:r>
            <a:r>
              <a:rPr sz="1600" dirty="0">
                <a:solidFill>
                  <a:srgbClr val="0C0C0C"/>
                </a:solidFill>
                <a:latin typeface="Times New Roman"/>
                <a:cs typeface="Times New Roman"/>
              </a:rPr>
              <a:t>disp()</a:t>
            </a:r>
            <a:r>
              <a:rPr sz="1600" spc="215" dirty="0">
                <a:solidFill>
                  <a:srgbClr val="0C0C0C"/>
                </a:solidFill>
                <a:latin typeface="Times New Roman"/>
                <a:cs typeface="Times New Roman"/>
              </a:rPr>
              <a:t> </a:t>
            </a:r>
            <a:r>
              <a:rPr sz="1600" spc="-50" dirty="0">
                <a:solidFill>
                  <a:srgbClr val="1D1D1D"/>
                </a:solidFill>
                <a:latin typeface="Times New Roman"/>
                <a:cs typeface="Times New Roman"/>
              </a:rPr>
              <a:t>{</a:t>
            </a:r>
            <a:endParaRPr sz="1600" dirty="0">
              <a:latin typeface="Times New Roman"/>
              <a:cs typeface="Times New Roman"/>
            </a:endParaRPr>
          </a:p>
          <a:p>
            <a:pPr marL="1929130">
              <a:lnSpc>
                <a:spcPct val="100000"/>
              </a:lnSpc>
              <a:spcBef>
                <a:spcPts val="420"/>
              </a:spcBef>
            </a:pPr>
            <a:r>
              <a:rPr sz="1600" spc="20" dirty="0">
                <a:solidFill>
                  <a:srgbClr val="0C0C0C"/>
                </a:solidFill>
                <a:latin typeface="Times New Roman"/>
                <a:cs typeface="Times New Roman"/>
              </a:rPr>
              <a:t>System.out.println(id</a:t>
            </a:r>
            <a:r>
              <a:rPr sz="1600" spc="275" dirty="0">
                <a:solidFill>
                  <a:srgbClr val="0C0C0C"/>
                </a:solidFill>
                <a:latin typeface="Times New Roman"/>
                <a:cs typeface="Times New Roman"/>
              </a:rPr>
              <a:t> </a:t>
            </a:r>
            <a:r>
              <a:rPr sz="1600" spc="60" dirty="0">
                <a:solidFill>
                  <a:srgbClr val="0C0C0C"/>
                </a:solidFill>
                <a:latin typeface="Times New Roman"/>
                <a:cs typeface="Times New Roman"/>
              </a:rPr>
              <a:t>+name);</a:t>
            </a:r>
            <a:endParaRPr sz="1600" dirty="0">
              <a:latin typeface="Times New Roman"/>
              <a:cs typeface="Times New Roman"/>
            </a:endParaRPr>
          </a:p>
          <a:p>
            <a:pPr marL="1040130">
              <a:lnSpc>
                <a:spcPct val="100000"/>
              </a:lnSpc>
              <a:spcBef>
                <a:spcPts val="445"/>
              </a:spcBef>
            </a:pPr>
            <a:r>
              <a:rPr sz="1600" spc="45" dirty="0">
                <a:solidFill>
                  <a:srgbClr val="0C0C0C"/>
                </a:solidFill>
                <a:latin typeface="Arial"/>
                <a:cs typeface="Arial"/>
              </a:rPr>
              <a:t>}</a:t>
            </a:r>
            <a:endParaRPr sz="1600" dirty="0">
              <a:latin typeface="Arial"/>
              <a:cs typeface="Arial"/>
            </a:endParaRPr>
          </a:p>
          <a:p>
            <a:pPr marL="78740">
              <a:lnSpc>
                <a:spcPct val="100000"/>
              </a:lnSpc>
              <a:spcBef>
                <a:spcPts val="520"/>
              </a:spcBef>
            </a:pPr>
            <a:r>
              <a:rPr sz="1500" spc="45" dirty="0">
                <a:solidFill>
                  <a:srgbClr val="1D1D1D"/>
                </a:solidFill>
                <a:latin typeface="Arial"/>
                <a:cs typeface="Arial"/>
              </a:rPr>
              <a:t>}</a:t>
            </a:r>
            <a:endParaRPr sz="1500" dirty="0">
              <a:latin typeface="Arial"/>
              <a:cs typeface="Arial"/>
            </a:endParaRPr>
          </a:p>
          <a:p>
            <a:pPr marL="12700">
              <a:lnSpc>
                <a:spcPct val="100000"/>
              </a:lnSpc>
              <a:spcBef>
                <a:spcPts val="415"/>
              </a:spcBef>
            </a:pPr>
            <a:r>
              <a:rPr sz="1600" dirty="0">
                <a:solidFill>
                  <a:srgbClr val="0C0C0C"/>
                </a:solidFill>
                <a:latin typeface="Times New Roman"/>
                <a:cs typeface="Times New Roman"/>
              </a:rPr>
              <a:t>class</a:t>
            </a:r>
            <a:r>
              <a:rPr sz="1600" spc="135" dirty="0">
                <a:solidFill>
                  <a:srgbClr val="0C0C0C"/>
                </a:solidFill>
                <a:latin typeface="Times New Roman"/>
                <a:cs typeface="Times New Roman"/>
              </a:rPr>
              <a:t> </a:t>
            </a:r>
            <a:r>
              <a:rPr sz="1600" spc="-10" dirty="0">
                <a:solidFill>
                  <a:srgbClr val="0C0C0C"/>
                </a:solidFill>
                <a:latin typeface="Times New Roman"/>
                <a:cs typeface="Times New Roman"/>
              </a:rPr>
              <a:t>Teststudent</a:t>
            </a:r>
            <a:r>
              <a:rPr sz="1600" spc="-10" dirty="0">
                <a:solidFill>
                  <a:srgbClr val="1D1D1D"/>
                </a:solidFill>
                <a:latin typeface="Times New Roman"/>
                <a:cs typeface="Times New Roman"/>
              </a:rPr>
              <a:t>{</a:t>
            </a:r>
            <a:endParaRPr sz="1600" dirty="0">
              <a:latin typeface="Times New Roman"/>
              <a:cs typeface="Times New Roman"/>
            </a:endParaRPr>
          </a:p>
          <a:p>
            <a:pPr marL="1127125" marR="317500" indent="-158750">
              <a:lnSpc>
                <a:spcPct val="121200"/>
              </a:lnSpc>
              <a:spcBef>
                <a:spcPts val="35"/>
              </a:spcBef>
            </a:pPr>
            <a:r>
              <a:rPr sz="1600" dirty="0">
                <a:solidFill>
                  <a:srgbClr val="0C0C0C"/>
                </a:solidFill>
                <a:latin typeface="Times New Roman"/>
                <a:cs typeface="Times New Roman"/>
              </a:rPr>
              <a:t>public</a:t>
            </a:r>
            <a:r>
              <a:rPr sz="1600" spc="225" dirty="0">
                <a:solidFill>
                  <a:srgbClr val="0C0C0C"/>
                </a:solidFill>
                <a:latin typeface="Times New Roman"/>
                <a:cs typeface="Times New Roman"/>
              </a:rPr>
              <a:t> </a:t>
            </a:r>
            <a:r>
              <a:rPr sz="1600" dirty="0">
                <a:solidFill>
                  <a:srgbClr val="0C0C0C"/>
                </a:solidFill>
                <a:latin typeface="Times New Roman"/>
                <a:cs typeface="Times New Roman"/>
              </a:rPr>
              <a:t>static</a:t>
            </a:r>
            <a:r>
              <a:rPr sz="1600" spc="180" dirty="0">
                <a:solidFill>
                  <a:srgbClr val="0C0C0C"/>
                </a:solidFill>
                <a:latin typeface="Times New Roman"/>
                <a:cs typeface="Times New Roman"/>
              </a:rPr>
              <a:t> </a:t>
            </a:r>
            <a:r>
              <a:rPr sz="1600" dirty="0">
                <a:solidFill>
                  <a:srgbClr val="0C0C0C"/>
                </a:solidFill>
                <a:latin typeface="Times New Roman"/>
                <a:cs typeface="Times New Roman"/>
              </a:rPr>
              <a:t>void</a:t>
            </a:r>
            <a:r>
              <a:rPr sz="1600" spc="155" dirty="0">
                <a:solidFill>
                  <a:srgbClr val="0C0C0C"/>
                </a:solidFill>
                <a:latin typeface="Times New Roman"/>
                <a:cs typeface="Times New Roman"/>
              </a:rPr>
              <a:t> </a:t>
            </a:r>
            <a:r>
              <a:rPr sz="1600" dirty="0">
                <a:solidFill>
                  <a:srgbClr val="0C0C0C"/>
                </a:solidFill>
                <a:latin typeface="Times New Roman"/>
                <a:cs typeface="Times New Roman"/>
              </a:rPr>
              <a:t>main(String</a:t>
            </a:r>
            <a:r>
              <a:rPr sz="1600" spc="340" dirty="0">
                <a:solidFill>
                  <a:srgbClr val="0C0C0C"/>
                </a:solidFill>
                <a:latin typeface="Times New Roman"/>
                <a:cs typeface="Times New Roman"/>
              </a:rPr>
              <a:t> </a:t>
            </a:r>
            <a:r>
              <a:rPr sz="1600" spc="-10" dirty="0">
                <a:solidFill>
                  <a:srgbClr val="0C0C0C"/>
                </a:solidFill>
                <a:latin typeface="Times New Roman"/>
                <a:cs typeface="Times New Roman"/>
              </a:rPr>
              <a:t>args[])</a:t>
            </a:r>
            <a:r>
              <a:rPr sz="1600" spc="-10" dirty="0">
                <a:solidFill>
                  <a:srgbClr val="1D1D1D"/>
                </a:solidFill>
                <a:latin typeface="Times New Roman"/>
                <a:cs typeface="Times New Roman"/>
              </a:rPr>
              <a:t>{ </a:t>
            </a:r>
            <a:r>
              <a:rPr sz="1600" spc="75" dirty="0">
                <a:solidFill>
                  <a:srgbClr val="0C0C0C"/>
                </a:solidFill>
                <a:latin typeface="Times New Roman"/>
                <a:cs typeface="Times New Roman"/>
              </a:rPr>
              <a:t>Student</a:t>
            </a:r>
            <a:r>
              <a:rPr lang="en-US" sz="1600" spc="75" dirty="0">
                <a:solidFill>
                  <a:srgbClr val="0C0C0C"/>
                </a:solidFill>
                <a:latin typeface="Times New Roman"/>
                <a:cs typeface="Times New Roman"/>
              </a:rPr>
              <a:t> </a:t>
            </a:r>
            <a:r>
              <a:rPr sz="1600" spc="75" dirty="0">
                <a:solidFill>
                  <a:srgbClr val="0C0C0C"/>
                </a:solidFill>
                <a:latin typeface="Times New Roman"/>
                <a:cs typeface="Times New Roman"/>
              </a:rPr>
              <a:t>s</a:t>
            </a:r>
            <a:r>
              <a:rPr sz="1600" spc="120" dirty="0">
                <a:solidFill>
                  <a:srgbClr val="0C0C0C"/>
                </a:solidFill>
                <a:latin typeface="Times New Roman"/>
                <a:cs typeface="Times New Roman"/>
              </a:rPr>
              <a:t>  </a:t>
            </a:r>
            <a:r>
              <a:rPr lang="en-US" sz="1600" spc="120" dirty="0">
                <a:solidFill>
                  <a:srgbClr val="0C0C0C"/>
                </a:solidFill>
                <a:latin typeface="Times New Roman"/>
                <a:cs typeface="Times New Roman"/>
              </a:rPr>
              <a:t>=</a:t>
            </a:r>
            <a:r>
              <a:rPr sz="1600" u="heavy" dirty="0">
                <a:solidFill>
                  <a:srgbClr val="0C0C0C"/>
                </a:solidFill>
                <a:uFill>
                  <a:solidFill>
                    <a:srgbClr val="0C0C0C"/>
                  </a:solidFill>
                </a:uFill>
                <a:latin typeface="Times New Roman"/>
                <a:cs typeface="Times New Roman"/>
              </a:rPr>
              <a:t>new</a:t>
            </a:r>
            <a:r>
              <a:rPr sz="1600" spc="70" dirty="0">
                <a:solidFill>
                  <a:srgbClr val="0C0C0C"/>
                </a:solidFill>
                <a:latin typeface="Times New Roman"/>
                <a:cs typeface="Times New Roman"/>
              </a:rPr>
              <a:t> </a:t>
            </a:r>
            <a:r>
              <a:rPr sz="1600" spc="-10" dirty="0">
                <a:solidFill>
                  <a:srgbClr val="0C0C0C"/>
                </a:solidFill>
                <a:latin typeface="Times New Roman"/>
                <a:cs typeface="Times New Roman"/>
              </a:rPr>
              <a:t>Student(); </a:t>
            </a:r>
            <a:r>
              <a:rPr sz="1600" spc="35" dirty="0">
                <a:solidFill>
                  <a:srgbClr val="E62126"/>
                </a:solidFill>
                <a:latin typeface="Times New Roman"/>
                <a:cs typeface="Times New Roman"/>
              </a:rPr>
              <a:t>s.getd(l20,"Viraat");</a:t>
            </a:r>
            <a:endParaRPr sz="1600" dirty="0">
              <a:latin typeface="Times New Roman"/>
              <a:cs typeface="Times New Roman"/>
            </a:endParaRPr>
          </a:p>
          <a:p>
            <a:pPr marL="1127125">
              <a:lnSpc>
                <a:spcPct val="100000"/>
              </a:lnSpc>
              <a:spcBef>
                <a:spcPts val="420"/>
              </a:spcBef>
            </a:pPr>
            <a:r>
              <a:rPr sz="1600" spc="-10" dirty="0">
                <a:solidFill>
                  <a:srgbClr val="0C0C0C"/>
                </a:solidFill>
                <a:latin typeface="Times New Roman"/>
                <a:cs typeface="Times New Roman"/>
              </a:rPr>
              <a:t>s.disp();</a:t>
            </a:r>
            <a:endParaRPr sz="1600" dirty="0">
              <a:latin typeface="Times New Roman"/>
              <a:cs typeface="Times New Roman"/>
            </a:endParaRPr>
          </a:p>
          <a:p>
            <a:pPr marL="557530">
              <a:lnSpc>
                <a:spcPct val="100000"/>
              </a:lnSpc>
              <a:spcBef>
                <a:spcPts val="470"/>
              </a:spcBef>
            </a:pPr>
            <a:r>
              <a:rPr sz="1600" spc="45" dirty="0">
                <a:solidFill>
                  <a:srgbClr val="1D1D1D"/>
                </a:solidFill>
                <a:latin typeface="Arial"/>
                <a:cs typeface="Arial"/>
              </a:rPr>
              <a:t>}</a:t>
            </a:r>
            <a:endParaRPr sz="1600" dirty="0">
              <a:latin typeface="Arial"/>
              <a:cs typeface="Arial"/>
            </a:endParaRPr>
          </a:p>
        </p:txBody>
      </p:sp>
      <p:sp>
        <p:nvSpPr>
          <p:cNvPr id="8" name="object 8"/>
          <p:cNvSpPr txBox="1"/>
          <p:nvPr/>
        </p:nvSpPr>
        <p:spPr>
          <a:xfrm>
            <a:off x="1353861" y="6906696"/>
            <a:ext cx="95250" cy="254635"/>
          </a:xfrm>
          <a:prstGeom prst="rect">
            <a:avLst/>
          </a:prstGeom>
        </p:spPr>
        <p:txBody>
          <a:bodyPr vert="horz" wrap="square" lIns="0" tIns="13335" rIns="0" bIns="0" rtlCol="0">
            <a:spAutoFit/>
          </a:bodyPr>
          <a:lstStyle/>
          <a:p>
            <a:pPr marL="12700">
              <a:lnSpc>
                <a:spcPct val="100000"/>
              </a:lnSpc>
              <a:spcBef>
                <a:spcPts val="105"/>
              </a:spcBef>
            </a:pPr>
            <a:r>
              <a:rPr sz="1500" spc="45" dirty="0">
                <a:solidFill>
                  <a:srgbClr val="2F2F2F"/>
                </a:solidFill>
                <a:latin typeface="Arial"/>
                <a:cs typeface="Arial"/>
              </a:rPr>
              <a:t>}</a:t>
            </a:r>
            <a:endParaRPr sz="1500">
              <a:latin typeface="Arial"/>
              <a:cs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63032" y="1506772"/>
            <a:ext cx="9557731" cy="245998"/>
          </a:xfrm>
          <a:prstGeom prst="rect">
            <a:avLst/>
          </a:prstGeom>
        </p:spPr>
      </p:pic>
      <p:sp>
        <p:nvSpPr>
          <p:cNvPr id="3" name="object 3"/>
          <p:cNvSpPr txBox="1">
            <a:spLocks noGrp="1"/>
          </p:cNvSpPr>
          <p:nvPr>
            <p:ph type="title"/>
          </p:nvPr>
        </p:nvSpPr>
        <p:spPr>
          <a:xfrm>
            <a:off x="1286466" y="607698"/>
            <a:ext cx="6863080" cy="636905"/>
          </a:xfrm>
          <a:prstGeom prst="rect">
            <a:avLst/>
          </a:prstGeom>
        </p:spPr>
        <p:txBody>
          <a:bodyPr vert="horz" wrap="square" lIns="0" tIns="13970" rIns="0" bIns="0" rtlCol="0">
            <a:spAutoFit/>
          </a:bodyPr>
          <a:lstStyle/>
          <a:p>
            <a:pPr marL="12700">
              <a:lnSpc>
                <a:spcPct val="100000"/>
              </a:lnSpc>
              <a:spcBef>
                <a:spcPts val="110"/>
              </a:spcBef>
              <a:tabLst>
                <a:tab pos="4163060" algn="l"/>
              </a:tabLst>
            </a:pPr>
            <a:r>
              <a:rPr sz="4000" b="1" spc="-25" dirty="0">
                <a:solidFill>
                  <a:srgbClr val="5D0A34"/>
                </a:solidFill>
                <a:latin typeface="Arial"/>
                <a:cs typeface="Arial"/>
              </a:rPr>
              <a:t>initialize</a:t>
            </a:r>
            <a:r>
              <a:rPr sz="4000" b="1" spc="-135" dirty="0">
                <a:solidFill>
                  <a:srgbClr val="5D0A34"/>
                </a:solidFill>
                <a:latin typeface="Arial"/>
                <a:cs typeface="Arial"/>
              </a:rPr>
              <a:t> </a:t>
            </a:r>
            <a:r>
              <a:rPr sz="4000" b="1" spc="-35" dirty="0">
                <a:solidFill>
                  <a:srgbClr val="5D0A34"/>
                </a:solidFill>
                <a:latin typeface="Arial"/>
                <a:cs typeface="Arial"/>
              </a:rPr>
              <a:t>object</a:t>
            </a:r>
            <a:r>
              <a:rPr sz="4000" b="1" spc="-240" dirty="0">
                <a:solidFill>
                  <a:srgbClr val="5D0A34"/>
                </a:solidFill>
                <a:latin typeface="Arial"/>
                <a:cs typeface="Arial"/>
              </a:rPr>
              <a:t> </a:t>
            </a:r>
            <a:r>
              <a:rPr sz="4000" b="1" spc="-50" dirty="0">
                <a:solidFill>
                  <a:srgbClr val="5D0A34"/>
                </a:solidFill>
                <a:latin typeface="Arial"/>
                <a:cs typeface="Arial"/>
              </a:rPr>
              <a:t>-</a:t>
            </a:r>
            <a:r>
              <a:rPr sz="4000" b="1" dirty="0">
                <a:solidFill>
                  <a:srgbClr val="5D0A34"/>
                </a:solidFill>
                <a:latin typeface="Arial"/>
                <a:cs typeface="Arial"/>
              </a:rPr>
              <a:t>	</a:t>
            </a:r>
            <a:r>
              <a:rPr sz="4000" b="1" spc="-100" dirty="0">
                <a:solidFill>
                  <a:srgbClr val="5D0A34"/>
                </a:solidFill>
                <a:latin typeface="Arial"/>
                <a:cs typeface="Arial"/>
              </a:rPr>
              <a:t>constructor</a:t>
            </a:r>
            <a:endParaRPr sz="4000">
              <a:latin typeface="Arial"/>
              <a:cs typeface="Arial"/>
            </a:endParaRPr>
          </a:p>
        </p:txBody>
      </p:sp>
      <p:sp>
        <p:nvSpPr>
          <p:cNvPr id="4" name="object 4"/>
          <p:cNvSpPr txBox="1"/>
          <p:nvPr/>
        </p:nvSpPr>
        <p:spPr>
          <a:xfrm>
            <a:off x="1287258" y="1780822"/>
            <a:ext cx="3834765" cy="1214120"/>
          </a:xfrm>
          <a:prstGeom prst="rect">
            <a:avLst/>
          </a:prstGeom>
        </p:spPr>
        <p:txBody>
          <a:bodyPr vert="horz" wrap="square" lIns="0" tIns="65405" rIns="0" bIns="0" rtlCol="0">
            <a:spAutoFit/>
          </a:bodyPr>
          <a:lstStyle/>
          <a:p>
            <a:pPr marL="12700">
              <a:lnSpc>
                <a:spcPct val="100000"/>
              </a:lnSpc>
              <a:spcBef>
                <a:spcPts val="515"/>
              </a:spcBef>
            </a:pPr>
            <a:r>
              <a:rPr sz="1600" dirty="0">
                <a:solidFill>
                  <a:srgbClr val="0C0C0C"/>
                </a:solidFill>
                <a:latin typeface="Times New Roman"/>
                <a:cs typeface="Times New Roman"/>
              </a:rPr>
              <a:t>class</a:t>
            </a:r>
            <a:r>
              <a:rPr sz="1600" spc="160" dirty="0">
                <a:solidFill>
                  <a:srgbClr val="0C0C0C"/>
                </a:solidFill>
                <a:latin typeface="Times New Roman"/>
                <a:cs typeface="Times New Roman"/>
              </a:rPr>
              <a:t> </a:t>
            </a:r>
            <a:r>
              <a:rPr sz="1600" spc="-10" dirty="0">
                <a:solidFill>
                  <a:srgbClr val="0C0C0C"/>
                </a:solidFill>
                <a:latin typeface="Times New Roman"/>
                <a:cs typeface="Times New Roman"/>
              </a:rPr>
              <a:t>Student</a:t>
            </a:r>
            <a:r>
              <a:rPr sz="1600" spc="-10" dirty="0">
                <a:solidFill>
                  <a:srgbClr val="1F1F1F"/>
                </a:solidFill>
                <a:latin typeface="Times New Roman"/>
                <a:cs typeface="Times New Roman"/>
              </a:rPr>
              <a:t>{</a:t>
            </a:r>
            <a:endParaRPr sz="1600">
              <a:latin typeface="Times New Roman"/>
              <a:cs typeface="Times New Roman"/>
            </a:endParaRPr>
          </a:p>
          <a:p>
            <a:pPr marL="1399540">
              <a:lnSpc>
                <a:spcPct val="100000"/>
              </a:lnSpc>
              <a:spcBef>
                <a:spcPts val="420"/>
              </a:spcBef>
            </a:pPr>
            <a:r>
              <a:rPr sz="1600" dirty="0">
                <a:solidFill>
                  <a:srgbClr val="0C0C0C"/>
                </a:solidFill>
                <a:latin typeface="Times New Roman"/>
                <a:cs typeface="Times New Roman"/>
              </a:rPr>
              <a:t>int</a:t>
            </a:r>
            <a:r>
              <a:rPr sz="1600" spc="80" dirty="0">
                <a:solidFill>
                  <a:srgbClr val="0C0C0C"/>
                </a:solidFill>
                <a:latin typeface="Times New Roman"/>
                <a:cs typeface="Times New Roman"/>
              </a:rPr>
              <a:t> </a:t>
            </a:r>
            <a:r>
              <a:rPr sz="1600" spc="-25" dirty="0">
                <a:solidFill>
                  <a:srgbClr val="0C0C0C"/>
                </a:solidFill>
                <a:latin typeface="Times New Roman"/>
                <a:cs typeface="Times New Roman"/>
              </a:rPr>
              <a:t>id;</a:t>
            </a:r>
            <a:endParaRPr sz="1600">
              <a:latin typeface="Times New Roman"/>
              <a:cs typeface="Times New Roman"/>
            </a:endParaRPr>
          </a:p>
          <a:p>
            <a:pPr marL="1398905">
              <a:lnSpc>
                <a:spcPct val="100000"/>
              </a:lnSpc>
              <a:spcBef>
                <a:spcPts val="420"/>
              </a:spcBef>
            </a:pPr>
            <a:r>
              <a:rPr sz="1600" dirty="0">
                <a:solidFill>
                  <a:srgbClr val="0C0C0C"/>
                </a:solidFill>
                <a:latin typeface="Times New Roman"/>
                <a:cs typeface="Times New Roman"/>
              </a:rPr>
              <a:t>String</a:t>
            </a:r>
            <a:r>
              <a:rPr sz="1600" spc="190" dirty="0">
                <a:solidFill>
                  <a:srgbClr val="0C0C0C"/>
                </a:solidFill>
                <a:latin typeface="Times New Roman"/>
                <a:cs typeface="Times New Roman"/>
              </a:rPr>
              <a:t> </a:t>
            </a:r>
            <a:r>
              <a:rPr sz="1600" spc="-10" dirty="0">
                <a:solidFill>
                  <a:srgbClr val="0C0C0C"/>
                </a:solidFill>
                <a:latin typeface="Times New Roman"/>
                <a:cs typeface="Times New Roman"/>
              </a:rPr>
              <a:t>name;</a:t>
            </a:r>
            <a:endParaRPr sz="1600">
              <a:latin typeface="Times New Roman"/>
              <a:cs typeface="Times New Roman"/>
            </a:endParaRPr>
          </a:p>
          <a:p>
            <a:pPr marL="1398905">
              <a:lnSpc>
                <a:spcPct val="100000"/>
              </a:lnSpc>
              <a:spcBef>
                <a:spcPts val="420"/>
              </a:spcBef>
            </a:pPr>
            <a:r>
              <a:rPr sz="1600" dirty="0">
                <a:solidFill>
                  <a:srgbClr val="ED0C0F"/>
                </a:solidFill>
                <a:latin typeface="Times New Roman"/>
                <a:cs typeface="Times New Roman"/>
              </a:rPr>
              <a:t>Student(int</a:t>
            </a:r>
            <a:r>
              <a:rPr sz="1600" spc="250" dirty="0">
                <a:solidFill>
                  <a:srgbClr val="ED0C0F"/>
                </a:solidFill>
                <a:latin typeface="Times New Roman"/>
                <a:cs typeface="Times New Roman"/>
              </a:rPr>
              <a:t> </a:t>
            </a:r>
            <a:r>
              <a:rPr sz="1600" dirty="0">
                <a:solidFill>
                  <a:srgbClr val="ED0C0F"/>
                </a:solidFill>
                <a:latin typeface="Times New Roman"/>
                <a:cs typeface="Times New Roman"/>
              </a:rPr>
              <a:t>num,</a:t>
            </a:r>
            <a:r>
              <a:rPr sz="1600" spc="165" dirty="0">
                <a:solidFill>
                  <a:srgbClr val="ED0C0F"/>
                </a:solidFill>
                <a:latin typeface="Times New Roman"/>
                <a:cs typeface="Times New Roman"/>
              </a:rPr>
              <a:t> </a:t>
            </a:r>
            <a:r>
              <a:rPr sz="1600" dirty="0">
                <a:solidFill>
                  <a:srgbClr val="ED0C0F"/>
                </a:solidFill>
                <a:latin typeface="Times New Roman"/>
                <a:cs typeface="Times New Roman"/>
              </a:rPr>
              <a:t>String</a:t>
            </a:r>
            <a:r>
              <a:rPr sz="1600" spc="165" dirty="0">
                <a:solidFill>
                  <a:srgbClr val="ED0C0F"/>
                </a:solidFill>
                <a:latin typeface="Times New Roman"/>
                <a:cs typeface="Times New Roman"/>
              </a:rPr>
              <a:t> </a:t>
            </a:r>
            <a:r>
              <a:rPr sz="1600" dirty="0">
                <a:solidFill>
                  <a:srgbClr val="ED0C0F"/>
                </a:solidFill>
                <a:latin typeface="Times New Roman"/>
                <a:cs typeface="Times New Roman"/>
              </a:rPr>
              <a:t>s</a:t>
            </a:r>
            <a:r>
              <a:rPr sz="1600" spc="75" dirty="0">
                <a:solidFill>
                  <a:srgbClr val="ED0C0F"/>
                </a:solidFill>
                <a:latin typeface="Times New Roman"/>
                <a:cs typeface="Times New Roman"/>
              </a:rPr>
              <a:t> </a:t>
            </a:r>
            <a:r>
              <a:rPr sz="1600" dirty="0">
                <a:solidFill>
                  <a:srgbClr val="ED0C0F"/>
                </a:solidFill>
                <a:latin typeface="Times New Roman"/>
                <a:cs typeface="Times New Roman"/>
              </a:rPr>
              <a:t>)</a:t>
            </a:r>
            <a:r>
              <a:rPr sz="1600" spc="120" dirty="0">
                <a:solidFill>
                  <a:srgbClr val="ED0C0F"/>
                </a:solidFill>
                <a:latin typeface="Times New Roman"/>
                <a:cs typeface="Times New Roman"/>
              </a:rPr>
              <a:t> </a:t>
            </a:r>
            <a:r>
              <a:rPr sz="1600" spc="-50" dirty="0">
                <a:solidFill>
                  <a:srgbClr val="E61F26"/>
                </a:solidFill>
                <a:latin typeface="Times New Roman"/>
                <a:cs typeface="Times New Roman"/>
              </a:rPr>
              <a:t>{</a:t>
            </a:r>
            <a:endParaRPr sz="1600">
              <a:latin typeface="Times New Roman"/>
              <a:cs typeface="Times New Roman"/>
            </a:endParaRPr>
          </a:p>
        </p:txBody>
      </p:sp>
      <p:sp>
        <p:nvSpPr>
          <p:cNvPr id="5" name="object 5"/>
          <p:cNvSpPr txBox="1"/>
          <p:nvPr/>
        </p:nvSpPr>
        <p:spPr>
          <a:xfrm>
            <a:off x="4213395" y="3018692"/>
            <a:ext cx="742950" cy="270510"/>
          </a:xfrm>
          <a:prstGeom prst="rect">
            <a:avLst/>
          </a:prstGeom>
        </p:spPr>
        <p:txBody>
          <a:bodyPr vert="horz" wrap="square" lIns="0" tIns="13335" rIns="0" bIns="0" rtlCol="0">
            <a:spAutoFit/>
          </a:bodyPr>
          <a:lstStyle/>
          <a:p>
            <a:pPr marL="12700">
              <a:lnSpc>
                <a:spcPct val="100000"/>
              </a:lnSpc>
              <a:spcBef>
                <a:spcPts val="105"/>
              </a:spcBef>
            </a:pPr>
            <a:r>
              <a:rPr sz="1600" spc="-10" dirty="0">
                <a:solidFill>
                  <a:srgbClr val="ED0C0F"/>
                </a:solidFill>
                <a:latin typeface="Times New Roman"/>
                <a:cs typeface="Times New Roman"/>
              </a:rPr>
              <a:t>id=num·</a:t>
            </a:r>
            <a:endParaRPr sz="1600">
              <a:latin typeface="Times New Roman"/>
              <a:cs typeface="Times New Roman"/>
            </a:endParaRPr>
          </a:p>
        </p:txBody>
      </p:sp>
      <p:sp>
        <p:nvSpPr>
          <p:cNvPr id="6" name="object 6"/>
          <p:cNvSpPr txBox="1"/>
          <p:nvPr/>
        </p:nvSpPr>
        <p:spPr>
          <a:xfrm>
            <a:off x="4160803" y="3159218"/>
            <a:ext cx="783590" cy="429895"/>
          </a:xfrm>
          <a:prstGeom prst="rect">
            <a:avLst/>
          </a:prstGeom>
        </p:spPr>
        <p:txBody>
          <a:bodyPr vert="horz" wrap="square" lIns="0" tIns="13335" rIns="0" bIns="0" rtlCol="0">
            <a:spAutoFit/>
          </a:bodyPr>
          <a:lstStyle/>
          <a:p>
            <a:pPr marR="5080" algn="r">
              <a:lnSpc>
                <a:spcPts val="1530"/>
              </a:lnSpc>
              <a:spcBef>
                <a:spcPts val="105"/>
              </a:spcBef>
            </a:pPr>
            <a:r>
              <a:rPr sz="1500" spc="5" dirty="0">
                <a:solidFill>
                  <a:srgbClr val="E61F26"/>
                </a:solidFill>
                <a:latin typeface="Arial"/>
                <a:cs typeface="Arial"/>
              </a:rPr>
              <a:t>'</a:t>
            </a:r>
            <a:endParaRPr sz="1500">
              <a:latin typeface="Arial"/>
              <a:cs typeface="Arial"/>
            </a:endParaRPr>
          </a:p>
          <a:p>
            <a:pPr marL="12700">
              <a:lnSpc>
                <a:spcPts val="1650"/>
              </a:lnSpc>
            </a:pPr>
            <a:r>
              <a:rPr sz="1600" spc="-10" dirty="0">
                <a:solidFill>
                  <a:srgbClr val="ED0C0F"/>
                </a:solidFill>
                <a:latin typeface="Times New Roman"/>
                <a:cs typeface="Times New Roman"/>
              </a:rPr>
              <a:t>name</a:t>
            </a:r>
            <a:r>
              <a:rPr sz="1600" spc="-10" dirty="0">
                <a:solidFill>
                  <a:srgbClr val="CA1D1D"/>
                </a:solidFill>
                <a:latin typeface="Times New Roman"/>
                <a:cs typeface="Times New Roman"/>
              </a:rPr>
              <a:t>=</a:t>
            </a:r>
            <a:r>
              <a:rPr sz="1600" spc="-10" dirty="0">
                <a:solidFill>
                  <a:srgbClr val="ED0C0F"/>
                </a:solidFill>
                <a:latin typeface="Times New Roman"/>
                <a:cs typeface="Times New Roman"/>
              </a:rPr>
              <a:t>s;</a:t>
            </a:r>
            <a:endParaRPr sz="1600">
              <a:latin typeface="Times New Roman"/>
              <a:cs typeface="Times New Roman"/>
            </a:endParaRPr>
          </a:p>
        </p:txBody>
      </p:sp>
      <p:sp>
        <p:nvSpPr>
          <p:cNvPr id="7" name="object 7"/>
          <p:cNvSpPr txBox="1"/>
          <p:nvPr/>
        </p:nvSpPr>
        <p:spPr>
          <a:xfrm>
            <a:off x="1287258" y="3569899"/>
            <a:ext cx="6370955" cy="3317447"/>
          </a:xfrm>
          <a:prstGeom prst="rect">
            <a:avLst/>
          </a:prstGeom>
        </p:spPr>
        <p:txBody>
          <a:bodyPr vert="horz" wrap="square" lIns="0" tIns="65405" rIns="0" bIns="0" rtlCol="0">
            <a:spAutoFit/>
          </a:bodyPr>
          <a:lstStyle/>
          <a:p>
            <a:pPr marL="1997710">
              <a:lnSpc>
                <a:spcPct val="100000"/>
              </a:lnSpc>
              <a:spcBef>
                <a:spcPts val="515"/>
              </a:spcBef>
            </a:pPr>
            <a:r>
              <a:rPr sz="1600" spc="15" dirty="0">
                <a:solidFill>
                  <a:srgbClr val="E61F26"/>
                </a:solidFill>
                <a:latin typeface="Arial"/>
                <a:cs typeface="Arial"/>
              </a:rPr>
              <a:t>}</a:t>
            </a:r>
            <a:endParaRPr sz="1600" dirty="0">
              <a:latin typeface="Arial"/>
              <a:cs typeface="Arial"/>
            </a:endParaRPr>
          </a:p>
          <a:p>
            <a:pPr marL="971550" marR="2773045" indent="-209550">
              <a:lnSpc>
                <a:spcPct val="121800"/>
              </a:lnSpc>
              <a:spcBef>
                <a:spcPts val="5"/>
              </a:spcBef>
            </a:pPr>
            <a:r>
              <a:rPr sz="1600" dirty="0">
                <a:solidFill>
                  <a:srgbClr val="0C0C0C"/>
                </a:solidFill>
                <a:latin typeface="Times New Roman"/>
                <a:cs typeface="Times New Roman"/>
              </a:rPr>
              <a:t>void</a:t>
            </a:r>
            <a:r>
              <a:rPr sz="1600" spc="120" dirty="0">
                <a:solidFill>
                  <a:srgbClr val="0C0C0C"/>
                </a:solidFill>
                <a:latin typeface="Times New Roman"/>
                <a:cs typeface="Times New Roman"/>
              </a:rPr>
              <a:t> </a:t>
            </a:r>
            <a:r>
              <a:rPr sz="1600" dirty="0">
                <a:solidFill>
                  <a:srgbClr val="0C0C0C"/>
                </a:solidFill>
                <a:latin typeface="Times New Roman"/>
                <a:cs typeface="Times New Roman"/>
              </a:rPr>
              <a:t>disp()</a:t>
            </a:r>
            <a:r>
              <a:rPr sz="1600" spc="215" dirty="0">
                <a:solidFill>
                  <a:srgbClr val="0C0C0C"/>
                </a:solidFill>
                <a:latin typeface="Times New Roman"/>
                <a:cs typeface="Times New Roman"/>
              </a:rPr>
              <a:t> </a:t>
            </a:r>
            <a:r>
              <a:rPr sz="1600" spc="-50" dirty="0">
                <a:solidFill>
                  <a:srgbClr val="0C0C0C"/>
                </a:solidFill>
                <a:latin typeface="Times New Roman"/>
                <a:cs typeface="Times New Roman"/>
              </a:rPr>
              <a:t>{ </a:t>
            </a:r>
            <a:r>
              <a:rPr sz="1600" spc="20" dirty="0">
                <a:solidFill>
                  <a:srgbClr val="0C0C0C"/>
                </a:solidFill>
                <a:latin typeface="Times New Roman"/>
                <a:cs typeface="Times New Roman"/>
              </a:rPr>
              <a:t>System.out.println(id</a:t>
            </a:r>
            <a:r>
              <a:rPr sz="1600" spc="275" dirty="0">
                <a:solidFill>
                  <a:srgbClr val="0C0C0C"/>
                </a:solidFill>
                <a:latin typeface="Times New Roman"/>
                <a:cs typeface="Times New Roman"/>
              </a:rPr>
              <a:t> </a:t>
            </a:r>
            <a:r>
              <a:rPr sz="1600" spc="60" dirty="0">
                <a:solidFill>
                  <a:srgbClr val="0C0C0C"/>
                </a:solidFill>
                <a:latin typeface="Times New Roman"/>
                <a:cs typeface="Times New Roman"/>
              </a:rPr>
              <a:t>+name);</a:t>
            </a:r>
            <a:endParaRPr sz="1600" dirty="0">
              <a:latin typeface="Times New Roman"/>
              <a:cs typeface="Times New Roman"/>
            </a:endParaRPr>
          </a:p>
          <a:p>
            <a:pPr marL="503555">
              <a:lnSpc>
                <a:spcPct val="100000"/>
              </a:lnSpc>
              <a:spcBef>
                <a:spcPts val="445"/>
              </a:spcBef>
            </a:pPr>
            <a:r>
              <a:rPr sz="1600" spc="45" dirty="0">
                <a:solidFill>
                  <a:srgbClr val="1F1F1F"/>
                </a:solidFill>
                <a:latin typeface="Arial"/>
                <a:cs typeface="Arial"/>
              </a:rPr>
              <a:t>}</a:t>
            </a:r>
            <a:endParaRPr sz="1600" dirty="0">
              <a:latin typeface="Arial"/>
              <a:cs typeface="Arial"/>
            </a:endParaRPr>
          </a:p>
          <a:p>
            <a:pPr marL="78740">
              <a:lnSpc>
                <a:spcPct val="100000"/>
              </a:lnSpc>
              <a:spcBef>
                <a:spcPts val="465"/>
              </a:spcBef>
            </a:pPr>
            <a:r>
              <a:rPr sz="1550" spc="45" dirty="0">
                <a:solidFill>
                  <a:srgbClr val="1F1F1F"/>
                </a:solidFill>
                <a:latin typeface="Arial"/>
                <a:cs typeface="Arial"/>
              </a:rPr>
              <a:t>}</a:t>
            </a:r>
            <a:endParaRPr sz="1550" dirty="0">
              <a:latin typeface="Arial"/>
              <a:cs typeface="Arial"/>
            </a:endParaRPr>
          </a:p>
          <a:p>
            <a:pPr marL="12700">
              <a:lnSpc>
                <a:spcPct val="100000"/>
              </a:lnSpc>
              <a:spcBef>
                <a:spcPts val="405"/>
              </a:spcBef>
            </a:pPr>
            <a:r>
              <a:rPr sz="1600" dirty="0">
                <a:solidFill>
                  <a:srgbClr val="0C0C0C"/>
                </a:solidFill>
                <a:latin typeface="Times New Roman"/>
                <a:cs typeface="Times New Roman"/>
              </a:rPr>
              <a:t>class</a:t>
            </a:r>
            <a:r>
              <a:rPr sz="1600" spc="135" dirty="0">
                <a:solidFill>
                  <a:srgbClr val="0C0C0C"/>
                </a:solidFill>
                <a:latin typeface="Times New Roman"/>
                <a:cs typeface="Times New Roman"/>
              </a:rPr>
              <a:t> </a:t>
            </a:r>
            <a:r>
              <a:rPr sz="1600" spc="-10" dirty="0">
                <a:solidFill>
                  <a:srgbClr val="0C0C0C"/>
                </a:solidFill>
                <a:latin typeface="Times New Roman"/>
                <a:cs typeface="Times New Roman"/>
              </a:rPr>
              <a:t>Teststudent</a:t>
            </a:r>
            <a:r>
              <a:rPr sz="1600" spc="-10" dirty="0">
                <a:solidFill>
                  <a:srgbClr val="1F1F1F"/>
                </a:solidFill>
                <a:latin typeface="Times New Roman"/>
                <a:cs typeface="Times New Roman"/>
              </a:rPr>
              <a:t>{</a:t>
            </a:r>
            <a:endParaRPr sz="1600" dirty="0">
              <a:latin typeface="Times New Roman"/>
              <a:cs typeface="Times New Roman"/>
            </a:endParaRPr>
          </a:p>
          <a:p>
            <a:pPr marL="1078865" marR="1809750" indent="1270">
              <a:lnSpc>
                <a:spcPct val="121200"/>
              </a:lnSpc>
              <a:spcBef>
                <a:spcPts val="40"/>
              </a:spcBef>
            </a:pPr>
            <a:r>
              <a:rPr sz="1600" dirty="0">
                <a:solidFill>
                  <a:srgbClr val="0C0C0C"/>
                </a:solidFill>
                <a:latin typeface="Times New Roman"/>
                <a:cs typeface="Times New Roman"/>
              </a:rPr>
              <a:t>public</a:t>
            </a:r>
            <a:r>
              <a:rPr sz="1600" spc="175" dirty="0">
                <a:solidFill>
                  <a:srgbClr val="0C0C0C"/>
                </a:solidFill>
                <a:latin typeface="Times New Roman"/>
                <a:cs typeface="Times New Roman"/>
              </a:rPr>
              <a:t> </a:t>
            </a:r>
            <a:r>
              <a:rPr sz="1600" dirty="0">
                <a:solidFill>
                  <a:srgbClr val="0C0C0C"/>
                </a:solidFill>
                <a:latin typeface="Times New Roman"/>
                <a:cs typeface="Times New Roman"/>
              </a:rPr>
              <a:t>static</a:t>
            </a:r>
            <a:r>
              <a:rPr sz="1600" spc="190" dirty="0">
                <a:solidFill>
                  <a:srgbClr val="0C0C0C"/>
                </a:solidFill>
                <a:latin typeface="Times New Roman"/>
                <a:cs typeface="Times New Roman"/>
              </a:rPr>
              <a:t> </a:t>
            </a:r>
            <a:r>
              <a:rPr sz="1600" dirty="0">
                <a:solidFill>
                  <a:srgbClr val="0C0C0C"/>
                </a:solidFill>
                <a:latin typeface="Times New Roman"/>
                <a:cs typeface="Times New Roman"/>
              </a:rPr>
              <a:t>void</a:t>
            </a:r>
            <a:r>
              <a:rPr sz="1600" spc="155" dirty="0">
                <a:solidFill>
                  <a:srgbClr val="0C0C0C"/>
                </a:solidFill>
                <a:latin typeface="Times New Roman"/>
                <a:cs typeface="Times New Roman"/>
              </a:rPr>
              <a:t> </a:t>
            </a:r>
            <a:r>
              <a:rPr sz="1600" dirty="0">
                <a:solidFill>
                  <a:srgbClr val="0C0C0C"/>
                </a:solidFill>
                <a:latin typeface="Times New Roman"/>
                <a:cs typeface="Times New Roman"/>
              </a:rPr>
              <a:t>main(String</a:t>
            </a:r>
            <a:r>
              <a:rPr sz="1600" spc="385" dirty="0">
                <a:solidFill>
                  <a:srgbClr val="0C0C0C"/>
                </a:solidFill>
                <a:latin typeface="Times New Roman"/>
                <a:cs typeface="Times New Roman"/>
              </a:rPr>
              <a:t> </a:t>
            </a:r>
            <a:r>
              <a:rPr sz="1600" spc="-10" dirty="0">
                <a:solidFill>
                  <a:srgbClr val="0C0C0C"/>
                </a:solidFill>
                <a:latin typeface="Times New Roman"/>
                <a:cs typeface="Times New Roman"/>
              </a:rPr>
              <a:t>args[])</a:t>
            </a:r>
            <a:r>
              <a:rPr sz="1600" spc="-10" dirty="0">
                <a:solidFill>
                  <a:srgbClr val="1F1F1F"/>
                </a:solidFill>
                <a:latin typeface="Times New Roman"/>
                <a:cs typeface="Times New Roman"/>
              </a:rPr>
              <a:t>{ </a:t>
            </a:r>
            <a:r>
              <a:rPr sz="1600" b="1" dirty="0">
                <a:solidFill>
                  <a:srgbClr val="ED0C0F"/>
                </a:solidFill>
                <a:latin typeface="Times New Roman"/>
                <a:cs typeface="Times New Roman"/>
              </a:rPr>
              <a:t>Student</a:t>
            </a:r>
            <a:r>
              <a:rPr sz="1600" b="1" spc="265" dirty="0">
                <a:solidFill>
                  <a:srgbClr val="ED0C0F"/>
                </a:solidFill>
                <a:latin typeface="Times New Roman"/>
                <a:cs typeface="Times New Roman"/>
              </a:rPr>
              <a:t> </a:t>
            </a:r>
            <a:r>
              <a:rPr sz="1600" b="1" dirty="0">
                <a:solidFill>
                  <a:srgbClr val="ED0C0F"/>
                </a:solidFill>
                <a:latin typeface="Times New Roman"/>
                <a:cs typeface="Times New Roman"/>
              </a:rPr>
              <a:t>s=new</a:t>
            </a:r>
            <a:r>
              <a:rPr sz="1600" b="1" spc="150" dirty="0">
                <a:solidFill>
                  <a:srgbClr val="ED0C0F"/>
                </a:solidFill>
                <a:latin typeface="Times New Roman"/>
                <a:cs typeface="Times New Roman"/>
              </a:rPr>
              <a:t> </a:t>
            </a:r>
            <a:r>
              <a:rPr sz="1600" b="1" spc="-10" dirty="0">
                <a:solidFill>
                  <a:srgbClr val="ED0C0F"/>
                </a:solidFill>
                <a:latin typeface="Times New Roman"/>
                <a:cs typeface="Times New Roman"/>
              </a:rPr>
              <a:t>Student(120,"Viraat"); </a:t>
            </a:r>
            <a:r>
              <a:rPr sz="1600" spc="-10" dirty="0">
                <a:solidFill>
                  <a:srgbClr val="0C0C0C"/>
                </a:solidFill>
                <a:latin typeface="Times New Roman"/>
                <a:cs typeface="Times New Roman"/>
              </a:rPr>
              <a:t>s.disp();</a:t>
            </a:r>
            <a:endParaRPr sz="1600" dirty="0">
              <a:latin typeface="Times New Roman"/>
              <a:cs typeface="Times New Roman"/>
            </a:endParaRPr>
          </a:p>
          <a:p>
            <a:pPr marL="557530">
              <a:lnSpc>
                <a:spcPct val="100000"/>
              </a:lnSpc>
              <a:spcBef>
                <a:spcPts val="470"/>
              </a:spcBef>
            </a:pPr>
            <a:r>
              <a:rPr sz="1600" spc="45" dirty="0">
                <a:solidFill>
                  <a:srgbClr val="1F1F1F"/>
                </a:solidFill>
                <a:latin typeface="Arial"/>
                <a:cs typeface="Arial"/>
              </a:rPr>
              <a:t>}</a:t>
            </a:r>
            <a:endParaRPr sz="1600" dirty="0">
              <a:latin typeface="Arial"/>
              <a:cs typeface="Arial"/>
            </a:endParaRPr>
          </a:p>
          <a:p>
            <a:pPr marL="78740">
              <a:lnSpc>
                <a:spcPct val="100000"/>
              </a:lnSpc>
              <a:spcBef>
                <a:spcPts val="470"/>
              </a:spcBef>
            </a:pPr>
            <a:r>
              <a:rPr sz="1550" spc="45" dirty="0">
                <a:solidFill>
                  <a:srgbClr val="333333"/>
                </a:solidFill>
                <a:latin typeface="Arial"/>
                <a:cs typeface="Arial"/>
              </a:rPr>
              <a:t>}</a:t>
            </a:r>
            <a:endParaRPr sz="1550" dirty="0">
              <a:latin typeface="Arial"/>
              <a:cs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84140" y="333147"/>
            <a:ext cx="5114925" cy="705485"/>
          </a:xfrm>
          <a:prstGeom prst="rect">
            <a:avLst/>
          </a:prstGeom>
        </p:spPr>
        <p:txBody>
          <a:bodyPr vert="horz" wrap="square" lIns="0" tIns="13970" rIns="0" bIns="0" rtlCol="0">
            <a:spAutoFit/>
          </a:bodyPr>
          <a:lstStyle/>
          <a:p>
            <a:pPr marL="12700">
              <a:lnSpc>
                <a:spcPct val="100000"/>
              </a:lnSpc>
              <a:spcBef>
                <a:spcPts val="110"/>
              </a:spcBef>
            </a:pPr>
            <a:r>
              <a:rPr sz="4450" dirty="0">
                <a:solidFill>
                  <a:srgbClr val="79665D"/>
                </a:solidFill>
                <a:latin typeface="Times New Roman"/>
                <a:cs typeface="Times New Roman"/>
              </a:rPr>
              <a:t>Overloading</a:t>
            </a:r>
            <a:r>
              <a:rPr sz="4450" spc="730" dirty="0">
                <a:solidFill>
                  <a:srgbClr val="79665D"/>
                </a:solidFill>
                <a:latin typeface="Times New Roman"/>
                <a:cs typeface="Times New Roman"/>
              </a:rPr>
              <a:t> </a:t>
            </a:r>
            <a:r>
              <a:rPr sz="4450" spc="-10" dirty="0">
                <a:solidFill>
                  <a:srgbClr val="79665D"/>
                </a:solidFill>
                <a:latin typeface="Times New Roman"/>
                <a:cs typeface="Times New Roman"/>
              </a:rPr>
              <a:t>Methods</a:t>
            </a:r>
            <a:endParaRPr sz="4450">
              <a:latin typeface="Times New Roman"/>
              <a:cs typeface="Times New Roman"/>
            </a:endParaRPr>
          </a:p>
        </p:txBody>
      </p:sp>
      <p:sp>
        <p:nvSpPr>
          <p:cNvPr id="3" name="object 3"/>
          <p:cNvSpPr txBox="1"/>
          <p:nvPr/>
        </p:nvSpPr>
        <p:spPr>
          <a:xfrm>
            <a:off x="543586" y="1399405"/>
            <a:ext cx="9399270" cy="4572635"/>
          </a:xfrm>
          <a:prstGeom prst="rect">
            <a:avLst/>
          </a:prstGeom>
        </p:spPr>
        <p:txBody>
          <a:bodyPr vert="horz" wrap="square" lIns="0" tIns="13335" rIns="0" bIns="0" rtlCol="0">
            <a:spAutoFit/>
          </a:bodyPr>
          <a:lstStyle/>
          <a:p>
            <a:pPr marL="12700">
              <a:lnSpc>
                <a:spcPts val="2870"/>
              </a:lnSpc>
              <a:spcBef>
                <a:spcPts val="105"/>
              </a:spcBef>
            </a:pPr>
            <a:endParaRPr sz="2650" dirty="0">
              <a:latin typeface="Times New Roman"/>
              <a:cs typeface="Times New Roman"/>
            </a:endParaRPr>
          </a:p>
          <a:p>
            <a:pPr marL="572135" indent="-342265" algn="just">
              <a:lnSpc>
                <a:spcPts val="2330"/>
              </a:lnSpc>
              <a:buClr>
                <a:srgbClr val="D68048"/>
              </a:buClr>
              <a:buSzPct val="97727"/>
              <a:buFont typeface="Arial"/>
              <a:buChar char="□"/>
              <a:tabLst>
                <a:tab pos="572135" algn="l"/>
              </a:tabLst>
            </a:pPr>
            <a:r>
              <a:rPr sz="2200" dirty="0">
                <a:solidFill>
                  <a:srgbClr val="050505"/>
                </a:solidFill>
                <a:latin typeface="Times New Roman"/>
                <a:cs typeface="Times New Roman"/>
              </a:rPr>
              <a:t>Two</a:t>
            </a:r>
            <a:r>
              <a:rPr sz="2200" spc="280" dirty="0">
                <a:solidFill>
                  <a:srgbClr val="050505"/>
                </a:solidFill>
                <a:latin typeface="Times New Roman"/>
                <a:cs typeface="Times New Roman"/>
              </a:rPr>
              <a:t> </a:t>
            </a:r>
            <a:r>
              <a:rPr sz="2200" spc="55" dirty="0">
                <a:solidFill>
                  <a:srgbClr val="050505"/>
                </a:solidFill>
                <a:latin typeface="Times New Roman"/>
                <a:cs typeface="Times New Roman"/>
              </a:rPr>
              <a:t>or</a:t>
            </a:r>
            <a:r>
              <a:rPr sz="2200" spc="204" dirty="0">
                <a:solidFill>
                  <a:srgbClr val="050505"/>
                </a:solidFill>
                <a:latin typeface="Times New Roman"/>
                <a:cs typeface="Times New Roman"/>
              </a:rPr>
              <a:t> </a:t>
            </a:r>
            <a:r>
              <a:rPr sz="2200" dirty="0">
                <a:solidFill>
                  <a:srgbClr val="050505"/>
                </a:solidFill>
                <a:latin typeface="Times New Roman"/>
                <a:cs typeface="Times New Roman"/>
              </a:rPr>
              <a:t>more</a:t>
            </a:r>
            <a:r>
              <a:rPr sz="2200" spc="260" dirty="0">
                <a:solidFill>
                  <a:srgbClr val="050505"/>
                </a:solidFill>
                <a:latin typeface="Times New Roman"/>
                <a:cs typeface="Times New Roman"/>
              </a:rPr>
              <a:t> </a:t>
            </a:r>
            <a:r>
              <a:rPr sz="2200" dirty="0">
                <a:solidFill>
                  <a:srgbClr val="050505"/>
                </a:solidFill>
                <a:latin typeface="Times New Roman"/>
                <a:cs typeface="Times New Roman"/>
              </a:rPr>
              <a:t>methods</a:t>
            </a:r>
            <a:r>
              <a:rPr sz="2200" spc="400" dirty="0">
                <a:solidFill>
                  <a:srgbClr val="050505"/>
                </a:solidFill>
                <a:latin typeface="Times New Roman"/>
                <a:cs typeface="Times New Roman"/>
              </a:rPr>
              <a:t> </a:t>
            </a:r>
            <a:r>
              <a:rPr sz="2200" dirty="0">
                <a:solidFill>
                  <a:srgbClr val="050505"/>
                </a:solidFill>
                <a:latin typeface="Times New Roman"/>
                <a:cs typeface="Times New Roman"/>
              </a:rPr>
              <a:t>within</a:t>
            </a:r>
            <a:r>
              <a:rPr sz="2200" spc="290" dirty="0">
                <a:solidFill>
                  <a:srgbClr val="050505"/>
                </a:solidFill>
                <a:latin typeface="Times New Roman"/>
                <a:cs typeface="Times New Roman"/>
              </a:rPr>
              <a:t> </a:t>
            </a:r>
            <a:r>
              <a:rPr sz="2200" dirty="0">
                <a:solidFill>
                  <a:srgbClr val="050505"/>
                </a:solidFill>
                <a:latin typeface="Times New Roman"/>
                <a:cs typeface="Times New Roman"/>
              </a:rPr>
              <a:t>the</a:t>
            </a:r>
            <a:r>
              <a:rPr sz="2200" spc="220" dirty="0">
                <a:solidFill>
                  <a:srgbClr val="050505"/>
                </a:solidFill>
                <a:latin typeface="Times New Roman"/>
                <a:cs typeface="Times New Roman"/>
              </a:rPr>
              <a:t> </a:t>
            </a:r>
            <a:r>
              <a:rPr sz="2200" dirty="0">
                <a:solidFill>
                  <a:srgbClr val="050505"/>
                </a:solidFill>
                <a:latin typeface="Times New Roman"/>
                <a:cs typeface="Times New Roman"/>
              </a:rPr>
              <a:t>same</a:t>
            </a:r>
            <a:r>
              <a:rPr sz="2200" spc="215" dirty="0">
                <a:solidFill>
                  <a:srgbClr val="050505"/>
                </a:solidFill>
                <a:latin typeface="Times New Roman"/>
                <a:cs typeface="Times New Roman"/>
              </a:rPr>
              <a:t> </a:t>
            </a:r>
            <a:r>
              <a:rPr sz="2200" dirty="0">
                <a:solidFill>
                  <a:srgbClr val="050505"/>
                </a:solidFill>
                <a:latin typeface="Times New Roman"/>
                <a:cs typeface="Times New Roman"/>
              </a:rPr>
              <a:t>class</a:t>
            </a:r>
            <a:r>
              <a:rPr sz="2200" spc="240" dirty="0">
                <a:solidFill>
                  <a:srgbClr val="050505"/>
                </a:solidFill>
                <a:latin typeface="Times New Roman"/>
                <a:cs typeface="Times New Roman"/>
              </a:rPr>
              <a:t> </a:t>
            </a:r>
            <a:r>
              <a:rPr sz="2200" dirty="0">
                <a:solidFill>
                  <a:srgbClr val="050505"/>
                </a:solidFill>
                <a:latin typeface="Times New Roman"/>
                <a:cs typeface="Times New Roman"/>
              </a:rPr>
              <a:t>that</a:t>
            </a:r>
            <a:r>
              <a:rPr sz="2200" spc="275" dirty="0">
                <a:solidFill>
                  <a:srgbClr val="050505"/>
                </a:solidFill>
                <a:latin typeface="Times New Roman"/>
                <a:cs typeface="Times New Roman"/>
              </a:rPr>
              <a:t> </a:t>
            </a:r>
            <a:r>
              <a:rPr sz="2200" dirty="0">
                <a:solidFill>
                  <a:srgbClr val="050505"/>
                </a:solidFill>
                <a:latin typeface="Times New Roman"/>
                <a:cs typeface="Times New Roman"/>
              </a:rPr>
              <a:t>share</a:t>
            </a:r>
            <a:r>
              <a:rPr sz="2200" spc="225" dirty="0">
                <a:solidFill>
                  <a:srgbClr val="050505"/>
                </a:solidFill>
                <a:latin typeface="Times New Roman"/>
                <a:cs typeface="Times New Roman"/>
              </a:rPr>
              <a:t> </a:t>
            </a:r>
            <a:r>
              <a:rPr sz="2200" dirty="0">
                <a:solidFill>
                  <a:srgbClr val="050505"/>
                </a:solidFill>
                <a:latin typeface="Times New Roman"/>
                <a:cs typeface="Times New Roman"/>
              </a:rPr>
              <a:t>the</a:t>
            </a:r>
            <a:r>
              <a:rPr sz="2200" spc="250" dirty="0">
                <a:solidFill>
                  <a:srgbClr val="050505"/>
                </a:solidFill>
                <a:latin typeface="Times New Roman"/>
                <a:cs typeface="Times New Roman"/>
              </a:rPr>
              <a:t> </a:t>
            </a:r>
            <a:r>
              <a:rPr sz="2200" dirty="0">
                <a:solidFill>
                  <a:srgbClr val="050505"/>
                </a:solidFill>
                <a:latin typeface="Times New Roman"/>
                <a:cs typeface="Times New Roman"/>
              </a:rPr>
              <a:t>same</a:t>
            </a:r>
            <a:r>
              <a:rPr sz="2200" spc="310" dirty="0">
                <a:solidFill>
                  <a:srgbClr val="050505"/>
                </a:solidFill>
                <a:latin typeface="Times New Roman"/>
                <a:cs typeface="Times New Roman"/>
              </a:rPr>
              <a:t> </a:t>
            </a:r>
            <a:r>
              <a:rPr sz="2200" dirty="0">
                <a:solidFill>
                  <a:srgbClr val="050505"/>
                </a:solidFill>
                <a:latin typeface="Times New Roman"/>
                <a:cs typeface="Times New Roman"/>
              </a:rPr>
              <a:t>name,</a:t>
            </a:r>
            <a:r>
              <a:rPr sz="2200" spc="285" dirty="0">
                <a:solidFill>
                  <a:srgbClr val="050505"/>
                </a:solidFill>
                <a:latin typeface="Times New Roman"/>
                <a:cs typeface="Times New Roman"/>
              </a:rPr>
              <a:t> </a:t>
            </a:r>
            <a:r>
              <a:rPr sz="2200" spc="-25" dirty="0">
                <a:solidFill>
                  <a:srgbClr val="050505"/>
                </a:solidFill>
                <a:latin typeface="Times New Roman"/>
                <a:cs typeface="Times New Roman"/>
              </a:rPr>
              <a:t>but</a:t>
            </a:r>
            <a:endParaRPr sz="2200" dirty="0">
              <a:latin typeface="Times New Roman"/>
              <a:cs typeface="Times New Roman"/>
            </a:endParaRPr>
          </a:p>
          <a:p>
            <a:pPr marL="572135" algn="just">
              <a:lnSpc>
                <a:spcPct val="100000"/>
              </a:lnSpc>
              <a:spcBef>
                <a:spcPts val="130"/>
              </a:spcBef>
            </a:pPr>
            <a:r>
              <a:rPr sz="2200" dirty="0">
                <a:solidFill>
                  <a:srgbClr val="050505"/>
                </a:solidFill>
                <a:latin typeface="Times New Roman"/>
                <a:cs typeface="Times New Roman"/>
              </a:rPr>
              <a:t>differ</a:t>
            </a:r>
            <a:r>
              <a:rPr sz="2200" spc="155" dirty="0">
                <a:solidFill>
                  <a:srgbClr val="050505"/>
                </a:solidFill>
                <a:latin typeface="Times New Roman"/>
                <a:cs typeface="Times New Roman"/>
              </a:rPr>
              <a:t> </a:t>
            </a:r>
            <a:r>
              <a:rPr sz="2200" dirty="0">
                <a:solidFill>
                  <a:srgbClr val="050505"/>
                </a:solidFill>
                <a:latin typeface="Times New Roman"/>
                <a:cs typeface="Times New Roman"/>
              </a:rPr>
              <a:t>by</a:t>
            </a:r>
            <a:r>
              <a:rPr sz="2200" spc="165" dirty="0">
                <a:solidFill>
                  <a:srgbClr val="050505"/>
                </a:solidFill>
                <a:latin typeface="Times New Roman"/>
                <a:cs typeface="Times New Roman"/>
              </a:rPr>
              <a:t> </a:t>
            </a:r>
            <a:r>
              <a:rPr sz="2200" spc="-10" dirty="0">
                <a:solidFill>
                  <a:srgbClr val="050505"/>
                </a:solidFill>
                <a:latin typeface="Times New Roman"/>
                <a:cs typeface="Times New Roman"/>
              </a:rPr>
              <a:t>parameter.</a:t>
            </a:r>
            <a:endParaRPr sz="2200" dirty="0">
              <a:latin typeface="Times New Roman"/>
              <a:cs typeface="Times New Roman"/>
            </a:endParaRPr>
          </a:p>
          <a:p>
            <a:pPr marL="570865" marR="11430" indent="-342265" algn="just">
              <a:lnSpc>
                <a:spcPct val="105300"/>
              </a:lnSpc>
              <a:spcBef>
                <a:spcPts val="660"/>
              </a:spcBef>
              <a:buClr>
                <a:srgbClr val="D68048"/>
              </a:buClr>
              <a:buSzPct val="102272"/>
              <a:buFont typeface="Arial"/>
              <a:buChar char="□"/>
              <a:tabLst>
                <a:tab pos="572770" algn="l"/>
              </a:tabLst>
            </a:pPr>
            <a:r>
              <a:rPr sz="2200" dirty="0">
                <a:solidFill>
                  <a:srgbClr val="050505"/>
                </a:solidFill>
                <a:latin typeface="Times New Roman"/>
                <a:cs typeface="Times New Roman"/>
              </a:rPr>
              <a:t>overloaded</a:t>
            </a:r>
            <a:r>
              <a:rPr sz="2200" spc="290" dirty="0">
                <a:solidFill>
                  <a:srgbClr val="050505"/>
                </a:solidFill>
                <a:latin typeface="Times New Roman"/>
                <a:cs typeface="Times New Roman"/>
              </a:rPr>
              <a:t>  </a:t>
            </a:r>
            <a:r>
              <a:rPr sz="2200" dirty="0">
                <a:solidFill>
                  <a:srgbClr val="050505"/>
                </a:solidFill>
                <a:latin typeface="Times New Roman"/>
                <a:cs typeface="Times New Roman"/>
              </a:rPr>
              <a:t>methods</a:t>
            </a:r>
            <a:r>
              <a:rPr sz="2200" spc="265" dirty="0">
                <a:solidFill>
                  <a:srgbClr val="050505"/>
                </a:solidFill>
                <a:latin typeface="Times New Roman"/>
                <a:cs typeface="Times New Roman"/>
              </a:rPr>
              <a:t>  </a:t>
            </a:r>
            <a:r>
              <a:rPr sz="2200" dirty="0">
                <a:solidFill>
                  <a:srgbClr val="050505"/>
                </a:solidFill>
                <a:latin typeface="Times New Roman"/>
                <a:cs typeface="Times New Roman"/>
              </a:rPr>
              <a:t>must</a:t>
            </a:r>
            <a:r>
              <a:rPr sz="2200" spc="260" dirty="0">
                <a:solidFill>
                  <a:srgbClr val="050505"/>
                </a:solidFill>
                <a:latin typeface="Times New Roman"/>
                <a:cs typeface="Times New Roman"/>
              </a:rPr>
              <a:t>  </a:t>
            </a:r>
            <a:r>
              <a:rPr sz="2200" dirty="0">
                <a:solidFill>
                  <a:srgbClr val="050505"/>
                </a:solidFill>
                <a:latin typeface="Times New Roman"/>
                <a:cs typeface="Times New Roman"/>
              </a:rPr>
              <a:t>differ</a:t>
            </a:r>
            <a:r>
              <a:rPr sz="2200" spc="245" dirty="0">
                <a:solidFill>
                  <a:srgbClr val="050505"/>
                </a:solidFill>
                <a:latin typeface="Times New Roman"/>
                <a:cs typeface="Times New Roman"/>
              </a:rPr>
              <a:t>  </a:t>
            </a:r>
            <a:r>
              <a:rPr sz="2200" spc="50" dirty="0">
                <a:solidFill>
                  <a:srgbClr val="050505"/>
                </a:solidFill>
                <a:latin typeface="Times New Roman"/>
                <a:cs typeface="Times New Roman"/>
              </a:rPr>
              <a:t>in</a:t>
            </a:r>
            <a:r>
              <a:rPr sz="2200" spc="220" dirty="0">
                <a:solidFill>
                  <a:srgbClr val="050505"/>
                </a:solidFill>
                <a:latin typeface="Times New Roman"/>
                <a:cs typeface="Times New Roman"/>
              </a:rPr>
              <a:t>  </a:t>
            </a:r>
            <a:r>
              <a:rPr sz="2200" dirty="0">
                <a:solidFill>
                  <a:srgbClr val="050505"/>
                </a:solidFill>
                <a:latin typeface="Times New Roman"/>
                <a:cs typeface="Times New Roman"/>
              </a:rPr>
              <a:t>the</a:t>
            </a:r>
            <a:r>
              <a:rPr sz="2200" spc="235" dirty="0">
                <a:solidFill>
                  <a:srgbClr val="050505"/>
                </a:solidFill>
                <a:latin typeface="Times New Roman"/>
                <a:cs typeface="Times New Roman"/>
              </a:rPr>
              <a:t>  </a:t>
            </a:r>
            <a:r>
              <a:rPr sz="2200" dirty="0">
                <a:solidFill>
                  <a:srgbClr val="050505"/>
                </a:solidFill>
                <a:latin typeface="Times New Roman"/>
                <a:cs typeface="Times New Roman"/>
              </a:rPr>
              <a:t>type</a:t>
            </a:r>
            <a:r>
              <a:rPr sz="2200" spc="245" dirty="0">
                <a:solidFill>
                  <a:srgbClr val="050505"/>
                </a:solidFill>
                <a:latin typeface="Times New Roman"/>
                <a:cs typeface="Times New Roman"/>
              </a:rPr>
              <a:t>  </a:t>
            </a:r>
            <a:r>
              <a:rPr sz="2200" dirty="0">
                <a:solidFill>
                  <a:srgbClr val="050505"/>
                </a:solidFill>
                <a:latin typeface="Times New Roman"/>
                <a:cs typeface="Times New Roman"/>
              </a:rPr>
              <a:t>and/or</a:t>
            </a:r>
            <a:r>
              <a:rPr sz="2200" spc="265" dirty="0">
                <a:solidFill>
                  <a:srgbClr val="050505"/>
                </a:solidFill>
                <a:latin typeface="Times New Roman"/>
                <a:cs typeface="Times New Roman"/>
              </a:rPr>
              <a:t>  </a:t>
            </a:r>
            <a:r>
              <a:rPr sz="2200" dirty="0">
                <a:solidFill>
                  <a:srgbClr val="050505"/>
                </a:solidFill>
                <a:latin typeface="Times New Roman"/>
                <a:cs typeface="Times New Roman"/>
              </a:rPr>
              <a:t>number</a:t>
            </a:r>
            <a:r>
              <a:rPr sz="2200" spc="245" dirty="0">
                <a:solidFill>
                  <a:srgbClr val="050505"/>
                </a:solidFill>
                <a:latin typeface="Times New Roman"/>
                <a:cs typeface="Times New Roman"/>
              </a:rPr>
              <a:t>  </a:t>
            </a:r>
            <a:r>
              <a:rPr sz="2200" spc="55" dirty="0">
                <a:solidFill>
                  <a:srgbClr val="050505"/>
                </a:solidFill>
                <a:latin typeface="Times New Roman"/>
                <a:cs typeface="Times New Roman"/>
              </a:rPr>
              <a:t>of</a:t>
            </a:r>
            <a:r>
              <a:rPr sz="2200" spc="225" dirty="0">
                <a:solidFill>
                  <a:srgbClr val="050505"/>
                </a:solidFill>
                <a:latin typeface="Times New Roman"/>
                <a:cs typeface="Times New Roman"/>
              </a:rPr>
              <a:t>  </a:t>
            </a:r>
            <a:r>
              <a:rPr sz="2200" spc="-10" dirty="0">
                <a:solidFill>
                  <a:srgbClr val="050505"/>
                </a:solidFill>
                <a:latin typeface="Times New Roman"/>
                <a:cs typeface="Times New Roman"/>
              </a:rPr>
              <a:t>their 	parameters.</a:t>
            </a:r>
            <a:endParaRPr sz="2200" dirty="0">
              <a:latin typeface="Times New Roman"/>
              <a:cs typeface="Times New Roman"/>
            </a:endParaRPr>
          </a:p>
          <a:p>
            <a:pPr marL="570230" indent="-340360" algn="just">
              <a:lnSpc>
                <a:spcPct val="100000"/>
              </a:lnSpc>
              <a:spcBef>
                <a:spcPts val="835"/>
              </a:spcBef>
              <a:buClr>
                <a:srgbClr val="D68048"/>
              </a:buClr>
              <a:buSzPct val="97727"/>
              <a:buFont typeface="Arial"/>
              <a:buChar char="□"/>
              <a:tabLst>
                <a:tab pos="570230" algn="l"/>
              </a:tabLst>
            </a:pPr>
            <a:r>
              <a:rPr sz="2200" dirty="0">
                <a:solidFill>
                  <a:srgbClr val="050505"/>
                </a:solidFill>
                <a:latin typeface="Times New Roman"/>
                <a:cs typeface="Times New Roman"/>
              </a:rPr>
              <a:t>Method</a:t>
            </a:r>
            <a:r>
              <a:rPr sz="2200" spc="254" dirty="0">
                <a:solidFill>
                  <a:srgbClr val="050505"/>
                </a:solidFill>
                <a:latin typeface="Times New Roman"/>
                <a:cs typeface="Times New Roman"/>
              </a:rPr>
              <a:t> </a:t>
            </a:r>
            <a:r>
              <a:rPr sz="2200" dirty="0">
                <a:solidFill>
                  <a:srgbClr val="050505"/>
                </a:solidFill>
                <a:latin typeface="Times New Roman"/>
                <a:cs typeface="Times New Roman"/>
              </a:rPr>
              <a:t>overloading</a:t>
            </a:r>
            <a:r>
              <a:rPr sz="2200" spc="400" dirty="0">
                <a:solidFill>
                  <a:srgbClr val="050505"/>
                </a:solidFill>
                <a:latin typeface="Times New Roman"/>
                <a:cs typeface="Times New Roman"/>
              </a:rPr>
              <a:t> </a:t>
            </a:r>
            <a:r>
              <a:rPr sz="2200" dirty="0">
                <a:solidFill>
                  <a:srgbClr val="050505"/>
                </a:solidFill>
                <a:latin typeface="Times New Roman"/>
                <a:cs typeface="Times New Roman"/>
              </a:rPr>
              <a:t>is</a:t>
            </a:r>
            <a:r>
              <a:rPr sz="2200" spc="114" dirty="0">
                <a:solidFill>
                  <a:srgbClr val="050505"/>
                </a:solidFill>
                <a:latin typeface="Times New Roman"/>
                <a:cs typeface="Times New Roman"/>
              </a:rPr>
              <a:t> </a:t>
            </a:r>
            <a:r>
              <a:rPr sz="2200" dirty="0">
                <a:solidFill>
                  <a:srgbClr val="050505"/>
                </a:solidFill>
                <a:latin typeface="Times New Roman"/>
                <a:cs typeface="Times New Roman"/>
              </a:rPr>
              <a:t>one</a:t>
            </a:r>
            <a:r>
              <a:rPr sz="2200" spc="170" dirty="0">
                <a:solidFill>
                  <a:srgbClr val="050505"/>
                </a:solidFill>
                <a:latin typeface="Times New Roman"/>
                <a:cs typeface="Times New Roman"/>
              </a:rPr>
              <a:t> </a:t>
            </a:r>
            <a:r>
              <a:rPr sz="2200" spc="55" dirty="0">
                <a:solidFill>
                  <a:srgbClr val="050505"/>
                </a:solidFill>
                <a:latin typeface="Times New Roman"/>
                <a:cs typeface="Times New Roman"/>
              </a:rPr>
              <a:t>of</a:t>
            </a:r>
            <a:r>
              <a:rPr sz="2200" spc="120" dirty="0">
                <a:solidFill>
                  <a:srgbClr val="050505"/>
                </a:solidFill>
                <a:latin typeface="Times New Roman"/>
                <a:cs typeface="Times New Roman"/>
              </a:rPr>
              <a:t> </a:t>
            </a:r>
            <a:r>
              <a:rPr sz="2200" dirty="0">
                <a:solidFill>
                  <a:srgbClr val="050505"/>
                </a:solidFill>
                <a:latin typeface="Times New Roman"/>
                <a:cs typeface="Times New Roman"/>
              </a:rPr>
              <a:t>the</a:t>
            </a:r>
            <a:r>
              <a:rPr sz="2200" spc="180" dirty="0">
                <a:solidFill>
                  <a:srgbClr val="050505"/>
                </a:solidFill>
                <a:latin typeface="Times New Roman"/>
                <a:cs typeface="Times New Roman"/>
              </a:rPr>
              <a:t> </a:t>
            </a:r>
            <a:r>
              <a:rPr sz="2200" dirty="0">
                <a:solidFill>
                  <a:srgbClr val="050505"/>
                </a:solidFill>
                <a:latin typeface="Times New Roman"/>
                <a:cs typeface="Times New Roman"/>
              </a:rPr>
              <a:t>ways</a:t>
            </a:r>
            <a:r>
              <a:rPr sz="2200" spc="190" dirty="0">
                <a:solidFill>
                  <a:srgbClr val="050505"/>
                </a:solidFill>
                <a:latin typeface="Times New Roman"/>
                <a:cs typeface="Times New Roman"/>
              </a:rPr>
              <a:t> </a:t>
            </a:r>
            <a:r>
              <a:rPr sz="2200" dirty="0">
                <a:solidFill>
                  <a:srgbClr val="050505"/>
                </a:solidFill>
                <a:latin typeface="Times New Roman"/>
                <a:cs typeface="Times New Roman"/>
              </a:rPr>
              <a:t>that</a:t>
            </a:r>
            <a:r>
              <a:rPr sz="2200" spc="175" dirty="0">
                <a:solidFill>
                  <a:srgbClr val="050505"/>
                </a:solidFill>
                <a:latin typeface="Times New Roman"/>
                <a:cs typeface="Times New Roman"/>
              </a:rPr>
              <a:t> </a:t>
            </a:r>
            <a:r>
              <a:rPr sz="2200" dirty="0">
                <a:solidFill>
                  <a:srgbClr val="050505"/>
                </a:solidFill>
                <a:latin typeface="Times New Roman"/>
                <a:cs typeface="Times New Roman"/>
              </a:rPr>
              <a:t>Java</a:t>
            </a:r>
            <a:r>
              <a:rPr sz="2200" spc="204" dirty="0">
                <a:solidFill>
                  <a:srgbClr val="050505"/>
                </a:solidFill>
                <a:latin typeface="Times New Roman"/>
                <a:cs typeface="Times New Roman"/>
              </a:rPr>
              <a:t> </a:t>
            </a:r>
            <a:r>
              <a:rPr sz="2200" dirty="0">
                <a:solidFill>
                  <a:srgbClr val="050505"/>
                </a:solidFill>
                <a:latin typeface="Times New Roman"/>
                <a:cs typeface="Times New Roman"/>
              </a:rPr>
              <a:t>supports</a:t>
            </a:r>
            <a:r>
              <a:rPr sz="2200" spc="265" dirty="0">
                <a:solidFill>
                  <a:srgbClr val="050505"/>
                </a:solidFill>
                <a:latin typeface="Times New Roman"/>
                <a:cs typeface="Times New Roman"/>
              </a:rPr>
              <a:t> </a:t>
            </a:r>
            <a:r>
              <a:rPr sz="2200" spc="-10" dirty="0">
                <a:solidFill>
                  <a:srgbClr val="050505"/>
                </a:solidFill>
                <a:latin typeface="Times New Roman"/>
                <a:cs typeface="Times New Roman"/>
              </a:rPr>
              <a:t>polymorphism.</a:t>
            </a:r>
            <a:endParaRPr sz="2200" dirty="0">
              <a:latin typeface="Times New Roman"/>
              <a:cs typeface="Times New Roman"/>
            </a:endParaRPr>
          </a:p>
          <a:p>
            <a:pPr marL="569595" marR="23495" indent="-340360" algn="just">
              <a:lnSpc>
                <a:spcPct val="104800"/>
              </a:lnSpc>
              <a:spcBef>
                <a:spcPts val="730"/>
              </a:spcBef>
              <a:buClr>
                <a:srgbClr val="D68048"/>
              </a:buClr>
              <a:buSzPct val="97727"/>
              <a:buFont typeface="Arial"/>
              <a:buChar char="□"/>
              <a:tabLst>
                <a:tab pos="571500" algn="l"/>
              </a:tabLst>
            </a:pPr>
            <a:r>
              <a:rPr sz="2200" spc="50" dirty="0">
                <a:solidFill>
                  <a:srgbClr val="050505"/>
                </a:solidFill>
                <a:latin typeface="Times New Roman"/>
                <a:cs typeface="Times New Roman"/>
              </a:rPr>
              <a:t>When</a:t>
            </a:r>
            <a:r>
              <a:rPr sz="2200" spc="250" dirty="0">
                <a:solidFill>
                  <a:srgbClr val="050505"/>
                </a:solidFill>
                <a:latin typeface="Times New Roman"/>
                <a:cs typeface="Times New Roman"/>
              </a:rPr>
              <a:t> </a:t>
            </a:r>
            <a:r>
              <a:rPr sz="2200" spc="70" dirty="0">
                <a:solidFill>
                  <a:srgbClr val="050505"/>
                </a:solidFill>
                <a:latin typeface="Times New Roman"/>
                <a:cs typeface="Times New Roman"/>
              </a:rPr>
              <a:t>an</a:t>
            </a:r>
            <a:r>
              <a:rPr sz="2200" spc="220" dirty="0">
                <a:solidFill>
                  <a:srgbClr val="050505"/>
                </a:solidFill>
                <a:latin typeface="Times New Roman"/>
                <a:cs typeface="Times New Roman"/>
              </a:rPr>
              <a:t> </a:t>
            </a:r>
            <a:r>
              <a:rPr sz="2200" dirty="0">
                <a:solidFill>
                  <a:srgbClr val="050505"/>
                </a:solidFill>
                <a:latin typeface="Times New Roman"/>
                <a:cs typeface="Times New Roman"/>
              </a:rPr>
              <a:t>overloaded</a:t>
            </a:r>
            <a:r>
              <a:rPr sz="2200" spc="400" dirty="0">
                <a:solidFill>
                  <a:srgbClr val="050505"/>
                </a:solidFill>
                <a:latin typeface="Times New Roman"/>
                <a:cs typeface="Times New Roman"/>
              </a:rPr>
              <a:t> </a:t>
            </a:r>
            <a:r>
              <a:rPr sz="2200" dirty="0">
                <a:solidFill>
                  <a:srgbClr val="050505"/>
                </a:solidFill>
                <a:latin typeface="Times New Roman"/>
                <a:cs typeface="Times New Roman"/>
              </a:rPr>
              <a:t>method</a:t>
            </a:r>
            <a:r>
              <a:rPr sz="2200" spc="315" dirty="0">
                <a:solidFill>
                  <a:srgbClr val="050505"/>
                </a:solidFill>
                <a:latin typeface="Times New Roman"/>
                <a:cs typeface="Times New Roman"/>
              </a:rPr>
              <a:t> </a:t>
            </a:r>
            <a:r>
              <a:rPr sz="2200" dirty="0">
                <a:solidFill>
                  <a:srgbClr val="050505"/>
                </a:solidFill>
                <a:latin typeface="Times New Roman"/>
                <a:cs typeface="Times New Roman"/>
              </a:rPr>
              <a:t>is</a:t>
            </a:r>
            <a:r>
              <a:rPr sz="2200" spc="210" dirty="0">
                <a:solidFill>
                  <a:srgbClr val="050505"/>
                </a:solidFill>
                <a:latin typeface="Times New Roman"/>
                <a:cs typeface="Times New Roman"/>
              </a:rPr>
              <a:t> </a:t>
            </a:r>
            <a:r>
              <a:rPr sz="2200" dirty="0">
                <a:solidFill>
                  <a:srgbClr val="050505"/>
                </a:solidFill>
                <a:latin typeface="Times New Roman"/>
                <a:cs typeface="Times New Roman"/>
              </a:rPr>
              <a:t>invoked,</a:t>
            </a:r>
            <a:r>
              <a:rPr sz="2200" spc="365" dirty="0">
                <a:solidFill>
                  <a:srgbClr val="050505"/>
                </a:solidFill>
                <a:latin typeface="Times New Roman"/>
                <a:cs typeface="Times New Roman"/>
              </a:rPr>
              <a:t> </a:t>
            </a:r>
            <a:r>
              <a:rPr sz="2200" dirty="0">
                <a:solidFill>
                  <a:srgbClr val="050505"/>
                </a:solidFill>
                <a:latin typeface="Times New Roman"/>
                <a:cs typeface="Times New Roman"/>
              </a:rPr>
              <a:t>Java</a:t>
            </a:r>
            <a:r>
              <a:rPr sz="2200" spc="300" dirty="0">
                <a:solidFill>
                  <a:srgbClr val="050505"/>
                </a:solidFill>
                <a:latin typeface="Times New Roman"/>
                <a:cs typeface="Times New Roman"/>
              </a:rPr>
              <a:t> </a:t>
            </a:r>
            <a:r>
              <a:rPr sz="2200" dirty="0">
                <a:solidFill>
                  <a:srgbClr val="050505"/>
                </a:solidFill>
                <a:latin typeface="Times New Roman"/>
                <a:cs typeface="Times New Roman"/>
              </a:rPr>
              <a:t>uses</a:t>
            </a:r>
            <a:r>
              <a:rPr sz="2200" spc="280" dirty="0">
                <a:solidFill>
                  <a:srgbClr val="050505"/>
                </a:solidFill>
                <a:latin typeface="Times New Roman"/>
                <a:cs typeface="Times New Roman"/>
              </a:rPr>
              <a:t> </a:t>
            </a:r>
            <a:r>
              <a:rPr sz="2200" dirty="0">
                <a:solidFill>
                  <a:srgbClr val="050505"/>
                </a:solidFill>
                <a:latin typeface="Times New Roman"/>
                <a:cs typeface="Times New Roman"/>
              </a:rPr>
              <a:t>the</a:t>
            </a:r>
            <a:r>
              <a:rPr sz="2200" spc="229" dirty="0">
                <a:solidFill>
                  <a:srgbClr val="050505"/>
                </a:solidFill>
                <a:latin typeface="Times New Roman"/>
                <a:cs typeface="Times New Roman"/>
              </a:rPr>
              <a:t> </a:t>
            </a:r>
            <a:r>
              <a:rPr sz="2200" dirty="0">
                <a:solidFill>
                  <a:srgbClr val="050505"/>
                </a:solidFill>
                <a:latin typeface="Times New Roman"/>
                <a:cs typeface="Times New Roman"/>
              </a:rPr>
              <a:t>type</a:t>
            </a:r>
            <a:r>
              <a:rPr sz="2200" spc="270" dirty="0">
                <a:solidFill>
                  <a:srgbClr val="050505"/>
                </a:solidFill>
                <a:latin typeface="Times New Roman"/>
                <a:cs typeface="Times New Roman"/>
              </a:rPr>
              <a:t> </a:t>
            </a:r>
            <a:r>
              <a:rPr sz="2200" dirty="0">
                <a:solidFill>
                  <a:srgbClr val="050505"/>
                </a:solidFill>
                <a:latin typeface="Times New Roman"/>
                <a:cs typeface="Times New Roman"/>
              </a:rPr>
              <a:t>and/or</a:t>
            </a:r>
            <a:r>
              <a:rPr sz="2200" spc="290" dirty="0">
                <a:solidFill>
                  <a:srgbClr val="050505"/>
                </a:solidFill>
                <a:latin typeface="Times New Roman"/>
                <a:cs typeface="Times New Roman"/>
              </a:rPr>
              <a:t> </a:t>
            </a:r>
            <a:r>
              <a:rPr sz="2200" spc="-10" dirty="0">
                <a:solidFill>
                  <a:srgbClr val="050505"/>
                </a:solidFill>
                <a:latin typeface="Times New Roman"/>
                <a:cs typeface="Times New Roman"/>
              </a:rPr>
              <a:t>number 	</a:t>
            </a:r>
            <a:r>
              <a:rPr sz="2200" spc="55" dirty="0">
                <a:solidFill>
                  <a:srgbClr val="050505"/>
                </a:solidFill>
                <a:latin typeface="Times New Roman"/>
                <a:cs typeface="Times New Roman"/>
              </a:rPr>
              <a:t>of</a:t>
            </a:r>
            <a:r>
              <a:rPr sz="2200" spc="445" dirty="0">
                <a:solidFill>
                  <a:srgbClr val="050505"/>
                </a:solidFill>
                <a:latin typeface="Times New Roman"/>
                <a:cs typeface="Times New Roman"/>
              </a:rPr>
              <a:t> </a:t>
            </a:r>
            <a:r>
              <a:rPr sz="2200" dirty="0">
                <a:solidFill>
                  <a:srgbClr val="050505"/>
                </a:solidFill>
                <a:latin typeface="Times New Roman"/>
                <a:cs typeface="Times New Roman"/>
              </a:rPr>
              <a:t>arguments</a:t>
            </a:r>
            <a:r>
              <a:rPr sz="2200" spc="20" dirty="0">
                <a:solidFill>
                  <a:srgbClr val="050505"/>
                </a:solidFill>
                <a:latin typeface="Times New Roman"/>
                <a:cs typeface="Times New Roman"/>
              </a:rPr>
              <a:t>  </a:t>
            </a:r>
            <a:r>
              <a:rPr sz="2200" spc="60" dirty="0">
                <a:solidFill>
                  <a:srgbClr val="050505"/>
                </a:solidFill>
                <a:latin typeface="Times New Roman"/>
                <a:cs typeface="Times New Roman"/>
              </a:rPr>
              <a:t>as</a:t>
            </a:r>
            <a:r>
              <a:rPr sz="2200" spc="475" dirty="0">
                <a:solidFill>
                  <a:srgbClr val="050505"/>
                </a:solidFill>
                <a:latin typeface="Times New Roman"/>
                <a:cs typeface="Times New Roman"/>
              </a:rPr>
              <a:t> </a:t>
            </a:r>
            <a:r>
              <a:rPr sz="2200" dirty="0">
                <a:solidFill>
                  <a:srgbClr val="050505"/>
                </a:solidFill>
                <a:latin typeface="Times New Roman"/>
                <a:cs typeface="Times New Roman"/>
              </a:rPr>
              <a:t>its</a:t>
            </a:r>
            <a:r>
              <a:rPr sz="2200" spc="470" dirty="0">
                <a:solidFill>
                  <a:srgbClr val="050505"/>
                </a:solidFill>
                <a:latin typeface="Times New Roman"/>
                <a:cs typeface="Times New Roman"/>
              </a:rPr>
              <a:t> </a:t>
            </a:r>
            <a:r>
              <a:rPr sz="2200" dirty="0">
                <a:solidFill>
                  <a:srgbClr val="050505"/>
                </a:solidFill>
                <a:latin typeface="Times New Roman"/>
                <a:cs typeface="Times New Roman"/>
              </a:rPr>
              <a:t>guide</a:t>
            </a:r>
            <a:r>
              <a:rPr sz="2200" spc="5" dirty="0">
                <a:solidFill>
                  <a:srgbClr val="050505"/>
                </a:solidFill>
                <a:latin typeface="Times New Roman"/>
                <a:cs typeface="Times New Roman"/>
              </a:rPr>
              <a:t>  </a:t>
            </a:r>
            <a:r>
              <a:rPr sz="2200" dirty="0">
                <a:solidFill>
                  <a:srgbClr val="050505"/>
                </a:solidFill>
                <a:latin typeface="Times New Roman"/>
                <a:cs typeface="Times New Roman"/>
              </a:rPr>
              <a:t>to</a:t>
            </a:r>
            <a:r>
              <a:rPr sz="2200" spc="465" dirty="0">
                <a:solidFill>
                  <a:srgbClr val="050505"/>
                </a:solidFill>
                <a:latin typeface="Times New Roman"/>
                <a:cs typeface="Times New Roman"/>
              </a:rPr>
              <a:t> </a:t>
            </a:r>
            <a:r>
              <a:rPr sz="2200" dirty="0">
                <a:solidFill>
                  <a:srgbClr val="050505"/>
                </a:solidFill>
                <a:latin typeface="Times New Roman"/>
                <a:cs typeface="Times New Roman"/>
              </a:rPr>
              <a:t>determine</a:t>
            </a:r>
            <a:r>
              <a:rPr sz="2200" spc="65" dirty="0">
                <a:solidFill>
                  <a:srgbClr val="050505"/>
                </a:solidFill>
                <a:latin typeface="Times New Roman"/>
                <a:cs typeface="Times New Roman"/>
              </a:rPr>
              <a:t>  </a:t>
            </a:r>
            <a:r>
              <a:rPr sz="2200" dirty="0">
                <a:solidFill>
                  <a:srgbClr val="050505"/>
                </a:solidFill>
                <a:latin typeface="Times New Roman"/>
                <a:cs typeface="Times New Roman"/>
              </a:rPr>
              <a:t>which</a:t>
            </a:r>
            <a:r>
              <a:rPr sz="2200" spc="25" dirty="0">
                <a:solidFill>
                  <a:srgbClr val="050505"/>
                </a:solidFill>
                <a:latin typeface="Times New Roman"/>
                <a:cs typeface="Times New Roman"/>
              </a:rPr>
              <a:t>  </a:t>
            </a:r>
            <a:r>
              <a:rPr sz="2200" dirty="0">
                <a:solidFill>
                  <a:srgbClr val="050505"/>
                </a:solidFill>
                <a:latin typeface="Times New Roman"/>
                <a:cs typeface="Times New Roman"/>
              </a:rPr>
              <a:t>version</a:t>
            </a:r>
            <a:r>
              <a:rPr sz="2200" spc="10" dirty="0">
                <a:solidFill>
                  <a:srgbClr val="050505"/>
                </a:solidFill>
                <a:latin typeface="Times New Roman"/>
                <a:cs typeface="Times New Roman"/>
              </a:rPr>
              <a:t>  </a:t>
            </a:r>
            <a:r>
              <a:rPr sz="2200" spc="55" dirty="0">
                <a:solidFill>
                  <a:srgbClr val="050505"/>
                </a:solidFill>
                <a:latin typeface="Times New Roman"/>
                <a:cs typeface="Times New Roman"/>
              </a:rPr>
              <a:t>of</a:t>
            </a:r>
            <a:r>
              <a:rPr sz="2200" spc="515" dirty="0">
                <a:solidFill>
                  <a:srgbClr val="050505"/>
                </a:solidFill>
                <a:latin typeface="Times New Roman"/>
                <a:cs typeface="Times New Roman"/>
              </a:rPr>
              <a:t> </a:t>
            </a:r>
            <a:r>
              <a:rPr sz="2200" dirty="0">
                <a:solidFill>
                  <a:srgbClr val="050505"/>
                </a:solidFill>
                <a:latin typeface="Times New Roman"/>
                <a:cs typeface="Times New Roman"/>
              </a:rPr>
              <a:t>the</a:t>
            </a:r>
            <a:r>
              <a:rPr sz="2200" spc="445" dirty="0">
                <a:solidFill>
                  <a:srgbClr val="050505"/>
                </a:solidFill>
                <a:latin typeface="Times New Roman"/>
                <a:cs typeface="Times New Roman"/>
              </a:rPr>
              <a:t> </a:t>
            </a:r>
            <a:r>
              <a:rPr sz="2200" spc="-10" dirty="0">
                <a:solidFill>
                  <a:srgbClr val="050505"/>
                </a:solidFill>
                <a:latin typeface="Times New Roman"/>
                <a:cs typeface="Times New Roman"/>
              </a:rPr>
              <a:t>overloaded 	</a:t>
            </a:r>
            <a:r>
              <a:rPr sz="2200" dirty="0">
                <a:solidFill>
                  <a:srgbClr val="050505"/>
                </a:solidFill>
                <a:latin typeface="Times New Roman"/>
                <a:cs typeface="Times New Roman"/>
              </a:rPr>
              <a:t>method</a:t>
            </a:r>
            <a:r>
              <a:rPr sz="2200" spc="290" dirty="0">
                <a:solidFill>
                  <a:srgbClr val="050505"/>
                </a:solidFill>
                <a:latin typeface="Times New Roman"/>
                <a:cs typeface="Times New Roman"/>
              </a:rPr>
              <a:t> </a:t>
            </a:r>
            <a:r>
              <a:rPr sz="2200" dirty="0">
                <a:solidFill>
                  <a:srgbClr val="050505"/>
                </a:solidFill>
                <a:latin typeface="Times New Roman"/>
                <a:cs typeface="Times New Roman"/>
              </a:rPr>
              <a:t>to</a:t>
            </a:r>
            <a:r>
              <a:rPr sz="2200" spc="170" dirty="0">
                <a:solidFill>
                  <a:srgbClr val="050505"/>
                </a:solidFill>
                <a:latin typeface="Times New Roman"/>
                <a:cs typeface="Times New Roman"/>
              </a:rPr>
              <a:t> </a:t>
            </a:r>
            <a:r>
              <a:rPr sz="2200" dirty="0">
                <a:solidFill>
                  <a:srgbClr val="050505"/>
                </a:solidFill>
                <a:latin typeface="Times New Roman"/>
                <a:cs typeface="Times New Roman"/>
              </a:rPr>
              <a:t>actually</a:t>
            </a:r>
            <a:r>
              <a:rPr sz="2200" spc="270" dirty="0">
                <a:solidFill>
                  <a:srgbClr val="050505"/>
                </a:solidFill>
                <a:latin typeface="Times New Roman"/>
                <a:cs typeface="Times New Roman"/>
              </a:rPr>
              <a:t> </a:t>
            </a:r>
            <a:r>
              <a:rPr sz="2200" spc="-10" dirty="0">
                <a:solidFill>
                  <a:srgbClr val="050505"/>
                </a:solidFill>
                <a:latin typeface="Times New Roman"/>
                <a:cs typeface="Times New Roman"/>
              </a:rPr>
              <a:t>call.</a:t>
            </a:r>
            <a:endParaRPr sz="2200" dirty="0">
              <a:latin typeface="Times New Roman"/>
              <a:cs typeface="Times New Roman"/>
            </a:endParaRPr>
          </a:p>
          <a:p>
            <a:pPr marL="569595" marR="5080" indent="-340360" algn="just">
              <a:lnSpc>
                <a:spcPct val="104800"/>
              </a:lnSpc>
              <a:spcBef>
                <a:spcPts val="730"/>
              </a:spcBef>
              <a:buClr>
                <a:srgbClr val="D68048"/>
              </a:buClr>
              <a:buSzPct val="97727"/>
              <a:buFont typeface="Arial"/>
              <a:buChar char="□"/>
              <a:tabLst>
                <a:tab pos="572135" algn="l"/>
              </a:tabLst>
            </a:pPr>
            <a:r>
              <a:rPr sz="2200" spc="50" dirty="0">
                <a:solidFill>
                  <a:srgbClr val="050505"/>
                </a:solidFill>
                <a:latin typeface="Times New Roman"/>
                <a:cs typeface="Times New Roman"/>
              </a:rPr>
              <a:t>When</a:t>
            </a:r>
            <a:r>
              <a:rPr sz="2200" spc="340" dirty="0">
                <a:solidFill>
                  <a:srgbClr val="050505"/>
                </a:solidFill>
                <a:latin typeface="Times New Roman"/>
                <a:cs typeface="Times New Roman"/>
              </a:rPr>
              <a:t> </a:t>
            </a:r>
            <a:r>
              <a:rPr sz="2200" dirty="0">
                <a:solidFill>
                  <a:srgbClr val="050505"/>
                </a:solidFill>
                <a:latin typeface="Times New Roman"/>
                <a:cs typeface="Times New Roman"/>
              </a:rPr>
              <a:t>Java</a:t>
            </a:r>
            <a:r>
              <a:rPr sz="2200" spc="350" dirty="0">
                <a:solidFill>
                  <a:srgbClr val="050505"/>
                </a:solidFill>
                <a:latin typeface="Times New Roman"/>
                <a:cs typeface="Times New Roman"/>
              </a:rPr>
              <a:t> </a:t>
            </a:r>
            <a:r>
              <a:rPr sz="2200" dirty="0">
                <a:solidFill>
                  <a:srgbClr val="050505"/>
                </a:solidFill>
                <a:latin typeface="Times New Roman"/>
                <a:cs typeface="Times New Roman"/>
              </a:rPr>
              <a:t>encounters</a:t>
            </a:r>
            <a:r>
              <a:rPr sz="2200" spc="509" dirty="0">
                <a:solidFill>
                  <a:srgbClr val="050505"/>
                </a:solidFill>
                <a:latin typeface="Times New Roman"/>
                <a:cs typeface="Times New Roman"/>
              </a:rPr>
              <a:t> </a:t>
            </a:r>
            <a:r>
              <a:rPr sz="2200" spc="65" dirty="0">
                <a:solidFill>
                  <a:srgbClr val="050505"/>
                </a:solidFill>
                <a:latin typeface="Times New Roman"/>
                <a:cs typeface="Times New Roman"/>
              </a:rPr>
              <a:t>a</a:t>
            </a:r>
            <a:r>
              <a:rPr sz="2200" spc="310" dirty="0">
                <a:solidFill>
                  <a:srgbClr val="050505"/>
                </a:solidFill>
                <a:latin typeface="Times New Roman"/>
                <a:cs typeface="Times New Roman"/>
              </a:rPr>
              <a:t> </a:t>
            </a:r>
            <a:r>
              <a:rPr sz="2200" dirty="0">
                <a:solidFill>
                  <a:srgbClr val="050505"/>
                </a:solidFill>
                <a:latin typeface="Times New Roman"/>
                <a:cs typeface="Times New Roman"/>
              </a:rPr>
              <a:t>call</a:t>
            </a:r>
            <a:r>
              <a:rPr sz="2200" spc="320" dirty="0">
                <a:solidFill>
                  <a:srgbClr val="050505"/>
                </a:solidFill>
                <a:latin typeface="Times New Roman"/>
                <a:cs typeface="Times New Roman"/>
              </a:rPr>
              <a:t> </a:t>
            </a:r>
            <a:r>
              <a:rPr sz="2200" dirty="0">
                <a:solidFill>
                  <a:srgbClr val="050505"/>
                </a:solidFill>
                <a:latin typeface="Times New Roman"/>
                <a:cs typeface="Times New Roman"/>
              </a:rPr>
              <a:t>to</a:t>
            </a:r>
            <a:r>
              <a:rPr sz="2200" spc="300" dirty="0">
                <a:solidFill>
                  <a:srgbClr val="050505"/>
                </a:solidFill>
                <a:latin typeface="Times New Roman"/>
                <a:cs typeface="Times New Roman"/>
              </a:rPr>
              <a:t> </a:t>
            </a:r>
            <a:r>
              <a:rPr sz="2200" spc="70" dirty="0">
                <a:solidFill>
                  <a:srgbClr val="050505"/>
                </a:solidFill>
                <a:latin typeface="Times New Roman"/>
                <a:cs typeface="Times New Roman"/>
              </a:rPr>
              <a:t>an</a:t>
            </a:r>
            <a:r>
              <a:rPr sz="2200" spc="285" dirty="0">
                <a:solidFill>
                  <a:srgbClr val="050505"/>
                </a:solidFill>
                <a:latin typeface="Times New Roman"/>
                <a:cs typeface="Times New Roman"/>
              </a:rPr>
              <a:t> </a:t>
            </a:r>
            <a:r>
              <a:rPr sz="2200" dirty="0">
                <a:solidFill>
                  <a:srgbClr val="050505"/>
                </a:solidFill>
                <a:latin typeface="Times New Roman"/>
                <a:cs typeface="Times New Roman"/>
              </a:rPr>
              <a:t>overloaded</a:t>
            </a:r>
            <a:r>
              <a:rPr sz="2200" spc="395" dirty="0">
                <a:solidFill>
                  <a:srgbClr val="050505"/>
                </a:solidFill>
                <a:latin typeface="Times New Roman"/>
                <a:cs typeface="Times New Roman"/>
              </a:rPr>
              <a:t> </a:t>
            </a:r>
            <a:r>
              <a:rPr sz="2200" dirty="0">
                <a:solidFill>
                  <a:srgbClr val="050505"/>
                </a:solidFill>
                <a:latin typeface="Times New Roman"/>
                <a:cs typeface="Times New Roman"/>
              </a:rPr>
              <a:t>method,</a:t>
            </a:r>
            <a:r>
              <a:rPr sz="2200" spc="465" dirty="0">
                <a:solidFill>
                  <a:srgbClr val="050505"/>
                </a:solidFill>
                <a:latin typeface="Times New Roman"/>
                <a:cs typeface="Times New Roman"/>
              </a:rPr>
              <a:t> </a:t>
            </a:r>
            <a:r>
              <a:rPr sz="2200" dirty="0">
                <a:solidFill>
                  <a:srgbClr val="050505"/>
                </a:solidFill>
                <a:latin typeface="Times New Roman"/>
                <a:cs typeface="Times New Roman"/>
              </a:rPr>
              <a:t>it</a:t>
            </a:r>
            <a:r>
              <a:rPr sz="2200" spc="320" dirty="0">
                <a:solidFill>
                  <a:srgbClr val="050505"/>
                </a:solidFill>
                <a:latin typeface="Times New Roman"/>
                <a:cs typeface="Times New Roman"/>
              </a:rPr>
              <a:t> </a:t>
            </a:r>
            <a:r>
              <a:rPr sz="2200" dirty="0">
                <a:solidFill>
                  <a:srgbClr val="050505"/>
                </a:solidFill>
                <a:latin typeface="Times New Roman"/>
                <a:cs typeface="Times New Roman"/>
              </a:rPr>
              <a:t>simply</a:t>
            </a:r>
            <a:r>
              <a:rPr sz="2200" spc="420" dirty="0">
                <a:solidFill>
                  <a:srgbClr val="050505"/>
                </a:solidFill>
                <a:latin typeface="Times New Roman"/>
                <a:cs typeface="Times New Roman"/>
              </a:rPr>
              <a:t> </a:t>
            </a:r>
            <a:r>
              <a:rPr sz="2200" spc="-10" dirty="0">
                <a:solidFill>
                  <a:srgbClr val="050505"/>
                </a:solidFill>
                <a:latin typeface="Times New Roman"/>
                <a:cs typeface="Times New Roman"/>
              </a:rPr>
              <a:t>executes 	</a:t>
            </a:r>
            <a:r>
              <a:rPr sz="2200" dirty="0">
                <a:solidFill>
                  <a:srgbClr val="050505"/>
                </a:solidFill>
                <a:latin typeface="Times New Roman"/>
                <a:cs typeface="Times New Roman"/>
              </a:rPr>
              <a:t>the</a:t>
            </a:r>
            <a:r>
              <a:rPr sz="2200" spc="335" dirty="0">
                <a:solidFill>
                  <a:srgbClr val="050505"/>
                </a:solidFill>
                <a:latin typeface="Times New Roman"/>
                <a:cs typeface="Times New Roman"/>
              </a:rPr>
              <a:t> </a:t>
            </a:r>
            <a:r>
              <a:rPr sz="2200" dirty="0">
                <a:solidFill>
                  <a:srgbClr val="050505"/>
                </a:solidFill>
                <a:latin typeface="Times New Roman"/>
                <a:cs typeface="Times New Roman"/>
              </a:rPr>
              <a:t>version</a:t>
            </a:r>
            <a:r>
              <a:rPr sz="2200" spc="405" dirty="0">
                <a:solidFill>
                  <a:srgbClr val="050505"/>
                </a:solidFill>
                <a:latin typeface="Times New Roman"/>
                <a:cs typeface="Times New Roman"/>
              </a:rPr>
              <a:t> </a:t>
            </a:r>
            <a:r>
              <a:rPr sz="2200" dirty="0">
                <a:solidFill>
                  <a:srgbClr val="050505"/>
                </a:solidFill>
                <a:latin typeface="Times New Roman"/>
                <a:cs typeface="Times New Roman"/>
              </a:rPr>
              <a:t>of</a:t>
            </a:r>
            <a:r>
              <a:rPr sz="2200" spc="375" dirty="0">
                <a:solidFill>
                  <a:srgbClr val="050505"/>
                </a:solidFill>
                <a:latin typeface="Times New Roman"/>
                <a:cs typeface="Times New Roman"/>
              </a:rPr>
              <a:t> </a:t>
            </a:r>
            <a:r>
              <a:rPr sz="2200" dirty="0">
                <a:solidFill>
                  <a:srgbClr val="050505"/>
                </a:solidFill>
                <a:latin typeface="Times New Roman"/>
                <a:cs typeface="Times New Roman"/>
              </a:rPr>
              <a:t>the</a:t>
            </a:r>
            <a:r>
              <a:rPr sz="2200" spc="365" dirty="0">
                <a:solidFill>
                  <a:srgbClr val="050505"/>
                </a:solidFill>
                <a:latin typeface="Times New Roman"/>
                <a:cs typeface="Times New Roman"/>
              </a:rPr>
              <a:t> </a:t>
            </a:r>
            <a:r>
              <a:rPr sz="2200" dirty="0">
                <a:solidFill>
                  <a:srgbClr val="050505"/>
                </a:solidFill>
                <a:latin typeface="Times New Roman"/>
                <a:cs typeface="Times New Roman"/>
              </a:rPr>
              <a:t>method</a:t>
            </a:r>
            <a:r>
              <a:rPr sz="2200" spc="390" dirty="0">
                <a:solidFill>
                  <a:srgbClr val="050505"/>
                </a:solidFill>
                <a:latin typeface="Times New Roman"/>
                <a:cs typeface="Times New Roman"/>
              </a:rPr>
              <a:t> </a:t>
            </a:r>
            <a:r>
              <a:rPr sz="2200" dirty="0">
                <a:solidFill>
                  <a:srgbClr val="050505"/>
                </a:solidFill>
                <a:latin typeface="Times New Roman"/>
                <a:cs typeface="Times New Roman"/>
              </a:rPr>
              <a:t>whose</a:t>
            </a:r>
            <a:r>
              <a:rPr sz="2200" spc="440" dirty="0">
                <a:solidFill>
                  <a:srgbClr val="050505"/>
                </a:solidFill>
                <a:latin typeface="Times New Roman"/>
                <a:cs typeface="Times New Roman"/>
              </a:rPr>
              <a:t> </a:t>
            </a:r>
            <a:r>
              <a:rPr sz="2200" dirty="0">
                <a:solidFill>
                  <a:srgbClr val="050505"/>
                </a:solidFill>
                <a:latin typeface="Times New Roman"/>
                <a:cs typeface="Times New Roman"/>
              </a:rPr>
              <a:t>parameters</a:t>
            </a:r>
            <a:r>
              <a:rPr sz="2200" spc="490" dirty="0">
                <a:solidFill>
                  <a:srgbClr val="050505"/>
                </a:solidFill>
                <a:latin typeface="Times New Roman"/>
                <a:cs typeface="Times New Roman"/>
              </a:rPr>
              <a:t> </a:t>
            </a:r>
            <a:r>
              <a:rPr sz="2200" dirty="0">
                <a:solidFill>
                  <a:srgbClr val="050505"/>
                </a:solidFill>
                <a:latin typeface="Times New Roman"/>
                <a:cs typeface="Times New Roman"/>
              </a:rPr>
              <a:t>match</a:t>
            </a:r>
            <a:r>
              <a:rPr sz="2200" spc="375" dirty="0">
                <a:solidFill>
                  <a:srgbClr val="050505"/>
                </a:solidFill>
                <a:latin typeface="Times New Roman"/>
                <a:cs typeface="Times New Roman"/>
              </a:rPr>
              <a:t> </a:t>
            </a:r>
            <a:r>
              <a:rPr sz="2200" dirty="0">
                <a:solidFill>
                  <a:srgbClr val="050505"/>
                </a:solidFill>
                <a:latin typeface="Times New Roman"/>
                <a:cs typeface="Times New Roman"/>
              </a:rPr>
              <a:t>the</a:t>
            </a:r>
            <a:r>
              <a:rPr sz="2200" spc="355" dirty="0">
                <a:solidFill>
                  <a:srgbClr val="050505"/>
                </a:solidFill>
                <a:latin typeface="Times New Roman"/>
                <a:cs typeface="Times New Roman"/>
              </a:rPr>
              <a:t> </a:t>
            </a:r>
            <a:r>
              <a:rPr sz="2200" dirty="0">
                <a:solidFill>
                  <a:srgbClr val="050505"/>
                </a:solidFill>
                <a:latin typeface="Times New Roman"/>
                <a:cs typeface="Times New Roman"/>
              </a:rPr>
              <a:t>arguments</a:t>
            </a:r>
            <a:r>
              <a:rPr sz="2200" spc="495" dirty="0">
                <a:solidFill>
                  <a:srgbClr val="050505"/>
                </a:solidFill>
                <a:latin typeface="Times New Roman"/>
                <a:cs typeface="Times New Roman"/>
              </a:rPr>
              <a:t> </a:t>
            </a:r>
            <a:r>
              <a:rPr sz="2200" dirty="0">
                <a:solidFill>
                  <a:srgbClr val="050505"/>
                </a:solidFill>
                <a:latin typeface="Times New Roman"/>
                <a:cs typeface="Times New Roman"/>
              </a:rPr>
              <a:t>used</a:t>
            </a:r>
            <a:r>
              <a:rPr sz="2200" spc="459" dirty="0">
                <a:solidFill>
                  <a:srgbClr val="050505"/>
                </a:solidFill>
                <a:latin typeface="Times New Roman"/>
                <a:cs typeface="Times New Roman"/>
              </a:rPr>
              <a:t> </a:t>
            </a:r>
            <a:r>
              <a:rPr sz="2200" spc="-25" dirty="0">
                <a:solidFill>
                  <a:srgbClr val="050505"/>
                </a:solidFill>
                <a:latin typeface="Times New Roman"/>
                <a:cs typeface="Times New Roman"/>
              </a:rPr>
              <a:t>in 	</a:t>
            </a:r>
            <a:r>
              <a:rPr sz="2200" dirty="0">
                <a:solidFill>
                  <a:srgbClr val="050505"/>
                </a:solidFill>
                <a:latin typeface="Times New Roman"/>
                <a:cs typeface="Times New Roman"/>
              </a:rPr>
              <a:t>the</a:t>
            </a:r>
            <a:r>
              <a:rPr sz="2200" spc="110" dirty="0">
                <a:solidFill>
                  <a:srgbClr val="050505"/>
                </a:solidFill>
                <a:latin typeface="Times New Roman"/>
                <a:cs typeface="Times New Roman"/>
              </a:rPr>
              <a:t> </a:t>
            </a:r>
            <a:r>
              <a:rPr sz="2200" spc="-10" dirty="0">
                <a:solidFill>
                  <a:srgbClr val="050505"/>
                </a:solidFill>
                <a:latin typeface="Times New Roman"/>
                <a:cs typeface="Times New Roman"/>
              </a:rPr>
              <a:t>call.</a:t>
            </a:r>
            <a:endParaRPr sz="2200" dirty="0">
              <a:latin typeface="Times New Roman"/>
              <a:cs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22860">
              <a:lnSpc>
                <a:spcPct val="100000"/>
              </a:lnSpc>
              <a:spcBef>
                <a:spcPts val="110"/>
              </a:spcBef>
            </a:pPr>
            <a:r>
              <a:rPr sz="4450" dirty="0">
                <a:solidFill>
                  <a:srgbClr val="755D52"/>
                </a:solidFill>
                <a:latin typeface="Times New Roman"/>
                <a:cs typeface="Times New Roman"/>
              </a:rPr>
              <a:t>Overloading</a:t>
            </a:r>
            <a:r>
              <a:rPr sz="4450" spc="590" dirty="0">
                <a:solidFill>
                  <a:srgbClr val="755D52"/>
                </a:solidFill>
                <a:latin typeface="Times New Roman"/>
                <a:cs typeface="Times New Roman"/>
              </a:rPr>
              <a:t> </a:t>
            </a:r>
            <a:r>
              <a:rPr sz="4450" dirty="0">
                <a:solidFill>
                  <a:srgbClr val="755D52"/>
                </a:solidFill>
                <a:latin typeface="Times New Roman"/>
                <a:cs typeface="Times New Roman"/>
              </a:rPr>
              <a:t>Methods</a:t>
            </a:r>
            <a:r>
              <a:rPr sz="4450" spc="755" dirty="0">
                <a:solidFill>
                  <a:srgbClr val="755D52"/>
                </a:solidFill>
                <a:latin typeface="Times New Roman"/>
                <a:cs typeface="Times New Roman"/>
              </a:rPr>
              <a:t> </a:t>
            </a:r>
            <a:r>
              <a:rPr sz="4450" dirty="0">
                <a:solidFill>
                  <a:srgbClr val="755D52"/>
                </a:solidFill>
                <a:latin typeface="Times New Roman"/>
                <a:cs typeface="Times New Roman"/>
              </a:rPr>
              <a:t>...</a:t>
            </a:r>
            <a:r>
              <a:rPr sz="4450" spc="130" dirty="0">
                <a:solidFill>
                  <a:srgbClr val="755D52"/>
                </a:solidFill>
                <a:latin typeface="Times New Roman"/>
                <a:cs typeface="Times New Roman"/>
              </a:rPr>
              <a:t> </a:t>
            </a:r>
            <a:r>
              <a:rPr sz="4450" spc="-10" dirty="0">
                <a:solidFill>
                  <a:srgbClr val="755D52"/>
                </a:solidFill>
                <a:latin typeface="Times New Roman"/>
                <a:cs typeface="Times New Roman"/>
              </a:rPr>
              <a:t>Example</a:t>
            </a:r>
            <a:endParaRPr sz="4450">
              <a:latin typeface="Times New Roman"/>
              <a:cs typeface="Times New Roman"/>
            </a:endParaRPr>
          </a:p>
        </p:txBody>
      </p:sp>
      <p:sp>
        <p:nvSpPr>
          <p:cNvPr id="3" name="object 3"/>
          <p:cNvSpPr txBox="1"/>
          <p:nvPr/>
        </p:nvSpPr>
        <p:spPr>
          <a:xfrm>
            <a:off x="543331" y="1361977"/>
            <a:ext cx="8307705" cy="4135120"/>
          </a:xfrm>
          <a:prstGeom prst="rect">
            <a:avLst/>
          </a:prstGeom>
        </p:spPr>
        <p:txBody>
          <a:bodyPr vert="horz" wrap="square" lIns="0" tIns="38100" rIns="0" bIns="0" rtlCol="0">
            <a:spAutoFit/>
          </a:bodyPr>
          <a:lstStyle/>
          <a:p>
            <a:pPr marL="12700">
              <a:lnSpc>
                <a:spcPct val="100000"/>
              </a:lnSpc>
              <a:spcBef>
                <a:spcPts val="300"/>
              </a:spcBef>
            </a:pPr>
            <a:endParaRPr sz="2750" dirty="0">
              <a:latin typeface="Times New Roman"/>
              <a:cs typeface="Times New Roman"/>
            </a:endParaRPr>
          </a:p>
          <a:p>
            <a:pPr marL="432434">
              <a:lnSpc>
                <a:spcPct val="100000"/>
              </a:lnSpc>
              <a:spcBef>
                <a:spcPts val="140"/>
              </a:spcBef>
            </a:pPr>
            <a:r>
              <a:rPr sz="1900" dirty="0">
                <a:solidFill>
                  <a:srgbClr val="050505"/>
                </a:solidFill>
                <a:latin typeface="Times New Roman"/>
                <a:cs typeface="Times New Roman"/>
              </a:rPr>
              <a:t>class</a:t>
            </a:r>
            <a:r>
              <a:rPr sz="1900" spc="195" dirty="0">
                <a:solidFill>
                  <a:srgbClr val="050505"/>
                </a:solidFill>
                <a:latin typeface="Times New Roman"/>
                <a:cs typeface="Times New Roman"/>
              </a:rPr>
              <a:t> </a:t>
            </a:r>
            <a:r>
              <a:rPr sz="1900" dirty="0">
                <a:solidFill>
                  <a:srgbClr val="050505"/>
                </a:solidFill>
                <a:latin typeface="Times New Roman"/>
                <a:cs typeface="Times New Roman"/>
              </a:rPr>
              <a:t>OverloadDemo</a:t>
            </a:r>
            <a:r>
              <a:rPr sz="1900" spc="484" dirty="0">
                <a:solidFill>
                  <a:srgbClr val="050505"/>
                </a:solidFill>
                <a:latin typeface="Times New Roman"/>
                <a:cs typeface="Times New Roman"/>
              </a:rPr>
              <a:t> </a:t>
            </a:r>
            <a:r>
              <a:rPr sz="1900" spc="-50" dirty="0">
                <a:solidFill>
                  <a:srgbClr val="050505"/>
                </a:solidFill>
                <a:latin typeface="Times New Roman"/>
                <a:cs typeface="Times New Roman"/>
              </a:rPr>
              <a:t>{</a:t>
            </a:r>
            <a:endParaRPr sz="1900" dirty="0">
              <a:latin typeface="Times New Roman"/>
              <a:cs typeface="Times New Roman"/>
            </a:endParaRPr>
          </a:p>
          <a:p>
            <a:pPr marL="1390015">
              <a:lnSpc>
                <a:spcPct val="100000"/>
              </a:lnSpc>
              <a:spcBef>
                <a:spcPts val="414"/>
              </a:spcBef>
            </a:pPr>
            <a:r>
              <a:rPr sz="1850" b="1" spc="55" dirty="0">
                <a:solidFill>
                  <a:srgbClr val="050505"/>
                </a:solidFill>
                <a:latin typeface="Times New Roman"/>
                <a:cs typeface="Times New Roman"/>
              </a:rPr>
              <a:t>void</a:t>
            </a:r>
            <a:r>
              <a:rPr sz="1850" b="1" spc="190" dirty="0">
                <a:solidFill>
                  <a:srgbClr val="050505"/>
                </a:solidFill>
                <a:latin typeface="Times New Roman"/>
                <a:cs typeface="Times New Roman"/>
              </a:rPr>
              <a:t> </a:t>
            </a:r>
            <a:r>
              <a:rPr sz="1850" b="1" dirty="0">
                <a:solidFill>
                  <a:srgbClr val="050505"/>
                </a:solidFill>
                <a:latin typeface="Times New Roman"/>
                <a:cs typeface="Times New Roman"/>
              </a:rPr>
              <a:t>test()</a:t>
            </a:r>
            <a:r>
              <a:rPr sz="1850" b="1" spc="215" dirty="0">
                <a:solidFill>
                  <a:srgbClr val="050505"/>
                </a:solidFill>
                <a:latin typeface="Times New Roman"/>
                <a:cs typeface="Times New Roman"/>
              </a:rPr>
              <a:t> </a:t>
            </a:r>
            <a:r>
              <a:rPr sz="1850" spc="10" dirty="0">
                <a:solidFill>
                  <a:srgbClr val="050505"/>
                </a:solidFill>
                <a:latin typeface="Times New Roman"/>
                <a:cs typeface="Times New Roman"/>
              </a:rPr>
              <a:t>{</a:t>
            </a:r>
            <a:endParaRPr sz="1850" dirty="0">
              <a:latin typeface="Times New Roman"/>
              <a:cs typeface="Times New Roman"/>
            </a:endParaRPr>
          </a:p>
          <a:p>
            <a:pPr marL="2351405">
              <a:lnSpc>
                <a:spcPct val="100000"/>
              </a:lnSpc>
              <a:spcBef>
                <a:spcPts val="370"/>
              </a:spcBef>
            </a:pPr>
            <a:r>
              <a:rPr sz="1900" spc="30" dirty="0">
                <a:solidFill>
                  <a:srgbClr val="050505"/>
                </a:solidFill>
                <a:latin typeface="Times New Roman"/>
                <a:cs typeface="Times New Roman"/>
              </a:rPr>
              <a:t>System.out.println("No</a:t>
            </a:r>
            <a:r>
              <a:rPr sz="1900" spc="130" dirty="0">
                <a:solidFill>
                  <a:srgbClr val="050505"/>
                </a:solidFill>
                <a:latin typeface="Times New Roman"/>
                <a:cs typeface="Times New Roman"/>
              </a:rPr>
              <a:t> </a:t>
            </a:r>
            <a:r>
              <a:rPr sz="1900" spc="-10" dirty="0">
                <a:solidFill>
                  <a:srgbClr val="050505"/>
                </a:solidFill>
                <a:latin typeface="Times New Roman"/>
                <a:cs typeface="Times New Roman"/>
              </a:rPr>
              <a:t>parameters");</a:t>
            </a:r>
            <a:endParaRPr sz="1900" dirty="0">
              <a:latin typeface="Times New Roman"/>
              <a:cs typeface="Times New Roman"/>
            </a:endParaRPr>
          </a:p>
          <a:p>
            <a:pPr marL="2038985">
              <a:lnSpc>
                <a:spcPct val="100000"/>
              </a:lnSpc>
              <a:spcBef>
                <a:spcPts val="535"/>
              </a:spcBef>
            </a:pPr>
            <a:r>
              <a:rPr sz="1750" spc="15" dirty="0">
                <a:solidFill>
                  <a:srgbClr val="050505"/>
                </a:solidFill>
                <a:latin typeface="Arial"/>
                <a:cs typeface="Arial"/>
              </a:rPr>
              <a:t>}</a:t>
            </a:r>
            <a:endParaRPr sz="1750" dirty="0">
              <a:latin typeface="Arial"/>
              <a:cs typeface="Arial"/>
            </a:endParaRPr>
          </a:p>
          <a:p>
            <a:pPr marL="2351405" marR="829310" indent="-961390">
              <a:lnSpc>
                <a:spcPts val="2690"/>
              </a:lnSpc>
              <a:spcBef>
                <a:spcPts val="114"/>
              </a:spcBef>
              <a:tabLst>
                <a:tab pos="3308350" algn="l"/>
              </a:tabLst>
            </a:pPr>
            <a:r>
              <a:rPr sz="1850" b="1" spc="55" dirty="0">
                <a:solidFill>
                  <a:srgbClr val="050505"/>
                </a:solidFill>
                <a:latin typeface="Times New Roman"/>
                <a:cs typeface="Times New Roman"/>
              </a:rPr>
              <a:t>void</a:t>
            </a:r>
            <a:r>
              <a:rPr sz="1850" b="1" spc="165" dirty="0">
                <a:solidFill>
                  <a:srgbClr val="050505"/>
                </a:solidFill>
                <a:latin typeface="Times New Roman"/>
                <a:cs typeface="Times New Roman"/>
              </a:rPr>
              <a:t> </a:t>
            </a:r>
            <a:r>
              <a:rPr sz="1850" b="1" dirty="0">
                <a:solidFill>
                  <a:srgbClr val="050505"/>
                </a:solidFill>
                <a:latin typeface="Times New Roman"/>
                <a:cs typeface="Times New Roman"/>
              </a:rPr>
              <a:t>test(int</a:t>
            </a:r>
            <a:r>
              <a:rPr sz="1850" b="1" spc="254" dirty="0">
                <a:solidFill>
                  <a:srgbClr val="050505"/>
                </a:solidFill>
                <a:latin typeface="Times New Roman"/>
                <a:cs typeface="Times New Roman"/>
              </a:rPr>
              <a:t> </a:t>
            </a:r>
            <a:r>
              <a:rPr sz="1850" b="1" spc="75" dirty="0">
                <a:solidFill>
                  <a:srgbClr val="050505"/>
                </a:solidFill>
                <a:latin typeface="Times New Roman"/>
                <a:cs typeface="Times New Roman"/>
              </a:rPr>
              <a:t>a)</a:t>
            </a:r>
            <a:r>
              <a:rPr sz="1850" b="1" spc="125" dirty="0">
                <a:solidFill>
                  <a:srgbClr val="050505"/>
                </a:solidFill>
                <a:latin typeface="Times New Roman"/>
                <a:cs typeface="Times New Roman"/>
              </a:rPr>
              <a:t> </a:t>
            </a:r>
            <a:r>
              <a:rPr sz="1850" spc="35" dirty="0">
                <a:solidFill>
                  <a:srgbClr val="050505"/>
                </a:solidFill>
                <a:latin typeface="Times New Roman"/>
                <a:cs typeface="Times New Roman"/>
              </a:rPr>
              <a:t>{</a:t>
            </a:r>
            <a:r>
              <a:rPr sz="1850" dirty="0">
                <a:solidFill>
                  <a:srgbClr val="050505"/>
                </a:solidFill>
                <a:latin typeface="Times New Roman"/>
                <a:cs typeface="Times New Roman"/>
              </a:rPr>
              <a:t>	//</a:t>
            </a:r>
            <a:r>
              <a:rPr sz="1850" spc="130" dirty="0">
                <a:solidFill>
                  <a:srgbClr val="050505"/>
                </a:solidFill>
                <a:latin typeface="Times New Roman"/>
                <a:cs typeface="Times New Roman"/>
              </a:rPr>
              <a:t> </a:t>
            </a:r>
            <a:r>
              <a:rPr sz="1900" dirty="0">
                <a:solidFill>
                  <a:srgbClr val="050505"/>
                </a:solidFill>
                <a:latin typeface="Times New Roman"/>
                <a:cs typeface="Times New Roman"/>
              </a:rPr>
              <a:t>Overload</a:t>
            </a:r>
            <a:r>
              <a:rPr sz="1900" spc="290" dirty="0">
                <a:solidFill>
                  <a:srgbClr val="050505"/>
                </a:solidFill>
                <a:latin typeface="Times New Roman"/>
                <a:cs typeface="Times New Roman"/>
              </a:rPr>
              <a:t> </a:t>
            </a:r>
            <a:r>
              <a:rPr sz="1900" dirty="0">
                <a:solidFill>
                  <a:srgbClr val="050505"/>
                </a:solidFill>
                <a:latin typeface="Times New Roman"/>
                <a:cs typeface="Times New Roman"/>
              </a:rPr>
              <a:t>test</a:t>
            </a:r>
            <a:r>
              <a:rPr sz="1900" spc="145" dirty="0">
                <a:solidFill>
                  <a:srgbClr val="050505"/>
                </a:solidFill>
                <a:latin typeface="Times New Roman"/>
                <a:cs typeface="Times New Roman"/>
              </a:rPr>
              <a:t> </a:t>
            </a:r>
            <a:r>
              <a:rPr sz="1900" dirty="0">
                <a:solidFill>
                  <a:srgbClr val="050505"/>
                </a:solidFill>
                <a:latin typeface="Times New Roman"/>
                <a:cs typeface="Times New Roman"/>
              </a:rPr>
              <a:t>for</a:t>
            </a:r>
            <a:r>
              <a:rPr sz="1900" spc="170" dirty="0">
                <a:solidFill>
                  <a:srgbClr val="050505"/>
                </a:solidFill>
                <a:latin typeface="Times New Roman"/>
                <a:cs typeface="Times New Roman"/>
              </a:rPr>
              <a:t> </a:t>
            </a:r>
            <a:r>
              <a:rPr sz="1900" dirty="0">
                <a:solidFill>
                  <a:srgbClr val="050505"/>
                </a:solidFill>
                <a:latin typeface="Times New Roman"/>
                <a:cs typeface="Times New Roman"/>
              </a:rPr>
              <a:t>one</a:t>
            </a:r>
            <a:r>
              <a:rPr sz="1900" spc="145" dirty="0">
                <a:solidFill>
                  <a:srgbClr val="050505"/>
                </a:solidFill>
                <a:latin typeface="Times New Roman"/>
                <a:cs typeface="Times New Roman"/>
              </a:rPr>
              <a:t> </a:t>
            </a:r>
            <a:r>
              <a:rPr sz="1900" dirty="0">
                <a:solidFill>
                  <a:srgbClr val="050505"/>
                </a:solidFill>
                <a:latin typeface="Times New Roman"/>
                <a:cs typeface="Times New Roman"/>
              </a:rPr>
              <a:t>integer</a:t>
            </a:r>
            <a:r>
              <a:rPr sz="1900" spc="150" dirty="0">
                <a:solidFill>
                  <a:srgbClr val="050505"/>
                </a:solidFill>
                <a:latin typeface="Times New Roman"/>
                <a:cs typeface="Times New Roman"/>
              </a:rPr>
              <a:t> </a:t>
            </a:r>
            <a:r>
              <a:rPr sz="1900" spc="-10" dirty="0">
                <a:solidFill>
                  <a:srgbClr val="050505"/>
                </a:solidFill>
                <a:latin typeface="Times New Roman"/>
                <a:cs typeface="Times New Roman"/>
              </a:rPr>
              <a:t>parameter </a:t>
            </a:r>
            <a:r>
              <a:rPr sz="1900" spc="30" dirty="0">
                <a:solidFill>
                  <a:srgbClr val="050505"/>
                </a:solidFill>
                <a:latin typeface="Times New Roman"/>
                <a:cs typeface="Times New Roman"/>
              </a:rPr>
              <a:t>System.out.println("a:</a:t>
            </a:r>
            <a:r>
              <a:rPr sz="1900" spc="-50" dirty="0">
                <a:solidFill>
                  <a:srgbClr val="050505"/>
                </a:solidFill>
                <a:latin typeface="Times New Roman"/>
                <a:cs typeface="Times New Roman"/>
              </a:rPr>
              <a:t> </a:t>
            </a:r>
            <a:r>
              <a:rPr sz="1900" spc="30" dirty="0">
                <a:solidFill>
                  <a:srgbClr val="050505"/>
                </a:solidFill>
                <a:latin typeface="Times New Roman"/>
                <a:cs typeface="Times New Roman"/>
              </a:rPr>
              <a:t>"</a:t>
            </a:r>
            <a:r>
              <a:rPr sz="1900" spc="95" dirty="0">
                <a:solidFill>
                  <a:srgbClr val="050505"/>
                </a:solidFill>
                <a:latin typeface="Times New Roman"/>
                <a:cs typeface="Times New Roman"/>
              </a:rPr>
              <a:t> </a:t>
            </a:r>
            <a:r>
              <a:rPr sz="1900" spc="60" dirty="0">
                <a:solidFill>
                  <a:srgbClr val="050505"/>
                </a:solidFill>
                <a:latin typeface="Times New Roman"/>
                <a:cs typeface="Times New Roman"/>
              </a:rPr>
              <a:t>+</a:t>
            </a:r>
            <a:r>
              <a:rPr sz="1900" spc="75" dirty="0">
                <a:solidFill>
                  <a:srgbClr val="050505"/>
                </a:solidFill>
                <a:latin typeface="Times New Roman"/>
                <a:cs typeface="Times New Roman"/>
              </a:rPr>
              <a:t> </a:t>
            </a:r>
            <a:r>
              <a:rPr sz="1900" spc="-25" dirty="0">
                <a:solidFill>
                  <a:srgbClr val="050505"/>
                </a:solidFill>
                <a:latin typeface="Times New Roman"/>
                <a:cs typeface="Times New Roman"/>
              </a:rPr>
              <a:t>a);</a:t>
            </a:r>
            <a:endParaRPr sz="1900" dirty="0">
              <a:latin typeface="Times New Roman"/>
              <a:cs typeface="Times New Roman"/>
            </a:endParaRPr>
          </a:p>
          <a:p>
            <a:pPr marL="1974850">
              <a:lnSpc>
                <a:spcPct val="100000"/>
              </a:lnSpc>
              <a:spcBef>
                <a:spcPts val="380"/>
              </a:spcBef>
            </a:pPr>
            <a:r>
              <a:rPr sz="1750" spc="20" dirty="0">
                <a:solidFill>
                  <a:srgbClr val="050505"/>
                </a:solidFill>
                <a:latin typeface="Arial"/>
                <a:cs typeface="Arial"/>
              </a:rPr>
              <a:t>}</a:t>
            </a:r>
            <a:endParaRPr sz="1750" dirty="0">
              <a:latin typeface="Arial"/>
              <a:cs typeface="Arial"/>
            </a:endParaRPr>
          </a:p>
          <a:p>
            <a:pPr>
              <a:lnSpc>
                <a:spcPct val="100000"/>
              </a:lnSpc>
              <a:spcBef>
                <a:spcPts val="35"/>
              </a:spcBef>
            </a:pPr>
            <a:endParaRPr sz="2250" dirty="0">
              <a:latin typeface="Arial"/>
              <a:cs typeface="Arial"/>
            </a:endParaRPr>
          </a:p>
          <a:p>
            <a:pPr marL="2351405" marR="5080" indent="-958215">
              <a:lnSpc>
                <a:spcPct val="115799"/>
              </a:lnSpc>
              <a:tabLst>
                <a:tab pos="4017010" algn="l"/>
                <a:tab pos="6016625" algn="l"/>
              </a:tabLst>
            </a:pPr>
            <a:r>
              <a:rPr sz="1850" b="1" dirty="0">
                <a:solidFill>
                  <a:srgbClr val="050505"/>
                </a:solidFill>
                <a:latin typeface="Times New Roman"/>
                <a:cs typeface="Times New Roman"/>
              </a:rPr>
              <a:t>void</a:t>
            </a:r>
            <a:r>
              <a:rPr sz="1850" b="1" spc="170" dirty="0">
                <a:solidFill>
                  <a:srgbClr val="050505"/>
                </a:solidFill>
                <a:latin typeface="Times New Roman"/>
                <a:cs typeface="Times New Roman"/>
              </a:rPr>
              <a:t> </a:t>
            </a:r>
            <a:r>
              <a:rPr sz="1850" b="1" dirty="0">
                <a:solidFill>
                  <a:srgbClr val="050505"/>
                </a:solidFill>
                <a:latin typeface="Times New Roman"/>
                <a:cs typeface="Times New Roman"/>
              </a:rPr>
              <a:t>test(int</a:t>
            </a:r>
            <a:r>
              <a:rPr sz="1850" b="1" spc="254" dirty="0">
                <a:solidFill>
                  <a:srgbClr val="050505"/>
                </a:solidFill>
                <a:latin typeface="Times New Roman"/>
                <a:cs typeface="Times New Roman"/>
              </a:rPr>
              <a:t> </a:t>
            </a:r>
            <a:r>
              <a:rPr sz="1850" b="1" spc="60" dirty="0">
                <a:solidFill>
                  <a:srgbClr val="050505"/>
                </a:solidFill>
                <a:latin typeface="Times New Roman"/>
                <a:cs typeface="Times New Roman"/>
              </a:rPr>
              <a:t>a,</a:t>
            </a:r>
            <a:r>
              <a:rPr sz="1850" b="1" spc="105" dirty="0">
                <a:solidFill>
                  <a:srgbClr val="050505"/>
                </a:solidFill>
                <a:latin typeface="Times New Roman"/>
                <a:cs typeface="Times New Roman"/>
              </a:rPr>
              <a:t> </a:t>
            </a:r>
            <a:r>
              <a:rPr sz="1850" b="1" spc="55" dirty="0">
                <a:solidFill>
                  <a:srgbClr val="050505"/>
                </a:solidFill>
                <a:latin typeface="Times New Roman"/>
                <a:cs typeface="Times New Roman"/>
              </a:rPr>
              <a:t>int</a:t>
            </a:r>
            <a:r>
              <a:rPr sz="1850" b="1" spc="165" dirty="0">
                <a:solidFill>
                  <a:srgbClr val="050505"/>
                </a:solidFill>
                <a:latin typeface="Times New Roman"/>
                <a:cs typeface="Times New Roman"/>
              </a:rPr>
              <a:t> </a:t>
            </a:r>
            <a:r>
              <a:rPr sz="1850" b="1" spc="60" dirty="0">
                <a:solidFill>
                  <a:srgbClr val="050505"/>
                </a:solidFill>
                <a:latin typeface="Times New Roman"/>
                <a:cs typeface="Times New Roman"/>
              </a:rPr>
              <a:t>b)</a:t>
            </a:r>
            <a:r>
              <a:rPr sz="1850" b="1" spc="130" dirty="0">
                <a:solidFill>
                  <a:srgbClr val="050505"/>
                </a:solidFill>
                <a:latin typeface="Times New Roman"/>
                <a:cs typeface="Times New Roman"/>
              </a:rPr>
              <a:t> </a:t>
            </a:r>
            <a:r>
              <a:rPr sz="1850" spc="20" dirty="0">
                <a:solidFill>
                  <a:srgbClr val="050505"/>
                </a:solidFill>
                <a:latin typeface="Times New Roman"/>
                <a:cs typeface="Times New Roman"/>
              </a:rPr>
              <a:t>{</a:t>
            </a:r>
            <a:r>
              <a:rPr sz="1850" dirty="0">
                <a:solidFill>
                  <a:srgbClr val="050505"/>
                </a:solidFill>
                <a:latin typeface="Times New Roman"/>
                <a:cs typeface="Times New Roman"/>
              </a:rPr>
              <a:t>	//</a:t>
            </a:r>
            <a:r>
              <a:rPr sz="1850" spc="125" dirty="0">
                <a:solidFill>
                  <a:srgbClr val="050505"/>
                </a:solidFill>
                <a:latin typeface="Times New Roman"/>
                <a:cs typeface="Times New Roman"/>
              </a:rPr>
              <a:t> </a:t>
            </a:r>
            <a:r>
              <a:rPr sz="1900" dirty="0">
                <a:solidFill>
                  <a:srgbClr val="050505"/>
                </a:solidFill>
                <a:latin typeface="Times New Roman"/>
                <a:cs typeface="Times New Roman"/>
              </a:rPr>
              <a:t>Overload</a:t>
            </a:r>
            <a:r>
              <a:rPr sz="1900" spc="270" dirty="0">
                <a:solidFill>
                  <a:srgbClr val="050505"/>
                </a:solidFill>
                <a:latin typeface="Times New Roman"/>
                <a:cs typeface="Times New Roman"/>
              </a:rPr>
              <a:t> </a:t>
            </a:r>
            <a:r>
              <a:rPr sz="1900" dirty="0">
                <a:solidFill>
                  <a:srgbClr val="050505"/>
                </a:solidFill>
                <a:latin typeface="Times New Roman"/>
                <a:cs typeface="Times New Roman"/>
              </a:rPr>
              <a:t>test</a:t>
            </a:r>
            <a:r>
              <a:rPr sz="1900" spc="155" dirty="0">
                <a:solidFill>
                  <a:srgbClr val="050505"/>
                </a:solidFill>
                <a:latin typeface="Times New Roman"/>
                <a:cs typeface="Times New Roman"/>
              </a:rPr>
              <a:t> </a:t>
            </a:r>
            <a:r>
              <a:rPr sz="1900" dirty="0">
                <a:solidFill>
                  <a:srgbClr val="050505"/>
                </a:solidFill>
                <a:latin typeface="Times New Roman"/>
                <a:cs typeface="Times New Roman"/>
              </a:rPr>
              <a:t>for</a:t>
            </a:r>
            <a:r>
              <a:rPr sz="1900" spc="175" dirty="0">
                <a:solidFill>
                  <a:srgbClr val="050505"/>
                </a:solidFill>
                <a:latin typeface="Times New Roman"/>
                <a:cs typeface="Times New Roman"/>
              </a:rPr>
              <a:t> </a:t>
            </a:r>
            <a:r>
              <a:rPr sz="1900" dirty="0">
                <a:solidFill>
                  <a:srgbClr val="050505"/>
                </a:solidFill>
                <a:latin typeface="Times New Roman"/>
                <a:cs typeface="Times New Roman"/>
              </a:rPr>
              <a:t>two</a:t>
            </a:r>
            <a:r>
              <a:rPr sz="1900" spc="140" dirty="0">
                <a:solidFill>
                  <a:srgbClr val="050505"/>
                </a:solidFill>
                <a:latin typeface="Times New Roman"/>
                <a:cs typeface="Times New Roman"/>
              </a:rPr>
              <a:t> </a:t>
            </a:r>
            <a:r>
              <a:rPr sz="1900" dirty="0">
                <a:solidFill>
                  <a:srgbClr val="050505"/>
                </a:solidFill>
                <a:latin typeface="Times New Roman"/>
                <a:cs typeface="Times New Roman"/>
              </a:rPr>
              <a:t>integer</a:t>
            </a:r>
            <a:r>
              <a:rPr sz="1900" spc="225" dirty="0">
                <a:solidFill>
                  <a:srgbClr val="050505"/>
                </a:solidFill>
                <a:latin typeface="Times New Roman"/>
                <a:cs typeface="Times New Roman"/>
              </a:rPr>
              <a:t> </a:t>
            </a:r>
            <a:r>
              <a:rPr sz="1900" spc="-10" dirty="0">
                <a:solidFill>
                  <a:srgbClr val="050505"/>
                </a:solidFill>
                <a:latin typeface="Times New Roman"/>
                <a:cs typeface="Times New Roman"/>
              </a:rPr>
              <a:t>parameters </a:t>
            </a:r>
            <a:r>
              <a:rPr sz="1900" spc="20" dirty="0">
                <a:solidFill>
                  <a:srgbClr val="050505"/>
                </a:solidFill>
                <a:latin typeface="Times New Roman"/>
                <a:cs typeface="Times New Roman"/>
              </a:rPr>
              <a:t>System.out.println("a</a:t>
            </a:r>
            <a:r>
              <a:rPr sz="1900" spc="30" dirty="0">
                <a:solidFill>
                  <a:srgbClr val="050505"/>
                </a:solidFill>
                <a:latin typeface="Times New Roman"/>
                <a:cs typeface="Times New Roman"/>
              </a:rPr>
              <a:t> </a:t>
            </a:r>
            <a:r>
              <a:rPr sz="1900" spc="20" dirty="0">
                <a:solidFill>
                  <a:srgbClr val="050505"/>
                </a:solidFill>
                <a:latin typeface="Times New Roman"/>
                <a:cs typeface="Times New Roman"/>
              </a:rPr>
              <a:t>and</a:t>
            </a:r>
            <a:r>
              <a:rPr sz="1900" spc="120" dirty="0">
                <a:solidFill>
                  <a:srgbClr val="050505"/>
                </a:solidFill>
                <a:latin typeface="Times New Roman"/>
                <a:cs typeface="Times New Roman"/>
              </a:rPr>
              <a:t> </a:t>
            </a:r>
            <a:r>
              <a:rPr sz="1900" spc="55" dirty="0">
                <a:solidFill>
                  <a:srgbClr val="050505"/>
                </a:solidFill>
                <a:latin typeface="Times New Roman"/>
                <a:cs typeface="Times New Roman"/>
              </a:rPr>
              <a:t>b:</a:t>
            </a:r>
            <a:r>
              <a:rPr sz="1900" spc="65" dirty="0">
                <a:solidFill>
                  <a:srgbClr val="050505"/>
                </a:solidFill>
                <a:latin typeface="Times New Roman"/>
                <a:cs typeface="Times New Roman"/>
              </a:rPr>
              <a:t> </a:t>
            </a:r>
            <a:r>
              <a:rPr sz="1900" spc="60" dirty="0">
                <a:solidFill>
                  <a:srgbClr val="050505"/>
                </a:solidFill>
                <a:latin typeface="Times New Roman"/>
                <a:cs typeface="Times New Roman"/>
              </a:rPr>
              <a:t>"</a:t>
            </a:r>
            <a:r>
              <a:rPr sz="1900" spc="120" dirty="0">
                <a:solidFill>
                  <a:srgbClr val="050505"/>
                </a:solidFill>
                <a:latin typeface="Times New Roman"/>
                <a:cs typeface="Times New Roman"/>
              </a:rPr>
              <a:t> </a:t>
            </a:r>
            <a:r>
              <a:rPr sz="1900" spc="50" dirty="0">
                <a:solidFill>
                  <a:srgbClr val="050505"/>
                </a:solidFill>
                <a:latin typeface="Times New Roman"/>
                <a:cs typeface="Times New Roman"/>
              </a:rPr>
              <a:t>+a+</a:t>
            </a:r>
            <a:r>
              <a:rPr sz="1900" dirty="0">
                <a:solidFill>
                  <a:srgbClr val="050505"/>
                </a:solidFill>
                <a:latin typeface="Times New Roman"/>
                <a:cs typeface="Times New Roman"/>
              </a:rPr>
              <a:t>	</a:t>
            </a:r>
            <a:r>
              <a:rPr sz="1900" spc="60" dirty="0">
                <a:solidFill>
                  <a:srgbClr val="050505"/>
                </a:solidFill>
                <a:latin typeface="Times New Roman"/>
                <a:cs typeface="Times New Roman"/>
              </a:rPr>
              <a:t>"</a:t>
            </a:r>
            <a:r>
              <a:rPr sz="1900" spc="-10" dirty="0">
                <a:solidFill>
                  <a:srgbClr val="050505"/>
                </a:solidFill>
                <a:latin typeface="Times New Roman"/>
                <a:cs typeface="Times New Roman"/>
              </a:rPr>
              <a:t> </a:t>
            </a:r>
            <a:r>
              <a:rPr sz="1900" spc="60" dirty="0">
                <a:solidFill>
                  <a:srgbClr val="050505"/>
                </a:solidFill>
                <a:latin typeface="Times New Roman"/>
                <a:cs typeface="Times New Roman"/>
              </a:rPr>
              <a:t>"</a:t>
            </a:r>
            <a:r>
              <a:rPr sz="1900" spc="10" dirty="0">
                <a:solidFill>
                  <a:srgbClr val="050505"/>
                </a:solidFill>
                <a:latin typeface="Times New Roman"/>
                <a:cs typeface="Times New Roman"/>
              </a:rPr>
              <a:t> </a:t>
            </a:r>
            <a:r>
              <a:rPr sz="1900" spc="60" dirty="0">
                <a:solidFill>
                  <a:srgbClr val="050505"/>
                </a:solidFill>
                <a:latin typeface="Times New Roman"/>
                <a:cs typeface="Times New Roman"/>
              </a:rPr>
              <a:t>+</a:t>
            </a:r>
            <a:r>
              <a:rPr sz="1900" spc="10" dirty="0">
                <a:solidFill>
                  <a:srgbClr val="050505"/>
                </a:solidFill>
                <a:latin typeface="Times New Roman"/>
                <a:cs typeface="Times New Roman"/>
              </a:rPr>
              <a:t> </a:t>
            </a:r>
            <a:r>
              <a:rPr sz="1900" spc="-25" dirty="0">
                <a:solidFill>
                  <a:srgbClr val="050505"/>
                </a:solidFill>
                <a:latin typeface="Times New Roman"/>
                <a:cs typeface="Times New Roman"/>
              </a:rPr>
              <a:t>b);</a:t>
            </a:r>
            <a:endParaRPr sz="1900" dirty="0">
              <a:latin typeface="Times New Roman"/>
              <a:cs typeface="Times New Roman"/>
            </a:endParaRPr>
          </a:p>
          <a:p>
            <a:pPr marL="1914525">
              <a:lnSpc>
                <a:spcPct val="100000"/>
              </a:lnSpc>
              <a:spcBef>
                <a:spcPts val="535"/>
              </a:spcBef>
            </a:pPr>
            <a:r>
              <a:rPr sz="1750" spc="35" dirty="0">
                <a:solidFill>
                  <a:srgbClr val="181818"/>
                </a:solidFill>
                <a:latin typeface="Arial"/>
                <a:cs typeface="Arial"/>
              </a:rPr>
              <a:t>}</a:t>
            </a:r>
            <a:endParaRPr sz="1750" dirty="0">
              <a:latin typeface="Arial"/>
              <a:cs typeface="Arial"/>
            </a:endParaRPr>
          </a:p>
        </p:txBody>
      </p:sp>
      <p:sp>
        <p:nvSpPr>
          <p:cNvPr id="4" name="object 4"/>
          <p:cNvSpPr txBox="1"/>
          <p:nvPr/>
        </p:nvSpPr>
        <p:spPr>
          <a:xfrm>
            <a:off x="1921197" y="5810691"/>
            <a:ext cx="6555105" cy="1394460"/>
          </a:xfrm>
          <a:prstGeom prst="rect">
            <a:avLst/>
          </a:prstGeom>
        </p:spPr>
        <p:txBody>
          <a:bodyPr vert="horz" wrap="square" lIns="0" tIns="12700" rIns="0" bIns="0" rtlCol="0">
            <a:spAutoFit/>
          </a:bodyPr>
          <a:lstStyle/>
          <a:p>
            <a:pPr marL="836294" marR="320040" indent="-824230">
              <a:lnSpc>
                <a:spcPct val="115799"/>
              </a:lnSpc>
              <a:spcBef>
                <a:spcPts val="100"/>
              </a:spcBef>
              <a:tabLst>
                <a:tab pos="2386965" algn="l"/>
              </a:tabLst>
            </a:pPr>
            <a:r>
              <a:rPr sz="1850" b="1" spc="55" dirty="0">
                <a:solidFill>
                  <a:srgbClr val="050505"/>
                </a:solidFill>
                <a:latin typeface="Times New Roman"/>
                <a:cs typeface="Times New Roman"/>
              </a:rPr>
              <a:t>void</a:t>
            </a:r>
            <a:r>
              <a:rPr sz="1850" b="1" spc="215" dirty="0">
                <a:solidFill>
                  <a:srgbClr val="050505"/>
                </a:solidFill>
                <a:latin typeface="Times New Roman"/>
                <a:cs typeface="Times New Roman"/>
              </a:rPr>
              <a:t> </a:t>
            </a:r>
            <a:r>
              <a:rPr sz="1850" b="1" dirty="0">
                <a:solidFill>
                  <a:srgbClr val="050505"/>
                </a:solidFill>
                <a:latin typeface="Times New Roman"/>
                <a:cs typeface="Times New Roman"/>
              </a:rPr>
              <a:t>test(double</a:t>
            </a:r>
            <a:r>
              <a:rPr sz="1850" b="1" spc="390" dirty="0">
                <a:solidFill>
                  <a:srgbClr val="050505"/>
                </a:solidFill>
                <a:latin typeface="Times New Roman"/>
                <a:cs typeface="Times New Roman"/>
              </a:rPr>
              <a:t> </a:t>
            </a:r>
            <a:r>
              <a:rPr sz="1850" b="1" spc="65" dirty="0">
                <a:solidFill>
                  <a:srgbClr val="050505"/>
                </a:solidFill>
                <a:latin typeface="Times New Roman"/>
                <a:cs typeface="Times New Roman"/>
              </a:rPr>
              <a:t>a)</a:t>
            </a:r>
            <a:r>
              <a:rPr sz="1850" b="1" spc="165" dirty="0">
                <a:solidFill>
                  <a:srgbClr val="050505"/>
                </a:solidFill>
                <a:latin typeface="Times New Roman"/>
                <a:cs typeface="Times New Roman"/>
              </a:rPr>
              <a:t> </a:t>
            </a:r>
            <a:r>
              <a:rPr sz="1850" spc="25" dirty="0">
                <a:solidFill>
                  <a:srgbClr val="181818"/>
                </a:solidFill>
                <a:latin typeface="Times New Roman"/>
                <a:cs typeface="Times New Roman"/>
              </a:rPr>
              <a:t>{</a:t>
            </a:r>
            <a:r>
              <a:rPr sz="1850" dirty="0">
                <a:solidFill>
                  <a:srgbClr val="181818"/>
                </a:solidFill>
                <a:latin typeface="Times New Roman"/>
                <a:cs typeface="Times New Roman"/>
              </a:rPr>
              <a:t>	</a:t>
            </a:r>
            <a:r>
              <a:rPr sz="1850" dirty="0">
                <a:solidFill>
                  <a:srgbClr val="050505"/>
                </a:solidFill>
                <a:latin typeface="Times New Roman"/>
                <a:cs typeface="Times New Roman"/>
              </a:rPr>
              <a:t>//</a:t>
            </a:r>
            <a:r>
              <a:rPr sz="1850" spc="125" dirty="0">
                <a:solidFill>
                  <a:srgbClr val="050505"/>
                </a:solidFill>
                <a:latin typeface="Times New Roman"/>
                <a:cs typeface="Times New Roman"/>
              </a:rPr>
              <a:t> </a:t>
            </a:r>
            <a:r>
              <a:rPr sz="1900" dirty="0">
                <a:solidFill>
                  <a:srgbClr val="050505"/>
                </a:solidFill>
                <a:latin typeface="Times New Roman"/>
                <a:cs typeface="Times New Roman"/>
              </a:rPr>
              <a:t>overload</a:t>
            </a:r>
            <a:r>
              <a:rPr sz="1900" spc="185" dirty="0">
                <a:solidFill>
                  <a:srgbClr val="050505"/>
                </a:solidFill>
                <a:latin typeface="Times New Roman"/>
                <a:cs typeface="Times New Roman"/>
              </a:rPr>
              <a:t> </a:t>
            </a:r>
            <a:r>
              <a:rPr sz="1900" dirty="0">
                <a:solidFill>
                  <a:srgbClr val="050505"/>
                </a:solidFill>
                <a:latin typeface="Times New Roman"/>
                <a:cs typeface="Times New Roman"/>
              </a:rPr>
              <a:t>test</a:t>
            </a:r>
            <a:r>
              <a:rPr sz="1900" spc="155" dirty="0">
                <a:solidFill>
                  <a:srgbClr val="050505"/>
                </a:solidFill>
                <a:latin typeface="Times New Roman"/>
                <a:cs typeface="Times New Roman"/>
              </a:rPr>
              <a:t> </a:t>
            </a:r>
            <a:r>
              <a:rPr sz="1900" dirty="0">
                <a:solidFill>
                  <a:srgbClr val="050505"/>
                </a:solidFill>
                <a:latin typeface="Times New Roman"/>
                <a:cs typeface="Times New Roman"/>
              </a:rPr>
              <a:t>for</a:t>
            </a:r>
            <a:r>
              <a:rPr sz="1900" spc="145" dirty="0">
                <a:solidFill>
                  <a:srgbClr val="050505"/>
                </a:solidFill>
                <a:latin typeface="Times New Roman"/>
                <a:cs typeface="Times New Roman"/>
              </a:rPr>
              <a:t> </a:t>
            </a:r>
            <a:r>
              <a:rPr sz="1900" dirty="0">
                <a:solidFill>
                  <a:srgbClr val="050505"/>
                </a:solidFill>
                <a:latin typeface="Times New Roman"/>
                <a:cs typeface="Times New Roman"/>
              </a:rPr>
              <a:t>a</a:t>
            </a:r>
            <a:r>
              <a:rPr sz="1900" spc="95" dirty="0">
                <a:solidFill>
                  <a:srgbClr val="050505"/>
                </a:solidFill>
                <a:latin typeface="Times New Roman"/>
                <a:cs typeface="Times New Roman"/>
              </a:rPr>
              <a:t> </a:t>
            </a:r>
            <a:r>
              <a:rPr sz="1900" dirty="0">
                <a:solidFill>
                  <a:srgbClr val="050505"/>
                </a:solidFill>
                <a:latin typeface="Times New Roman"/>
                <a:cs typeface="Times New Roman"/>
              </a:rPr>
              <a:t>double</a:t>
            </a:r>
            <a:r>
              <a:rPr sz="1900" spc="210" dirty="0">
                <a:solidFill>
                  <a:srgbClr val="050505"/>
                </a:solidFill>
                <a:latin typeface="Times New Roman"/>
                <a:cs typeface="Times New Roman"/>
              </a:rPr>
              <a:t> </a:t>
            </a:r>
            <a:r>
              <a:rPr sz="1900" spc="-10" dirty="0">
                <a:solidFill>
                  <a:srgbClr val="050505"/>
                </a:solidFill>
                <a:latin typeface="Times New Roman"/>
                <a:cs typeface="Times New Roman"/>
              </a:rPr>
              <a:t>parameter </a:t>
            </a:r>
            <a:r>
              <a:rPr sz="1900" spc="30" dirty="0">
                <a:solidFill>
                  <a:srgbClr val="050505"/>
                </a:solidFill>
                <a:latin typeface="Times New Roman"/>
                <a:cs typeface="Times New Roman"/>
              </a:rPr>
              <a:t>System.out.println("double</a:t>
            </a:r>
            <a:r>
              <a:rPr sz="1900" spc="-35" dirty="0">
                <a:solidFill>
                  <a:srgbClr val="050505"/>
                </a:solidFill>
                <a:latin typeface="Times New Roman"/>
                <a:cs typeface="Times New Roman"/>
              </a:rPr>
              <a:t> </a:t>
            </a:r>
            <a:r>
              <a:rPr sz="1900" spc="30" dirty="0">
                <a:solidFill>
                  <a:srgbClr val="050505"/>
                </a:solidFill>
                <a:latin typeface="Times New Roman"/>
                <a:cs typeface="Times New Roman"/>
              </a:rPr>
              <a:t>a:</a:t>
            </a:r>
            <a:r>
              <a:rPr sz="1900" spc="20" dirty="0">
                <a:solidFill>
                  <a:srgbClr val="050505"/>
                </a:solidFill>
                <a:latin typeface="Times New Roman"/>
                <a:cs typeface="Times New Roman"/>
              </a:rPr>
              <a:t> </a:t>
            </a:r>
            <a:r>
              <a:rPr sz="1900" spc="50" dirty="0">
                <a:solidFill>
                  <a:srgbClr val="050505"/>
                </a:solidFill>
                <a:latin typeface="Times New Roman"/>
                <a:cs typeface="Times New Roman"/>
              </a:rPr>
              <a:t>"</a:t>
            </a:r>
            <a:r>
              <a:rPr sz="1900" spc="80" dirty="0">
                <a:solidFill>
                  <a:srgbClr val="050505"/>
                </a:solidFill>
                <a:latin typeface="Times New Roman"/>
                <a:cs typeface="Times New Roman"/>
              </a:rPr>
              <a:t> </a:t>
            </a:r>
            <a:r>
              <a:rPr sz="1900" spc="60" dirty="0">
                <a:solidFill>
                  <a:srgbClr val="050505"/>
                </a:solidFill>
                <a:latin typeface="Times New Roman"/>
                <a:cs typeface="Times New Roman"/>
              </a:rPr>
              <a:t>+</a:t>
            </a:r>
            <a:r>
              <a:rPr sz="1900" spc="85" dirty="0">
                <a:solidFill>
                  <a:srgbClr val="050505"/>
                </a:solidFill>
                <a:latin typeface="Times New Roman"/>
                <a:cs typeface="Times New Roman"/>
              </a:rPr>
              <a:t> </a:t>
            </a:r>
            <a:r>
              <a:rPr sz="1900" spc="-25" dirty="0">
                <a:solidFill>
                  <a:srgbClr val="050505"/>
                </a:solidFill>
                <a:latin typeface="Times New Roman"/>
                <a:cs typeface="Times New Roman"/>
              </a:rPr>
              <a:t>a);</a:t>
            </a:r>
            <a:endParaRPr sz="1900" dirty="0">
              <a:latin typeface="Times New Roman"/>
              <a:cs typeface="Times New Roman"/>
            </a:endParaRPr>
          </a:p>
          <a:p>
            <a:pPr marL="280670">
              <a:lnSpc>
                <a:spcPct val="100000"/>
              </a:lnSpc>
              <a:spcBef>
                <a:spcPts val="535"/>
              </a:spcBef>
            </a:pPr>
            <a:r>
              <a:rPr sz="1750" spc="20" dirty="0">
                <a:solidFill>
                  <a:srgbClr val="181818"/>
                </a:solidFill>
                <a:latin typeface="Arial"/>
                <a:cs typeface="Arial"/>
              </a:rPr>
              <a:t>}</a:t>
            </a:r>
            <a:endParaRPr sz="1750" dirty="0">
              <a:latin typeface="Arial"/>
              <a:cs typeface="Arial"/>
            </a:endParaRPr>
          </a:p>
          <a:p>
            <a:pPr marL="2007235">
              <a:lnSpc>
                <a:spcPct val="100000"/>
              </a:lnSpc>
              <a:spcBef>
                <a:spcPts val="1120"/>
              </a:spcBef>
            </a:pPr>
            <a:r>
              <a:rPr sz="1450" spc="-25" dirty="0">
                <a:solidFill>
                  <a:srgbClr val="755D52"/>
                </a:solidFill>
                <a:latin typeface="Times New Roman"/>
                <a:cs typeface="Times New Roman"/>
              </a:rPr>
              <a:t>.</a:t>
            </a:r>
            <a:endParaRPr sz="1450" dirty="0">
              <a:latin typeface="Times New Roman"/>
              <a:cs typeface="Times New Roman"/>
            </a:endParaRPr>
          </a:p>
        </p:txBody>
      </p:sp>
      <p:sp>
        <p:nvSpPr>
          <p:cNvPr id="5" name="object 5"/>
          <p:cNvSpPr txBox="1"/>
          <p:nvPr/>
        </p:nvSpPr>
        <p:spPr>
          <a:xfrm>
            <a:off x="1426723" y="6890811"/>
            <a:ext cx="100965" cy="285750"/>
          </a:xfrm>
          <a:prstGeom prst="rect">
            <a:avLst/>
          </a:prstGeom>
        </p:spPr>
        <p:txBody>
          <a:bodyPr vert="horz" wrap="square" lIns="0" tIns="13335" rIns="0" bIns="0" rtlCol="0">
            <a:spAutoFit/>
          </a:bodyPr>
          <a:lstStyle/>
          <a:p>
            <a:pPr marL="12700">
              <a:lnSpc>
                <a:spcPct val="100000"/>
              </a:lnSpc>
              <a:spcBef>
                <a:spcPts val="105"/>
              </a:spcBef>
            </a:pPr>
            <a:r>
              <a:rPr sz="1700" spc="20" dirty="0">
                <a:solidFill>
                  <a:srgbClr val="181818"/>
                </a:solidFill>
                <a:latin typeface="Arial"/>
                <a:cs typeface="Arial"/>
              </a:rPr>
              <a:t>}</a:t>
            </a:r>
            <a:endParaRPr sz="1700">
              <a:latin typeface="Arial"/>
              <a:cs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22860">
              <a:lnSpc>
                <a:spcPct val="100000"/>
              </a:lnSpc>
              <a:spcBef>
                <a:spcPts val="110"/>
              </a:spcBef>
            </a:pPr>
            <a:r>
              <a:rPr sz="4450" dirty="0">
                <a:solidFill>
                  <a:srgbClr val="79645B"/>
                </a:solidFill>
                <a:latin typeface="Times New Roman"/>
                <a:cs typeface="Times New Roman"/>
              </a:rPr>
              <a:t>Overloading</a:t>
            </a:r>
            <a:r>
              <a:rPr sz="4450" spc="590" dirty="0">
                <a:solidFill>
                  <a:srgbClr val="79645B"/>
                </a:solidFill>
                <a:latin typeface="Times New Roman"/>
                <a:cs typeface="Times New Roman"/>
              </a:rPr>
              <a:t> </a:t>
            </a:r>
            <a:r>
              <a:rPr sz="4450" dirty="0">
                <a:solidFill>
                  <a:srgbClr val="79645B"/>
                </a:solidFill>
                <a:latin typeface="Times New Roman"/>
                <a:cs typeface="Times New Roman"/>
              </a:rPr>
              <a:t>Methods</a:t>
            </a:r>
            <a:r>
              <a:rPr sz="4450" spc="755" dirty="0">
                <a:solidFill>
                  <a:srgbClr val="79645B"/>
                </a:solidFill>
                <a:latin typeface="Times New Roman"/>
                <a:cs typeface="Times New Roman"/>
              </a:rPr>
              <a:t> </a:t>
            </a:r>
            <a:r>
              <a:rPr sz="4450" dirty="0">
                <a:solidFill>
                  <a:srgbClr val="79645B"/>
                </a:solidFill>
                <a:latin typeface="Times New Roman"/>
                <a:cs typeface="Times New Roman"/>
              </a:rPr>
              <a:t>...</a:t>
            </a:r>
            <a:r>
              <a:rPr sz="4450" spc="130" dirty="0">
                <a:solidFill>
                  <a:srgbClr val="79645B"/>
                </a:solidFill>
                <a:latin typeface="Times New Roman"/>
                <a:cs typeface="Times New Roman"/>
              </a:rPr>
              <a:t> </a:t>
            </a:r>
            <a:r>
              <a:rPr sz="4450" spc="-10" dirty="0">
                <a:solidFill>
                  <a:srgbClr val="79645B"/>
                </a:solidFill>
                <a:latin typeface="Times New Roman"/>
                <a:cs typeface="Times New Roman"/>
              </a:rPr>
              <a:t>Example</a:t>
            </a:r>
            <a:endParaRPr sz="4450">
              <a:latin typeface="Times New Roman"/>
              <a:cs typeface="Times New Roman"/>
            </a:endParaRPr>
          </a:p>
        </p:txBody>
      </p:sp>
      <p:sp>
        <p:nvSpPr>
          <p:cNvPr id="3" name="object 3"/>
          <p:cNvSpPr txBox="1"/>
          <p:nvPr/>
        </p:nvSpPr>
        <p:spPr>
          <a:xfrm>
            <a:off x="88900" y="1099861"/>
            <a:ext cx="10286999" cy="6456639"/>
          </a:xfrm>
          <a:prstGeom prst="rect">
            <a:avLst/>
          </a:prstGeom>
        </p:spPr>
        <p:txBody>
          <a:bodyPr vert="horz" wrap="square" lIns="0" tIns="73660" rIns="0" bIns="0" rtlCol="0">
            <a:spAutoFit/>
          </a:bodyPr>
          <a:lstStyle/>
          <a:p>
            <a:pPr marL="378460">
              <a:lnSpc>
                <a:spcPct val="100000"/>
              </a:lnSpc>
              <a:spcBef>
                <a:spcPts val="555"/>
              </a:spcBef>
            </a:pPr>
            <a:r>
              <a:rPr lang="en-IN" sz="2550" spc="95" dirty="0">
                <a:solidFill>
                  <a:srgbClr val="010101"/>
                </a:solidFill>
                <a:latin typeface="Times New Roman"/>
                <a:cs typeface="Times New Roman"/>
              </a:rPr>
              <a:t>class</a:t>
            </a:r>
            <a:r>
              <a:rPr lang="en-IN" sz="2550" spc="130" dirty="0">
                <a:solidFill>
                  <a:srgbClr val="010101"/>
                </a:solidFill>
                <a:latin typeface="Times New Roman"/>
                <a:cs typeface="Times New Roman"/>
              </a:rPr>
              <a:t> </a:t>
            </a:r>
            <a:r>
              <a:rPr lang="en-IN" sz="2550" spc="105" dirty="0">
                <a:solidFill>
                  <a:srgbClr val="010101"/>
                </a:solidFill>
                <a:latin typeface="Times New Roman"/>
                <a:cs typeface="Times New Roman"/>
              </a:rPr>
              <a:t>Overload</a:t>
            </a:r>
            <a:r>
              <a:rPr lang="en-IN" sz="2550" spc="254" dirty="0">
                <a:solidFill>
                  <a:srgbClr val="010101"/>
                </a:solidFill>
                <a:latin typeface="Times New Roman"/>
                <a:cs typeface="Times New Roman"/>
              </a:rPr>
              <a:t> </a:t>
            </a:r>
            <a:r>
              <a:rPr lang="en-IN" sz="2550" spc="60" dirty="0">
                <a:solidFill>
                  <a:srgbClr val="010101"/>
                </a:solidFill>
                <a:latin typeface="Times New Roman"/>
                <a:cs typeface="Times New Roman"/>
              </a:rPr>
              <a:t>{</a:t>
            </a:r>
            <a:endParaRPr lang="en-IN" sz="2550" dirty="0">
              <a:latin typeface="Times New Roman"/>
              <a:cs typeface="Times New Roman"/>
            </a:endParaRPr>
          </a:p>
          <a:p>
            <a:pPr marL="1336040">
              <a:lnSpc>
                <a:spcPct val="100000"/>
              </a:lnSpc>
              <a:spcBef>
                <a:spcPts val="715"/>
              </a:spcBef>
            </a:pPr>
            <a:r>
              <a:rPr sz="2550" spc="100" dirty="0">
                <a:solidFill>
                  <a:srgbClr val="010101"/>
                </a:solidFill>
                <a:latin typeface="Times New Roman"/>
                <a:cs typeface="Times New Roman"/>
              </a:rPr>
              <a:t>public</a:t>
            </a:r>
            <a:r>
              <a:rPr sz="2550" spc="175" dirty="0">
                <a:solidFill>
                  <a:srgbClr val="010101"/>
                </a:solidFill>
                <a:latin typeface="Times New Roman"/>
                <a:cs typeface="Times New Roman"/>
              </a:rPr>
              <a:t> </a:t>
            </a:r>
            <a:r>
              <a:rPr sz="2550" spc="85" dirty="0">
                <a:solidFill>
                  <a:srgbClr val="010101"/>
                </a:solidFill>
                <a:latin typeface="Times New Roman"/>
                <a:cs typeface="Times New Roman"/>
              </a:rPr>
              <a:t>static</a:t>
            </a:r>
            <a:r>
              <a:rPr sz="2550" spc="95" dirty="0">
                <a:solidFill>
                  <a:srgbClr val="010101"/>
                </a:solidFill>
                <a:latin typeface="Times New Roman"/>
                <a:cs typeface="Times New Roman"/>
              </a:rPr>
              <a:t> </a:t>
            </a:r>
            <a:r>
              <a:rPr sz="2550" spc="120" dirty="0">
                <a:solidFill>
                  <a:srgbClr val="010101"/>
                </a:solidFill>
                <a:latin typeface="Times New Roman"/>
                <a:cs typeface="Times New Roman"/>
              </a:rPr>
              <a:t>void</a:t>
            </a:r>
            <a:r>
              <a:rPr sz="2550" spc="95" dirty="0">
                <a:solidFill>
                  <a:srgbClr val="010101"/>
                </a:solidFill>
                <a:latin typeface="Times New Roman"/>
                <a:cs typeface="Times New Roman"/>
              </a:rPr>
              <a:t> main(String</a:t>
            </a:r>
            <a:r>
              <a:rPr sz="2550" spc="290" dirty="0">
                <a:solidFill>
                  <a:srgbClr val="010101"/>
                </a:solidFill>
                <a:latin typeface="Times New Roman"/>
                <a:cs typeface="Times New Roman"/>
              </a:rPr>
              <a:t> </a:t>
            </a:r>
            <a:r>
              <a:rPr sz="2550" spc="85" dirty="0">
                <a:solidFill>
                  <a:srgbClr val="010101"/>
                </a:solidFill>
                <a:latin typeface="Times New Roman"/>
                <a:cs typeface="Times New Roman"/>
              </a:rPr>
              <a:t>args[])</a:t>
            </a:r>
            <a:r>
              <a:rPr sz="2550" spc="190" dirty="0">
                <a:solidFill>
                  <a:srgbClr val="010101"/>
                </a:solidFill>
                <a:latin typeface="Times New Roman"/>
                <a:cs typeface="Times New Roman"/>
              </a:rPr>
              <a:t> </a:t>
            </a:r>
            <a:r>
              <a:rPr sz="2550" spc="60" dirty="0">
                <a:solidFill>
                  <a:srgbClr val="010101"/>
                </a:solidFill>
                <a:latin typeface="Times New Roman"/>
                <a:cs typeface="Times New Roman"/>
              </a:rPr>
              <a:t>{</a:t>
            </a:r>
            <a:endParaRPr sz="2550" dirty="0">
              <a:latin typeface="Times New Roman"/>
              <a:cs typeface="Times New Roman"/>
            </a:endParaRPr>
          </a:p>
          <a:p>
            <a:pPr marL="1336675" marR="5080">
              <a:lnSpc>
                <a:spcPct val="123300"/>
              </a:lnSpc>
              <a:spcBef>
                <a:spcPts val="25"/>
              </a:spcBef>
              <a:tabLst>
                <a:tab pos="3644900" algn="l"/>
              </a:tabLst>
            </a:pPr>
            <a:r>
              <a:rPr sz="2550" spc="105" dirty="0">
                <a:solidFill>
                  <a:srgbClr val="010101"/>
                </a:solidFill>
                <a:latin typeface="Times New Roman"/>
                <a:cs typeface="Times New Roman"/>
              </a:rPr>
              <a:t>OverloadDemo</a:t>
            </a:r>
            <a:r>
              <a:rPr sz="2550" dirty="0">
                <a:solidFill>
                  <a:srgbClr val="010101"/>
                </a:solidFill>
                <a:latin typeface="Times New Roman"/>
                <a:cs typeface="Times New Roman"/>
              </a:rPr>
              <a:t>	</a:t>
            </a:r>
            <a:r>
              <a:rPr sz="2550" spc="110" dirty="0">
                <a:solidFill>
                  <a:srgbClr val="010101"/>
                </a:solidFill>
                <a:latin typeface="Times New Roman"/>
                <a:cs typeface="Times New Roman"/>
              </a:rPr>
              <a:t>ob</a:t>
            </a:r>
            <a:r>
              <a:rPr sz="2550" spc="30" dirty="0">
                <a:solidFill>
                  <a:srgbClr val="010101"/>
                </a:solidFill>
                <a:latin typeface="Times New Roman"/>
                <a:cs typeface="Times New Roman"/>
              </a:rPr>
              <a:t> </a:t>
            </a:r>
            <a:r>
              <a:rPr sz="1900" spc="-260" dirty="0">
                <a:solidFill>
                  <a:srgbClr val="010101"/>
                </a:solidFill>
                <a:latin typeface="Arial"/>
                <a:cs typeface="Arial"/>
              </a:rPr>
              <a:t>==</a:t>
            </a:r>
            <a:r>
              <a:rPr sz="1900" spc="125" dirty="0">
                <a:solidFill>
                  <a:srgbClr val="010101"/>
                </a:solidFill>
                <a:latin typeface="Arial"/>
                <a:cs typeface="Arial"/>
              </a:rPr>
              <a:t> </a:t>
            </a:r>
            <a:r>
              <a:rPr sz="2550" spc="120" dirty="0">
                <a:solidFill>
                  <a:srgbClr val="010101"/>
                </a:solidFill>
                <a:latin typeface="Times New Roman"/>
                <a:cs typeface="Times New Roman"/>
              </a:rPr>
              <a:t>new</a:t>
            </a:r>
            <a:r>
              <a:rPr sz="2550" spc="160" dirty="0">
                <a:solidFill>
                  <a:srgbClr val="010101"/>
                </a:solidFill>
                <a:latin typeface="Times New Roman"/>
                <a:cs typeface="Times New Roman"/>
              </a:rPr>
              <a:t> </a:t>
            </a:r>
            <a:r>
              <a:rPr sz="2550" spc="120" dirty="0" err="1">
                <a:solidFill>
                  <a:srgbClr val="010101"/>
                </a:solidFill>
                <a:latin typeface="Times New Roman"/>
                <a:cs typeface="Times New Roman"/>
              </a:rPr>
              <a:t>OverloadDemo</a:t>
            </a:r>
            <a:r>
              <a:rPr sz="2550" spc="120" dirty="0">
                <a:solidFill>
                  <a:srgbClr val="010101"/>
                </a:solidFill>
                <a:latin typeface="Times New Roman"/>
                <a:cs typeface="Times New Roman"/>
              </a:rPr>
              <a:t>();</a:t>
            </a:r>
            <a:endParaRPr lang="en-US" sz="2550" spc="120" dirty="0">
              <a:solidFill>
                <a:srgbClr val="010101"/>
              </a:solidFill>
              <a:latin typeface="Times New Roman"/>
              <a:cs typeface="Times New Roman"/>
            </a:endParaRPr>
          </a:p>
          <a:p>
            <a:pPr marL="1336675" marR="5080">
              <a:lnSpc>
                <a:spcPct val="123300"/>
              </a:lnSpc>
              <a:spcBef>
                <a:spcPts val="25"/>
              </a:spcBef>
              <a:tabLst>
                <a:tab pos="3644900" algn="l"/>
              </a:tabLst>
            </a:pPr>
            <a:r>
              <a:rPr sz="2550" spc="120" dirty="0">
                <a:solidFill>
                  <a:srgbClr val="010101"/>
                </a:solidFill>
                <a:latin typeface="Times New Roman"/>
                <a:cs typeface="Times New Roman"/>
              </a:rPr>
              <a:t> </a:t>
            </a:r>
            <a:r>
              <a:rPr sz="2550" spc="75" dirty="0">
                <a:solidFill>
                  <a:srgbClr val="010101"/>
                </a:solidFill>
                <a:latin typeface="Times New Roman"/>
                <a:cs typeface="Times New Roman"/>
              </a:rPr>
              <a:t>ob.test();</a:t>
            </a:r>
            <a:endParaRPr sz="2550" dirty="0">
              <a:latin typeface="Times New Roman"/>
              <a:cs typeface="Times New Roman"/>
            </a:endParaRPr>
          </a:p>
          <a:p>
            <a:pPr marL="1336675">
              <a:lnSpc>
                <a:spcPct val="100000"/>
              </a:lnSpc>
              <a:spcBef>
                <a:spcPts val="765"/>
              </a:spcBef>
            </a:pPr>
            <a:r>
              <a:rPr sz="2550" spc="145" dirty="0">
                <a:solidFill>
                  <a:srgbClr val="010101"/>
                </a:solidFill>
                <a:latin typeface="Times New Roman"/>
                <a:cs typeface="Times New Roman"/>
              </a:rPr>
              <a:t>ob.test(l0,</a:t>
            </a:r>
            <a:r>
              <a:rPr sz="2550" spc="180" dirty="0">
                <a:solidFill>
                  <a:srgbClr val="010101"/>
                </a:solidFill>
                <a:latin typeface="Times New Roman"/>
                <a:cs typeface="Times New Roman"/>
              </a:rPr>
              <a:t> </a:t>
            </a:r>
            <a:r>
              <a:rPr sz="2550" spc="80" dirty="0">
                <a:solidFill>
                  <a:srgbClr val="010101"/>
                </a:solidFill>
                <a:latin typeface="Times New Roman"/>
                <a:cs typeface="Times New Roman"/>
              </a:rPr>
              <a:t>20);</a:t>
            </a:r>
            <a:endParaRPr sz="2550" dirty="0">
              <a:latin typeface="Times New Roman"/>
              <a:cs typeface="Times New Roman"/>
            </a:endParaRPr>
          </a:p>
          <a:p>
            <a:pPr marL="1336675">
              <a:lnSpc>
                <a:spcPct val="100000"/>
              </a:lnSpc>
              <a:spcBef>
                <a:spcPts val="710"/>
              </a:spcBef>
            </a:pPr>
            <a:r>
              <a:rPr sz="2550" spc="95" dirty="0">
                <a:solidFill>
                  <a:srgbClr val="010101"/>
                </a:solidFill>
                <a:latin typeface="Times New Roman"/>
                <a:cs typeface="Times New Roman"/>
              </a:rPr>
              <a:t>ob.test(123.25);</a:t>
            </a:r>
            <a:endParaRPr sz="2550" dirty="0">
              <a:latin typeface="Times New Roman"/>
              <a:cs typeface="Times New Roman"/>
            </a:endParaRPr>
          </a:p>
          <a:p>
            <a:pPr marL="1336675">
              <a:lnSpc>
                <a:spcPct val="100000"/>
              </a:lnSpc>
              <a:spcBef>
                <a:spcPts val="715"/>
              </a:spcBef>
            </a:pPr>
            <a:r>
              <a:rPr sz="2550" spc="135" dirty="0">
                <a:solidFill>
                  <a:srgbClr val="010101"/>
                </a:solidFill>
                <a:latin typeface="Times New Roman"/>
                <a:cs typeface="Times New Roman"/>
              </a:rPr>
              <a:t>ob.test(l0);</a:t>
            </a:r>
            <a:endParaRPr sz="2550" dirty="0">
              <a:latin typeface="Times New Roman"/>
              <a:cs typeface="Times New Roman"/>
            </a:endParaRPr>
          </a:p>
          <a:p>
            <a:pPr marL="944244">
              <a:lnSpc>
                <a:spcPct val="100000"/>
              </a:lnSpc>
              <a:spcBef>
                <a:spcPts val="715"/>
              </a:spcBef>
            </a:pPr>
            <a:r>
              <a:rPr sz="2400" spc="60" dirty="0">
                <a:solidFill>
                  <a:srgbClr val="010101"/>
                </a:solidFill>
                <a:latin typeface="Arial"/>
                <a:cs typeface="Arial"/>
              </a:rPr>
              <a:t>}</a:t>
            </a:r>
            <a:r>
              <a:rPr lang="en-US" sz="2400" spc="60" dirty="0">
                <a:solidFill>
                  <a:srgbClr val="010101"/>
                </a:solidFill>
                <a:latin typeface="Arial"/>
                <a:cs typeface="Arial"/>
              </a:rPr>
              <a:t>  </a:t>
            </a:r>
            <a:r>
              <a:rPr sz="2000" spc="60" dirty="0">
                <a:solidFill>
                  <a:srgbClr val="010101"/>
                </a:solidFill>
                <a:latin typeface="Arial"/>
                <a:cs typeface="Arial"/>
              </a:rPr>
              <a:t>}</a:t>
            </a:r>
            <a:endParaRPr lang="en-US" sz="2000" spc="60" dirty="0">
              <a:solidFill>
                <a:srgbClr val="010101"/>
              </a:solidFill>
              <a:latin typeface="Arial"/>
              <a:cs typeface="Arial"/>
            </a:endParaRPr>
          </a:p>
          <a:p>
            <a:pPr marL="858520" indent="-457200">
              <a:lnSpc>
                <a:spcPct val="100000"/>
              </a:lnSpc>
              <a:spcBef>
                <a:spcPts val="675"/>
              </a:spcBef>
              <a:buFont typeface="Arial" panose="020B0604020202020204" pitchFamily="34" charset="0"/>
              <a:buChar char="•"/>
            </a:pPr>
            <a:r>
              <a:rPr lang="en-US" sz="2550" spc="75" dirty="0">
                <a:solidFill>
                  <a:srgbClr val="010101"/>
                </a:solidFill>
                <a:latin typeface="Times New Roman"/>
                <a:cs typeface="Times New Roman"/>
              </a:rPr>
              <a:t>Here test() is overloaded four times. When overloaded method is called, java looks for a match between the arguments used to call the method and method’s parameter.</a:t>
            </a:r>
          </a:p>
          <a:p>
            <a:pPr marL="858520" indent="-457200">
              <a:lnSpc>
                <a:spcPct val="100000"/>
              </a:lnSpc>
              <a:spcBef>
                <a:spcPts val="675"/>
              </a:spcBef>
              <a:buFont typeface="Arial" panose="020B0604020202020204" pitchFamily="34" charset="0"/>
              <a:buChar char="•"/>
            </a:pPr>
            <a:r>
              <a:rPr lang="en-US" sz="2550" spc="75" dirty="0">
                <a:solidFill>
                  <a:srgbClr val="010101"/>
                </a:solidFill>
                <a:latin typeface="Times New Roman"/>
                <a:cs typeface="Times New Roman"/>
              </a:rPr>
              <a:t>Java’s automatic type conversions play a role in overload.</a:t>
            </a:r>
          </a:p>
          <a:p>
            <a:pPr marL="858520" indent="-457200">
              <a:lnSpc>
                <a:spcPct val="100000"/>
              </a:lnSpc>
              <a:spcBef>
                <a:spcPts val="675"/>
              </a:spcBef>
              <a:buFont typeface="Arial" panose="020B0604020202020204" pitchFamily="34" charset="0"/>
              <a:buChar char="•"/>
            </a:pPr>
            <a:r>
              <a:rPr lang="en-US" sz="2550" spc="75" dirty="0" err="1">
                <a:solidFill>
                  <a:srgbClr val="010101"/>
                </a:solidFill>
                <a:latin typeface="Times New Roman"/>
                <a:cs typeface="Times New Roman"/>
              </a:rPr>
              <a:t>int</a:t>
            </a:r>
            <a:r>
              <a:rPr lang="en-US" sz="2550" spc="75" dirty="0">
                <a:solidFill>
                  <a:srgbClr val="010101"/>
                </a:solidFill>
                <a:latin typeface="Times New Roman"/>
                <a:cs typeface="Times New Roman"/>
              </a:rPr>
              <a:t> </a:t>
            </a:r>
            <a:r>
              <a:rPr lang="en-US" sz="2550" spc="75" dirty="0" err="1">
                <a:solidFill>
                  <a:srgbClr val="010101"/>
                </a:solidFill>
                <a:latin typeface="Times New Roman"/>
                <a:cs typeface="Times New Roman"/>
              </a:rPr>
              <a:t>i</a:t>
            </a:r>
            <a:r>
              <a:rPr lang="en-US" sz="2550" spc="75" dirty="0">
                <a:solidFill>
                  <a:srgbClr val="010101"/>
                </a:solidFill>
                <a:latin typeface="Times New Roman"/>
                <a:cs typeface="Times New Roman"/>
              </a:rPr>
              <a:t>=88; and test(double a) then </a:t>
            </a:r>
            <a:r>
              <a:rPr lang="en-US" sz="2550" spc="75" dirty="0" err="1">
                <a:solidFill>
                  <a:srgbClr val="010101"/>
                </a:solidFill>
                <a:latin typeface="Times New Roman"/>
                <a:cs typeface="Times New Roman"/>
              </a:rPr>
              <a:t>ob.test</a:t>
            </a:r>
            <a:r>
              <a:rPr lang="en-US" sz="2550" spc="75" dirty="0">
                <a:solidFill>
                  <a:srgbClr val="010101"/>
                </a:solidFill>
                <a:latin typeface="Times New Roman"/>
                <a:cs typeface="Times New Roman"/>
              </a:rPr>
              <a:t>(</a:t>
            </a:r>
            <a:r>
              <a:rPr lang="en-US" sz="2550" spc="75" dirty="0" err="1">
                <a:solidFill>
                  <a:srgbClr val="010101"/>
                </a:solidFill>
                <a:latin typeface="Times New Roman"/>
                <a:cs typeface="Times New Roman"/>
              </a:rPr>
              <a:t>i</a:t>
            </a:r>
            <a:r>
              <a:rPr lang="en-US" sz="2550" spc="75" dirty="0">
                <a:solidFill>
                  <a:srgbClr val="010101"/>
                </a:solidFill>
                <a:latin typeface="Times New Roman"/>
                <a:cs typeface="Times New Roman"/>
              </a:rPr>
              <a:t>);will invoke test(double) if test(</a:t>
            </a:r>
            <a:r>
              <a:rPr lang="en-US" sz="2550" spc="75" dirty="0" err="1">
                <a:solidFill>
                  <a:srgbClr val="010101"/>
                </a:solidFill>
                <a:latin typeface="Times New Roman"/>
                <a:cs typeface="Times New Roman"/>
              </a:rPr>
              <a:t>int</a:t>
            </a:r>
            <a:r>
              <a:rPr lang="en-US" sz="2550" spc="75" dirty="0">
                <a:solidFill>
                  <a:srgbClr val="010101"/>
                </a:solidFill>
                <a:latin typeface="Times New Roman"/>
                <a:cs typeface="Times New Roman"/>
              </a:rPr>
              <a:t> a) is not existing.</a:t>
            </a:r>
            <a:endParaRPr sz="2550" spc="75" dirty="0">
              <a:solidFill>
                <a:srgbClr val="010101"/>
              </a:solidFill>
              <a:latin typeface="Times New Roman"/>
              <a:cs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22860">
              <a:lnSpc>
                <a:spcPct val="100000"/>
              </a:lnSpc>
              <a:spcBef>
                <a:spcPts val="110"/>
              </a:spcBef>
            </a:pPr>
            <a:r>
              <a:rPr sz="4450" dirty="0">
                <a:solidFill>
                  <a:srgbClr val="79665D"/>
                </a:solidFill>
                <a:latin typeface="Times New Roman"/>
                <a:cs typeface="Times New Roman"/>
              </a:rPr>
              <a:t>Overloading</a:t>
            </a:r>
            <a:r>
              <a:rPr sz="4450" spc="760" dirty="0">
                <a:solidFill>
                  <a:srgbClr val="79665D"/>
                </a:solidFill>
                <a:latin typeface="Times New Roman"/>
                <a:cs typeface="Times New Roman"/>
              </a:rPr>
              <a:t> </a:t>
            </a:r>
            <a:r>
              <a:rPr sz="4450" spc="-10" dirty="0">
                <a:solidFill>
                  <a:srgbClr val="79665D"/>
                </a:solidFill>
                <a:latin typeface="Times New Roman"/>
                <a:cs typeface="Times New Roman"/>
              </a:rPr>
              <a:t>Constructors</a:t>
            </a:r>
            <a:endParaRPr sz="4450">
              <a:latin typeface="Times New Roman"/>
              <a:cs typeface="Times New Roman"/>
            </a:endParaRPr>
          </a:p>
        </p:txBody>
      </p:sp>
      <p:sp>
        <p:nvSpPr>
          <p:cNvPr id="4" name="object 4"/>
          <p:cNvSpPr txBox="1"/>
          <p:nvPr/>
        </p:nvSpPr>
        <p:spPr>
          <a:xfrm>
            <a:off x="1277305" y="1834028"/>
            <a:ext cx="1075055" cy="476250"/>
          </a:xfrm>
          <a:prstGeom prst="rect">
            <a:avLst/>
          </a:prstGeom>
        </p:spPr>
        <p:txBody>
          <a:bodyPr vert="horz" wrap="square" lIns="0" tIns="13335" rIns="0" bIns="0" rtlCol="0">
            <a:spAutoFit/>
          </a:bodyPr>
          <a:lstStyle/>
          <a:p>
            <a:pPr marL="357505" indent="-344805">
              <a:lnSpc>
                <a:spcPct val="100000"/>
              </a:lnSpc>
              <a:spcBef>
                <a:spcPts val="105"/>
              </a:spcBef>
              <a:buClr>
                <a:srgbClr val="DB7E44"/>
              </a:buClr>
              <a:buSzPct val="109259"/>
              <a:buFont typeface="Arial"/>
              <a:buChar char="□"/>
              <a:tabLst>
                <a:tab pos="357505" algn="l"/>
              </a:tabLst>
            </a:pPr>
            <a:r>
              <a:rPr sz="2700" spc="120" dirty="0">
                <a:solidFill>
                  <a:srgbClr val="010101"/>
                </a:solidFill>
                <a:latin typeface="Times New Roman"/>
                <a:cs typeface="Times New Roman"/>
              </a:rPr>
              <a:t>Like</a:t>
            </a:r>
            <a:endParaRPr sz="2700" dirty="0">
              <a:latin typeface="Times New Roman"/>
              <a:cs typeface="Times New Roman"/>
            </a:endParaRPr>
          </a:p>
        </p:txBody>
      </p:sp>
      <p:sp>
        <p:nvSpPr>
          <p:cNvPr id="5" name="object 5"/>
          <p:cNvSpPr txBox="1"/>
          <p:nvPr/>
        </p:nvSpPr>
        <p:spPr>
          <a:xfrm>
            <a:off x="2575669" y="1865865"/>
            <a:ext cx="7073265" cy="438150"/>
          </a:xfrm>
          <a:prstGeom prst="rect">
            <a:avLst/>
          </a:prstGeom>
        </p:spPr>
        <p:txBody>
          <a:bodyPr vert="horz" wrap="square" lIns="0" tIns="13335" rIns="0" bIns="0" rtlCol="0">
            <a:spAutoFit/>
          </a:bodyPr>
          <a:lstStyle/>
          <a:p>
            <a:pPr marL="12700">
              <a:lnSpc>
                <a:spcPct val="100000"/>
              </a:lnSpc>
              <a:spcBef>
                <a:spcPts val="105"/>
              </a:spcBef>
              <a:tabLst>
                <a:tab pos="424815" algn="l"/>
                <a:tab pos="1751964" algn="l"/>
                <a:tab pos="3394710" algn="l"/>
                <a:tab pos="4086860" algn="l"/>
                <a:tab pos="4866005" algn="l"/>
                <a:tab pos="5725160" algn="l"/>
              </a:tabLst>
            </a:pPr>
            <a:r>
              <a:rPr sz="2700" spc="90" dirty="0">
                <a:solidFill>
                  <a:srgbClr val="010101"/>
                </a:solidFill>
                <a:latin typeface="Times New Roman"/>
                <a:cs typeface="Times New Roman"/>
              </a:rPr>
              <a:t>a</a:t>
            </a:r>
            <a:r>
              <a:rPr sz="2700" dirty="0">
                <a:solidFill>
                  <a:srgbClr val="010101"/>
                </a:solidFill>
                <a:latin typeface="Times New Roman"/>
                <a:cs typeface="Times New Roman"/>
              </a:rPr>
              <a:t>	</a:t>
            </a:r>
            <a:r>
              <a:rPr sz="2700" spc="110" dirty="0">
                <a:solidFill>
                  <a:srgbClr val="010101"/>
                </a:solidFill>
                <a:latin typeface="Times New Roman"/>
                <a:cs typeface="Times New Roman"/>
              </a:rPr>
              <a:t>normal</a:t>
            </a:r>
            <a:r>
              <a:rPr sz="2700" dirty="0">
                <a:solidFill>
                  <a:srgbClr val="010101"/>
                </a:solidFill>
                <a:latin typeface="Times New Roman"/>
                <a:cs typeface="Times New Roman"/>
              </a:rPr>
              <a:t>	</a:t>
            </a:r>
            <a:r>
              <a:rPr sz="2700" spc="125" dirty="0">
                <a:solidFill>
                  <a:srgbClr val="010101"/>
                </a:solidFill>
                <a:latin typeface="Times New Roman"/>
                <a:cs typeface="Times New Roman"/>
              </a:rPr>
              <a:t>methods,</a:t>
            </a:r>
            <a:r>
              <a:rPr sz="2700" dirty="0">
                <a:solidFill>
                  <a:srgbClr val="010101"/>
                </a:solidFill>
                <a:latin typeface="Times New Roman"/>
                <a:cs typeface="Times New Roman"/>
              </a:rPr>
              <a:t>	</a:t>
            </a:r>
            <a:r>
              <a:rPr sz="2700" spc="145" dirty="0">
                <a:solidFill>
                  <a:srgbClr val="010101"/>
                </a:solidFill>
                <a:latin typeface="Times New Roman"/>
                <a:cs typeface="Times New Roman"/>
              </a:rPr>
              <a:t>we</a:t>
            </a:r>
            <a:r>
              <a:rPr sz="2700" dirty="0">
                <a:solidFill>
                  <a:srgbClr val="010101"/>
                </a:solidFill>
                <a:latin typeface="Times New Roman"/>
                <a:cs typeface="Times New Roman"/>
              </a:rPr>
              <a:t>	</a:t>
            </a:r>
            <a:r>
              <a:rPr sz="2700" spc="110" dirty="0">
                <a:solidFill>
                  <a:srgbClr val="010101"/>
                </a:solidFill>
                <a:latin typeface="Times New Roman"/>
                <a:cs typeface="Times New Roman"/>
              </a:rPr>
              <a:t>can</a:t>
            </a:r>
            <a:r>
              <a:rPr sz="2700" dirty="0">
                <a:solidFill>
                  <a:srgbClr val="010101"/>
                </a:solidFill>
                <a:latin typeface="Times New Roman"/>
                <a:cs typeface="Times New Roman"/>
              </a:rPr>
              <a:t>	</a:t>
            </a:r>
            <a:r>
              <a:rPr sz="2700" spc="95" dirty="0">
                <a:solidFill>
                  <a:srgbClr val="010101"/>
                </a:solidFill>
                <a:latin typeface="Times New Roman"/>
                <a:cs typeface="Times New Roman"/>
              </a:rPr>
              <a:t>also</a:t>
            </a:r>
            <a:r>
              <a:rPr sz="2700" dirty="0">
                <a:solidFill>
                  <a:srgbClr val="010101"/>
                </a:solidFill>
                <a:latin typeface="Times New Roman"/>
                <a:cs typeface="Times New Roman"/>
              </a:rPr>
              <a:t>	</a:t>
            </a:r>
            <a:r>
              <a:rPr sz="2700" spc="114" dirty="0">
                <a:solidFill>
                  <a:srgbClr val="010101"/>
                </a:solidFill>
                <a:latin typeface="Times New Roman"/>
                <a:cs typeface="Times New Roman"/>
              </a:rPr>
              <a:t>overload</a:t>
            </a:r>
            <a:endParaRPr sz="2700">
              <a:latin typeface="Times New Roman"/>
              <a:cs typeface="Times New Roman"/>
            </a:endParaRPr>
          </a:p>
        </p:txBody>
      </p:sp>
      <p:sp>
        <p:nvSpPr>
          <p:cNvPr id="6" name="object 6"/>
          <p:cNvSpPr txBox="1"/>
          <p:nvPr/>
        </p:nvSpPr>
        <p:spPr>
          <a:xfrm>
            <a:off x="1277305" y="2211347"/>
            <a:ext cx="6280785" cy="2552700"/>
          </a:xfrm>
          <a:prstGeom prst="rect">
            <a:avLst/>
          </a:prstGeom>
        </p:spPr>
        <p:txBody>
          <a:bodyPr vert="horz" wrap="square" lIns="0" tIns="83185" rIns="0" bIns="0" rtlCol="0">
            <a:spAutoFit/>
          </a:bodyPr>
          <a:lstStyle/>
          <a:p>
            <a:pPr marL="359410">
              <a:lnSpc>
                <a:spcPct val="100000"/>
              </a:lnSpc>
              <a:spcBef>
                <a:spcPts val="655"/>
              </a:spcBef>
            </a:pPr>
            <a:r>
              <a:rPr sz="2700" spc="120" dirty="0">
                <a:solidFill>
                  <a:srgbClr val="010101"/>
                </a:solidFill>
                <a:latin typeface="Times New Roman"/>
                <a:cs typeface="Times New Roman"/>
              </a:rPr>
              <a:t>constructor</a:t>
            </a:r>
            <a:r>
              <a:rPr sz="2700" spc="229" dirty="0">
                <a:solidFill>
                  <a:srgbClr val="010101"/>
                </a:solidFill>
                <a:latin typeface="Times New Roman"/>
                <a:cs typeface="Times New Roman"/>
              </a:rPr>
              <a:t> </a:t>
            </a:r>
            <a:r>
              <a:rPr sz="2700" spc="125" dirty="0">
                <a:solidFill>
                  <a:srgbClr val="010101"/>
                </a:solidFill>
                <a:latin typeface="Times New Roman"/>
                <a:cs typeface="Times New Roman"/>
              </a:rPr>
              <a:t>methods.</a:t>
            </a:r>
            <a:endParaRPr sz="2700">
              <a:latin typeface="Times New Roman"/>
              <a:cs typeface="Times New Roman"/>
            </a:endParaRPr>
          </a:p>
          <a:p>
            <a:pPr marL="357505" indent="-344805">
              <a:lnSpc>
                <a:spcPct val="100000"/>
              </a:lnSpc>
              <a:spcBef>
                <a:spcPts val="610"/>
              </a:spcBef>
              <a:buClr>
                <a:srgbClr val="DB7E44"/>
              </a:buClr>
              <a:buSzPct val="109259"/>
              <a:buFont typeface="Arial"/>
              <a:buChar char="□"/>
              <a:tabLst>
                <a:tab pos="357505" algn="l"/>
              </a:tabLst>
            </a:pPr>
            <a:r>
              <a:rPr sz="2700" spc="110" dirty="0">
                <a:solidFill>
                  <a:srgbClr val="010101"/>
                </a:solidFill>
                <a:latin typeface="Times New Roman"/>
                <a:cs typeface="Times New Roman"/>
              </a:rPr>
              <a:t>Example:</a:t>
            </a:r>
            <a:endParaRPr sz="2700">
              <a:latin typeface="Times New Roman"/>
              <a:cs typeface="Times New Roman"/>
            </a:endParaRPr>
          </a:p>
          <a:p>
            <a:pPr marL="20320">
              <a:lnSpc>
                <a:spcPct val="100000"/>
              </a:lnSpc>
              <a:spcBef>
                <a:spcPts val="635"/>
              </a:spcBef>
            </a:pPr>
            <a:r>
              <a:rPr sz="2700" spc="120" dirty="0">
                <a:solidFill>
                  <a:srgbClr val="010101"/>
                </a:solidFill>
                <a:latin typeface="Times New Roman"/>
                <a:cs typeface="Times New Roman"/>
              </a:rPr>
              <a:t>class</a:t>
            </a:r>
            <a:r>
              <a:rPr sz="2700" spc="95" dirty="0">
                <a:solidFill>
                  <a:srgbClr val="010101"/>
                </a:solidFill>
                <a:latin typeface="Times New Roman"/>
                <a:cs typeface="Times New Roman"/>
              </a:rPr>
              <a:t> </a:t>
            </a:r>
            <a:r>
              <a:rPr sz="2700" spc="180" dirty="0">
                <a:solidFill>
                  <a:srgbClr val="010101"/>
                </a:solidFill>
                <a:latin typeface="Times New Roman"/>
                <a:cs typeface="Times New Roman"/>
              </a:rPr>
              <a:t>Box</a:t>
            </a:r>
            <a:r>
              <a:rPr sz="2700" spc="155" dirty="0">
                <a:solidFill>
                  <a:srgbClr val="010101"/>
                </a:solidFill>
                <a:latin typeface="Times New Roman"/>
                <a:cs typeface="Times New Roman"/>
              </a:rPr>
              <a:t> </a:t>
            </a:r>
            <a:r>
              <a:rPr sz="2700" spc="105" dirty="0">
                <a:solidFill>
                  <a:srgbClr val="010101"/>
                </a:solidFill>
                <a:latin typeface="Times New Roman"/>
                <a:cs typeface="Times New Roman"/>
              </a:rPr>
              <a:t>{</a:t>
            </a:r>
            <a:endParaRPr sz="2700">
              <a:latin typeface="Times New Roman"/>
              <a:cs typeface="Times New Roman"/>
            </a:endParaRPr>
          </a:p>
          <a:p>
            <a:pPr marL="978535" marR="5080" indent="962025">
              <a:lnSpc>
                <a:spcPts val="4050"/>
              </a:lnSpc>
              <a:spcBef>
                <a:spcPts val="75"/>
              </a:spcBef>
            </a:pPr>
            <a:r>
              <a:rPr sz="2700" spc="130" dirty="0">
                <a:solidFill>
                  <a:srgbClr val="010101"/>
                </a:solidFill>
                <a:latin typeface="Times New Roman"/>
                <a:cs typeface="Times New Roman"/>
              </a:rPr>
              <a:t>double</a:t>
            </a:r>
            <a:r>
              <a:rPr sz="2700" spc="165" dirty="0">
                <a:solidFill>
                  <a:srgbClr val="010101"/>
                </a:solidFill>
                <a:latin typeface="Times New Roman"/>
                <a:cs typeface="Times New Roman"/>
              </a:rPr>
              <a:t> </a:t>
            </a:r>
            <a:r>
              <a:rPr sz="2700" spc="125" dirty="0">
                <a:solidFill>
                  <a:srgbClr val="010101"/>
                </a:solidFill>
                <a:latin typeface="Times New Roman"/>
                <a:cs typeface="Times New Roman"/>
              </a:rPr>
              <a:t>width,</a:t>
            </a:r>
            <a:r>
              <a:rPr sz="2700" spc="204" dirty="0">
                <a:solidFill>
                  <a:srgbClr val="010101"/>
                </a:solidFill>
                <a:latin typeface="Times New Roman"/>
                <a:cs typeface="Times New Roman"/>
              </a:rPr>
              <a:t> </a:t>
            </a:r>
            <a:r>
              <a:rPr sz="2700" spc="114" dirty="0">
                <a:solidFill>
                  <a:srgbClr val="010101"/>
                </a:solidFill>
                <a:latin typeface="Times New Roman"/>
                <a:cs typeface="Times New Roman"/>
              </a:rPr>
              <a:t>height,</a:t>
            </a:r>
            <a:r>
              <a:rPr sz="2700" spc="175" dirty="0">
                <a:solidFill>
                  <a:srgbClr val="010101"/>
                </a:solidFill>
                <a:latin typeface="Times New Roman"/>
                <a:cs typeface="Times New Roman"/>
              </a:rPr>
              <a:t> </a:t>
            </a:r>
            <a:r>
              <a:rPr sz="2700" spc="105" dirty="0">
                <a:solidFill>
                  <a:srgbClr val="010101"/>
                </a:solidFill>
                <a:latin typeface="Times New Roman"/>
                <a:cs typeface="Times New Roman"/>
              </a:rPr>
              <a:t>depth; </a:t>
            </a:r>
            <a:r>
              <a:rPr sz="2700" spc="150" dirty="0">
                <a:solidFill>
                  <a:srgbClr val="F20508"/>
                </a:solidFill>
                <a:latin typeface="Times New Roman"/>
                <a:cs typeface="Times New Roman"/>
              </a:rPr>
              <a:t>Box()</a:t>
            </a:r>
            <a:r>
              <a:rPr sz="2700" spc="175" dirty="0">
                <a:solidFill>
                  <a:srgbClr val="F20508"/>
                </a:solidFill>
                <a:latin typeface="Times New Roman"/>
                <a:cs typeface="Times New Roman"/>
              </a:rPr>
              <a:t> </a:t>
            </a:r>
            <a:r>
              <a:rPr sz="2700" spc="105" dirty="0">
                <a:solidFill>
                  <a:srgbClr val="010101"/>
                </a:solidFill>
                <a:latin typeface="Times New Roman"/>
                <a:cs typeface="Times New Roman"/>
              </a:rPr>
              <a:t>{</a:t>
            </a:r>
            <a:endParaRPr sz="2700">
              <a:latin typeface="Times New Roman"/>
              <a:cs typeface="Times New Roman"/>
            </a:endParaRPr>
          </a:p>
        </p:txBody>
      </p:sp>
      <p:sp>
        <p:nvSpPr>
          <p:cNvPr id="7" name="object 7"/>
          <p:cNvSpPr txBox="1"/>
          <p:nvPr/>
        </p:nvSpPr>
        <p:spPr>
          <a:xfrm>
            <a:off x="3201884" y="4827426"/>
            <a:ext cx="1745614" cy="438150"/>
          </a:xfrm>
          <a:prstGeom prst="rect">
            <a:avLst/>
          </a:prstGeom>
        </p:spPr>
        <p:txBody>
          <a:bodyPr vert="horz" wrap="square" lIns="0" tIns="13335" rIns="0" bIns="0" rtlCol="0">
            <a:spAutoFit/>
          </a:bodyPr>
          <a:lstStyle/>
          <a:p>
            <a:pPr marL="12700">
              <a:lnSpc>
                <a:spcPct val="100000"/>
              </a:lnSpc>
              <a:spcBef>
                <a:spcPts val="105"/>
              </a:spcBef>
            </a:pPr>
            <a:r>
              <a:rPr sz="2700" dirty="0">
                <a:solidFill>
                  <a:srgbClr val="010101"/>
                </a:solidFill>
                <a:latin typeface="Times New Roman"/>
                <a:cs typeface="Times New Roman"/>
              </a:rPr>
              <a:t>width==</a:t>
            </a:r>
            <a:r>
              <a:rPr sz="2700" spc="290" dirty="0">
                <a:solidFill>
                  <a:srgbClr val="010101"/>
                </a:solidFill>
                <a:latin typeface="Times New Roman"/>
                <a:cs typeface="Times New Roman"/>
              </a:rPr>
              <a:t> </a:t>
            </a:r>
            <a:r>
              <a:rPr sz="2700" dirty="0">
                <a:solidFill>
                  <a:srgbClr val="010101"/>
                </a:solidFill>
                <a:latin typeface="Times New Roman"/>
                <a:cs typeface="Times New Roman"/>
              </a:rPr>
              <a:t>-</a:t>
            </a:r>
            <a:r>
              <a:rPr sz="2700" spc="65" dirty="0">
                <a:solidFill>
                  <a:srgbClr val="010101"/>
                </a:solidFill>
                <a:latin typeface="Times New Roman"/>
                <a:cs typeface="Times New Roman"/>
              </a:rPr>
              <a:t>1·</a:t>
            </a:r>
            <a:endParaRPr sz="2700">
              <a:latin typeface="Times New Roman"/>
              <a:cs typeface="Times New Roman"/>
            </a:endParaRPr>
          </a:p>
        </p:txBody>
      </p:sp>
      <p:sp>
        <p:nvSpPr>
          <p:cNvPr id="8" name="object 8"/>
          <p:cNvSpPr txBox="1"/>
          <p:nvPr/>
        </p:nvSpPr>
        <p:spPr>
          <a:xfrm>
            <a:off x="4821833" y="5032025"/>
            <a:ext cx="99060" cy="483870"/>
          </a:xfrm>
          <a:prstGeom prst="rect">
            <a:avLst/>
          </a:prstGeom>
        </p:spPr>
        <p:txBody>
          <a:bodyPr vert="horz" wrap="square" lIns="0" tIns="13335" rIns="0" bIns="0" rtlCol="0">
            <a:spAutoFit/>
          </a:bodyPr>
          <a:lstStyle/>
          <a:p>
            <a:pPr marL="12700">
              <a:lnSpc>
                <a:spcPct val="100000"/>
              </a:lnSpc>
              <a:spcBef>
                <a:spcPts val="105"/>
              </a:spcBef>
            </a:pPr>
            <a:r>
              <a:rPr sz="3000" spc="5" dirty="0">
                <a:solidFill>
                  <a:srgbClr val="010101"/>
                </a:solidFill>
                <a:latin typeface="Arial"/>
                <a:cs typeface="Arial"/>
              </a:rPr>
              <a:t>'</a:t>
            </a:r>
            <a:endParaRPr sz="3000">
              <a:latin typeface="Arial"/>
              <a:cs typeface="Arial"/>
            </a:endParaRPr>
          </a:p>
        </p:txBody>
      </p:sp>
      <p:sp>
        <p:nvSpPr>
          <p:cNvPr id="9" name="object 9"/>
          <p:cNvSpPr txBox="1"/>
          <p:nvPr/>
        </p:nvSpPr>
        <p:spPr>
          <a:xfrm>
            <a:off x="3204804" y="5338591"/>
            <a:ext cx="1606550" cy="438150"/>
          </a:xfrm>
          <a:prstGeom prst="rect">
            <a:avLst/>
          </a:prstGeom>
        </p:spPr>
        <p:txBody>
          <a:bodyPr vert="horz" wrap="square" lIns="0" tIns="13335" rIns="0" bIns="0" rtlCol="0">
            <a:spAutoFit/>
          </a:bodyPr>
          <a:lstStyle/>
          <a:p>
            <a:pPr marL="12700">
              <a:lnSpc>
                <a:spcPct val="100000"/>
              </a:lnSpc>
              <a:spcBef>
                <a:spcPts val="105"/>
              </a:spcBef>
            </a:pPr>
            <a:r>
              <a:rPr sz="2700" spc="114" dirty="0">
                <a:solidFill>
                  <a:srgbClr val="010101"/>
                </a:solidFill>
                <a:latin typeface="Times New Roman"/>
                <a:cs typeface="Times New Roman"/>
              </a:rPr>
              <a:t>height</a:t>
            </a:r>
            <a:r>
              <a:rPr sz="2700" spc="160" dirty="0">
                <a:solidFill>
                  <a:srgbClr val="010101"/>
                </a:solidFill>
                <a:latin typeface="Times New Roman"/>
                <a:cs typeface="Times New Roman"/>
              </a:rPr>
              <a:t> </a:t>
            </a:r>
            <a:r>
              <a:rPr sz="2700" spc="-690" dirty="0">
                <a:solidFill>
                  <a:srgbClr val="010101"/>
                </a:solidFill>
                <a:latin typeface="Times New Roman"/>
                <a:cs typeface="Times New Roman"/>
              </a:rPr>
              <a:t>==</a:t>
            </a:r>
            <a:r>
              <a:rPr sz="2700" spc="140" dirty="0">
                <a:solidFill>
                  <a:srgbClr val="010101"/>
                </a:solidFill>
                <a:latin typeface="Times New Roman"/>
                <a:cs typeface="Times New Roman"/>
              </a:rPr>
              <a:t> </a:t>
            </a:r>
            <a:r>
              <a:rPr sz="2700" spc="-409" dirty="0">
                <a:solidFill>
                  <a:srgbClr val="010101"/>
                </a:solidFill>
                <a:latin typeface="Times New Roman"/>
                <a:cs typeface="Times New Roman"/>
              </a:rPr>
              <a:t>-</a:t>
            </a:r>
            <a:r>
              <a:rPr sz="2700" spc="-505" dirty="0">
                <a:solidFill>
                  <a:srgbClr val="010101"/>
                </a:solidFill>
                <a:latin typeface="Times New Roman"/>
                <a:cs typeface="Times New Roman"/>
              </a:rPr>
              <a:t>1;</a:t>
            </a:r>
            <a:endParaRPr sz="2700">
              <a:latin typeface="Times New Roman"/>
              <a:cs typeface="Times New Roman"/>
            </a:endParaRPr>
          </a:p>
        </p:txBody>
      </p:sp>
      <p:sp>
        <p:nvSpPr>
          <p:cNvPr id="10" name="object 10"/>
          <p:cNvSpPr txBox="1"/>
          <p:nvPr/>
        </p:nvSpPr>
        <p:spPr>
          <a:xfrm>
            <a:off x="3205448" y="5849756"/>
            <a:ext cx="1675130" cy="438150"/>
          </a:xfrm>
          <a:prstGeom prst="rect">
            <a:avLst/>
          </a:prstGeom>
        </p:spPr>
        <p:txBody>
          <a:bodyPr vert="horz" wrap="square" lIns="0" tIns="13335" rIns="0" bIns="0" rtlCol="0">
            <a:spAutoFit/>
          </a:bodyPr>
          <a:lstStyle/>
          <a:p>
            <a:pPr marL="12700">
              <a:lnSpc>
                <a:spcPct val="100000"/>
              </a:lnSpc>
              <a:spcBef>
                <a:spcPts val="105"/>
              </a:spcBef>
            </a:pPr>
            <a:r>
              <a:rPr sz="2700" dirty="0">
                <a:solidFill>
                  <a:srgbClr val="010101"/>
                </a:solidFill>
                <a:latin typeface="Times New Roman"/>
                <a:cs typeface="Times New Roman"/>
              </a:rPr>
              <a:t>depth==</a:t>
            </a:r>
            <a:r>
              <a:rPr sz="2700" spc="235" dirty="0">
                <a:solidFill>
                  <a:srgbClr val="010101"/>
                </a:solidFill>
                <a:latin typeface="Times New Roman"/>
                <a:cs typeface="Times New Roman"/>
              </a:rPr>
              <a:t> </a:t>
            </a:r>
            <a:r>
              <a:rPr sz="2700" spc="-10" dirty="0">
                <a:solidFill>
                  <a:srgbClr val="010101"/>
                </a:solidFill>
                <a:latin typeface="Times New Roman"/>
                <a:cs typeface="Times New Roman"/>
              </a:rPr>
              <a:t>-</a:t>
            </a:r>
            <a:r>
              <a:rPr sz="2700" spc="-25" dirty="0">
                <a:solidFill>
                  <a:srgbClr val="010101"/>
                </a:solidFill>
                <a:latin typeface="Times New Roman"/>
                <a:cs typeface="Times New Roman"/>
              </a:rPr>
              <a:t>1;</a:t>
            </a:r>
            <a:endParaRPr sz="2700">
              <a:latin typeface="Times New Roman"/>
              <a:cs typeface="Times New Roman"/>
            </a:endParaRPr>
          </a:p>
        </p:txBody>
      </p:sp>
      <p:sp>
        <p:nvSpPr>
          <p:cNvPr id="11" name="object 11"/>
          <p:cNvSpPr txBox="1"/>
          <p:nvPr/>
        </p:nvSpPr>
        <p:spPr>
          <a:xfrm>
            <a:off x="5465860" y="4762573"/>
            <a:ext cx="3093720" cy="1528445"/>
          </a:xfrm>
          <a:prstGeom prst="rect">
            <a:avLst/>
          </a:prstGeom>
        </p:spPr>
        <p:txBody>
          <a:bodyPr vert="horz" wrap="square" lIns="0" tIns="81280" rIns="0" bIns="0" rtlCol="0">
            <a:spAutoFit/>
          </a:bodyPr>
          <a:lstStyle/>
          <a:p>
            <a:pPr marL="142240">
              <a:lnSpc>
                <a:spcPct val="100000"/>
              </a:lnSpc>
              <a:spcBef>
                <a:spcPts val="640"/>
              </a:spcBef>
              <a:tabLst>
                <a:tab pos="1060450" algn="l"/>
                <a:tab pos="1480185" algn="l"/>
              </a:tabLst>
            </a:pPr>
            <a:r>
              <a:rPr sz="2700" dirty="0">
                <a:solidFill>
                  <a:srgbClr val="010101"/>
                </a:solidFill>
                <a:latin typeface="Times New Roman"/>
                <a:cs typeface="Times New Roman"/>
              </a:rPr>
              <a:t>//</a:t>
            </a:r>
            <a:r>
              <a:rPr sz="2700" spc="229" dirty="0">
                <a:solidFill>
                  <a:srgbClr val="010101"/>
                </a:solidFill>
                <a:latin typeface="Times New Roman"/>
                <a:cs typeface="Times New Roman"/>
              </a:rPr>
              <a:t> </a:t>
            </a:r>
            <a:r>
              <a:rPr sz="2700" spc="-25" dirty="0">
                <a:solidFill>
                  <a:srgbClr val="010101"/>
                </a:solidFill>
                <a:latin typeface="Times New Roman"/>
                <a:cs typeface="Times New Roman"/>
              </a:rPr>
              <a:t>use</a:t>
            </a:r>
            <a:r>
              <a:rPr sz="2700" dirty="0">
                <a:solidFill>
                  <a:srgbClr val="010101"/>
                </a:solidFill>
                <a:latin typeface="Times New Roman"/>
                <a:cs typeface="Times New Roman"/>
              </a:rPr>
              <a:t>	-</a:t>
            </a:r>
            <a:r>
              <a:rPr sz="2700" spc="-50" dirty="0">
                <a:solidFill>
                  <a:srgbClr val="010101"/>
                </a:solidFill>
                <a:latin typeface="Times New Roman"/>
                <a:cs typeface="Times New Roman"/>
              </a:rPr>
              <a:t>1</a:t>
            </a:r>
            <a:r>
              <a:rPr sz="2700" dirty="0">
                <a:solidFill>
                  <a:srgbClr val="010101"/>
                </a:solidFill>
                <a:latin typeface="Times New Roman"/>
                <a:cs typeface="Times New Roman"/>
              </a:rPr>
              <a:t>	to</a:t>
            </a:r>
            <a:r>
              <a:rPr sz="2700" spc="330" dirty="0">
                <a:solidFill>
                  <a:srgbClr val="010101"/>
                </a:solidFill>
                <a:latin typeface="Times New Roman"/>
                <a:cs typeface="Times New Roman"/>
              </a:rPr>
              <a:t> </a:t>
            </a:r>
            <a:r>
              <a:rPr sz="2700" spc="100" dirty="0">
                <a:solidFill>
                  <a:srgbClr val="010101"/>
                </a:solidFill>
                <a:latin typeface="Times New Roman"/>
                <a:cs typeface="Times New Roman"/>
              </a:rPr>
              <a:t>indicate</a:t>
            </a:r>
            <a:endParaRPr sz="2700">
              <a:latin typeface="Times New Roman"/>
              <a:cs typeface="Times New Roman"/>
            </a:endParaRPr>
          </a:p>
          <a:p>
            <a:pPr marL="12700">
              <a:lnSpc>
                <a:spcPct val="100000"/>
              </a:lnSpc>
              <a:spcBef>
                <a:spcPts val="585"/>
              </a:spcBef>
            </a:pPr>
            <a:r>
              <a:rPr sz="2900" i="1" spc="65" dirty="0">
                <a:solidFill>
                  <a:srgbClr val="010101"/>
                </a:solidFill>
                <a:latin typeface="Arial"/>
                <a:cs typeface="Arial"/>
              </a:rPr>
              <a:t>II</a:t>
            </a:r>
            <a:r>
              <a:rPr sz="2900" i="1" spc="30" dirty="0">
                <a:solidFill>
                  <a:srgbClr val="010101"/>
                </a:solidFill>
                <a:latin typeface="Arial"/>
                <a:cs typeface="Arial"/>
              </a:rPr>
              <a:t> </a:t>
            </a:r>
            <a:r>
              <a:rPr sz="2700" spc="140" dirty="0">
                <a:solidFill>
                  <a:srgbClr val="010101"/>
                </a:solidFill>
                <a:latin typeface="Times New Roman"/>
                <a:cs typeface="Times New Roman"/>
              </a:rPr>
              <a:t>an</a:t>
            </a:r>
            <a:r>
              <a:rPr sz="2700" spc="125" dirty="0">
                <a:solidFill>
                  <a:srgbClr val="010101"/>
                </a:solidFill>
                <a:latin typeface="Times New Roman"/>
                <a:cs typeface="Times New Roman"/>
              </a:rPr>
              <a:t> </a:t>
            </a:r>
            <a:r>
              <a:rPr sz="2700" spc="100" dirty="0">
                <a:solidFill>
                  <a:srgbClr val="010101"/>
                </a:solidFill>
                <a:latin typeface="Times New Roman"/>
                <a:cs typeface="Times New Roman"/>
              </a:rPr>
              <a:t>uninitialized</a:t>
            </a:r>
            <a:endParaRPr sz="2700">
              <a:latin typeface="Times New Roman"/>
              <a:cs typeface="Times New Roman"/>
            </a:endParaRPr>
          </a:p>
          <a:p>
            <a:pPr marL="27305">
              <a:lnSpc>
                <a:spcPct val="100000"/>
              </a:lnSpc>
              <a:spcBef>
                <a:spcPts val="745"/>
              </a:spcBef>
            </a:pPr>
            <a:r>
              <a:rPr sz="2700" spc="254" dirty="0">
                <a:solidFill>
                  <a:srgbClr val="010101"/>
                </a:solidFill>
                <a:latin typeface="Times New Roman"/>
                <a:cs typeface="Times New Roman"/>
              </a:rPr>
              <a:t>//box</a:t>
            </a:r>
            <a:endParaRPr sz="2700">
              <a:latin typeface="Times New Roman"/>
              <a:cs typeface="Times New Roman"/>
            </a:endParaRPr>
          </a:p>
        </p:txBody>
      </p:sp>
      <p:sp>
        <p:nvSpPr>
          <p:cNvPr id="12" name="object 12"/>
          <p:cNvSpPr txBox="1"/>
          <p:nvPr/>
        </p:nvSpPr>
        <p:spPr>
          <a:xfrm>
            <a:off x="2470925" y="6354576"/>
            <a:ext cx="155575" cy="453390"/>
          </a:xfrm>
          <a:prstGeom prst="rect">
            <a:avLst/>
          </a:prstGeom>
        </p:spPr>
        <p:txBody>
          <a:bodyPr vert="horz" wrap="square" lIns="0" tIns="13335" rIns="0" bIns="0" rtlCol="0">
            <a:spAutoFit/>
          </a:bodyPr>
          <a:lstStyle/>
          <a:p>
            <a:pPr marL="12700">
              <a:lnSpc>
                <a:spcPct val="100000"/>
              </a:lnSpc>
              <a:spcBef>
                <a:spcPts val="105"/>
              </a:spcBef>
            </a:pPr>
            <a:r>
              <a:rPr sz="2800" spc="85" dirty="0">
                <a:solidFill>
                  <a:srgbClr val="010101"/>
                </a:solidFill>
                <a:latin typeface="Arial"/>
                <a:cs typeface="Arial"/>
              </a:rPr>
              <a:t>}</a:t>
            </a:r>
            <a:endParaRPr sz="2800">
              <a:latin typeface="Arial"/>
              <a:cs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63032" y="1506772"/>
            <a:ext cx="9557731" cy="245998"/>
          </a:xfrm>
          <a:prstGeom prst="rect">
            <a:avLst/>
          </a:prstGeom>
        </p:spPr>
      </p:pic>
      <p:sp>
        <p:nvSpPr>
          <p:cNvPr id="3" name="object 3"/>
          <p:cNvSpPr txBox="1">
            <a:spLocks noGrp="1"/>
          </p:cNvSpPr>
          <p:nvPr>
            <p:ph type="title"/>
          </p:nvPr>
        </p:nvSpPr>
        <p:spPr>
          <a:prstGeom prst="rect">
            <a:avLst/>
          </a:prstGeom>
        </p:spPr>
        <p:txBody>
          <a:bodyPr vert="horz" wrap="square" lIns="0" tIns="13970" rIns="0" bIns="0" rtlCol="0">
            <a:spAutoFit/>
          </a:bodyPr>
          <a:lstStyle/>
          <a:p>
            <a:pPr marL="22225">
              <a:lnSpc>
                <a:spcPct val="100000"/>
              </a:lnSpc>
              <a:spcBef>
                <a:spcPts val="110"/>
              </a:spcBef>
            </a:pPr>
            <a:r>
              <a:rPr sz="4450" dirty="0">
                <a:solidFill>
                  <a:srgbClr val="79675E"/>
                </a:solidFill>
                <a:latin typeface="Times New Roman"/>
                <a:cs typeface="Times New Roman"/>
              </a:rPr>
              <a:t>Continue</a:t>
            </a:r>
            <a:r>
              <a:rPr sz="4450" spc="775" dirty="0">
                <a:solidFill>
                  <a:srgbClr val="79675E"/>
                </a:solidFill>
                <a:latin typeface="Times New Roman"/>
                <a:cs typeface="Times New Roman"/>
              </a:rPr>
              <a:t> </a:t>
            </a:r>
            <a:r>
              <a:rPr sz="4450" spc="-25" dirty="0">
                <a:solidFill>
                  <a:srgbClr val="79675E"/>
                </a:solidFill>
                <a:latin typeface="Times New Roman"/>
                <a:cs typeface="Times New Roman"/>
              </a:rPr>
              <a:t>...</a:t>
            </a:r>
            <a:endParaRPr sz="4450">
              <a:latin typeface="Times New Roman"/>
              <a:cs typeface="Times New Roman"/>
            </a:endParaRPr>
          </a:p>
        </p:txBody>
      </p:sp>
      <p:sp>
        <p:nvSpPr>
          <p:cNvPr id="4" name="object 4"/>
          <p:cNvSpPr txBox="1"/>
          <p:nvPr/>
        </p:nvSpPr>
        <p:spPr>
          <a:xfrm>
            <a:off x="1682300" y="1778208"/>
            <a:ext cx="5780405" cy="2271395"/>
          </a:xfrm>
          <a:prstGeom prst="rect">
            <a:avLst/>
          </a:prstGeom>
        </p:spPr>
        <p:txBody>
          <a:bodyPr vert="horz" wrap="square" lIns="0" tIns="12065" rIns="0" bIns="0" rtlCol="0">
            <a:spAutoFit/>
          </a:bodyPr>
          <a:lstStyle/>
          <a:p>
            <a:pPr marL="12700" marR="1091565" indent="1270">
              <a:lnSpc>
                <a:spcPct val="109000"/>
              </a:lnSpc>
              <a:spcBef>
                <a:spcPts val="95"/>
              </a:spcBef>
            </a:pPr>
            <a:r>
              <a:rPr sz="2250" dirty="0">
                <a:solidFill>
                  <a:srgbClr val="050505"/>
                </a:solidFill>
                <a:latin typeface="Times New Roman"/>
                <a:cs typeface="Times New Roman"/>
              </a:rPr>
              <a:t>//</a:t>
            </a:r>
            <a:r>
              <a:rPr sz="2250" spc="60" dirty="0">
                <a:solidFill>
                  <a:srgbClr val="050505"/>
                </a:solidFill>
                <a:latin typeface="Times New Roman"/>
                <a:cs typeface="Times New Roman"/>
              </a:rPr>
              <a:t> </a:t>
            </a:r>
            <a:r>
              <a:rPr sz="2250" dirty="0">
                <a:solidFill>
                  <a:srgbClr val="050505"/>
                </a:solidFill>
                <a:latin typeface="Times New Roman"/>
                <a:cs typeface="Times New Roman"/>
              </a:rPr>
              <a:t>constructor</a:t>
            </a:r>
            <a:r>
              <a:rPr sz="2250" spc="180" dirty="0">
                <a:solidFill>
                  <a:srgbClr val="050505"/>
                </a:solidFill>
                <a:latin typeface="Times New Roman"/>
                <a:cs typeface="Times New Roman"/>
              </a:rPr>
              <a:t> </a:t>
            </a:r>
            <a:r>
              <a:rPr sz="2250" dirty="0">
                <a:solidFill>
                  <a:srgbClr val="050505"/>
                </a:solidFill>
                <a:latin typeface="Times New Roman"/>
                <a:cs typeface="Times New Roman"/>
              </a:rPr>
              <a:t>used</a:t>
            </a:r>
            <a:r>
              <a:rPr sz="2250" spc="100" dirty="0">
                <a:solidFill>
                  <a:srgbClr val="050505"/>
                </a:solidFill>
                <a:latin typeface="Times New Roman"/>
                <a:cs typeface="Times New Roman"/>
              </a:rPr>
              <a:t> </a:t>
            </a:r>
            <a:r>
              <a:rPr sz="2250" dirty="0">
                <a:solidFill>
                  <a:srgbClr val="050505"/>
                </a:solidFill>
                <a:latin typeface="Times New Roman"/>
                <a:cs typeface="Times New Roman"/>
              </a:rPr>
              <a:t>when</a:t>
            </a:r>
            <a:r>
              <a:rPr sz="2250" spc="114" dirty="0">
                <a:solidFill>
                  <a:srgbClr val="050505"/>
                </a:solidFill>
                <a:latin typeface="Times New Roman"/>
                <a:cs typeface="Times New Roman"/>
              </a:rPr>
              <a:t> </a:t>
            </a:r>
            <a:r>
              <a:rPr sz="2250" dirty="0">
                <a:solidFill>
                  <a:srgbClr val="050505"/>
                </a:solidFill>
                <a:latin typeface="Times New Roman"/>
                <a:cs typeface="Times New Roman"/>
              </a:rPr>
              <a:t>cube</a:t>
            </a:r>
            <a:r>
              <a:rPr sz="2250" spc="105" dirty="0">
                <a:solidFill>
                  <a:srgbClr val="050505"/>
                </a:solidFill>
                <a:latin typeface="Times New Roman"/>
                <a:cs typeface="Times New Roman"/>
              </a:rPr>
              <a:t> </a:t>
            </a:r>
            <a:r>
              <a:rPr sz="2250" dirty="0">
                <a:solidFill>
                  <a:srgbClr val="050505"/>
                </a:solidFill>
                <a:latin typeface="Times New Roman"/>
                <a:cs typeface="Times New Roman"/>
              </a:rPr>
              <a:t>is</a:t>
            </a:r>
            <a:r>
              <a:rPr sz="2250" spc="30" dirty="0">
                <a:solidFill>
                  <a:srgbClr val="050505"/>
                </a:solidFill>
                <a:latin typeface="Times New Roman"/>
                <a:cs typeface="Times New Roman"/>
              </a:rPr>
              <a:t> </a:t>
            </a:r>
            <a:r>
              <a:rPr sz="2250" spc="-10" dirty="0">
                <a:solidFill>
                  <a:srgbClr val="050505"/>
                </a:solidFill>
                <a:latin typeface="Times New Roman"/>
                <a:cs typeface="Times New Roman"/>
              </a:rPr>
              <a:t>created </a:t>
            </a:r>
            <a:r>
              <a:rPr sz="2250" dirty="0">
                <a:solidFill>
                  <a:srgbClr val="F0080A"/>
                </a:solidFill>
                <a:latin typeface="Times New Roman"/>
                <a:cs typeface="Times New Roman"/>
              </a:rPr>
              <a:t>Box(double</a:t>
            </a:r>
            <a:r>
              <a:rPr sz="2250" spc="260" dirty="0">
                <a:solidFill>
                  <a:srgbClr val="F0080A"/>
                </a:solidFill>
                <a:latin typeface="Times New Roman"/>
                <a:cs typeface="Times New Roman"/>
              </a:rPr>
              <a:t> </a:t>
            </a:r>
            <a:r>
              <a:rPr sz="2250" dirty="0">
                <a:solidFill>
                  <a:srgbClr val="F0080A"/>
                </a:solidFill>
                <a:latin typeface="Times New Roman"/>
                <a:cs typeface="Times New Roman"/>
              </a:rPr>
              <a:t>len)</a:t>
            </a:r>
            <a:r>
              <a:rPr sz="2250" spc="80" dirty="0">
                <a:solidFill>
                  <a:srgbClr val="F0080A"/>
                </a:solidFill>
                <a:latin typeface="Times New Roman"/>
                <a:cs typeface="Times New Roman"/>
              </a:rPr>
              <a:t> </a:t>
            </a:r>
            <a:r>
              <a:rPr sz="2250" spc="45" dirty="0">
                <a:solidFill>
                  <a:srgbClr val="050505"/>
                </a:solidFill>
                <a:latin typeface="Times New Roman"/>
                <a:cs typeface="Times New Roman"/>
              </a:rPr>
              <a:t>{</a:t>
            </a:r>
            <a:endParaRPr sz="2250" dirty="0">
              <a:latin typeface="Times New Roman"/>
              <a:cs typeface="Times New Roman"/>
            </a:endParaRPr>
          </a:p>
          <a:p>
            <a:pPr marL="973455">
              <a:lnSpc>
                <a:spcPct val="100000"/>
              </a:lnSpc>
              <a:spcBef>
                <a:spcPts val="270"/>
              </a:spcBef>
            </a:pPr>
            <a:r>
              <a:rPr sz="2250" dirty="0">
                <a:solidFill>
                  <a:srgbClr val="050505"/>
                </a:solidFill>
                <a:latin typeface="Times New Roman"/>
                <a:cs typeface="Times New Roman"/>
              </a:rPr>
              <a:t>width</a:t>
            </a:r>
            <a:r>
              <a:rPr sz="2250" spc="110" dirty="0">
                <a:solidFill>
                  <a:srgbClr val="050505"/>
                </a:solidFill>
                <a:latin typeface="Times New Roman"/>
                <a:cs typeface="Times New Roman"/>
              </a:rPr>
              <a:t> </a:t>
            </a:r>
            <a:r>
              <a:rPr sz="2250" spc="-640" dirty="0">
                <a:solidFill>
                  <a:srgbClr val="050505"/>
                </a:solidFill>
                <a:latin typeface="Times New Roman"/>
                <a:cs typeface="Times New Roman"/>
              </a:rPr>
              <a:t>==</a:t>
            </a:r>
            <a:r>
              <a:rPr sz="2250" dirty="0">
                <a:solidFill>
                  <a:srgbClr val="050505"/>
                </a:solidFill>
                <a:latin typeface="Times New Roman"/>
                <a:cs typeface="Times New Roman"/>
              </a:rPr>
              <a:t>height</a:t>
            </a:r>
            <a:r>
              <a:rPr sz="2250" spc="105" dirty="0">
                <a:solidFill>
                  <a:srgbClr val="050505"/>
                </a:solidFill>
                <a:latin typeface="Times New Roman"/>
                <a:cs typeface="Times New Roman"/>
              </a:rPr>
              <a:t> </a:t>
            </a:r>
            <a:r>
              <a:rPr sz="2250" spc="-650" dirty="0">
                <a:solidFill>
                  <a:srgbClr val="050505"/>
                </a:solidFill>
                <a:latin typeface="Times New Roman"/>
                <a:cs typeface="Times New Roman"/>
              </a:rPr>
              <a:t>=</a:t>
            </a:r>
            <a:r>
              <a:rPr sz="2250" spc="80" dirty="0">
                <a:solidFill>
                  <a:srgbClr val="050505"/>
                </a:solidFill>
                <a:latin typeface="Times New Roman"/>
                <a:cs typeface="Times New Roman"/>
              </a:rPr>
              <a:t> </a:t>
            </a:r>
            <a:r>
              <a:rPr sz="2250" dirty="0">
                <a:solidFill>
                  <a:srgbClr val="050505"/>
                </a:solidFill>
                <a:latin typeface="Times New Roman"/>
                <a:cs typeface="Times New Roman"/>
              </a:rPr>
              <a:t>depth</a:t>
            </a:r>
            <a:r>
              <a:rPr sz="2250" spc="80" dirty="0">
                <a:solidFill>
                  <a:srgbClr val="050505"/>
                </a:solidFill>
                <a:latin typeface="Times New Roman"/>
                <a:cs typeface="Times New Roman"/>
              </a:rPr>
              <a:t> </a:t>
            </a:r>
            <a:r>
              <a:rPr sz="2250" spc="-650" dirty="0">
                <a:solidFill>
                  <a:srgbClr val="050505"/>
                </a:solidFill>
                <a:latin typeface="Times New Roman"/>
                <a:cs typeface="Times New Roman"/>
              </a:rPr>
              <a:t>=</a:t>
            </a:r>
            <a:r>
              <a:rPr sz="2250" spc="110" dirty="0">
                <a:solidFill>
                  <a:srgbClr val="050505"/>
                </a:solidFill>
                <a:latin typeface="Times New Roman"/>
                <a:cs typeface="Times New Roman"/>
              </a:rPr>
              <a:t> </a:t>
            </a:r>
            <a:r>
              <a:rPr sz="2250" spc="-20" dirty="0">
                <a:solidFill>
                  <a:srgbClr val="050505"/>
                </a:solidFill>
                <a:latin typeface="Times New Roman"/>
                <a:cs typeface="Times New Roman"/>
              </a:rPr>
              <a:t>len;</a:t>
            </a:r>
            <a:endParaRPr sz="2250" dirty="0">
              <a:latin typeface="Times New Roman"/>
              <a:cs typeface="Times New Roman"/>
            </a:endParaRPr>
          </a:p>
          <a:p>
            <a:pPr marL="33655">
              <a:lnSpc>
                <a:spcPct val="100000"/>
              </a:lnSpc>
              <a:spcBef>
                <a:spcPts val="445"/>
              </a:spcBef>
            </a:pPr>
            <a:r>
              <a:rPr sz="2050" spc="70" dirty="0">
                <a:solidFill>
                  <a:srgbClr val="050505"/>
                </a:solidFill>
                <a:latin typeface="Arial"/>
                <a:cs typeface="Arial"/>
              </a:rPr>
              <a:t>}</a:t>
            </a:r>
            <a:endParaRPr sz="2050" dirty="0">
              <a:latin typeface="Arial"/>
              <a:cs typeface="Arial"/>
            </a:endParaRPr>
          </a:p>
          <a:p>
            <a:pPr marL="12700" marR="5080" indent="1270">
              <a:lnSpc>
                <a:spcPts val="2970"/>
              </a:lnSpc>
              <a:spcBef>
                <a:spcPts val="85"/>
              </a:spcBef>
            </a:pPr>
            <a:r>
              <a:rPr sz="2250" dirty="0">
                <a:solidFill>
                  <a:srgbClr val="050505"/>
                </a:solidFill>
                <a:latin typeface="Times New Roman"/>
                <a:cs typeface="Times New Roman"/>
              </a:rPr>
              <a:t>//</a:t>
            </a:r>
            <a:r>
              <a:rPr sz="2250" spc="55" dirty="0">
                <a:solidFill>
                  <a:srgbClr val="050505"/>
                </a:solidFill>
                <a:latin typeface="Times New Roman"/>
                <a:cs typeface="Times New Roman"/>
              </a:rPr>
              <a:t> </a:t>
            </a:r>
            <a:r>
              <a:rPr sz="2250" dirty="0">
                <a:solidFill>
                  <a:srgbClr val="050505"/>
                </a:solidFill>
                <a:latin typeface="Times New Roman"/>
                <a:cs typeface="Times New Roman"/>
              </a:rPr>
              <a:t>constructor</a:t>
            </a:r>
            <a:r>
              <a:rPr sz="2250" spc="175" dirty="0">
                <a:solidFill>
                  <a:srgbClr val="050505"/>
                </a:solidFill>
                <a:latin typeface="Times New Roman"/>
                <a:cs typeface="Times New Roman"/>
              </a:rPr>
              <a:t> </a:t>
            </a:r>
            <a:r>
              <a:rPr sz="2250" dirty="0">
                <a:solidFill>
                  <a:srgbClr val="050505"/>
                </a:solidFill>
                <a:latin typeface="Times New Roman"/>
                <a:cs typeface="Times New Roman"/>
              </a:rPr>
              <a:t>used</a:t>
            </a:r>
            <a:r>
              <a:rPr sz="2250" spc="100" dirty="0">
                <a:solidFill>
                  <a:srgbClr val="050505"/>
                </a:solidFill>
                <a:latin typeface="Times New Roman"/>
                <a:cs typeface="Times New Roman"/>
              </a:rPr>
              <a:t> </a:t>
            </a:r>
            <a:r>
              <a:rPr sz="2250" dirty="0">
                <a:solidFill>
                  <a:srgbClr val="050505"/>
                </a:solidFill>
                <a:latin typeface="Times New Roman"/>
                <a:cs typeface="Times New Roman"/>
              </a:rPr>
              <a:t>when</a:t>
            </a:r>
            <a:r>
              <a:rPr sz="2250" spc="110" dirty="0">
                <a:solidFill>
                  <a:srgbClr val="050505"/>
                </a:solidFill>
                <a:latin typeface="Times New Roman"/>
                <a:cs typeface="Times New Roman"/>
              </a:rPr>
              <a:t> </a:t>
            </a:r>
            <a:r>
              <a:rPr sz="2250" dirty="0">
                <a:solidFill>
                  <a:srgbClr val="050505"/>
                </a:solidFill>
                <a:latin typeface="Times New Roman"/>
                <a:cs typeface="Times New Roman"/>
              </a:rPr>
              <a:t>all</a:t>
            </a:r>
            <a:r>
              <a:rPr sz="2250" spc="75" dirty="0">
                <a:solidFill>
                  <a:srgbClr val="050505"/>
                </a:solidFill>
                <a:latin typeface="Times New Roman"/>
                <a:cs typeface="Times New Roman"/>
              </a:rPr>
              <a:t> </a:t>
            </a:r>
            <a:r>
              <a:rPr sz="2250" dirty="0">
                <a:solidFill>
                  <a:srgbClr val="050505"/>
                </a:solidFill>
                <a:latin typeface="Times New Roman"/>
                <a:cs typeface="Times New Roman"/>
              </a:rPr>
              <a:t>dimensions</a:t>
            </a:r>
            <a:r>
              <a:rPr sz="2250" spc="185" dirty="0">
                <a:solidFill>
                  <a:srgbClr val="050505"/>
                </a:solidFill>
                <a:latin typeface="Times New Roman"/>
                <a:cs typeface="Times New Roman"/>
              </a:rPr>
              <a:t> </a:t>
            </a:r>
            <a:r>
              <a:rPr sz="2250" spc="-10" dirty="0">
                <a:solidFill>
                  <a:srgbClr val="050505"/>
                </a:solidFill>
                <a:latin typeface="Times New Roman"/>
                <a:cs typeface="Times New Roman"/>
              </a:rPr>
              <a:t>specified </a:t>
            </a:r>
            <a:r>
              <a:rPr sz="2250" dirty="0">
                <a:solidFill>
                  <a:srgbClr val="F0080A"/>
                </a:solidFill>
                <a:latin typeface="Times New Roman"/>
                <a:cs typeface="Times New Roman"/>
              </a:rPr>
              <a:t>Box(double</a:t>
            </a:r>
            <a:r>
              <a:rPr sz="2250" spc="110" dirty="0">
                <a:solidFill>
                  <a:srgbClr val="F0080A"/>
                </a:solidFill>
                <a:latin typeface="Times New Roman"/>
                <a:cs typeface="Times New Roman"/>
              </a:rPr>
              <a:t> </a:t>
            </a:r>
            <a:r>
              <a:rPr sz="2250" dirty="0">
                <a:solidFill>
                  <a:srgbClr val="F0080A"/>
                </a:solidFill>
                <a:latin typeface="Times New Roman"/>
                <a:cs typeface="Times New Roman"/>
              </a:rPr>
              <a:t>w,</a:t>
            </a:r>
            <a:r>
              <a:rPr sz="2250" spc="130" dirty="0">
                <a:solidFill>
                  <a:srgbClr val="F0080A"/>
                </a:solidFill>
                <a:latin typeface="Times New Roman"/>
                <a:cs typeface="Times New Roman"/>
              </a:rPr>
              <a:t> </a:t>
            </a:r>
            <a:r>
              <a:rPr sz="2250" dirty="0">
                <a:solidFill>
                  <a:srgbClr val="F0080A"/>
                </a:solidFill>
                <a:latin typeface="Times New Roman"/>
                <a:cs typeface="Times New Roman"/>
              </a:rPr>
              <a:t>double</a:t>
            </a:r>
            <a:r>
              <a:rPr sz="2250" spc="95" dirty="0">
                <a:solidFill>
                  <a:srgbClr val="F0080A"/>
                </a:solidFill>
                <a:latin typeface="Times New Roman"/>
                <a:cs typeface="Times New Roman"/>
              </a:rPr>
              <a:t> </a:t>
            </a:r>
            <a:r>
              <a:rPr sz="2250" dirty="0">
                <a:solidFill>
                  <a:srgbClr val="F0080A"/>
                </a:solidFill>
                <a:latin typeface="Times New Roman"/>
                <a:cs typeface="Times New Roman"/>
              </a:rPr>
              <a:t>h,</a:t>
            </a:r>
            <a:r>
              <a:rPr sz="2250" spc="45" dirty="0">
                <a:solidFill>
                  <a:srgbClr val="F0080A"/>
                </a:solidFill>
                <a:latin typeface="Times New Roman"/>
                <a:cs typeface="Times New Roman"/>
              </a:rPr>
              <a:t> </a:t>
            </a:r>
            <a:r>
              <a:rPr sz="2250" dirty="0">
                <a:solidFill>
                  <a:srgbClr val="F0080A"/>
                </a:solidFill>
                <a:latin typeface="Times New Roman"/>
                <a:cs typeface="Times New Roman"/>
              </a:rPr>
              <a:t>double</a:t>
            </a:r>
            <a:r>
              <a:rPr sz="2250" spc="70" dirty="0">
                <a:solidFill>
                  <a:srgbClr val="F0080A"/>
                </a:solidFill>
                <a:latin typeface="Times New Roman"/>
                <a:cs typeface="Times New Roman"/>
              </a:rPr>
              <a:t> </a:t>
            </a:r>
            <a:r>
              <a:rPr sz="2250" dirty="0">
                <a:solidFill>
                  <a:srgbClr val="F0080A"/>
                </a:solidFill>
                <a:latin typeface="Times New Roman"/>
                <a:cs typeface="Times New Roman"/>
              </a:rPr>
              <a:t>d)</a:t>
            </a:r>
            <a:r>
              <a:rPr sz="2250" spc="65" dirty="0">
                <a:solidFill>
                  <a:srgbClr val="F0080A"/>
                </a:solidFill>
                <a:latin typeface="Times New Roman"/>
                <a:cs typeface="Times New Roman"/>
              </a:rPr>
              <a:t> </a:t>
            </a:r>
            <a:r>
              <a:rPr sz="2250" spc="45" dirty="0">
                <a:solidFill>
                  <a:srgbClr val="050505"/>
                </a:solidFill>
                <a:latin typeface="Times New Roman"/>
                <a:cs typeface="Times New Roman"/>
              </a:rPr>
              <a:t>{</a:t>
            </a:r>
            <a:endParaRPr sz="2250" dirty="0">
              <a:latin typeface="Times New Roman"/>
              <a:cs typeface="Times New Roman"/>
            </a:endParaRPr>
          </a:p>
        </p:txBody>
      </p:sp>
      <p:sp>
        <p:nvSpPr>
          <p:cNvPr id="5" name="object 5"/>
          <p:cNvSpPr txBox="1"/>
          <p:nvPr/>
        </p:nvSpPr>
        <p:spPr>
          <a:xfrm>
            <a:off x="2643402" y="4050895"/>
            <a:ext cx="1304925" cy="369570"/>
          </a:xfrm>
          <a:prstGeom prst="rect">
            <a:avLst/>
          </a:prstGeom>
        </p:spPr>
        <p:txBody>
          <a:bodyPr vert="horz" wrap="square" lIns="0" tIns="13335" rIns="0" bIns="0" rtlCol="0">
            <a:spAutoFit/>
          </a:bodyPr>
          <a:lstStyle/>
          <a:p>
            <a:pPr marL="12700">
              <a:lnSpc>
                <a:spcPct val="100000"/>
              </a:lnSpc>
              <a:spcBef>
                <a:spcPts val="105"/>
              </a:spcBef>
            </a:pPr>
            <a:r>
              <a:rPr sz="2250" spc="-85" dirty="0">
                <a:solidFill>
                  <a:srgbClr val="050505"/>
                </a:solidFill>
                <a:latin typeface="Times New Roman"/>
                <a:cs typeface="Times New Roman"/>
              </a:rPr>
              <a:t>width=</a:t>
            </a:r>
            <a:r>
              <a:rPr sz="2250" dirty="0">
                <a:solidFill>
                  <a:srgbClr val="050505"/>
                </a:solidFill>
                <a:latin typeface="Times New Roman"/>
                <a:cs typeface="Times New Roman"/>
              </a:rPr>
              <a:t> </a:t>
            </a:r>
            <a:r>
              <a:rPr sz="2250" spc="-25" dirty="0">
                <a:solidFill>
                  <a:srgbClr val="050505"/>
                </a:solidFill>
                <a:latin typeface="Times New Roman"/>
                <a:cs typeface="Times New Roman"/>
              </a:rPr>
              <a:t>w·</a:t>
            </a:r>
            <a:endParaRPr sz="2250" dirty="0">
              <a:latin typeface="Times New Roman"/>
              <a:cs typeface="Times New Roman"/>
            </a:endParaRPr>
          </a:p>
        </p:txBody>
      </p:sp>
      <p:sp>
        <p:nvSpPr>
          <p:cNvPr id="6" name="object 6"/>
          <p:cNvSpPr txBox="1"/>
          <p:nvPr/>
        </p:nvSpPr>
        <p:spPr>
          <a:xfrm>
            <a:off x="3836187" y="4236192"/>
            <a:ext cx="80645" cy="369570"/>
          </a:xfrm>
          <a:prstGeom prst="rect">
            <a:avLst/>
          </a:prstGeom>
        </p:spPr>
        <p:txBody>
          <a:bodyPr vert="horz" wrap="square" lIns="0" tIns="13335" rIns="0" bIns="0" rtlCol="0">
            <a:spAutoFit/>
          </a:bodyPr>
          <a:lstStyle/>
          <a:p>
            <a:pPr marL="12700">
              <a:lnSpc>
                <a:spcPct val="100000"/>
              </a:lnSpc>
              <a:spcBef>
                <a:spcPts val="105"/>
              </a:spcBef>
            </a:pPr>
            <a:r>
              <a:rPr sz="2250" spc="5" dirty="0">
                <a:solidFill>
                  <a:srgbClr val="050505"/>
                </a:solidFill>
                <a:latin typeface="Arial"/>
                <a:cs typeface="Arial"/>
              </a:rPr>
              <a:t>'</a:t>
            </a:r>
            <a:endParaRPr sz="2250">
              <a:latin typeface="Arial"/>
              <a:cs typeface="Arial"/>
            </a:endParaRPr>
          </a:p>
        </p:txBody>
      </p:sp>
      <p:sp>
        <p:nvSpPr>
          <p:cNvPr id="7" name="object 7"/>
          <p:cNvSpPr txBox="1"/>
          <p:nvPr/>
        </p:nvSpPr>
        <p:spPr>
          <a:xfrm>
            <a:off x="2642114" y="4404316"/>
            <a:ext cx="1297940" cy="767080"/>
          </a:xfrm>
          <a:prstGeom prst="rect">
            <a:avLst/>
          </a:prstGeom>
        </p:spPr>
        <p:txBody>
          <a:bodyPr vert="horz" wrap="square" lIns="0" tIns="12065" rIns="0" bIns="0" rtlCol="0">
            <a:spAutoFit/>
          </a:bodyPr>
          <a:lstStyle/>
          <a:p>
            <a:pPr marL="12700" marR="5080" indent="635">
              <a:lnSpc>
                <a:spcPct val="108100"/>
              </a:lnSpc>
              <a:spcBef>
                <a:spcPts val="95"/>
              </a:spcBef>
            </a:pPr>
            <a:r>
              <a:rPr sz="2250" spc="-65" dirty="0">
                <a:solidFill>
                  <a:srgbClr val="050505"/>
                </a:solidFill>
                <a:latin typeface="Times New Roman"/>
                <a:cs typeface="Times New Roman"/>
              </a:rPr>
              <a:t>height=</a:t>
            </a:r>
            <a:r>
              <a:rPr sz="2250" spc="-75" dirty="0">
                <a:solidFill>
                  <a:srgbClr val="050505"/>
                </a:solidFill>
                <a:latin typeface="Times New Roman"/>
                <a:cs typeface="Times New Roman"/>
              </a:rPr>
              <a:t> </a:t>
            </a:r>
            <a:r>
              <a:rPr sz="2250" spc="-25" dirty="0">
                <a:solidFill>
                  <a:srgbClr val="050505"/>
                </a:solidFill>
                <a:latin typeface="Times New Roman"/>
                <a:cs typeface="Times New Roman"/>
              </a:rPr>
              <a:t>h; </a:t>
            </a:r>
            <a:r>
              <a:rPr sz="2250" spc="-85" dirty="0">
                <a:solidFill>
                  <a:srgbClr val="050505"/>
                </a:solidFill>
                <a:latin typeface="Times New Roman"/>
                <a:cs typeface="Times New Roman"/>
              </a:rPr>
              <a:t>depth=</a:t>
            </a:r>
            <a:r>
              <a:rPr sz="2250" dirty="0">
                <a:solidFill>
                  <a:srgbClr val="050505"/>
                </a:solidFill>
                <a:latin typeface="Times New Roman"/>
                <a:cs typeface="Times New Roman"/>
              </a:rPr>
              <a:t> </a:t>
            </a:r>
            <a:r>
              <a:rPr sz="2250" spc="-25" dirty="0">
                <a:solidFill>
                  <a:srgbClr val="050505"/>
                </a:solidFill>
                <a:latin typeface="Times New Roman"/>
                <a:cs typeface="Times New Roman"/>
              </a:rPr>
              <a:t>d;</a:t>
            </a:r>
            <a:endParaRPr sz="2250" dirty="0">
              <a:latin typeface="Times New Roman"/>
              <a:cs typeface="Times New Roman"/>
            </a:endParaRPr>
          </a:p>
        </p:txBody>
      </p:sp>
      <p:sp>
        <p:nvSpPr>
          <p:cNvPr id="8" name="object 8"/>
          <p:cNvSpPr txBox="1"/>
          <p:nvPr/>
        </p:nvSpPr>
        <p:spPr>
          <a:xfrm>
            <a:off x="1684105" y="5175103"/>
            <a:ext cx="5110480" cy="1507463"/>
          </a:xfrm>
          <a:prstGeom prst="rect">
            <a:avLst/>
          </a:prstGeom>
        </p:spPr>
        <p:txBody>
          <a:bodyPr vert="horz" wrap="square" lIns="0" tIns="42544" rIns="0" bIns="0" rtlCol="0">
            <a:spAutoFit/>
          </a:bodyPr>
          <a:lstStyle/>
          <a:p>
            <a:pPr marL="25400">
              <a:lnSpc>
                <a:spcPct val="100000"/>
              </a:lnSpc>
              <a:spcBef>
                <a:spcPts val="334"/>
              </a:spcBef>
            </a:pPr>
            <a:r>
              <a:rPr sz="2050" spc="70" dirty="0">
                <a:solidFill>
                  <a:srgbClr val="050505"/>
                </a:solidFill>
                <a:latin typeface="Arial"/>
                <a:cs typeface="Arial"/>
              </a:rPr>
              <a:t>}</a:t>
            </a:r>
            <a:endParaRPr sz="2050" dirty="0">
              <a:latin typeface="Arial"/>
              <a:cs typeface="Arial"/>
            </a:endParaRPr>
          </a:p>
          <a:p>
            <a:pPr marL="12700">
              <a:lnSpc>
                <a:spcPts val="2485"/>
              </a:lnSpc>
              <a:spcBef>
                <a:spcPts val="254"/>
              </a:spcBef>
            </a:pPr>
            <a:r>
              <a:rPr sz="2250" dirty="0">
                <a:solidFill>
                  <a:srgbClr val="050505"/>
                </a:solidFill>
                <a:latin typeface="Times New Roman"/>
                <a:cs typeface="Times New Roman"/>
              </a:rPr>
              <a:t>double</a:t>
            </a:r>
            <a:r>
              <a:rPr sz="2250" spc="95" dirty="0">
                <a:solidFill>
                  <a:srgbClr val="050505"/>
                </a:solidFill>
                <a:latin typeface="Times New Roman"/>
                <a:cs typeface="Times New Roman"/>
              </a:rPr>
              <a:t> </a:t>
            </a:r>
            <a:r>
              <a:rPr sz="2250" dirty="0">
                <a:solidFill>
                  <a:srgbClr val="050505"/>
                </a:solidFill>
                <a:latin typeface="Times New Roman"/>
                <a:cs typeface="Times New Roman"/>
              </a:rPr>
              <a:t>volume()</a:t>
            </a:r>
            <a:r>
              <a:rPr sz="2250" spc="180" dirty="0">
                <a:solidFill>
                  <a:srgbClr val="050505"/>
                </a:solidFill>
                <a:latin typeface="Times New Roman"/>
                <a:cs typeface="Times New Roman"/>
              </a:rPr>
              <a:t> </a:t>
            </a:r>
            <a:r>
              <a:rPr sz="2250" spc="-50" dirty="0">
                <a:solidFill>
                  <a:srgbClr val="050505"/>
                </a:solidFill>
                <a:latin typeface="Times New Roman"/>
                <a:cs typeface="Times New Roman"/>
              </a:rPr>
              <a:t>{</a:t>
            </a:r>
            <a:endParaRPr sz="2250" dirty="0">
              <a:latin typeface="Times New Roman"/>
              <a:cs typeface="Times New Roman"/>
            </a:endParaRPr>
          </a:p>
          <a:p>
            <a:pPr marL="309245" algn="ctr">
              <a:lnSpc>
                <a:spcPts val="3385"/>
              </a:lnSpc>
            </a:pPr>
            <a:r>
              <a:rPr sz="2250" dirty="0">
                <a:solidFill>
                  <a:srgbClr val="050505"/>
                </a:solidFill>
                <a:latin typeface="Times New Roman"/>
                <a:cs typeface="Times New Roman"/>
              </a:rPr>
              <a:t>return</a:t>
            </a:r>
            <a:r>
              <a:rPr sz="2250" spc="90" dirty="0">
                <a:solidFill>
                  <a:srgbClr val="050505"/>
                </a:solidFill>
                <a:latin typeface="Times New Roman"/>
                <a:cs typeface="Times New Roman"/>
              </a:rPr>
              <a:t> </a:t>
            </a:r>
            <a:r>
              <a:rPr sz="2250" dirty="0">
                <a:solidFill>
                  <a:srgbClr val="050505"/>
                </a:solidFill>
                <a:latin typeface="Times New Roman"/>
                <a:cs typeface="Times New Roman"/>
              </a:rPr>
              <a:t>width</a:t>
            </a:r>
            <a:r>
              <a:rPr sz="2250" spc="180" dirty="0">
                <a:solidFill>
                  <a:srgbClr val="050505"/>
                </a:solidFill>
                <a:latin typeface="Times New Roman"/>
                <a:cs typeface="Times New Roman"/>
              </a:rPr>
              <a:t> </a:t>
            </a:r>
            <a:r>
              <a:rPr sz="3000" spc="-135" dirty="0">
                <a:solidFill>
                  <a:srgbClr val="050505"/>
                </a:solidFill>
                <a:latin typeface="Arial"/>
                <a:cs typeface="Arial"/>
              </a:rPr>
              <a:t>*</a:t>
            </a:r>
            <a:r>
              <a:rPr sz="3000" spc="-215" dirty="0">
                <a:solidFill>
                  <a:srgbClr val="050505"/>
                </a:solidFill>
                <a:latin typeface="Arial"/>
                <a:cs typeface="Arial"/>
              </a:rPr>
              <a:t> </a:t>
            </a:r>
            <a:r>
              <a:rPr sz="2250" dirty="0">
                <a:solidFill>
                  <a:srgbClr val="050505"/>
                </a:solidFill>
                <a:latin typeface="Times New Roman"/>
                <a:cs typeface="Times New Roman"/>
              </a:rPr>
              <a:t>height</a:t>
            </a:r>
            <a:r>
              <a:rPr sz="2250" spc="220" dirty="0">
                <a:solidFill>
                  <a:srgbClr val="050505"/>
                </a:solidFill>
                <a:latin typeface="Times New Roman"/>
                <a:cs typeface="Times New Roman"/>
              </a:rPr>
              <a:t> </a:t>
            </a:r>
            <a:r>
              <a:rPr sz="3000" spc="-135" dirty="0">
                <a:solidFill>
                  <a:srgbClr val="050505"/>
                </a:solidFill>
                <a:latin typeface="Arial"/>
                <a:cs typeface="Arial"/>
              </a:rPr>
              <a:t>*</a:t>
            </a:r>
            <a:r>
              <a:rPr sz="3000" spc="-200" dirty="0">
                <a:solidFill>
                  <a:srgbClr val="050505"/>
                </a:solidFill>
                <a:latin typeface="Arial"/>
                <a:cs typeface="Arial"/>
              </a:rPr>
              <a:t> </a:t>
            </a:r>
            <a:r>
              <a:rPr sz="2250" spc="-10" dirty="0">
                <a:solidFill>
                  <a:srgbClr val="050505"/>
                </a:solidFill>
                <a:latin typeface="Times New Roman"/>
                <a:cs typeface="Times New Roman"/>
              </a:rPr>
              <a:t>depth;</a:t>
            </a:r>
            <a:endParaRPr sz="2250" dirty="0">
              <a:latin typeface="Times New Roman"/>
              <a:cs typeface="Times New Roman"/>
            </a:endParaRPr>
          </a:p>
          <a:p>
            <a:pPr marL="31750">
              <a:lnSpc>
                <a:spcPct val="100000"/>
              </a:lnSpc>
              <a:spcBef>
                <a:spcPts val="270"/>
              </a:spcBef>
            </a:pPr>
            <a:r>
              <a:rPr sz="2050" spc="70" dirty="0">
                <a:solidFill>
                  <a:srgbClr val="050505"/>
                </a:solidFill>
                <a:latin typeface="Arial"/>
                <a:cs typeface="Arial"/>
              </a:rPr>
              <a:t>}</a:t>
            </a:r>
            <a:endParaRPr sz="2050" dirty="0">
              <a:latin typeface="Arial"/>
              <a:cs typeface="Arial"/>
            </a:endParaRPr>
          </a:p>
        </p:txBody>
      </p:sp>
      <p:sp>
        <p:nvSpPr>
          <p:cNvPr id="9" name="object 9"/>
          <p:cNvSpPr txBox="1"/>
          <p:nvPr/>
        </p:nvSpPr>
        <p:spPr>
          <a:xfrm>
            <a:off x="953337" y="6788445"/>
            <a:ext cx="120014" cy="239395"/>
          </a:xfrm>
          <a:prstGeom prst="rect">
            <a:avLst/>
          </a:prstGeom>
        </p:spPr>
        <p:txBody>
          <a:bodyPr vert="horz" wrap="square" lIns="0" tIns="12700" rIns="0" bIns="0" rtlCol="0">
            <a:spAutoFit/>
          </a:bodyPr>
          <a:lstStyle/>
          <a:p>
            <a:pPr marL="12700">
              <a:lnSpc>
                <a:spcPct val="100000"/>
              </a:lnSpc>
              <a:spcBef>
                <a:spcPts val="100"/>
              </a:spcBef>
            </a:pPr>
            <a:r>
              <a:rPr sz="1400" spc="65" dirty="0">
                <a:solidFill>
                  <a:srgbClr val="050505"/>
                </a:solidFill>
                <a:latin typeface="Times New Roman"/>
                <a:cs typeface="Times New Roman"/>
              </a:rPr>
              <a:t>}</a:t>
            </a:r>
            <a:endParaRPr sz="1400">
              <a:latin typeface="Times New Roman"/>
              <a:cs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63032" y="1506772"/>
            <a:ext cx="9557731" cy="245998"/>
          </a:xfrm>
          <a:prstGeom prst="rect">
            <a:avLst/>
          </a:prstGeom>
        </p:spPr>
      </p:pic>
      <p:sp>
        <p:nvSpPr>
          <p:cNvPr id="3" name="object 3"/>
          <p:cNvSpPr txBox="1">
            <a:spLocks noGrp="1"/>
          </p:cNvSpPr>
          <p:nvPr>
            <p:ph type="title"/>
          </p:nvPr>
        </p:nvSpPr>
        <p:spPr>
          <a:xfrm>
            <a:off x="1286283" y="607742"/>
            <a:ext cx="2750185" cy="652145"/>
          </a:xfrm>
          <a:prstGeom prst="rect">
            <a:avLst/>
          </a:prstGeom>
        </p:spPr>
        <p:txBody>
          <a:bodyPr vert="horz" wrap="square" lIns="0" tIns="13970" rIns="0" bIns="0" rtlCol="0">
            <a:spAutoFit/>
          </a:bodyPr>
          <a:lstStyle/>
          <a:p>
            <a:pPr marL="12700">
              <a:lnSpc>
                <a:spcPct val="100000"/>
              </a:lnSpc>
              <a:spcBef>
                <a:spcPts val="110"/>
              </a:spcBef>
              <a:tabLst>
                <a:tab pos="2333625" algn="l"/>
              </a:tabLst>
            </a:pPr>
            <a:r>
              <a:rPr sz="4100" b="1" spc="45" dirty="0">
                <a:solidFill>
                  <a:srgbClr val="79675E"/>
                </a:solidFill>
                <a:latin typeface="Times New Roman"/>
                <a:cs typeface="Times New Roman"/>
              </a:rPr>
              <a:t>Continue</a:t>
            </a:r>
            <a:r>
              <a:rPr sz="4100" b="1" dirty="0">
                <a:solidFill>
                  <a:srgbClr val="79675E"/>
                </a:solidFill>
                <a:latin typeface="Times New Roman"/>
                <a:cs typeface="Times New Roman"/>
              </a:rPr>
              <a:t>	</a:t>
            </a:r>
            <a:r>
              <a:rPr sz="4100" spc="-25" dirty="0">
                <a:solidFill>
                  <a:srgbClr val="79675E"/>
                </a:solidFill>
                <a:latin typeface="Times New Roman"/>
                <a:cs typeface="Times New Roman"/>
              </a:rPr>
              <a:t>...</a:t>
            </a:r>
            <a:endParaRPr sz="4100">
              <a:latin typeface="Times New Roman"/>
              <a:cs typeface="Times New Roman"/>
            </a:endParaRPr>
          </a:p>
        </p:txBody>
      </p:sp>
      <p:sp>
        <p:nvSpPr>
          <p:cNvPr id="4" name="object 4"/>
          <p:cNvSpPr txBox="1"/>
          <p:nvPr/>
        </p:nvSpPr>
        <p:spPr>
          <a:xfrm>
            <a:off x="807803" y="1884633"/>
            <a:ext cx="9212580" cy="5255413"/>
          </a:xfrm>
          <a:prstGeom prst="rect">
            <a:avLst/>
          </a:prstGeom>
        </p:spPr>
        <p:txBody>
          <a:bodyPr vert="horz" wrap="square" lIns="0" tIns="13335" rIns="0" bIns="0" rtlCol="0">
            <a:spAutoFit/>
          </a:bodyPr>
          <a:lstStyle/>
          <a:p>
            <a:pPr marL="88900">
              <a:lnSpc>
                <a:spcPct val="100000"/>
              </a:lnSpc>
              <a:spcBef>
                <a:spcPts val="105"/>
              </a:spcBef>
            </a:pPr>
            <a:r>
              <a:rPr sz="1800" dirty="0">
                <a:solidFill>
                  <a:srgbClr val="0A0A0A"/>
                </a:solidFill>
                <a:latin typeface="Times New Roman"/>
                <a:cs typeface="Times New Roman"/>
              </a:rPr>
              <a:t>class</a:t>
            </a:r>
            <a:r>
              <a:rPr sz="1800" spc="220" dirty="0">
                <a:solidFill>
                  <a:srgbClr val="0A0A0A"/>
                </a:solidFill>
                <a:latin typeface="Times New Roman"/>
                <a:cs typeface="Times New Roman"/>
              </a:rPr>
              <a:t> </a:t>
            </a:r>
            <a:r>
              <a:rPr sz="1800" dirty="0">
                <a:solidFill>
                  <a:srgbClr val="0A0A0A"/>
                </a:solidFill>
                <a:latin typeface="Times New Roman"/>
                <a:cs typeface="Times New Roman"/>
              </a:rPr>
              <a:t>OverloadCons</a:t>
            </a:r>
            <a:r>
              <a:rPr sz="1800" spc="400" dirty="0">
                <a:solidFill>
                  <a:srgbClr val="0A0A0A"/>
                </a:solidFill>
                <a:latin typeface="Times New Roman"/>
                <a:cs typeface="Times New Roman"/>
              </a:rPr>
              <a:t> </a:t>
            </a:r>
            <a:r>
              <a:rPr sz="1800" spc="-50" dirty="0">
                <a:solidFill>
                  <a:srgbClr val="0A0A0A"/>
                </a:solidFill>
                <a:latin typeface="Times New Roman"/>
                <a:cs typeface="Times New Roman"/>
              </a:rPr>
              <a:t>{</a:t>
            </a:r>
            <a:endParaRPr sz="1800" dirty="0">
              <a:latin typeface="Times New Roman"/>
              <a:cs typeface="Times New Roman"/>
            </a:endParaRPr>
          </a:p>
          <a:p>
            <a:pPr marL="1044575" marR="81280" indent="1270">
              <a:lnSpc>
                <a:spcPct val="104800"/>
              </a:lnSpc>
            </a:pPr>
            <a:r>
              <a:rPr sz="1800" dirty="0">
                <a:solidFill>
                  <a:srgbClr val="0A0A0A"/>
                </a:solidFill>
                <a:latin typeface="Times New Roman"/>
                <a:cs typeface="Times New Roman"/>
              </a:rPr>
              <a:t>public</a:t>
            </a:r>
            <a:r>
              <a:rPr sz="1800" spc="170" dirty="0">
                <a:solidFill>
                  <a:srgbClr val="0A0A0A"/>
                </a:solidFill>
                <a:latin typeface="Times New Roman"/>
                <a:cs typeface="Times New Roman"/>
              </a:rPr>
              <a:t> </a:t>
            </a:r>
            <a:r>
              <a:rPr sz="1800" dirty="0">
                <a:solidFill>
                  <a:srgbClr val="0A0A0A"/>
                </a:solidFill>
                <a:latin typeface="Times New Roman"/>
                <a:cs typeface="Times New Roman"/>
              </a:rPr>
              <a:t>static</a:t>
            </a:r>
            <a:r>
              <a:rPr sz="1800" spc="165" dirty="0">
                <a:solidFill>
                  <a:srgbClr val="0A0A0A"/>
                </a:solidFill>
                <a:latin typeface="Times New Roman"/>
                <a:cs typeface="Times New Roman"/>
              </a:rPr>
              <a:t> </a:t>
            </a:r>
            <a:r>
              <a:rPr sz="1800" dirty="0">
                <a:solidFill>
                  <a:srgbClr val="0A0A0A"/>
                </a:solidFill>
                <a:latin typeface="Times New Roman"/>
                <a:cs typeface="Times New Roman"/>
              </a:rPr>
              <a:t>void</a:t>
            </a:r>
            <a:r>
              <a:rPr sz="1800" spc="210" dirty="0">
                <a:solidFill>
                  <a:srgbClr val="0A0A0A"/>
                </a:solidFill>
                <a:latin typeface="Times New Roman"/>
                <a:cs typeface="Times New Roman"/>
              </a:rPr>
              <a:t> </a:t>
            </a:r>
            <a:r>
              <a:rPr sz="1800" dirty="0">
                <a:solidFill>
                  <a:srgbClr val="0A0A0A"/>
                </a:solidFill>
                <a:latin typeface="Times New Roman"/>
                <a:cs typeface="Times New Roman"/>
              </a:rPr>
              <a:t>main(String</a:t>
            </a:r>
            <a:r>
              <a:rPr sz="1800" spc="270" dirty="0">
                <a:solidFill>
                  <a:srgbClr val="0A0A0A"/>
                </a:solidFill>
                <a:latin typeface="Times New Roman"/>
                <a:cs typeface="Times New Roman"/>
              </a:rPr>
              <a:t> </a:t>
            </a:r>
            <a:r>
              <a:rPr sz="1800" dirty="0">
                <a:solidFill>
                  <a:srgbClr val="0A0A0A"/>
                </a:solidFill>
                <a:latin typeface="Times New Roman"/>
                <a:cs typeface="Times New Roman"/>
              </a:rPr>
              <a:t>args[])</a:t>
            </a:r>
            <a:r>
              <a:rPr sz="1800" spc="160" dirty="0">
                <a:solidFill>
                  <a:srgbClr val="0A0A0A"/>
                </a:solidFill>
                <a:latin typeface="Times New Roman"/>
                <a:cs typeface="Times New Roman"/>
              </a:rPr>
              <a:t> </a:t>
            </a:r>
            <a:r>
              <a:rPr sz="1800" dirty="0">
                <a:solidFill>
                  <a:srgbClr val="0A0A0A"/>
                </a:solidFill>
                <a:latin typeface="Times New Roman"/>
                <a:cs typeface="Times New Roman"/>
              </a:rPr>
              <a:t>{</a:t>
            </a:r>
            <a:r>
              <a:rPr sz="1800" spc="60" dirty="0">
                <a:solidFill>
                  <a:srgbClr val="0A0A0A"/>
                </a:solidFill>
                <a:latin typeface="Times New Roman"/>
                <a:cs typeface="Times New Roman"/>
              </a:rPr>
              <a:t> </a:t>
            </a:r>
            <a:r>
              <a:rPr sz="1800" i="1" dirty="0">
                <a:solidFill>
                  <a:srgbClr val="0A0A0A"/>
                </a:solidFill>
                <a:latin typeface="Arial"/>
                <a:cs typeface="Arial"/>
              </a:rPr>
              <a:t>II</a:t>
            </a:r>
            <a:r>
              <a:rPr sz="1800" i="1" spc="220" dirty="0">
                <a:solidFill>
                  <a:srgbClr val="0A0A0A"/>
                </a:solidFill>
                <a:latin typeface="Arial"/>
                <a:cs typeface="Arial"/>
              </a:rPr>
              <a:t> </a:t>
            </a:r>
            <a:r>
              <a:rPr sz="1800" dirty="0">
                <a:solidFill>
                  <a:srgbClr val="0A0A0A"/>
                </a:solidFill>
                <a:latin typeface="Times New Roman"/>
                <a:cs typeface="Times New Roman"/>
              </a:rPr>
              <a:t>create</a:t>
            </a:r>
            <a:r>
              <a:rPr sz="1800" spc="170" dirty="0">
                <a:solidFill>
                  <a:srgbClr val="0A0A0A"/>
                </a:solidFill>
                <a:latin typeface="Times New Roman"/>
                <a:cs typeface="Times New Roman"/>
              </a:rPr>
              <a:t> </a:t>
            </a:r>
            <a:r>
              <a:rPr sz="1800" dirty="0">
                <a:solidFill>
                  <a:srgbClr val="0A0A0A"/>
                </a:solidFill>
                <a:latin typeface="Times New Roman"/>
                <a:cs typeface="Times New Roman"/>
              </a:rPr>
              <a:t>boxes</a:t>
            </a:r>
            <a:r>
              <a:rPr sz="1800" spc="215" dirty="0">
                <a:solidFill>
                  <a:srgbClr val="0A0A0A"/>
                </a:solidFill>
                <a:latin typeface="Times New Roman"/>
                <a:cs typeface="Times New Roman"/>
              </a:rPr>
              <a:t> </a:t>
            </a:r>
            <a:r>
              <a:rPr sz="1800" dirty="0">
                <a:solidFill>
                  <a:srgbClr val="0A0A0A"/>
                </a:solidFill>
                <a:latin typeface="Times New Roman"/>
                <a:cs typeface="Times New Roman"/>
              </a:rPr>
              <a:t>using</a:t>
            </a:r>
            <a:r>
              <a:rPr sz="1800" spc="204" dirty="0">
                <a:solidFill>
                  <a:srgbClr val="0A0A0A"/>
                </a:solidFill>
                <a:latin typeface="Times New Roman"/>
                <a:cs typeface="Times New Roman"/>
              </a:rPr>
              <a:t> </a:t>
            </a:r>
            <a:r>
              <a:rPr sz="1800" dirty="0">
                <a:solidFill>
                  <a:srgbClr val="0A0A0A"/>
                </a:solidFill>
                <a:latin typeface="Times New Roman"/>
                <a:cs typeface="Times New Roman"/>
              </a:rPr>
              <a:t>the</a:t>
            </a:r>
            <a:r>
              <a:rPr sz="1800" spc="140" dirty="0">
                <a:solidFill>
                  <a:srgbClr val="0A0A0A"/>
                </a:solidFill>
                <a:latin typeface="Times New Roman"/>
                <a:cs typeface="Times New Roman"/>
              </a:rPr>
              <a:t> </a:t>
            </a:r>
            <a:r>
              <a:rPr sz="1800" dirty="0">
                <a:solidFill>
                  <a:srgbClr val="0A0A0A"/>
                </a:solidFill>
                <a:latin typeface="Times New Roman"/>
                <a:cs typeface="Times New Roman"/>
              </a:rPr>
              <a:t>various</a:t>
            </a:r>
            <a:r>
              <a:rPr sz="1800" spc="190" dirty="0">
                <a:solidFill>
                  <a:srgbClr val="0A0A0A"/>
                </a:solidFill>
                <a:latin typeface="Times New Roman"/>
                <a:cs typeface="Times New Roman"/>
              </a:rPr>
              <a:t> </a:t>
            </a:r>
            <a:r>
              <a:rPr sz="1800" spc="-10" dirty="0">
                <a:solidFill>
                  <a:srgbClr val="0A0A0A"/>
                </a:solidFill>
                <a:latin typeface="Times New Roman"/>
                <a:cs typeface="Times New Roman"/>
              </a:rPr>
              <a:t>constructors </a:t>
            </a:r>
            <a:r>
              <a:rPr sz="1800" spc="50" dirty="0">
                <a:solidFill>
                  <a:srgbClr val="0A0A0A"/>
                </a:solidFill>
                <a:latin typeface="Times New Roman"/>
                <a:cs typeface="Times New Roman"/>
              </a:rPr>
              <a:t>Box</a:t>
            </a:r>
            <a:r>
              <a:rPr sz="1800" spc="80" dirty="0">
                <a:solidFill>
                  <a:srgbClr val="0A0A0A"/>
                </a:solidFill>
                <a:latin typeface="Times New Roman"/>
                <a:cs typeface="Times New Roman"/>
              </a:rPr>
              <a:t> </a:t>
            </a:r>
            <a:r>
              <a:rPr sz="1800" spc="60" dirty="0">
                <a:solidFill>
                  <a:srgbClr val="0A0A0A"/>
                </a:solidFill>
                <a:latin typeface="Times New Roman"/>
                <a:cs typeface="Times New Roman"/>
              </a:rPr>
              <a:t>myboxl</a:t>
            </a:r>
            <a:r>
              <a:rPr sz="1800" spc="325" dirty="0">
                <a:solidFill>
                  <a:srgbClr val="0A0A0A"/>
                </a:solidFill>
                <a:latin typeface="Times New Roman"/>
                <a:cs typeface="Times New Roman"/>
              </a:rPr>
              <a:t> </a:t>
            </a:r>
            <a:r>
              <a:rPr sz="1800" spc="90" dirty="0">
                <a:solidFill>
                  <a:srgbClr val="0A0A0A"/>
                </a:solidFill>
                <a:latin typeface="Times New Roman"/>
                <a:cs typeface="Times New Roman"/>
              </a:rPr>
              <a:t>=</a:t>
            </a:r>
            <a:r>
              <a:rPr sz="1800" spc="25" dirty="0">
                <a:solidFill>
                  <a:srgbClr val="0A0A0A"/>
                </a:solidFill>
                <a:latin typeface="Times New Roman"/>
                <a:cs typeface="Times New Roman"/>
              </a:rPr>
              <a:t> </a:t>
            </a:r>
            <a:r>
              <a:rPr sz="1800" dirty="0">
                <a:solidFill>
                  <a:srgbClr val="0A0A0A"/>
                </a:solidFill>
                <a:latin typeface="Times New Roman"/>
                <a:cs typeface="Times New Roman"/>
              </a:rPr>
              <a:t>new</a:t>
            </a:r>
            <a:r>
              <a:rPr sz="1800" spc="55" dirty="0">
                <a:solidFill>
                  <a:srgbClr val="0A0A0A"/>
                </a:solidFill>
                <a:latin typeface="Times New Roman"/>
                <a:cs typeface="Times New Roman"/>
              </a:rPr>
              <a:t> </a:t>
            </a:r>
            <a:r>
              <a:rPr sz="1800" spc="85" dirty="0">
                <a:solidFill>
                  <a:srgbClr val="ED0C11"/>
                </a:solidFill>
                <a:latin typeface="Times New Roman"/>
                <a:cs typeface="Times New Roman"/>
              </a:rPr>
              <a:t>Box(l0,</a:t>
            </a:r>
            <a:r>
              <a:rPr sz="1800" spc="125" dirty="0">
                <a:solidFill>
                  <a:srgbClr val="ED0C11"/>
                </a:solidFill>
                <a:latin typeface="Times New Roman"/>
                <a:cs typeface="Times New Roman"/>
              </a:rPr>
              <a:t> </a:t>
            </a:r>
            <a:r>
              <a:rPr sz="1800" dirty="0">
                <a:solidFill>
                  <a:srgbClr val="ED0C11"/>
                </a:solidFill>
                <a:latin typeface="Times New Roman"/>
                <a:cs typeface="Times New Roman"/>
              </a:rPr>
              <a:t>20,</a:t>
            </a:r>
            <a:r>
              <a:rPr sz="1800" spc="85" dirty="0">
                <a:solidFill>
                  <a:srgbClr val="ED0C11"/>
                </a:solidFill>
                <a:latin typeface="Times New Roman"/>
                <a:cs typeface="Times New Roman"/>
              </a:rPr>
              <a:t> </a:t>
            </a:r>
            <a:r>
              <a:rPr sz="1800" spc="-20" dirty="0">
                <a:solidFill>
                  <a:srgbClr val="ED0C11"/>
                </a:solidFill>
                <a:latin typeface="Times New Roman"/>
                <a:cs typeface="Times New Roman"/>
              </a:rPr>
              <a:t>15);</a:t>
            </a:r>
            <a:endParaRPr sz="1800" dirty="0">
              <a:latin typeface="Times New Roman"/>
              <a:cs typeface="Times New Roman"/>
            </a:endParaRPr>
          </a:p>
          <a:p>
            <a:pPr marL="1044575" marR="5464810">
              <a:lnSpc>
                <a:spcPts val="2260"/>
              </a:lnSpc>
              <a:spcBef>
                <a:spcPts val="70"/>
              </a:spcBef>
            </a:pPr>
            <a:r>
              <a:rPr sz="1800" spc="50" dirty="0">
                <a:solidFill>
                  <a:srgbClr val="0A0A0A"/>
                </a:solidFill>
                <a:latin typeface="Times New Roman"/>
                <a:cs typeface="Times New Roman"/>
              </a:rPr>
              <a:t>Box</a:t>
            </a:r>
            <a:r>
              <a:rPr sz="1800" spc="120" dirty="0">
                <a:solidFill>
                  <a:srgbClr val="0A0A0A"/>
                </a:solidFill>
                <a:latin typeface="Times New Roman"/>
                <a:cs typeface="Times New Roman"/>
              </a:rPr>
              <a:t> </a:t>
            </a:r>
            <a:r>
              <a:rPr sz="1800" dirty="0">
                <a:solidFill>
                  <a:srgbClr val="0A0A0A"/>
                </a:solidFill>
                <a:latin typeface="Times New Roman"/>
                <a:cs typeface="Times New Roman"/>
              </a:rPr>
              <a:t>mybox2</a:t>
            </a:r>
            <a:r>
              <a:rPr sz="1800" spc="160" dirty="0">
                <a:solidFill>
                  <a:srgbClr val="0A0A0A"/>
                </a:solidFill>
                <a:latin typeface="Times New Roman"/>
                <a:cs typeface="Times New Roman"/>
              </a:rPr>
              <a:t> </a:t>
            </a:r>
            <a:r>
              <a:rPr sz="1800" spc="90" dirty="0">
                <a:solidFill>
                  <a:srgbClr val="0A0A0A"/>
                </a:solidFill>
                <a:latin typeface="Times New Roman"/>
                <a:cs typeface="Times New Roman"/>
              </a:rPr>
              <a:t>=</a:t>
            </a:r>
            <a:r>
              <a:rPr sz="1800" spc="60" dirty="0">
                <a:solidFill>
                  <a:srgbClr val="0A0A0A"/>
                </a:solidFill>
                <a:latin typeface="Times New Roman"/>
                <a:cs typeface="Times New Roman"/>
              </a:rPr>
              <a:t> </a:t>
            </a:r>
            <a:r>
              <a:rPr sz="1800" dirty="0">
                <a:solidFill>
                  <a:srgbClr val="0A0A0A"/>
                </a:solidFill>
                <a:latin typeface="Times New Roman"/>
                <a:cs typeface="Times New Roman"/>
              </a:rPr>
              <a:t>new</a:t>
            </a:r>
            <a:r>
              <a:rPr sz="1800" spc="95" dirty="0">
                <a:solidFill>
                  <a:srgbClr val="0A0A0A"/>
                </a:solidFill>
                <a:latin typeface="Times New Roman"/>
                <a:cs typeface="Times New Roman"/>
              </a:rPr>
              <a:t> </a:t>
            </a:r>
            <a:r>
              <a:rPr sz="1800" spc="-10" dirty="0">
                <a:solidFill>
                  <a:srgbClr val="ED0C11"/>
                </a:solidFill>
                <a:latin typeface="Times New Roman"/>
                <a:cs typeface="Times New Roman"/>
              </a:rPr>
              <a:t>Box(); </a:t>
            </a:r>
            <a:r>
              <a:rPr sz="1800" spc="50" dirty="0">
                <a:solidFill>
                  <a:srgbClr val="0A0A0A"/>
                </a:solidFill>
                <a:latin typeface="Times New Roman"/>
                <a:cs typeface="Times New Roman"/>
              </a:rPr>
              <a:t>Box</a:t>
            </a:r>
            <a:r>
              <a:rPr sz="1800" spc="114" dirty="0">
                <a:solidFill>
                  <a:srgbClr val="0A0A0A"/>
                </a:solidFill>
                <a:latin typeface="Times New Roman"/>
                <a:cs typeface="Times New Roman"/>
              </a:rPr>
              <a:t> </a:t>
            </a:r>
            <a:r>
              <a:rPr sz="1800" dirty="0">
                <a:solidFill>
                  <a:srgbClr val="0A0A0A"/>
                </a:solidFill>
                <a:latin typeface="Times New Roman"/>
                <a:cs typeface="Times New Roman"/>
              </a:rPr>
              <a:t>mybox3</a:t>
            </a:r>
            <a:r>
              <a:rPr sz="1800" spc="145" dirty="0">
                <a:solidFill>
                  <a:srgbClr val="0A0A0A"/>
                </a:solidFill>
                <a:latin typeface="Times New Roman"/>
                <a:cs typeface="Times New Roman"/>
              </a:rPr>
              <a:t> </a:t>
            </a:r>
            <a:r>
              <a:rPr sz="1800" spc="90" dirty="0">
                <a:solidFill>
                  <a:srgbClr val="0A0A0A"/>
                </a:solidFill>
                <a:latin typeface="Times New Roman"/>
                <a:cs typeface="Times New Roman"/>
              </a:rPr>
              <a:t>=</a:t>
            </a:r>
            <a:r>
              <a:rPr sz="1800" spc="55" dirty="0">
                <a:solidFill>
                  <a:srgbClr val="0A0A0A"/>
                </a:solidFill>
                <a:latin typeface="Times New Roman"/>
                <a:cs typeface="Times New Roman"/>
              </a:rPr>
              <a:t> </a:t>
            </a:r>
            <a:r>
              <a:rPr sz="1800" dirty="0">
                <a:solidFill>
                  <a:srgbClr val="0A0A0A"/>
                </a:solidFill>
                <a:latin typeface="Times New Roman"/>
                <a:cs typeface="Times New Roman"/>
              </a:rPr>
              <a:t>new</a:t>
            </a:r>
            <a:r>
              <a:rPr sz="1800" spc="120" dirty="0">
                <a:solidFill>
                  <a:srgbClr val="0A0A0A"/>
                </a:solidFill>
                <a:latin typeface="Times New Roman"/>
                <a:cs typeface="Times New Roman"/>
              </a:rPr>
              <a:t> </a:t>
            </a:r>
            <a:r>
              <a:rPr sz="1800" spc="-10" dirty="0">
                <a:solidFill>
                  <a:srgbClr val="ED0C11"/>
                </a:solidFill>
                <a:latin typeface="Times New Roman"/>
                <a:cs typeface="Times New Roman"/>
              </a:rPr>
              <a:t>Box(7);</a:t>
            </a:r>
            <a:endParaRPr sz="1800" dirty="0">
              <a:latin typeface="Times New Roman"/>
              <a:cs typeface="Times New Roman"/>
            </a:endParaRPr>
          </a:p>
          <a:p>
            <a:pPr marL="1047115">
              <a:lnSpc>
                <a:spcPct val="100000"/>
              </a:lnSpc>
              <a:spcBef>
                <a:spcPts val="40"/>
              </a:spcBef>
            </a:pPr>
            <a:r>
              <a:rPr sz="1800" dirty="0">
                <a:solidFill>
                  <a:srgbClr val="0A0A0A"/>
                </a:solidFill>
                <a:latin typeface="Times New Roman"/>
                <a:cs typeface="Times New Roman"/>
              </a:rPr>
              <a:t>double</a:t>
            </a:r>
            <a:r>
              <a:rPr sz="1800" spc="220" dirty="0">
                <a:solidFill>
                  <a:srgbClr val="0A0A0A"/>
                </a:solidFill>
                <a:latin typeface="Times New Roman"/>
                <a:cs typeface="Times New Roman"/>
              </a:rPr>
              <a:t> </a:t>
            </a:r>
            <a:r>
              <a:rPr sz="1800" spc="-20" dirty="0">
                <a:solidFill>
                  <a:srgbClr val="0A0A0A"/>
                </a:solidFill>
                <a:latin typeface="Times New Roman"/>
                <a:cs typeface="Times New Roman"/>
              </a:rPr>
              <a:t>vol;</a:t>
            </a:r>
            <a:endParaRPr sz="1800" dirty="0">
              <a:latin typeface="Times New Roman"/>
              <a:cs typeface="Times New Roman"/>
            </a:endParaRPr>
          </a:p>
          <a:p>
            <a:pPr marL="1046480" marR="2760980" indent="-635">
              <a:lnSpc>
                <a:spcPts val="2290"/>
              </a:lnSpc>
              <a:spcBef>
                <a:spcPts val="75"/>
              </a:spcBef>
              <a:tabLst>
                <a:tab pos="4039870" algn="l"/>
              </a:tabLst>
            </a:pPr>
            <a:r>
              <a:rPr sz="1800" dirty="0">
                <a:solidFill>
                  <a:srgbClr val="0A0A0A"/>
                </a:solidFill>
                <a:latin typeface="Times New Roman"/>
                <a:cs typeface="Times New Roman"/>
              </a:rPr>
              <a:t>vol</a:t>
            </a:r>
            <a:r>
              <a:rPr sz="1800" spc="135" dirty="0">
                <a:solidFill>
                  <a:srgbClr val="0A0A0A"/>
                </a:solidFill>
                <a:latin typeface="Times New Roman"/>
                <a:cs typeface="Times New Roman"/>
              </a:rPr>
              <a:t> </a:t>
            </a:r>
            <a:r>
              <a:rPr sz="1800" spc="50" dirty="0">
                <a:solidFill>
                  <a:srgbClr val="0A0A0A"/>
                </a:solidFill>
                <a:latin typeface="Times New Roman"/>
                <a:cs typeface="Times New Roman"/>
              </a:rPr>
              <a:t>=myboxl.volume();</a:t>
            </a:r>
            <a:r>
              <a:rPr sz="1800" dirty="0">
                <a:solidFill>
                  <a:srgbClr val="0A0A0A"/>
                </a:solidFill>
                <a:latin typeface="Times New Roman"/>
                <a:cs typeface="Times New Roman"/>
              </a:rPr>
              <a:t>	</a:t>
            </a:r>
            <a:r>
              <a:rPr sz="1800" i="1" dirty="0">
                <a:solidFill>
                  <a:srgbClr val="0A0A0A"/>
                </a:solidFill>
                <a:latin typeface="Arial"/>
                <a:cs typeface="Arial"/>
              </a:rPr>
              <a:t>II</a:t>
            </a:r>
            <a:r>
              <a:rPr sz="1800" i="1" spc="150" dirty="0">
                <a:solidFill>
                  <a:srgbClr val="0A0A0A"/>
                </a:solidFill>
                <a:latin typeface="Arial"/>
                <a:cs typeface="Arial"/>
              </a:rPr>
              <a:t> </a:t>
            </a:r>
            <a:r>
              <a:rPr sz="1800" dirty="0">
                <a:solidFill>
                  <a:srgbClr val="0A0A0A"/>
                </a:solidFill>
                <a:latin typeface="Times New Roman"/>
                <a:cs typeface="Times New Roman"/>
              </a:rPr>
              <a:t>get</a:t>
            </a:r>
            <a:r>
              <a:rPr sz="1800" spc="135" dirty="0">
                <a:solidFill>
                  <a:srgbClr val="0A0A0A"/>
                </a:solidFill>
                <a:latin typeface="Times New Roman"/>
                <a:cs typeface="Times New Roman"/>
              </a:rPr>
              <a:t> </a:t>
            </a:r>
            <a:r>
              <a:rPr sz="1800" dirty="0">
                <a:solidFill>
                  <a:srgbClr val="0A0A0A"/>
                </a:solidFill>
                <a:latin typeface="Times New Roman"/>
                <a:cs typeface="Times New Roman"/>
              </a:rPr>
              <a:t>volume</a:t>
            </a:r>
            <a:r>
              <a:rPr sz="1800" spc="195" dirty="0">
                <a:solidFill>
                  <a:srgbClr val="0A0A0A"/>
                </a:solidFill>
                <a:latin typeface="Times New Roman"/>
                <a:cs typeface="Times New Roman"/>
              </a:rPr>
              <a:t> </a:t>
            </a:r>
            <a:r>
              <a:rPr sz="1800" dirty="0">
                <a:solidFill>
                  <a:srgbClr val="0A0A0A"/>
                </a:solidFill>
                <a:latin typeface="Times New Roman"/>
                <a:cs typeface="Times New Roman"/>
              </a:rPr>
              <a:t>of</a:t>
            </a:r>
            <a:r>
              <a:rPr sz="1800" spc="70" dirty="0">
                <a:solidFill>
                  <a:srgbClr val="0A0A0A"/>
                </a:solidFill>
                <a:latin typeface="Times New Roman"/>
                <a:cs typeface="Times New Roman"/>
              </a:rPr>
              <a:t> </a:t>
            </a:r>
            <a:r>
              <a:rPr sz="1800" dirty="0">
                <a:solidFill>
                  <a:srgbClr val="0A0A0A"/>
                </a:solidFill>
                <a:latin typeface="Times New Roman"/>
                <a:cs typeface="Times New Roman"/>
              </a:rPr>
              <a:t>first</a:t>
            </a:r>
            <a:r>
              <a:rPr sz="1800" spc="145" dirty="0">
                <a:solidFill>
                  <a:srgbClr val="0A0A0A"/>
                </a:solidFill>
                <a:latin typeface="Times New Roman"/>
                <a:cs typeface="Times New Roman"/>
              </a:rPr>
              <a:t> </a:t>
            </a:r>
            <a:r>
              <a:rPr sz="1800" spc="-25" dirty="0">
                <a:solidFill>
                  <a:srgbClr val="0A0A0A"/>
                </a:solidFill>
                <a:latin typeface="Times New Roman"/>
                <a:cs typeface="Times New Roman"/>
              </a:rPr>
              <a:t>box </a:t>
            </a:r>
            <a:r>
              <a:rPr sz="1800" spc="10" dirty="0">
                <a:solidFill>
                  <a:srgbClr val="0A0A0A"/>
                </a:solidFill>
                <a:latin typeface="Times New Roman"/>
                <a:cs typeface="Times New Roman"/>
              </a:rPr>
              <a:t>System.out.println(</a:t>
            </a:r>
            <a:r>
              <a:rPr sz="1125" spc="15" baseline="59259" dirty="0">
                <a:solidFill>
                  <a:srgbClr val="0A0A0A"/>
                </a:solidFill>
                <a:latin typeface="Times New Roman"/>
                <a:cs typeface="Times New Roman"/>
              </a:rPr>
              <a:t>11</a:t>
            </a:r>
            <a:r>
              <a:rPr sz="1800" spc="10" dirty="0">
                <a:solidFill>
                  <a:srgbClr val="0A0A0A"/>
                </a:solidFill>
                <a:latin typeface="Times New Roman"/>
                <a:cs typeface="Times New Roman"/>
              </a:rPr>
              <a:t>Volume</a:t>
            </a:r>
            <a:r>
              <a:rPr sz="1800" spc="55" dirty="0">
                <a:solidFill>
                  <a:srgbClr val="0A0A0A"/>
                </a:solidFill>
                <a:latin typeface="Times New Roman"/>
                <a:cs typeface="Times New Roman"/>
              </a:rPr>
              <a:t> </a:t>
            </a:r>
            <a:r>
              <a:rPr sz="1800" spc="10" dirty="0">
                <a:solidFill>
                  <a:srgbClr val="0A0A0A"/>
                </a:solidFill>
                <a:latin typeface="Times New Roman"/>
                <a:cs typeface="Times New Roman"/>
              </a:rPr>
              <a:t>of</a:t>
            </a:r>
            <a:r>
              <a:rPr sz="1800" spc="80" dirty="0">
                <a:solidFill>
                  <a:srgbClr val="0A0A0A"/>
                </a:solidFill>
                <a:latin typeface="Times New Roman"/>
                <a:cs typeface="Times New Roman"/>
              </a:rPr>
              <a:t> </a:t>
            </a:r>
            <a:r>
              <a:rPr sz="1800" spc="65" dirty="0">
                <a:solidFill>
                  <a:srgbClr val="0A0A0A"/>
                </a:solidFill>
                <a:latin typeface="Times New Roman"/>
                <a:cs typeface="Times New Roman"/>
              </a:rPr>
              <a:t>myboxl</a:t>
            </a:r>
            <a:r>
              <a:rPr sz="1800" spc="370" dirty="0">
                <a:solidFill>
                  <a:srgbClr val="0A0A0A"/>
                </a:solidFill>
                <a:latin typeface="Times New Roman"/>
                <a:cs typeface="Times New Roman"/>
              </a:rPr>
              <a:t> </a:t>
            </a:r>
            <a:r>
              <a:rPr sz="1800" spc="10" dirty="0">
                <a:solidFill>
                  <a:srgbClr val="0A0A0A"/>
                </a:solidFill>
                <a:latin typeface="Times New Roman"/>
                <a:cs typeface="Times New Roman"/>
              </a:rPr>
              <a:t>is</a:t>
            </a:r>
            <a:r>
              <a:rPr sz="1800" spc="85" dirty="0">
                <a:solidFill>
                  <a:srgbClr val="0A0A0A"/>
                </a:solidFill>
                <a:latin typeface="Times New Roman"/>
                <a:cs typeface="Times New Roman"/>
              </a:rPr>
              <a:t> </a:t>
            </a:r>
            <a:r>
              <a:rPr sz="1125" spc="15" baseline="59259" dirty="0">
                <a:solidFill>
                  <a:srgbClr val="0A0A0A"/>
                </a:solidFill>
                <a:latin typeface="Times New Roman"/>
                <a:cs typeface="Times New Roman"/>
              </a:rPr>
              <a:t>11</a:t>
            </a:r>
            <a:r>
              <a:rPr sz="1125" spc="359" baseline="59259" dirty="0">
                <a:solidFill>
                  <a:srgbClr val="0A0A0A"/>
                </a:solidFill>
                <a:latin typeface="Times New Roman"/>
                <a:cs typeface="Times New Roman"/>
              </a:rPr>
              <a:t> </a:t>
            </a:r>
            <a:r>
              <a:rPr sz="1950" spc="10" dirty="0">
                <a:solidFill>
                  <a:srgbClr val="0A0A0A"/>
                </a:solidFill>
                <a:latin typeface="Arial"/>
                <a:cs typeface="Arial"/>
              </a:rPr>
              <a:t>+</a:t>
            </a:r>
            <a:r>
              <a:rPr sz="1950" spc="35" dirty="0">
                <a:solidFill>
                  <a:srgbClr val="0A0A0A"/>
                </a:solidFill>
                <a:latin typeface="Arial"/>
                <a:cs typeface="Arial"/>
              </a:rPr>
              <a:t> </a:t>
            </a:r>
            <a:r>
              <a:rPr sz="1800" spc="-10" dirty="0">
                <a:solidFill>
                  <a:srgbClr val="0A0A0A"/>
                </a:solidFill>
                <a:latin typeface="Times New Roman"/>
                <a:cs typeface="Times New Roman"/>
              </a:rPr>
              <a:t>vol);</a:t>
            </a:r>
            <a:endParaRPr sz="1800" dirty="0">
              <a:latin typeface="Times New Roman"/>
              <a:cs typeface="Times New Roman"/>
            </a:endParaRPr>
          </a:p>
          <a:p>
            <a:pPr>
              <a:lnSpc>
                <a:spcPct val="100000"/>
              </a:lnSpc>
              <a:spcBef>
                <a:spcPts val="50"/>
              </a:spcBef>
            </a:pPr>
            <a:endParaRPr sz="1900" dirty="0">
              <a:latin typeface="Times New Roman"/>
              <a:cs typeface="Times New Roman"/>
            </a:endParaRPr>
          </a:p>
          <a:p>
            <a:pPr marL="1046480" marR="2540635" indent="-635">
              <a:lnSpc>
                <a:spcPts val="2260"/>
              </a:lnSpc>
              <a:tabLst>
                <a:tab pos="3982085" algn="l"/>
              </a:tabLst>
            </a:pPr>
            <a:r>
              <a:rPr sz="1800" spc="160" dirty="0">
                <a:solidFill>
                  <a:srgbClr val="0A0A0A"/>
                </a:solidFill>
                <a:latin typeface="Times New Roman"/>
                <a:cs typeface="Times New Roman"/>
              </a:rPr>
              <a:t>vol=</a:t>
            </a:r>
            <a:r>
              <a:rPr sz="1800" spc="-5" dirty="0">
                <a:solidFill>
                  <a:srgbClr val="0A0A0A"/>
                </a:solidFill>
                <a:latin typeface="Times New Roman"/>
                <a:cs typeface="Times New Roman"/>
              </a:rPr>
              <a:t> </a:t>
            </a:r>
            <a:r>
              <a:rPr sz="1800" spc="-10" dirty="0">
                <a:solidFill>
                  <a:srgbClr val="0A0A0A"/>
                </a:solidFill>
                <a:latin typeface="Times New Roman"/>
                <a:cs typeface="Times New Roman"/>
              </a:rPr>
              <a:t>mybox2.volume();</a:t>
            </a:r>
            <a:r>
              <a:rPr sz="1800" dirty="0">
                <a:solidFill>
                  <a:srgbClr val="0A0A0A"/>
                </a:solidFill>
                <a:latin typeface="Times New Roman"/>
                <a:cs typeface="Times New Roman"/>
              </a:rPr>
              <a:t>	</a:t>
            </a:r>
            <a:r>
              <a:rPr sz="1800" i="1" dirty="0">
                <a:solidFill>
                  <a:srgbClr val="0A0A0A"/>
                </a:solidFill>
                <a:latin typeface="Arial"/>
                <a:cs typeface="Arial"/>
              </a:rPr>
              <a:t>II</a:t>
            </a:r>
            <a:r>
              <a:rPr sz="1800" i="1" spc="135" dirty="0">
                <a:solidFill>
                  <a:srgbClr val="0A0A0A"/>
                </a:solidFill>
                <a:latin typeface="Arial"/>
                <a:cs typeface="Arial"/>
              </a:rPr>
              <a:t> </a:t>
            </a:r>
            <a:r>
              <a:rPr sz="1800" dirty="0">
                <a:solidFill>
                  <a:srgbClr val="0A0A0A"/>
                </a:solidFill>
                <a:latin typeface="Times New Roman"/>
                <a:cs typeface="Times New Roman"/>
              </a:rPr>
              <a:t>get</a:t>
            </a:r>
            <a:r>
              <a:rPr sz="1800" spc="140" dirty="0">
                <a:solidFill>
                  <a:srgbClr val="0A0A0A"/>
                </a:solidFill>
                <a:latin typeface="Times New Roman"/>
                <a:cs typeface="Times New Roman"/>
              </a:rPr>
              <a:t> </a:t>
            </a:r>
            <a:r>
              <a:rPr sz="1800" dirty="0">
                <a:solidFill>
                  <a:srgbClr val="0A0A0A"/>
                </a:solidFill>
                <a:latin typeface="Times New Roman"/>
                <a:cs typeface="Times New Roman"/>
              </a:rPr>
              <a:t>volume</a:t>
            </a:r>
            <a:r>
              <a:rPr sz="1800" spc="204" dirty="0">
                <a:solidFill>
                  <a:srgbClr val="0A0A0A"/>
                </a:solidFill>
                <a:latin typeface="Times New Roman"/>
                <a:cs typeface="Times New Roman"/>
              </a:rPr>
              <a:t> </a:t>
            </a:r>
            <a:r>
              <a:rPr sz="1800" dirty="0">
                <a:solidFill>
                  <a:srgbClr val="0A0A0A"/>
                </a:solidFill>
                <a:latin typeface="Times New Roman"/>
                <a:cs typeface="Times New Roman"/>
              </a:rPr>
              <a:t>of</a:t>
            </a:r>
            <a:r>
              <a:rPr sz="1800" spc="110" dirty="0">
                <a:solidFill>
                  <a:srgbClr val="0A0A0A"/>
                </a:solidFill>
                <a:latin typeface="Times New Roman"/>
                <a:cs typeface="Times New Roman"/>
              </a:rPr>
              <a:t> </a:t>
            </a:r>
            <a:r>
              <a:rPr sz="1800" dirty="0">
                <a:solidFill>
                  <a:srgbClr val="0A0A0A"/>
                </a:solidFill>
                <a:latin typeface="Times New Roman"/>
                <a:cs typeface="Times New Roman"/>
              </a:rPr>
              <a:t>second</a:t>
            </a:r>
            <a:r>
              <a:rPr sz="1800" spc="200" dirty="0">
                <a:solidFill>
                  <a:srgbClr val="0A0A0A"/>
                </a:solidFill>
                <a:latin typeface="Times New Roman"/>
                <a:cs typeface="Times New Roman"/>
              </a:rPr>
              <a:t> </a:t>
            </a:r>
            <a:r>
              <a:rPr sz="1800" spc="-25" dirty="0">
                <a:solidFill>
                  <a:srgbClr val="0A0A0A"/>
                </a:solidFill>
                <a:latin typeface="Times New Roman"/>
                <a:cs typeface="Times New Roman"/>
              </a:rPr>
              <a:t>box </a:t>
            </a:r>
            <a:r>
              <a:rPr sz="1800" spc="10" dirty="0">
                <a:solidFill>
                  <a:srgbClr val="0A0A0A"/>
                </a:solidFill>
                <a:latin typeface="Times New Roman"/>
                <a:cs typeface="Times New Roman"/>
              </a:rPr>
              <a:t>System.out.println(</a:t>
            </a:r>
            <a:r>
              <a:rPr sz="1125" spc="15" baseline="55555" dirty="0">
                <a:solidFill>
                  <a:srgbClr val="0A0A0A"/>
                </a:solidFill>
                <a:latin typeface="Times New Roman"/>
                <a:cs typeface="Times New Roman"/>
              </a:rPr>
              <a:t>11</a:t>
            </a:r>
            <a:r>
              <a:rPr sz="1800" spc="10" dirty="0">
                <a:solidFill>
                  <a:srgbClr val="0A0A0A"/>
                </a:solidFill>
                <a:latin typeface="Times New Roman"/>
                <a:cs typeface="Times New Roman"/>
              </a:rPr>
              <a:t>Volume</a:t>
            </a:r>
            <a:r>
              <a:rPr sz="1800" spc="85" dirty="0">
                <a:solidFill>
                  <a:srgbClr val="0A0A0A"/>
                </a:solidFill>
                <a:latin typeface="Times New Roman"/>
                <a:cs typeface="Times New Roman"/>
              </a:rPr>
              <a:t> </a:t>
            </a:r>
            <a:r>
              <a:rPr sz="1800" spc="10" dirty="0">
                <a:solidFill>
                  <a:srgbClr val="0A0A0A"/>
                </a:solidFill>
                <a:latin typeface="Times New Roman"/>
                <a:cs typeface="Times New Roman"/>
              </a:rPr>
              <a:t>of</a:t>
            </a:r>
            <a:r>
              <a:rPr sz="1800" spc="110" dirty="0">
                <a:solidFill>
                  <a:srgbClr val="0A0A0A"/>
                </a:solidFill>
                <a:latin typeface="Times New Roman"/>
                <a:cs typeface="Times New Roman"/>
              </a:rPr>
              <a:t> </a:t>
            </a:r>
            <a:r>
              <a:rPr sz="1800" spc="10" dirty="0">
                <a:solidFill>
                  <a:srgbClr val="0A0A0A"/>
                </a:solidFill>
                <a:latin typeface="Times New Roman"/>
                <a:cs typeface="Times New Roman"/>
              </a:rPr>
              <a:t>mybox2</a:t>
            </a:r>
            <a:r>
              <a:rPr sz="1800" spc="200" dirty="0">
                <a:solidFill>
                  <a:srgbClr val="0A0A0A"/>
                </a:solidFill>
                <a:latin typeface="Times New Roman"/>
                <a:cs typeface="Times New Roman"/>
              </a:rPr>
              <a:t> </a:t>
            </a:r>
            <a:r>
              <a:rPr sz="1800" spc="10" dirty="0">
                <a:solidFill>
                  <a:srgbClr val="0A0A0A"/>
                </a:solidFill>
                <a:latin typeface="Times New Roman"/>
                <a:cs typeface="Times New Roman"/>
              </a:rPr>
              <a:t>is</a:t>
            </a:r>
            <a:r>
              <a:rPr sz="1800" spc="85" dirty="0">
                <a:solidFill>
                  <a:srgbClr val="0A0A0A"/>
                </a:solidFill>
                <a:latin typeface="Times New Roman"/>
                <a:cs typeface="Times New Roman"/>
              </a:rPr>
              <a:t> </a:t>
            </a:r>
            <a:r>
              <a:rPr sz="1125" spc="15" baseline="55555" dirty="0">
                <a:solidFill>
                  <a:srgbClr val="0A0A0A"/>
                </a:solidFill>
                <a:latin typeface="Times New Roman"/>
                <a:cs typeface="Times New Roman"/>
              </a:rPr>
              <a:t>11</a:t>
            </a:r>
            <a:r>
              <a:rPr sz="1125" spc="434" baseline="55555" dirty="0">
                <a:solidFill>
                  <a:srgbClr val="0A0A0A"/>
                </a:solidFill>
                <a:latin typeface="Times New Roman"/>
                <a:cs typeface="Times New Roman"/>
              </a:rPr>
              <a:t> </a:t>
            </a:r>
            <a:r>
              <a:rPr sz="1950" spc="10" dirty="0">
                <a:solidFill>
                  <a:srgbClr val="0A0A0A"/>
                </a:solidFill>
                <a:latin typeface="Arial"/>
                <a:cs typeface="Arial"/>
              </a:rPr>
              <a:t>+</a:t>
            </a:r>
            <a:r>
              <a:rPr sz="1950" spc="70" dirty="0">
                <a:solidFill>
                  <a:srgbClr val="0A0A0A"/>
                </a:solidFill>
                <a:latin typeface="Arial"/>
                <a:cs typeface="Arial"/>
              </a:rPr>
              <a:t> </a:t>
            </a:r>
            <a:r>
              <a:rPr sz="1800" spc="-10" dirty="0">
                <a:solidFill>
                  <a:srgbClr val="0A0A0A"/>
                </a:solidFill>
                <a:latin typeface="Times New Roman"/>
                <a:cs typeface="Times New Roman"/>
              </a:rPr>
              <a:t>vol);</a:t>
            </a:r>
            <a:endParaRPr sz="1800" dirty="0">
              <a:latin typeface="Times New Roman"/>
              <a:cs typeface="Times New Roman"/>
            </a:endParaRPr>
          </a:p>
          <a:p>
            <a:pPr>
              <a:lnSpc>
                <a:spcPct val="100000"/>
              </a:lnSpc>
              <a:spcBef>
                <a:spcPts val="30"/>
              </a:spcBef>
            </a:pPr>
            <a:endParaRPr sz="1950" dirty="0">
              <a:latin typeface="Times New Roman"/>
              <a:cs typeface="Times New Roman"/>
            </a:endParaRPr>
          </a:p>
          <a:p>
            <a:pPr marL="1046480" marR="3250565" indent="-635">
              <a:lnSpc>
                <a:spcPts val="2260"/>
              </a:lnSpc>
              <a:tabLst>
                <a:tab pos="3909060" algn="l"/>
              </a:tabLst>
            </a:pPr>
            <a:r>
              <a:rPr sz="1800" spc="160" dirty="0">
                <a:solidFill>
                  <a:srgbClr val="0A0A0A"/>
                </a:solidFill>
                <a:latin typeface="Times New Roman"/>
                <a:cs typeface="Times New Roman"/>
              </a:rPr>
              <a:t>vol=</a:t>
            </a:r>
            <a:r>
              <a:rPr sz="1800" spc="-5" dirty="0">
                <a:solidFill>
                  <a:srgbClr val="0A0A0A"/>
                </a:solidFill>
                <a:latin typeface="Times New Roman"/>
                <a:cs typeface="Times New Roman"/>
              </a:rPr>
              <a:t> </a:t>
            </a:r>
            <a:r>
              <a:rPr sz="1800" spc="-10" dirty="0">
                <a:solidFill>
                  <a:srgbClr val="0A0A0A"/>
                </a:solidFill>
                <a:latin typeface="Times New Roman"/>
                <a:cs typeface="Times New Roman"/>
              </a:rPr>
              <a:t>mybox3.volume();</a:t>
            </a:r>
            <a:r>
              <a:rPr sz="1800" dirty="0">
                <a:solidFill>
                  <a:srgbClr val="0A0A0A"/>
                </a:solidFill>
                <a:latin typeface="Times New Roman"/>
                <a:cs typeface="Times New Roman"/>
              </a:rPr>
              <a:t>	</a:t>
            </a:r>
            <a:r>
              <a:rPr sz="1800" i="1" dirty="0">
                <a:solidFill>
                  <a:srgbClr val="0A0A0A"/>
                </a:solidFill>
                <a:latin typeface="Arial"/>
                <a:cs typeface="Arial"/>
              </a:rPr>
              <a:t>II</a:t>
            </a:r>
            <a:r>
              <a:rPr sz="1800" i="1" spc="160" dirty="0">
                <a:solidFill>
                  <a:srgbClr val="0A0A0A"/>
                </a:solidFill>
                <a:latin typeface="Arial"/>
                <a:cs typeface="Arial"/>
              </a:rPr>
              <a:t> </a:t>
            </a:r>
            <a:r>
              <a:rPr sz="1800" dirty="0">
                <a:solidFill>
                  <a:srgbClr val="0A0A0A"/>
                </a:solidFill>
                <a:latin typeface="Times New Roman"/>
                <a:cs typeface="Times New Roman"/>
              </a:rPr>
              <a:t>get</a:t>
            </a:r>
            <a:r>
              <a:rPr sz="1800" spc="135" dirty="0">
                <a:solidFill>
                  <a:srgbClr val="0A0A0A"/>
                </a:solidFill>
                <a:latin typeface="Times New Roman"/>
                <a:cs typeface="Times New Roman"/>
              </a:rPr>
              <a:t> </a:t>
            </a:r>
            <a:r>
              <a:rPr sz="1800" dirty="0">
                <a:solidFill>
                  <a:srgbClr val="0A0A0A"/>
                </a:solidFill>
                <a:latin typeface="Times New Roman"/>
                <a:cs typeface="Times New Roman"/>
              </a:rPr>
              <a:t>volume</a:t>
            </a:r>
            <a:r>
              <a:rPr sz="1800" spc="165" dirty="0">
                <a:solidFill>
                  <a:srgbClr val="0A0A0A"/>
                </a:solidFill>
                <a:latin typeface="Times New Roman"/>
                <a:cs typeface="Times New Roman"/>
              </a:rPr>
              <a:t> </a:t>
            </a:r>
            <a:r>
              <a:rPr sz="1800" dirty="0">
                <a:solidFill>
                  <a:srgbClr val="0A0A0A"/>
                </a:solidFill>
                <a:latin typeface="Times New Roman"/>
                <a:cs typeface="Times New Roman"/>
              </a:rPr>
              <a:t>of</a:t>
            </a:r>
            <a:r>
              <a:rPr sz="1800" spc="90" dirty="0">
                <a:solidFill>
                  <a:srgbClr val="0A0A0A"/>
                </a:solidFill>
                <a:latin typeface="Times New Roman"/>
                <a:cs typeface="Times New Roman"/>
              </a:rPr>
              <a:t> </a:t>
            </a:r>
            <a:r>
              <a:rPr sz="1800" spc="-20" dirty="0">
                <a:solidFill>
                  <a:srgbClr val="0A0A0A"/>
                </a:solidFill>
                <a:latin typeface="Times New Roman"/>
                <a:cs typeface="Times New Roman"/>
              </a:rPr>
              <a:t>cube </a:t>
            </a:r>
            <a:r>
              <a:rPr sz="1800" spc="10" dirty="0">
                <a:solidFill>
                  <a:srgbClr val="0A0A0A"/>
                </a:solidFill>
                <a:latin typeface="Times New Roman"/>
                <a:cs typeface="Times New Roman"/>
              </a:rPr>
              <a:t>System.out.println(</a:t>
            </a:r>
            <a:r>
              <a:rPr sz="1125" spc="15" baseline="55555" dirty="0">
                <a:solidFill>
                  <a:srgbClr val="0A0A0A"/>
                </a:solidFill>
                <a:latin typeface="Times New Roman"/>
                <a:cs typeface="Times New Roman"/>
              </a:rPr>
              <a:t>11</a:t>
            </a:r>
            <a:r>
              <a:rPr sz="1800" spc="10" dirty="0">
                <a:solidFill>
                  <a:srgbClr val="0A0A0A"/>
                </a:solidFill>
                <a:latin typeface="Times New Roman"/>
                <a:cs typeface="Times New Roman"/>
              </a:rPr>
              <a:t>Volume</a:t>
            </a:r>
            <a:r>
              <a:rPr sz="1800" spc="80" dirty="0">
                <a:solidFill>
                  <a:srgbClr val="0A0A0A"/>
                </a:solidFill>
                <a:latin typeface="Times New Roman"/>
                <a:cs typeface="Times New Roman"/>
              </a:rPr>
              <a:t> </a:t>
            </a:r>
            <a:r>
              <a:rPr sz="1800" spc="10" dirty="0">
                <a:solidFill>
                  <a:srgbClr val="0A0A0A"/>
                </a:solidFill>
                <a:latin typeface="Times New Roman"/>
                <a:cs typeface="Times New Roman"/>
              </a:rPr>
              <a:t>of</a:t>
            </a:r>
            <a:r>
              <a:rPr sz="1800" spc="105" dirty="0">
                <a:solidFill>
                  <a:srgbClr val="0A0A0A"/>
                </a:solidFill>
                <a:latin typeface="Times New Roman"/>
                <a:cs typeface="Times New Roman"/>
              </a:rPr>
              <a:t> </a:t>
            </a:r>
            <a:r>
              <a:rPr sz="1800" spc="10" dirty="0">
                <a:solidFill>
                  <a:srgbClr val="0A0A0A"/>
                </a:solidFill>
                <a:latin typeface="Times New Roman"/>
                <a:cs typeface="Times New Roman"/>
              </a:rPr>
              <a:t>mycube</a:t>
            </a:r>
            <a:r>
              <a:rPr sz="1800" spc="180" dirty="0">
                <a:solidFill>
                  <a:srgbClr val="0A0A0A"/>
                </a:solidFill>
                <a:latin typeface="Times New Roman"/>
                <a:cs typeface="Times New Roman"/>
              </a:rPr>
              <a:t> </a:t>
            </a:r>
            <a:r>
              <a:rPr sz="1800" spc="10" dirty="0">
                <a:solidFill>
                  <a:srgbClr val="0A0A0A"/>
                </a:solidFill>
                <a:latin typeface="Times New Roman"/>
                <a:cs typeface="Times New Roman"/>
              </a:rPr>
              <a:t>is</a:t>
            </a:r>
            <a:r>
              <a:rPr sz="1800" spc="110" dirty="0">
                <a:solidFill>
                  <a:srgbClr val="0A0A0A"/>
                </a:solidFill>
                <a:latin typeface="Times New Roman"/>
                <a:cs typeface="Times New Roman"/>
              </a:rPr>
              <a:t> </a:t>
            </a:r>
            <a:r>
              <a:rPr sz="1125" spc="15" baseline="55555" dirty="0">
                <a:solidFill>
                  <a:srgbClr val="0A0A0A"/>
                </a:solidFill>
                <a:latin typeface="Times New Roman"/>
                <a:cs typeface="Times New Roman"/>
              </a:rPr>
              <a:t>11</a:t>
            </a:r>
            <a:r>
              <a:rPr sz="1125" spc="427" baseline="55555" dirty="0">
                <a:solidFill>
                  <a:srgbClr val="0A0A0A"/>
                </a:solidFill>
                <a:latin typeface="Times New Roman"/>
                <a:cs typeface="Times New Roman"/>
              </a:rPr>
              <a:t> </a:t>
            </a:r>
            <a:r>
              <a:rPr sz="1950" spc="10" dirty="0">
                <a:solidFill>
                  <a:srgbClr val="0A0A0A"/>
                </a:solidFill>
                <a:latin typeface="Arial"/>
                <a:cs typeface="Arial"/>
              </a:rPr>
              <a:t>+</a:t>
            </a:r>
            <a:r>
              <a:rPr sz="1950" spc="65" dirty="0">
                <a:solidFill>
                  <a:srgbClr val="0A0A0A"/>
                </a:solidFill>
                <a:latin typeface="Arial"/>
                <a:cs typeface="Arial"/>
              </a:rPr>
              <a:t> </a:t>
            </a:r>
            <a:r>
              <a:rPr sz="1800" spc="-10" dirty="0">
                <a:solidFill>
                  <a:srgbClr val="0A0A0A"/>
                </a:solidFill>
                <a:latin typeface="Times New Roman"/>
                <a:cs typeface="Times New Roman"/>
              </a:rPr>
              <a:t>vol);</a:t>
            </a:r>
            <a:endParaRPr sz="1800" dirty="0">
              <a:latin typeface="Times New Roman"/>
              <a:cs typeface="Times New Roman"/>
            </a:endParaRPr>
          </a:p>
          <a:p>
            <a:pPr marL="583565">
              <a:lnSpc>
                <a:spcPct val="100000"/>
              </a:lnSpc>
              <a:spcBef>
                <a:spcPts val="140"/>
              </a:spcBef>
            </a:pPr>
            <a:r>
              <a:rPr sz="1700" spc="20" dirty="0">
                <a:solidFill>
                  <a:srgbClr val="0A0A0A"/>
                </a:solidFill>
                <a:latin typeface="Arial"/>
                <a:cs typeface="Arial"/>
              </a:rPr>
              <a:t>}</a:t>
            </a:r>
            <a:endParaRPr sz="1700" dirty="0">
              <a:latin typeface="Arial"/>
              <a:cs typeface="Arial"/>
            </a:endParaRPr>
          </a:p>
          <a:p>
            <a:pPr marL="104139">
              <a:lnSpc>
                <a:spcPct val="100000"/>
              </a:lnSpc>
              <a:spcBef>
                <a:spcPts val="175"/>
              </a:spcBef>
            </a:pPr>
            <a:r>
              <a:rPr sz="1750" spc="50" dirty="0">
                <a:solidFill>
                  <a:srgbClr val="0A0A0A"/>
                </a:solidFill>
                <a:latin typeface="Arial"/>
                <a:cs typeface="Arial"/>
              </a:rPr>
              <a:t>}</a:t>
            </a:r>
            <a:endParaRPr sz="1750" dirty="0">
              <a:latin typeface="Arial"/>
              <a:cs typeface="Arial"/>
            </a:endParaRPr>
          </a:p>
          <a:p>
            <a:pPr>
              <a:lnSpc>
                <a:spcPct val="100000"/>
              </a:lnSpc>
            </a:pPr>
            <a:endParaRPr sz="2150" dirty="0">
              <a:latin typeface="Arial"/>
              <a:cs typeface="Arial"/>
            </a:endParaRPr>
          </a:p>
          <a:p>
            <a:pPr marL="1444625">
              <a:lnSpc>
                <a:spcPct val="100000"/>
              </a:lnSpc>
              <a:spcBef>
                <a:spcPts val="5"/>
              </a:spcBef>
            </a:pPr>
            <a:r>
              <a:rPr sz="1400" spc="-25" dirty="0">
                <a:solidFill>
                  <a:srgbClr val="79675E"/>
                </a:solidFill>
                <a:latin typeface="Times New Roman"/>
                <a:cs typeface="Times New Roman"/>
              </a:rPr>
              <a:t>.</a:t>
            </a:r>
            <a:endParaRPr sz="1400" dirty="0">
              <a:latin typeface="Times New Roman"/>
              <a:cs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20320">
              <a:lnSpc>
                <a:spcPct val="100000"/>
              </a:lnSpc>
              <a:spcBef>
                <a:spcPts val="110"/>
              </a:spcBef>
            </a:pPr>
            <a:r>
              <a:rPr sz="4450" dirty="0">
                <a:solidFill>
                  <a:srgbClr val="755D52"/>
                </a:solidFill>
                <a:latin typeface="Times New Roman"/>
                <a:cs typeface="Times New Roman"/>
              </a:rPr>
              <a:t>Using</a:t>
            </a:r>
            <a:r>
              <a:rPr sz="4450" spc="385" dirty="0">
                <a:solidFill>
                  <a:srgbClr val="755D52"/>
                </a:solidFill>
                <a:latin typeface="Times New Roman"/>
                <a:cs typeface="Times New Roman"/>
              </a:rPr>
              <a:t> </a:t>
            </a:r>
            <a:r>
              <a:rPr sz="4450" dirty="0">
                <a:solidFill>
                  <a:srgbClr val="755D52"/>
                </a:solidFill>
                <a:latin typeface="Times New Roman"/>
                <a:cs typeface="Times New Roman"/>
              </a:rPr>
              <a:t>Objects</a:t>
            </a:r>
            <a:r>
              <a:rPr sz="4450" spc="335" dirty="0">
                <a:solidFill>
                  <a:srgbClr val="755D52"/>
                </a:solidFill>
                <a:latin typeface="Times New Roman"/>
                <a:cs typeface="Times New Roman"/>
              </a:rPr>
              <a:t> </a:t>
            </a:r>
            <a:r>
              <a:rPr sz="4450" spc="90" dirty="0">
                <a:solidFill>
                  <a:srgbClr val="755D52"/>
                </a:solidFill>
                <a:latin typeface="Times New Roman"/>
                <a:cs typeface="Times New Roman"/>
              </a:rPr>
              <a:t>as</a:t>
            </a:r>
            <a:r>
              <a:rPr sz="4450" spc="135" dirty="0">
                <a:solidFill>
                  <a:srgbClr val="755D52"/>
                </a:solidFill>
                <a:latin typeface="Times New Roman"/>
                <a:cs typeface="Times New Roman"/>
              </a:rPr>
              <a:t> </a:t>
            </a:r>
            <a:r>
              <a:rPr sz="4450" spc="-10" dirty="0">
                <a:solidFill>
                  <a:srgbClr val="755D52"/>
                </a:solidFill>
                <a:latin typeface="Times New Roman"/>
                <a:cs typeface="Times New Roman"/>
              </a:rPr>
              <a:t>Parameters</a:t>
            </a:r>
            <a:endParaRPr sz="4450">
              <a:latin typeface="Times New Roman"/>
              <a:cs typeface="Times New Roman"/>
            </a:endParaRPr>
          </a:p>
        </p:txBody>
      </p:sp>
      <p:sp>
        <p:nvSpPr>
          <p:cNvPr id="4" name="object 4"/>
          <p:cNvSpPr txBox="1"/>
          <p:nvPr/>
        </p:nvSpPr>
        <p:spPr>
          <a:xfrm>
            <a:off x="874850" y="1747235"/>
            <a:ext cx="9501049" cy="1494155"/>
          </a:xfrm>
          <a:prstGeom prst="rect">
            <a:avLst/>
          </a:prstGeom>
        </p:spPr>
        <p:txBody>
          <a:bodyPr vert="horz" wrap="square" lIns="0" tIns="37465" rIns="0" bIns="0" rtlCol="0">
            <a:spAutoFit/>
          </a:bodyPr>
          <a:lstStyle/>
          <a:p>
            <a:pPr marL="356235" marR="5080" indent="-344170" algn="l">
              <a:lnSpc>
                <a:spcPct val="85000"/>
              </a:lnSpc>
              <a:spcBef>
                <a:spcPts val="295"/>
              </a:spcBef>
              <a:buChar char="□"/>
              <a:tabLst>
                <a:tab pos="356235" algn="l"/>
                <a:tab pos="357505" algn="l"/>
              </a:tabLst>
            </a:pPr>
            <a:r>
              <a:rPr sz="1900" dirty="0">
                <a:solidFill>
                  <a:srgbClr val="DB8044"/>
                </a:solidFill>
                <a:latin typeface="Arial"/>
                <a:cs typeface="Arial"/>
              </a:rPr>
              <a:t>	</a:t>
            </a:r>
            <a:r>
              <a:rPr sz="1750" spc="70" dirty="0">
                <a:solidFill>
                  <a:srgbClr val="080808"/>
                </a:solidFill>
                <a:latin typeface="Times New Roman"/>
                <a:cs typeface="Times New Roman"/>
              </a:rPr>
              <a:t>So</a:t>
            </a:r>
            <a:r>
              <a:rPr sz="1750" spc="225" dirty="0">
                <a:solidFill>
                  <a:srgbClr val="080808"/>
                </a:solidFill>
                <a:latin typeface="Times New Roman"/>
                <a:cs typeface="Times New Roman"/>
              </a:rPr>
              <a:t> </a:t>
            </a:r>
            <a:r>
              <a:rPr sz="1750" dirty="0">
                <a:solidFill>
                  <a:srgbClr val="080808"/>
                </a:solidFill>
                <a:latin typeface="Times New Roman"/>
                <a:cs typeface="Times New Roman"/>
              </a:rPr>
              <a:t>far,</a:t>
            </a:r>
            <a:r>
              <a:rPr sz="1750" spc="270" dirty="0">
                <a:solidFill>
                  <a:srgbClr val="080808"/>
                </a:solidFill>
                <a:latin typeface="Times New Roman"/>
                <a:cs typeface="Times New Roman"/>
              </a:rPr>
              <a:t> </a:t>
            </a:r>
            <a:r>
              <a:rPr sz="1750" spc="65" dirty="0">
                <a:solidFill>
                  <a:srgbClr val="080808"/>
                </a:solidFill>
                <a:latin typeface="Times New Roman"/>
                <a:cs typeface="Times New Roman"/>
              </a:rPr>
              <a:t>we</a:t>
            </a:r>
            <a:r>
              <a:rPr sz="1750" spc="260" dirty="0">
                <a:solidFill>
                  <a:srgbClr val="080808"/>
                </a:solidFill>
                <a:latin typeface="Times New Roman"/>
                <a:cs typeface="Times New Roman"/>
              </a:rPr>
              <a:t> </a:t>
            </a:r>
            <a:r>
              <a:rPr sz="1750" dirty="0">
                <a:solidFill>
                  <a:srgbClr val="080808"/>
                </a:solidFill>
                <a:latin typeface="Times New Roman"/>
                <a:cs typeface="Times New Roman"/>
              </a:rPr>
              <a:t>have</a:t>
            </a:r>
            <a:r>
              <a:rPr sz="1750" spc="275" dirty="0">
                <a:solidFill>
                  <a:srgbClr val="080808"/>
                </a:solidFill>
                <a:latin typeface="Times New Roman"/>
                <a:cs typeface="Times New Roman"/>
              </a:rPr>
              <a:t> </a:t>
            </a:r>
            <a:r>
              <a:rPr sz="1750" spc="50" dirty="0">
                <a:solidFill>
                  <a:srgbClr val="080808"/>
                </a:solidFill>
                <a:latin typeface="Times New Roman"/>
                <a:cs typeface="Times New Roman"/>
              </a:rPr>
              <a:t>only</a:t>
            </a:r>
            <a:r>
              <a:rPr sz="1750" spc="285" dirty="0">
                <a:solidFill>
                  <a:srgbClr val="080808"/>
                </a:solidFill>
                <a:latin typeface="Times New Roman"/>
                <a:cs typeface="Times New Roman"/>
              </a:rPr>
              <a:t> </a:t>
            </a:r>
            <a:r>
              <a:rPr sz="1750" dirty="0">
                <a:solidFill>
                  <a:srgbClr val="080808"/>
                </a:solidFill>
                <a:latin typeface="Times New Roman"/>
                <a:cs typeface="Times New Roman"/>
              </a:rPr>
              <a:t>been</a:t>
            </a:r>
            <a:r>
              <a:rPr sz="1750" spc="320" dirty="0">
                <a:solidFill>
                  <a:srgbClr val="080808"/>
                </a:solidFill>
                <a:latin typeface="Times New Roman"/>
                <a:cs typeface="Times New Roman"/>
              </a:rPr>
              <a:t> </a:t>
            </a:r>
            <a:r>
              <a:rPr sz="1750" dirty="0">
                <a:solidFill>
                  <a:srgbClr val="080808"/>
                </a:solidFill>
                <a:latin typeface="Times New Roman"/>
                <a:cs typeface="Times New Roman"/>
              </a:rPr>
              <a:t>using</a:t>
            </a:r>
            <a:r>
              <a:rPr sz="1750" spc="270" dirty="0">
                <a:solidFill>
                  <a:srgbClr val="080808"/>
                </a:solidFill>
                <a:latin typeface="Times New Roman"/>
                <a:cs typeface="Times New Roman"/>
              </a:rPr>
              <a:t> </a:t>
            </a:r>
            <a:r>
              <a:rPr sz="1750" spc="50" dirty="0">
                <a:solidFill>
                  <a:srgbClr val="080808"/>
                </a:solidFill>
                <a:latin typeface="Times New Roman"/>
                <a:cs typeface="Times New Roman"/>
              </a:rPr>
              <a:t>simple</a:t>
            </a:r>
            <a:r>
              <a:rPr sz="1750" spc="290" dirty="0">
                <a:solidFill>
                  <a:srgbClr val="080808"/>
                </a:solidFill>
                <a:latin typeface="Times New Roman"/>
                <a:cs typeface="Times New Roman"/>
              </a:rPr>
              <a:t> </a:t>
            </a:r>
            <a:r>
              <a:rPr sz="1750" dirty="0">
                <a:solidFill>
                  <a:srgbClr val="080808"/>
                </a:solidFill>
                <a:latin typeface="Times New Roman"/>
                <a:cs typeface="Times New Roman"/>
              </a:rPr>
              <a:t>types</a:t>
            </a:r>
            <a:r>
              <a:rPr sz="1750" spc="245" dirty="0">
                <a:solidFill>
                  <a:srgbClr val="080808"/>
                </a:solidFill>
                <a:latin typeface="Times New Roman"/>
                <a:cs typeface="Times New Roman"/>
              </a:rPr>
              <a:t> </a:t>
            </a:r>
            <a:r>
              <a:rPr sz="1750" dirty="0">
                <a:solidFill>
                  <a:srgbClr val="080808"/>
                </a:solidFill>
                <a:latin typeface="Times New Roman"/>
                <a:cs typeface="Times New Roman"/>
              </a:rPr>
              <a:t>as</a:t>
            </a:r>
            <a:r>
              <a:rPr sz="1750" spc="240" dirty="0">
                <a:solidFill>
                  <a:srgbClr val="080808"/>
                </a:solidFill>
                <a:latin typeface="Times New Roman"/>
                <a:cs typeface="Times New Roman"/>
              </a:rPr>
              <a:t> </a:t>
            </a:r>
            <a:r>
              <a:rPr sz="1750" dirty="0">
                <a:solidFill>
                  <a:srgbClr val="080808"/>
                </a:solidFill>
                <a:latin typeface="Times New Roman"/>
                <a:cs typeface="Times New Roman"/>
              </a:rPr>
              <a:t>parameters</a:t>
            </a:r>
            <a:r>
              <a:rPr sz="1750" spc="400" dirty="0">
                <a:solidFill>
                  <a:srgbClr val="080808"/>
                </a:solidFill>
                <a:latin typeface="Times New Roman"/>
                <a:cs typeface="Times New Roman"/>
              </a:rPr>
              <a:t> </a:t>
            </a:r>
            <a:r>
              <a:rPr sz="1750" dirty="0">
                <a:solidFill>
                  <a:srgbClr val="080808"/>
                </a:solidFill>
                <a:latin typeface="Times New Roman"/>
                <a:cs typeface="Times New Roman"/>
              </a:rPr>
              <a:t>to</a:t>
            </a:r>
            <a:r>
              <a:rPr sz="1750" spc="270" dirty="0">
                <a:solidFill>
                  <a:srgbClr val="080808"/>
                </a:solidFill>
                <a:latin typeface="Times New Roman"/>
                <a:cs typeface="Times New Roman"/>
              </a:rPr>
              <a:t> </a:t>
            </a:r>
            <a:r>
              <a:rPr sz="1750" dirty="0">
                <a:solidFill>
                  <a:srgbClr val="080808"/>
                </a:solidFill>
                <a:latin typeface="Times New Roman"/>
                <a:cs typeface="Times New Roman"/>
              </a:rPr>
              <a:t>methods.</a:t>
            </a:r>
            <a:r>
              <a:rPr sz="1750" spc="335" dirty="0">
                <a:solidFill>
                  <a:srgbClr val="080808"/>
                </a:solidFill>
                <a:latin typeface="Times New Roman"/>
                <a:cs typeface="Times New Roman"/>
              </a:rPr>
              <a:t> </a:t>
            </a:r>
            <a:r>
              <a:rPr sz="1750" dirty="0">
                <a:solidFill>
                  <a:srgbClr val="080808"/>
                </a:solidFill>
                <a:latin typeface="Times New Roman"/>
                <a:cs typeface="Times New Roman"/>
              </a:rPr>
              <a:t>However,</a:t>
            </a:r>
            <a:r>
              <a:rPr sz="1750" spc="390" dirty="0">
                <a:solidFill>
                  <a:srgbClr val="080808"/>
                </a:solidFill>
                <a:latin typeface="Times New Roman"/>
                <a:cs typeface="Times New Roman"/>
              </a:rPr>
              <a:t> </a:t>
            </a:r>
            <a:r>
              <a:rPr sz="1750" dirty="0">
                <a:solidFill>
                  <a:srgbClr val="080808"/>
                </a:solidFill>
                <a:latin typeface="Times New Roman"/>
                <a:cs typeface="Times New Roman"/>
              </a:rPr>
              <a:t>it</a:t>
            </a:r>
            <a:r>
              <a:rPr sz="1750" spc="235" dirty="0">
                <a:solidFill>
                  <a:srgbClr val="080808"/>
                </a:solidFill>
                <a:latin typeface="Times New Roman"/>
                <a:cs typeface="Times New Roman"/>
              </a:rPr>
              <a:t> </a:t>
            </a:r>
            <a:r>
              <a:rPr sz="1750" dirty="0">
                <a:solidFill>
                  <a:srgbClr val="080808"/>
                </a:solidFill>
                <a:latin typeface="Times New Roman"/>
                <a:cs typeface="Times New Roman"/>
              </a:rPr>
              <a:t>is</a:t>
            </a:r>
            <a:r>
              <a:rPr sz="1750" spc="330" dirty="0">
                <a:solidFill>
                  <a:srgbClr val="080808"/>
                </a:solidFill>
                <a:latin typeface="Times New Roman"/>
                <a:cs typeface="Times New Roman"/>
              </a:rPr>
              <a:t> </a:t>
            </a:r>
            <a:r>
              <a:rPr lang="en-US" sz="1750" spc="330" dirty="0">
                <a:solidFill>
                  <a:srgbClr val="080808"/>
                </a:solidFill>
                <a:latin typeface="Times New Roman"/>
                <a:cs typeface="Times New Roman"/>
              </a:rPr>
              <a:t>both correct </a:t>
            </a:r>
            <a:r>
              <a:rPr sz="1750" spc="-25" dirty="0">
                <a:solidFill>
                  <a:srgbClr val="080808"/>
                </a:solidFill>
                <a:latin typeface="Times New Roman"/>
                <a:cs typeface="Times New Roman"/>
              </a:rPr>
              <a:t>to </a:t>
            </a:r>
            <a:r>
              <a:rPr sz="1750" dirty="0">
                <a:solidFill>
                  <a:srgbClr val="080808"/>
                </a:solidFill>
                <a:latin typeface="Times New Roman"/>
                <a:cs typeface="Times New Roman"/>
              </a:rPr>
              <a:t>pass</a:t>
            </a:r>
            <a:r>
              <a:rPr sz="1750" spc="150" dirty="0">
                <a:solidFill>
                  <a:srgbClr val="080808"/>
                </a:solidFill>
                <a:latin typeface="Times New Roman"/>
                <a:cs typeface="Times New Roman"/>
              </a:rPr>
              <a:t> </a:t>
            </a:r>
            <a:r>
              <a:rPr sz="1750" spc="45" dirty="0">
                <a:solidFill>
                  <a:srgbClr val="080808"/>
                </a:solidFill>
                <a:latin typeface="Times New Roman"/>
                <a:cs typeface="Times New Roman"/>
              </a:rPr>
              <a:t>objects</a:t>
            </a:r>
            <a:r>
              <a:rPr sz="1750" spc="145" dirty="0">
                <a:solidFill>
                  <a:srgbClr val="080808"/>
                </a:solidFill>
                <a:latin typeface="Times New Roman"/>
                <a:cs typeface="Times New Roman"/>
              </a:rPr>
              <a:t> </a:t>
            </a:r>
            <a:r>
              <a:rPr sz="1750" dirty="0">
                <a:solidFill>
                  <a:srgbClr val="080808"/>
                </a:solidFill>
                <a:latin typeface="Times New Roman"/>
                <a:cs typeface="Times New Roman"/>
              </a:rPr>
              <a:t>to</a:t>
            </a:r>
            <a:r>
              <a:rPr sz="1750" spc="165" dirty="0">
                <a:solidFill>
                  <a:srgbClr val="080808"/>
                </a:solidFill>
                <a:latin typeface="Times New Roman"/>
                <a:cs typeface="Times New Roman"/>
              </a:rPr>
              <a:t> </a:t>
            </a:r>
            <a:r>
              <a:rPr sz="1750" spc="-10" dirty="0">
                <a:solidFill>
                  <a:srgbClr val="080808"/>
                </a:solidFill>
                <a:latin typeface="Times New Roman"/>
                <a:cs typeface="Times New Roman"/>
              </a:rPr>
              <a:t>methods.</a:t>
            </a:r>
            <a:endParaRPr sz="1750" dirty="0">
              <a:latin typeface="Times New Roman"/>
              <a:cs typeface="Times New Roman"/>
            </a:endParaRPr>
          </a:p>
          <a:p>
            <a:pPr marL="21590">
              <a:lnSpc>
                <a:spcPct val="100000"/>
              </a:lnSpc>
              <a:spcBef>
                <a:spcPts val="440"/>
              </a:spcBef>
            </a:pPr>
            <a:r>
              <a:rPr sz="1750" spc="50" dirty="0">
                <a:solidFill>
                  <a:srgbClr val="080808"/>
                </a:solidFill>
                <a:latin typeface="Times New Roman"/>
                <a:cs typeface="Times New Roman"/>
              </a:rPr>
              <a:t>class</a:t>
            </a:r>
            <a:r>
              <a:rPr sz="1750" spc="20" dirty="0">
                <a:solidFill>
                  <a:srgbClr val="080808"/>
                </a:solidFill>
                <a:latin typeface="Times New Roman"/>
                <a:cs typeface="Times New Roman"/>
              </a:rPr>
              <a:t> </a:t>
            </a:r>
            <a:r>
              <a:rPr sz="1750" dirty="0">
                <a:solidFill>
                  <a:srgbClr val="080808"/>
                </a:solidFill>
                <a:latin typeface="Times New Roman"/>
                <a:cs typeface="Times New Roman"/>
              </a:rPr>
              <a:t>Test</a:t>
            </a:r>
            <a:r>
              <a:rPr sz="1750" spc="100" dirty="0">
                <a:solidFill>
                  <a:srgbClr val="080808"/>
                </a:solidFill>
                <a:latin typeface="Times New Roman"/>
                <a:cs typeface="Times New Roman"/>
              </a:rPr>
              <a:t> </a:t>
            </a:r>
            <a:r>
              <a:rPr sz="1750" spc="-50" dirty="0">
                <a:solidFill>
                  <a:srgbClr val="080808"/>
                </a:solidFill>
                <a:latin typeface="Times New Roman"/>
                <a:cs typeface="Times New Roman"/>
              </a:rPr>
              <a:t>{</a:t>
            </a:r>
            <a:endParaRPr sz="1750" dirty="0">
              <a:latin typeface="Times New Roman"/>
              <a:cs typeface="Times New Roman"/>
            </a:endParaRPr>
          </a:p>
          <a:p>
            <a:pPr marL="1938655">
              <a:lnSpc>
                <a:spcPct val="100000"/>
              </a:lnSpc>
              <a:spcBef>
                <a:spcPts val="465"/>
              </a:spcBef>
            </a:pPr>
            <a:r>
              <a:rPr sz="1750" dirty="0">
                <a:solidFill>
                  <a:srgbClr val="080808"/>
                </a:solidFill>
                <a:latin typeface="Times New Roman"/>
                <a:cs typeface="Times New Roman"/>
              </a:rPr>
              <a:t>int</a:t>
            </a:r>
            <a:r>
              <a:rPr sz="1750" spc="135" dirty="0">
                <a:solidFill>
                  <a:srgbClr val="080808"/>
                </a:solidFill>
                <a:latin typeface="Times New Roman"/>
                <a:cs typeface="Times New Roman"/>
              </a:rPr>
              <a:t> </a:t>
            </a:r>
            <a:r>
              <a:rPr sz="1750" dirty="0">
                <a:solidFill>
                  <a:srgbClr val="080808"/>
                </a:solidFill>
                <a:latin typeface="Times New Roman"/>
                <a:cs typeface="Times New Roman"/>
              </a:rPr>
              <a:t>a,</a:t>
            </a:r>
            <a:r>
              <a:rPr sz="1750" spc="135" dirty="0">
                <a:solidFill>
                  <a:srgbClr val="080808"/>
                </a:solidFill>
                <a:latin typeface="Times New Roman"/>
                <a:cs typeface="Times New Roman"/>
              </a:rPr>
              <a:t> </a:t>
            </a:r>
            <a:r>
              <a:rPr sz="1750" spc="35" dirty="0">
                <a:solidFill>
                  <a:srgbClr val="080808"/>
                </a:solidFill>
                <a:latin typeface="Times New Roman"/>
                <a:cs typeface="Times New Roman"/>
              </a:rPr>
              <a:t>b;</a:t>
            </a:r>
            <a:endParaRPr sz="1750" dirty="0">
              <a:latin typeface="Times New Roman"/>
              <a:cs typeface="Times New Roman"/>
            </a:endParaRPr>
          </a:p>
          <a:p>
            <a:pPr marL="1935480">
              <a:lnSpc>
                <a:spcPct val="100000"/>
              </a:lnSpc>
              <a:spcBef>
                <a:spcPts val="445"/>
              </a:spcBef>
            </a:pPr>
            <a:r>
              <a:rPr sz="1750" dirty="0">
                <a:solidFill>
                  <a:srgbClr val="080808"/>
                </a:solidFill>
                <a:latin typeface="Times New Roman"/>
                <a:cs typeface="Times New Roman"/>
              </a:rPr>
              <a:t>Test(int</a:t>
            </a:r>
            <a:r>
              <a:rPr sz="1750" spc="225" dirty="0">
                <a:solidFill>
                  <a:srgbClr val="080808"/>
                </a:solidFill>
                <a:latin typeface="Times New Roman"/>
                <a:cs typeface="Times New Roman"/>
              </a:rPr>
              <a:t> </a:t>
            </a:r>
            <a:r>
              <a:rPr sz="1750" dirty="0">
                <a:solidFill>
                  <a:srgbClr val="080808"/>
                </a:solidFill>
                <a:latin typeface="Times New Roman"/>
                <a:cs typeface="Times New Roman"/>
              </a:rPr>
              <a:t>i,</a:t>
            </a:r>
            <a:r>
              <a:rPr sz="1750" spc="130" dirty="0">
                <a:solidFill>
                  <a:srgbClr val="080808"/>
                </a:solidFill>
                <a:latin typeface="Times New Roman"/>
                <a:cs typeface="Times New Roman"/>
              </a:rPr>
              <a:t> </a:t>
            </a:r>
            <a:r>
              <a:rPr sz="1750" dirty="0">
                <a:solidFill>
                  <a:srgbClr val="080808"/>
                </a:solidFill>
                <a:latin typeface="Times New Roman"/>
                <a:cs typeface="Times New Roman"/>
              </a:rPr>
              <a:t>int</a:t>
            </a:r>
            <a:r>
              <a:rPr sz="1750" spc="150" dirty="0">
                <a:solidFill>
                  <a:srgbClr val="080808"/>
                </a:solidFill>
                <a:latin typeface="Times New Roman"/>
                <a:cs typeface="Times New Roman"/>
              </a:rPr>
              <a:t> </a:t>
            </a:r>
            <a:r>
              <a:rPr sz="1750" dirty="0">
                <a:solidFill>
                  <a:srgbClr val="080808"/>
                </a:solidFill>
                <a:latin typeface="Times New Roman"/>
                <a:cs typeface="Times New Roman"/>
              </a:rPr>
              <a:t>j)</a:t>
            </a:r>
            <a:r>
              <a:rPr sz="1750" spc="195" dirty="0">
                <a:solidFill>
                  <a:srgbClr val="080808"/>
                </a:solidFill>
                <a:latin typeface="Times New Roman"/>
                <a:cs typeface="Times New Roman"/>
              </a:rPr>
              <a:t> </a:t>
            </a:r>
            <a:r>
              <a:rPr sz="1750" spc="25" dirty="0">
                <a:solidFill>
                  <a:srgbClr val="080808"/>
                </a:solidFill>
                <a:latin typeface="Times New Roman"/>
                <a:cs typeface="Times New Roman"/>
              </a:rPr>
              <a:t>{</a:t>
            </a:r>
            <a:endParaRPr sz="1750" dirty="0">
              <a:latin typeface="Times New Roman"/>
              <a:cs typeface="Times New Roman"/>
            </a:endParaRPr>
          </a:p>
        </p:txBody>
      </p:sp>
      <p:sp>
        <p:nvSpPr>
          <p:cNvPr id="7" name="object 7"/>
          <p:cNvSpPr txBox="1"/>
          <p:nvPr/>
        </p:nvSpPr>
        <p:spPr>
          <a:xfrm>
            <a:off x="4588692" y="3258896"/>
            <a:ext cx="534035" cy="595676"/>
          </a:xfrm>
          <a:prstGeom prst="rect">
            <a:avLst/>
          </a:prstGeom>
        </p:spPr>
        <p:txBody>
          <a:bodyPr vert="horz" wrap="square" lIns="0" tIns="13335" rIns="0" bIns="0" rtlCol="0">
            <a:spAutoFit/>
          </a:bodyPr>
          <a:lstStyle/>
          <a:p>
            <a:pPr marL="12700">
              <a:lnSpc>
                <a:spcPct val="100000"/>
              </a:lnSpc>
              <a:spcBef>
                <a:spcPts val="105"/>
              </a:spcBef>
            </a:pPr>
            <a:r>
              <a:rPr lang="en-US" sz="1850" dirty="0">
                <a:solidFill>
                  <a:srgbClr val="080808"/>
                </a:solidFill>
                <a:latin typeface="Times New Roman"/>
                <a:cs typeface="Times New Roman"/>
              </a:rPr>
              <a:t>a=</a:t>
            </a:r>
            <a:r>
              <a:rPr lang="en-US" sz="1850" dirty="0" err="1">
                <a:solidFill>
                  <a:srgbClr val="080808"/>
                </a:solidFill>
                <a:latin typeface="Times New Roman"/>
                <a:cs typeface="Times New Roman"/>
              </a:rPr>
              <a:t>i</a:t>
            </a:r>
            <a:r>
              <a:rPr lang="en-US" sz="1850" dirty="0">
                <a:solidFill>
                  <a:srgbClr val="080808"/>
                </a:solidFill>
                <a:latin typeface="Times New Roman"/>
                <a:cs typeface="Times New Roman"/>
              </a:rPr>
              <a:t>;</a:t>
            </a:r>
          </a:p>
          <a:p>
            <a:pPr marL="12700">
              <a:lnSpc>
                <a:spcPct val="100000"/>
              </a:lnSpc>
              <a:spcBef>
                <a:spcPts val="105"/>
              </a:spcBef>
            </a:pPr>
            <a:r>
              <a:rPr sz="1850" dirty="0">
                <a:solidFill>
                  <a:srgbClr val="080808"/>
                </a:solidFill>
                <a:latin typeface="Times New Roman"/>
                <a:cs typeface="Times New Roman"/>
              </a:rPr>
              <a:t>b </a:t>
            </a:r>
            <a:r>
              <a:rPr sz="1750" dirty="0">
                <a:solidFill>
                  <a:srgbClr val="080808"/>
                </a:solidFill>
                <a:latin typeface="Times New Roman"/>
                <a:cs typeface="Times New Roman"/>
              </a:rPr>
              <a:t>=</a:t>
            </a:r>
            <a:r>
              <a:rPr sz="1750" spc="125" dirty="0">
                <a:solidFill>
                  <a:srgbClr val="080808"/>
                </a:solidFill>
                <a:latin typeface="Times New Roman"/>
                <a:cs typeface="Times New Roman"/>
              </a:rPr>
              <a:t> </a:t>
            </a:r>
            <a:r>
              <a:rPr sz="1750" spc="-25" dirty="0">
                <a:solidFill>
                  <a:srgbClr val="080808"/>
                </a:solidFill>
                <a:latin typeface="Times New Roman"/>
                <a:cs typeface="Times New Roman"/>
              </a:rPr>
              <a:t>j;</a:t>
            </a:r>
            <a:endParaRPr sz="1750" dirty="0">
              <a:latin typeface="Times New Roman"/>
              <a:cs typeface="Times New Roman"/>
            </a:endParaRPr>
          </a:p>
        </p:txBody>
      </p:sp>
      <p:sp>
        <p:nvSpPr>
          <p:cNvPr id="8" name="object 8"/>
          <p:cNvSpPr txBox="1"/>
          <p:nvPr/>
        </p:nvSpPr>
        <p:spPr>
          <a:xfrm>
            <a:off x="2694487" y="3872079"/>
            <a:ext cx="4856480" cy="2601595"/>
          </a:xfrm>
          <a:prstGeom prst="rect">
            <a:avLst/>
          </a:prstGeom>
        </p:spPr>
        <p:txBody>
          <a:bodyPr vert="horz" wrap="square" lIns="0" tIns="57785" rIns="0" bIns="0" rtlCol="0">
            <a:spAutoFit/>
          </a:bodyPr>
          <a:lstStyle/>
          <a:p>
            <a:pPr marR="1504315" algn="ctr">
              <a:lnSpc>
                <a:spcPct val="100000"/>
              </a:lnSpc>
              <a:spcBef>
                <a:spcPts val="455"/>
              </a:spcBef>
            </a:pPr>
            <a:r>
              <a:rPr sz="1750" spc="50" dirty="0">
                <a:solidFill>
                  <a:srgbClr val="080808"/>
                </a:solidFill>
                <a:latin typeface="Arial"/>
                <a:cs typeface="Arial"/>
              </a:rPr>
              <a:t>}</a:t>
            </a:r>
            <a:endParaRPr sz="1750" dirty="0">
              <a:latin typeface="Arial"/>
              <a:cs typeface="Arial"/>
            </a:endParaRPr>
          </a:p>
          <a:p>
            <a:pPr marL="116839" marR="5080" indent="-10795">
              <a:lnSpc>
                <a:spcPts val="2570"/>
              </a:lnSpc>
              <a:spcBef>
                <a:spcPts val="110"/>
              </a:spcBef>
            </a:pPr>
            <a:r>
              <a:rPr sz="1800" i="1" dirty="0">
                <a:solidFill>
                  <a:srgbClr val="080808"/>
                </a:solidFill>
                <a:latin typeface="Arial"/>
                <a:cs typeface="Arial"/>
              </a:rPr>
              <a:t>II</a:t>
            </a:r>
            <a:r>
              <a:rPr sz="1800" i="1" spc="170" dirty="0">
                <a:solidFill>
                  <a:srgbClr val="080808"/>
                </a:solidFill>
                <a:latin typeface="Arial"/>
                <a:cs typeface="Arial"/>
              </a:rPr>
              <a:t> </a:t>
            </a:r>
            <a:r>
              <a:rPr sz="1750" dirty="0">
                <a:solidFill>
                  <a:srgbClr val="080808"/>
                </a:solidFill>
                <a:latin typeface="Times New Roman"/>
                <a:cs typeface="Times New Roman"/>
              </a:rPr>
              <a:t>return</a:t>
            </a:r>
            <a:r>
              <a:rPr sz="1750" spc="170" dirty="0">
                <a:solidFill>
                  <a:srgbClr val="080808"/>
                </a:solidFill>
                <a:latin typeface="Times New Roman"/>
                <a:cs typeface="Times New Roman"/>
              </a:rPr>
              <a:t> </a:t>
            </a:r>
            <a:r>
              <a:rPr sz="1750" dirty="0">
                <a:solidFill>
                  <a:srgbClr val="080808"/>
                </a:solidFill>
                <a:latin typeface="Times New Roman"/>
                <a:cs typeface="Times New Roman"/>
              </a:rPr>
              <a:t>true</a:t>
            </a:r>
            <a:r>
              <a:rPr sz="1750" spc="180" dirty="0">
                <a:solidFill>
                  <a:srgbClr val="080808"/>
                </a:solidFill>
                <a:latin typeface="Times New Roman"/>
                <a:cs typeface="Times New Roman"/>
              </a:rPr>
              <a:t> </a:t>
            </a:r>
            <a:r>
              <a:rPr sz="1750" dirty="0">
                <a:solidFill>
                  <a:srgbClr val="080808"/>
                </a:solidFill>
                <a:latin typeface="Times New Roman"/>
                <a:cs typeface="Times New Roman"/>
              </a:rPr>
              <a:t>if</a:t>
            </a:r>
            <a:r>
              <a:rPr sz="1750" spc="150" dirty="0">
                <a:solidFill>
                  <a:srgbClr val="080808"/>
                </a:solidFill>
                <a:latin typeface="Times New Roman"/>
                <a:cs typeface="Times New Roman"/>
              </a:rPr>
              <a:t> </a:t>
            </a:r>
            <a:r>
              <a:rPr sz="1800" b="1" i="1" dirty="0">
                <a:solidFill>
                  <a:srgbClr val="080808"/>
                </a:solidFill>
                <a:latin typeface="Times New Roman"/>
                <a:cs typeface="Times New Roman"/>
              </a:rPr>
              <a:t>obj</a:t>
            </a:r>
            <a:r>
              <a:rPr sz="1800" b="1" i="1" spc="125" dirty="0">
                <a:solidFill>
                  <a:srgbClr val="080808"/>
                </a:solidFill>
                <a:latin typeface="Times New Roman"/>
                <a:cs typeface="Times New Roman"/>
              </a:rPr>
              <a:t> </a:t>
            </a:r>
            <a:r>
              <a:rPr sz="1750" spc="55" dirty="0">
                <a:solidFill>
                  <a:srgbClr val="080808"/>
                </a:solidFill>
                <a:latin typeface="Times New Roman"/>
                <a:cs typeface="Times New Roman"/>
              </a:rPr>
              <a:t>is</a:t>
            </a:r>
            <a:r>
              <a:rPr sz="1750" spc="105" dirty="0">
                <a:solidFill>
                  <a:srgbClr val="080808"/>
                </a:solidFill>
                <a:latin typeface="Times New Roman"/>
                <a:cs typeface="Times New Roman"/>
              </a:rPr>
              <a:t> </a:t>
            </a:r>
            <a:r>
              <a:rPr sz="1750" spc="55" dirty="0">
                <a:solidFill>
                  <a:srgbClr val="080808"/>
                </a:solidFill>
                <a:latin typeface="Times New Roman"/>
                <a:cs typeface="Times New Roman"/>
              </a:rPr>
              <a:t>equal</a:t>
            </a:r>
            <a:r>
              <a:rPr sz="1750" spc="160" dirty="0">
                <a:solidFill>
                  <a:srgbClr val="080808"/>
                </a:solidFill>
                <a:latin typeface="Times New Roman"/>
                <a:cs typeface="Times New Roman"/>
              </a:rPr>
              <a:t> </a:t>
            </a:r>
            <a:r>
              <a:rPr sz="1750" dirty="0">
                <a:solidFill>
                  <a:srgbClr val="080808"/>
                </a:solidFill>
                <a:latin typeface="Times New Roman"/>
                <a:cs typeface="Times New Roman"/>
              </a:rPr>
              <a:t>to</a:t>
            </a:r>
            <a:r>
              <a:rPr sz="1750" spc="155" dirty="0">
                <a:solidFill>
                  <a:srgbClr val="080808"/>
                </a:solidFill>
                <a:latin typeface="Times New Roman"/>
                <a:cs typeface="Times New Roman"/>
              </a:rPr>
              <a:t> </a:t>
            </a:r>
            <a:r>
              <a:rPr sz="1750" spc="50" dirty="0">
                <a:solidFill>
                  <a:srgbClr val="080808"/>
                </a:solidFill>
                <a:latin typeface="Times New Roman"/>
                <a:cs typeface="Times New Roman"/>
              </a:rPr>
              <a:t>the</a:t>
            </a:r>
            <a:r>
              <a:rPr sz="1750" spc="150" dirty="0">
                <a:solidFill>
                  <a:srgbClr val="080808"/>
                </a:solidFill>
                <a:latin typeface="Times New Roman"/>
                <a:cs typeface="Times New Roman"/>
              </a:rPr>
              <a:t> </a:t>
            </a:r>
            <a:r>
              <a:rPr sz="1750" dirty="0">
                <a:solidFill>
                  <a:srgbClr val="080808"/>
                </a:solidFill>
                <a:latin typeface="Times New Roman"/>
                <a:cs typeface="Times New Roman"/>
              </a:rPr>
              <a:t>invoking</a:t>
            </a:r>
            <a:r>
              <a:rPr sz="1750" spc="240" dirty="0">
                <a:solidFill>
                  <a:srgbClr val="080808"/>
                </a:solidFill>
                <a:latin typeface="Times New Roman"/>
                <a:cs typeface="Times New Roman"/>
              </a:rPr>
              <a:t> </a:t>
            </a:r>
            <a:r>
              <a:rPr sz="1750" spc="40" dirty="0">
                <a:solidFill>
                  <a:srgbClr val="080808"/>
                </a:solidFill>
                <a:latin typeface="Times New Roman"/>
                <a:cs typeface="Times New Roman"/>
              </a:rPr>
              <a:t>object </a:t>
            </a:r>
            <a:r>
              <a:rPr sz="1750" spc="55" dirty="0">
                <a:solidFill>
                  <a:srgbClr val="080808"/>
                </a:solidFill>
                <a:latin typeface="Times New Roman"/>
                <a:cs typeface="Times New Roman"/>
              </a:rPr>
              <a:t>boolean</a:t>
            </a:r>
            <a:r>
              <a:rPr sz="1750" spc="105" dirty="0">
                <a:solidFill>
                  <a:srgbClr val="080808"/>
                </a:solidFill>
                <a:latin typeface="Times New Roman"/>
                <a:cs typeface="Times New Roman"/>
              </a:rPr>
              <a:t> </a:t>
            </a:r>
            <a:r>
              <a:rPr sz="1750" b="1" dirty="0">
                <a:solidFill>
                  <a:srgbClr val="080808"/>
                </a:solidFill>
                <a:latin typeface="Times New Roman"/>
                <a:cs typeface="Times New Roman"/>
              </a:rPr>
              <a:t>equals(</a:t>
            </a:r>
            <a:r>
              <a:rPr sz="1750" b="1" dirty="0">
                <a:solidFill>
                  <a:srgbClr val="EF0508"/>
                </a:solidFill>
                <a:latin typeface="Times New Roman"/>
                <a:cs typeface="Times New Roman"/>
              </a:rPr>
              <a:t>Test</a:t>
            </a:r>
            <a:r>
              <a:rPr sz="1750" b="1" spc="105" dirty="0">
                <a:solidFill>
                  <a:srgbClr val="EF0508"/>
                </a:solidFill>
                <a:latin typeface="Times New Roman"/>
                <a:cs typeface="Times New Roman"/>
              </a:rPr>
              <a:t> </a:t>
            </a:r>
            <a:r>
              <a:rPr sz="1750" b="1" spc="55" dirty="0">
                <a:solidFill>
                  <a:srgbClr val="EF0508"/>
                </a:solidFill>
                <a:latin typeface="Times New Roman"/>
                <a:cs typeface="Times New Roman"/>
              </a:rPr>
              <a:t>obj</a:t>
            </a:r>
            <a:r>
              <a:rPr sz="1750" b="1" spc="55" dirty="0">
                <a:solidFill>
                  <a:srgbClr val="080808"/>
                </a:solidFill>
                <a:latin typeface="Times New Roman"/>
                <a:cs typeface="Times New Roman"/>
              </a:rPr>
              <a:t>)</a:t>
            </a:r>
            <a:r>
              <a:rPr sz="1750" b="1" spc="70" dirty="0">
                <a:solidFill>
                  <a:srgbClr val="080808"/>
                </a:solidFill>
                <a:latin typeface="Times New Roman"/>
                <a:cs typeface="Times New Roman"/>
              </a:rPr>
              <a:t> </a:t>
            </a:r>
            <a:r>
              <a:rPr sz="1750" spc="5" dirty="0">
                <a:solidFill>
                  <a:srgbClr val="080808"/>
                </a:solidFill>
                <a:latin typeface="Times New Roman"/>
                <a:cs typeface="Times New Roman"/>
              </a:rPr>
              <a:t>{</a:t>
            </a:r>
            <a:endParaRPr sz="1750" dirty="0">
              <a:latin typeface="Times New Roman"/>
              <a:cs typeface="Times New Roman"/>
            </a:endParaRPr>
          </a:p>
          <a:p>
            <a:pPr marL="1076960">
              <a:lnSpc>
                <a:spcPct val="100000"/>
              </a:lnSpc>
              <a:spcBef>
                <a:spcPts val="220"/>
              </a:spcBef>
              <a:tabLst>
                <a:tab pos="3273425" algn="l"/>
              </a:tabLst>
            </a:pPr>
            <a:r>
              <a:rPr sz="1750" dirty="0">
                <a:solidFill>
                  <a:srgbClr val="080808"/>
                </a:solidFill>
                <a:latin typeface="Times New Roman"/>
                <a:cs typeface="Times New Roman"/>
              </a:rPr>
              <a:t>if(a</a:t>
            </a:r>
            <a:r>
              <a:rPr sz="1750" spc="30" dirty="0">
                <a:solidFill>
                  <a:srgbClr val="080808"/>
                </a:solidFill>
                <a:latin typeface="Times New Roman"/>
                <a:cs typeface="Times New Roman"/>
              </a:rPr>
              <a:t> </a:t>
            </a:r>
            <a:r>
              <a:rPr sz="1300" spc="55" dirty="0">
                <a:solidFill>
                  <a:srgbClr val="080808"/>
                </a:solidFill>
                <a:latin typeface="Arial"/>
                <a:cs typeface="Arial"/>
              </a:rPr>
              <a:t>==</a:t>
            </a:r>
            <a:r>
              <a:rPr sz="1300" spc="195" dirty="0">
                <a:solidFill>
                  <a:srgbClr val="080808"/>
                </a:solidFill>
                <a:latin typeface="Arial"/>
                <a:cs typeface="Arial"/>
              </a:rPr>
              <a:t>  </a:t>
            </a:r>
            <a:r>
              <a:rPr sz="1750" dirty="0">
                <a:solidFill>
                  <a:srgbClr val="080808"/>
                </a:solidFill>
                <a:latin typeface="Times New Roman"/>
                <a:cs typeface="Times New Roman"/>
              </a:rPr>
              <a:t>obj.a</a:t>
            </a:r>
            <a:r>
              <a:rPr sz="1750" spc="114" dirty="0">
                <a:solidFill>
                  <a:srgbClr val="080808"/>
                </a:solidFill>
                <a:latin typeface="Times New Roman"/>
                <a:cs typeface="Times New Roman"/>
              </a:rPr>
              <a:t> </a:t>
            </a:r>
            <a:r>
              <a:rPr sz="1700" spc="75" dirty="0">
                <a:solidFill>
                  <a:srgbClr val="080808"/>
                </a:solidFill>
                <a:latin typeface="Arial"/>
                <a:cs typeface="Arial"/>
              </a:rPr>
              <a:t>&amp;&amp;</a:t>
            </a:r>
            <a:r>
              <a:rPr sz="1700" spc="70" dirty="0">
                <a:solidFill>
                  <a:srgbClr val="080808"/>
                </a:solidFill>
                <a:latin typeface="Arial"/>
                <a:cs typeface="Arial"/>
              </a:rPr>
              <a:t>  </a:t>
            </a:r>
            <a:r>
              <a:rPr sz="1750" spc="60" dirty="0">
                <a:solidFill>
                  <a:srgbClr val="080808"/>
                </a:solidFill>
                <a:latin typeface="Times New Roman"/>
                <a:cs typeface="Times New Roman"/>
              </a:rPr>
              <a:t>b </a:t>
            </a:r>
            <a:r>
              <a:rPr sz="1300" spc="25" dirty="0">
                <a:solidFill>
                  <a:srgbClr val="080808"/>
                </a:solidFill>
                <a:latin typeface="Arial"/>
                <a:cs typeface="Arial"/>
              </a:rPr>
              <a:t>==</a:t>
            </a:r>
            <a:r>
              <a:rPr sz="1300" dirty="0">
                <a:solidFill>
                  <a:srgbClr val="080808"/>
                </a:solidFill>
                <a:latin typeface="Arial"/>
                <a:cs typeface="Arial"/>
              </a:rPr>
              <a:t>	</a:t>
            </a:r>
            <a:r>
              <a:rPr sz="1750" spc="-10" dirty="0">
                <a:solidFill>
                  <a:srgbClr val="080808"/>
                </a:solidFill>
                <a:latin typeface="Times New Roman"/>
                <a:cs typeface="Times New Roman"/>
              </a:rPr>
              <a:t>obj.b)</a:t>
            </a:r>
            <a:endParaRPr sz="1750" dirty="0">
              <a:latin typeface="Times New Roman"/>
              <a:cs typeface="Times New Roman"/>
            </a:endParaRPr>
          </a:p>
          <a:p>
            <a:pPr marL="2033905">
              <a:lnSpc>
                <a:spcPct val="100000"/>
              </a:lnSpc>
              <a:spcBef>
                <a:spcPts val="490"/>
              </a:spcBef>
            </a:pPr>
            <a:r>
              <a:rPr sz="1750" dirty="0">
                <a:solidFill>
                  <a:srgbClr val="080808"/>
                </a:solidFill>
                <a:latin typeface="Times New Roman"/>
                <a:cs typeface="Times New Roman"/>
              </a:rPr>
              <a:t>return</a:t>
            </a:r>
            <a:r>
              <a:rPr sz="1750" spc="365" dirty="0">
                <a:solidFill>
                  <a:srgbClr val="080808"/>
                </a:solidFill>
                <a:latin typeface="Times New Roman"/>
                <a:cs typeface="Times New Roman"/>
              </a:rPr>
              <a:t> </a:t>
            </a:r>
            <a:r>
              <a:rPr sz="1750" spc="-10" dirty="0">
                <a:solidFill>
                  <a:srgbClr val="080808"/>
                </a:solidFill>
                <a:latin typeface="Times New Roman"/>
                <a:cs typeface="Times New Roman"/>
              </a:rPr>
              <a:t>true;</a:t>
            </a:r>
            <a:endParaRPr sz="1750" dirty="0">
              <a:latin typeface="Times New Roman"/>
              <a:cs typeface="Times New Roman"/>
            </a:endParaRPr>
          </a:p>
          <a:p>
            <a:pPr marL="1075690">
              <a:lnSpc>
                <a:spcPct val="100000"/>
              </a:lnSpc>
              <a:spcBef>
                <a:spcPts val="440"/>
              </a:spcBef>
            </a:pPr>
            <a:r>
              <a:rPr sz="1750" spc="35" dirty="0">
                <a:solidFill>
                  <a:srgbClr val="080808"/>
                </a:solidFill>
                <a:latin typeface="Times New Roman"/>
                <a:cs typeface="Times New Roman"/>
              </a:rPr>
              <a:t>else</a:t>
            </a:r>
            <a:endParaRPr sz="1750" dirty="0">
              <a:latin typeface="Times New Roman"/>
              <a:cs typeface="Times New Roman"/>
            </a:endParaRPr>
          </a:p>
          <a:p>
            <a:pPr marL="2033905">
              <a:lnSpc>
                <a:spcPct val="100000"/>
              </a:lnSpc>
              <a:spcBef>
                <a:spcPts val="440"/>
              </a:spcBef>
            </a:pPr>
            <a:r>
              <a:rPr sz="1750" dirty="0">
                <a:solidFill>
                  <a:srgbClr val="080808"/>
                </a:solidFill>
                <a:latin typeface="Times New Roman"/>
                <a:cs typeface="Times New Roman"/>
              </a:rPr>
              <a:t>return</a:t>
            </a:r>
            <a:r>
              <a:rPr sz="1750" spc="345" dirty="0">
                <a:solidFill>
                  <a:srgbClr val="080808"/>
                </a:solidFill>
                <a:latin typeface="Times New Roman"/>
                <a:cs typeface="Times New Roman"/>
              </a:rPr>
              <a:t> </a:t>
            </a:r>
            <a:r>
              <a:rPr sz="1750" spc="-10" dirty="0">
                <a:solidFill>
                  <a:srgbClr val="080808"/>
                </a:solidFill>
                <a:latin typeface="Times New Roman"/>
                <a:cs typeface="Times New Roman"/>
              </a:rPr>
              <a:t>false;</a:t>
            </a:r>
            <a:endParaRPr sz="1750" dirty="0">
              <a:latin typeface="Times New Roman"/>
              <a:cs typeface="Times New Roman"/>
            </a:endParaRPr>
          </a:p>
          <a:p>
            <a:pPr marL="12700">
              <a:lnSpc>
                <a:spcPct val="100000"/>
              </a:lnSpc>
              <a:spcBef>
                <a:spcPts val="545"/>
              </a:spcBef>
            </a:pPr>
            <a:r>
              <a:rPr sz="1700" spc="40" dirty="0">
                <a:solidFill>
                  <a:srgbClr val="080808"/>
                </a:solidFill>
                <a:latin typeface="Arial"/>
                <a:cs typeface="Arial"/>
              </a:rPr>
              <a:t>}</a:t>
            </a:r>
            <a:endParaRPr sz="1700" dirty="0">
              <a:latin typeface="Arial"/>
              <a:cs typeface="Arial"/>
            </a:endParaRPr>
          </a:p>
        </p:txBody>
      </p:sp>
      <p:sp>
        <p:nvSpPr>
          <p:cNvPr id="9" name="object 9"/>
          <p:cNvSpPr txBox="1"/>
          <p:nvPr/>
        </p:nvSpPr>
        <p:spPr>
          <a:xfrm>
            <a:off x="899672" y="6504265"/>
            <a:ext cx="106680" cy="293370"/>
          </a:xfrm>
          <a:prstGeom prst="rect">
            <a:avLst/>
          </a:prstGeom>
        </p:spPr>
        <p:txBody>
          <a:bodyPr vert="horz" wrap="square" lIns="0" tIns="13335" rIns="0" bIns="0" rtlCol="0">
            <a:spAutoFit/>
          </a:bodyPr>
          <a:lstStyle/>
          <a:p>
            <a:pPr marL="12700">
              <a:lnSpc>
                <a:spcPct val="100000"/>
              </a:lnSpc>
              <a:spcBef>
                <a:spcPts val="105"/>
              </a:spcBef>
            </a:pPr>
            <a:r>
              <a:rPr sz="1750" spc="50" dirty="0">
                <a:solidFill>
                  <a:srgbClr val="080808"/>
                </a:solidFill>
                <a:latin typeface="Arial"/>
                <a:cs typeface="Arial"/>
              </a:rPr>
              <a:t>}</a:t>
            </a:r>
            <a:endParaRPr sz="1750">
              <a:latin typeface="Arial"/>
              <a:cs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84601" y="559976"/>
            <a:ext cx="6708140" cy="705485"/>
          </a:xfrm>
          <a:prstGeom prst="rect">
            <a:avLst/>
          </a:prstGeom>
        </p:spPr>
        <p:txBody>
          <a:bodyPr vert="horz" wrap="square" lIns="0" tIns="13970" rIns="0" bIns="0" rtlCol="0">
            <a:spAutoFit/>
          </a:bodyPr>
          <a:lstStyle/>
          <a:p>
            <a:pPr marL="12700">
              <a:lnSpc>
                <a:spcPct val="100000"/>
              </a:lnSpc>
              <a:spcBef>
                <a:spcPts val="110"/>
              </a:spcBef>
            </a:pPr>
            <a:r>
              <a:rPr sz="4450" dirty="0">
                <a:solidFill>
                  <a:srgbClr val="79645B"/>
                </a:solidFill>
                <a:latin typeface="Times New Roman"/>
                <a:cs typeface="Times New Roman"/>
              </a:rPr>
              <a:t>Using</a:t>
            </a:r>
            <a:r>
              <a:rPr sz="4450" spc="385" dirty="0">
                <a:solidFill>
                  <a:srgbClr val="79645B"/>
                </a:solidFill>
                <a:latin typeface="Times New Roman"/>
                <a:cs typeface="Times New Roman"/>
              </a:rPr>
              <a:t> </a:t>
            </a:r>
            <a:r>
              <a:rPr sz="4450" dirty="0">
                <a:solidFill>
                  <a:srgbClr val="79645B"/>
                </a:solidFill>
                <a:latin typeface="Times New Roman"/>
                <a:cs typeface="Times New Roman"/>
              </a:rPr>
              <a:t>Objects</a:t>
            </a:r>
            <a:r>
              <a:rPr sz="4450" spc="335" dirty="0">
                <a:solidFill>
                  <a:srgbClr val="79645B"/>
                </a:solidFill>
                <a:latin typeface="Times New Roman"/>
                <a:cs typeface="Times New Roman"/>
              </a:rPr>
              <a:t> </a:t>
            </a:r>
            <a:r>
              <a:rPr sz="4450" spc="90" dirty="0">
                <a:solidFill>
                  <a:srgbClr val="79645B"/>
                </a:solidFill>
                <a:latin typeface="Times New Roman"/>
                <a:cs typeface="Times New Roman"/>
              </a:rPr>
              <a:t>as</a:t>
            </a:r>
            <a:r>
              <a:rPr sz="4450" spc="135" dirty="0">
                <a:solidFill>
                  <a:srgbClr val="79645B"/>
                </a:solidFill>
                <a:latin typeface="Times New Roman"/>
                <a:cs typeface="Times New Roman"/>
              </a:rPr>
              <a:t> </a:t>
            </a:r>
            <a:r>
              <a:rPr sz="4450" spc="-10" dirty="0">
                <a:solidFill>
                  <a:srgbClr val="79645B"/>
                </a:solidFill>
                <a:latin typeface="Times New Roman"/>
                <a:cs typeface="Times New Roman"/>
              </a:rPr>
              <a:t>Parameters</a:t>
            </a:r>
            <a:endParaRPr sz="4450">
              <a:latin typeface="Times New Roman"/>
              <a:cs typeface="Times New Roman"/>
            </a:endParaRPr>
          </a:p>
        </p:txBody>
      </p:sp>
      <p:sp>
        <p:nvSpPr>
          <p:cNvPr id="3" name="object 3"/>
          <p:cNvSpPr txBox="1"/>
          <p:nvPr/>
        </p:nvSpPr>
        <p:spPr>
          <a:xfrm>
            <a:off x="8205114" y="945435"/>
            <a:ext cx="499109" cy="323850"/>
          </a:xfrm>
          <a:prstGeom prst="rect">
            <a:avLst/>
          </a:prstGeom>
        </p:spPr>
        <p:txBody>
          <a:bodyPr vert="horz" wrap="square" lIns="0" tIns="13335" rIns="0" bIns="0" rtlCol="0">
            <a:spAutoFit/>
          </a:bodyPr>
          <a:lstStyle/>
          <a:p>
            <a:pPr marL="12700">
              <a:lnSpc>
                <a:spcPct val="100000"/>
              </a:lnSpc>
              <a:spcBef>
                <a:spcPts val="105"/>
              </a:spcBef>
            </a:pPr>
            <a:r>
              <a:rPr sz="1850" dirty="0">
                <a:solidFill>
                  <a:srgbClr val="79645B"/>
                </a:solidFill>
                <a:latin typeface="Arial"/>
                <a:cs typeface="Arial"/>
              </a:rPr>
              <a:t>•</a:t>
            </a:r>
            <a:r>
              <a:rPr sz="1850" spc="355" dirty="0">
                <a:solidFill>
                  <a:srgbClr val="79645B"/>
                </a:solidFill>
                <a:latin typeface="Arial"/>
                <a:cs typeface="Arial"/>
              </a:rPr>
              <a:t> </a:t>
            </a:r>
            <a:r>
              <a:rPr sz="1950" dirty="0">
                <a:solidFill>
                  <a:srgbClr val="79645B"/>
                </a:solidFill>
                <a:latin typeface="Arial"/>
                <a:cs typeface="Arial"/>
              </a:rPr>
              <a:t>•</a:t>
            </a:r>
            <a:r>
              <a:rPr sz="1950" spc="310" dirty="0">
                <a:solidFill>
                  <a:srgbClr val="79645B"/>
                </a:solidFill>
                <a:latin typeface="Arial"/>
                <a:cs typeface="Arial"/>
              </a:rPr>
              <a:t> </a:t>
            </a:r>
            <a:r>
              <a:rPr sz="1850" spc="-60" dirty="0">
                <a:solidFill>
                  <a:srgbClr val="79645B"/>
                </a:solidFill>
                <a:latin typeface="Arial"/>
                <a:cs typeface="Arial"/>
              </a:rPr>
              <a:t>•</a:t>
            </a:r>
            <a:endParaRPr sz="1850">
              <a:latin typeface="Arial"/>
              <a:cs typeface="Arial"/>
            </a:endParaRPr>
          </a:p>
        </p:txBody>
      </p:sp>
      <p:sp>
        <p:nvSpPr>
          <p:cNvPr id="4" name="object 4"/>
          <p:cNvSpPr txBox="1"/>
          <p:nvPr/>
        </p:nvSpPr>
        <p:spPr>
          <a:xfrm>
            <a:off x="510465" y="1294052"/>
            <a:ext cx="9789235" cy="5250733"/>
          </a:xfrm>
          <a:prstGeom prst="rect">
            <a:avLst/>
          </a:prstGeom>
        </p:spPr>
        <p:txBody>
          <a:bodyPr vert="horz" wrap="square" lIns="0" tIns="112395" rIns="0" bIns="0" rtlCol="0">
            <a:spAutoFit/>
          </a:bodyPr>
          <a:lstStyle/>
          <a:p>
            <a:pPr marL="12700">
              <a:lnSpc>
                <a:spcPct val="100000"/>
              </a:lnSpc>
              <a:spcBef>
                <a:spcPts val="885"/>
              </a:spcBef>
            </a:pPr>
            <a:endParaRPr sz="2700" dirty="0">
              <a:latin typeface="Times New Roman"/>
              <a:cs typeface="Times New Roman"/>
            </a:endParaRPr>
          </a:p>
          <a:p>
            <a:pPr marL="385445">
              <a:lnSpc>
                <a:spcPct val="100000"/>
              </a:lnSpc>
              <a:spcBef>
                <a:spcPts val="760"/>
              </a:spcBef>
            </a:pPr>
            <a:r>
              <a:rPr sz="2600" spc="75" dirty="0">
                <a:solidFill>
                  <a:srgbClr val="010101"/>
                </a:solidFill>
                <a:latin typeface="Times New Roman"/>
                <a:cs typeface="Times New Roman"/>
              </a:rPr>
              <a:t>class</a:t>
            </a:r>
            <a:r>
              <a:rPr sz="2600" spc="120" dirty="0">
                <a:solidFill>
                  <a:srgbClr val="010101"/>
                </a:solidFill>
                <a:latin typeface="Times New Roman"/>
                <a:cs typeface="Times New Roman"/>
              </a:rPr>
              <a:t> </a:t>
            </a:r>
            <a:r>
              <a:rPr sz="2600" spc="90" dirty="0">
                <a:solidFill>
                  <a:srgbClr val="010101"/>
                </a:solidFill>
                <a:latin typeface="Times New Roman"/>
                <a:cs typeface="Times New Roman"/>
              </a:rPr>
              <a:t>PassOb</a:t>
            </a:r>
            <a:r>
              <a:rPr sz="2600" spc="200" dirty="0">
                <a:solidFill>
                  <a:srgbClr val="010101"/>
                </a:solidFill>
                <a:latin typeface="Times New Roman"/>
                <a:cs typeface="Times New Roman"/>
              </a:rPr>
              <a:t> </a:t>
            </a:r>
            <a:r>
              <a:rPr sz="2600" spc="35" dirty="0">
                <a:solidFill>
                  <a:srgbClr val="010101"/>
                </a:solidFill>
                <a:latin typeface="Times New Roman"/>
                <a:cs typeface="Times New Roman"/>
              </a:rPr>
              <a:t>{</a:t>
            </a:r>
            <a:endParaRPr sz="2600" dirty="0">
              <a:latin typeface="Times New Roman"/>
              <a:cs typeface="Times New Roman"/>
            </a:endParaRPr>
          </a:p>
          <a:p>
            <a:pPr marL="1344930" marR="2319655" indent="-1905">
              <a:lnSpc>
                <a:spcPct val="130600"/>
              </a:lnSpc>
              <a:spcBef>
                <a:spcPts val="25"/>
              </a:spcBef>
              <a:tabLst>
                <a:tab pos="2654935" algn="l"/>
              </a:tabLst>
            </a:pPr>
            <a:r>
              <a:rPr sz="2600" spc="80" dirty="0">
                <a:solidFill>
                  <a:srgbClr val="010101"/>
                </a:solidFill>
                <a:latin typeface="Times New Roman"/>
                <a:cs typeface="Times New Roman"/>
              </a:rPr>
              <a:t>public</a:t>
            </a:r>
            <a:r>
              <a:rPr sz="2600" spc="155" dirty="0">
                <a:solidFill>
                  <a:srgbClr val="010101"/>
                </a:solidFill>
                <a:latin typeface="Times New Roman"/>
                <a:cs typeface="Times New Roman"/>
              </a:rPr>
              <a:t> </a:t>
            </a:r>
            <a:r>
              <a:rPr sz="2600" spc="65" dirty="0">
                <a:solidFill>
                  <a:srgbClr val="010101"/>
                </a:solidFill>
                <a:latin typeface="Times New Roman"/>
                <a:cs typeface="Times New Roman"/>
              </a:rPr>
              <a:t>static</a:t>
            </a:r>
            <a:r>
              <a:rPr sz="2600" spc="85" dirty="0">
                <a:solidFill>
                  <a:srgbClr val="010101"/>
                </a:solidFill>
                <a:latin typeface="Times New Roman"/>
                <a:cs typeface="Times New Roman"/>
              </a:rPr>
              <a:t> </a:t>
            </a:r>
            <a:r>
              <a:rPr sz="2600" spc="100" dirty="0">
                <a:solidFill>
                  <a:srgbClr val="010101"/>
                </a:solidFill>
                <a:latin typeface="Times New Roman"/>
                <a:cs typeface="Times New Roman"/>
              </a:rPr>
              <a:t>void</a:t>
            </a:r>
            <a:r>
              <a:rPr sz="2600" spc="80" dirty="0">
                <a:solidFill>
                  <a:srgbClr val="010101"/>
                </a:solidFill>
                <a:latin typeface="Times New Roman"/>
                <a:cs typeface="Times New Roman"/>
              </a:rPr>
              <a:t> </a:t>
            </a:r>
            <a:r>
              <a:rPr sz="2600" spc="75" dirty="0">
                <a:solidFill>
                  <a:srgbClr val="010101"/>
                </a:solidFill>
                <a:latin typeface="Times New Roman"/>
                <a:cs typeface="Times New Roman"/>
              </a:rPr>
              <a:t>main(String</a:t>
            </a:r>
            <a:r>
              <a:rPr sz="2600" spc="270" dirty="0">
                <a:solidFill>
                  <a:srgbClr val="010101"/>
                </a:solidFill>
                <a:latin typeface="Times New Roman"/>
                <a:cs typeface="Times New Roman"/>
              </a:rPr>
              <a:t> </a:t>
            </a:r>
            <a:r>
              <a:rPr sz="2600" spc="55" dirty="0">
                <a:solidFill>
                  <a:srgbClr val="010101"/>
                </a:solidFill>
                <a:latin typeface="Times New Roman"/>
                <a:cs typeface="Times New Roman"/>
              </a:rPr>
              <a:t>args[])</a:t>
            </a:r>
            <a:r>
              <a:rPr sz="2600" spc="245" dirty="0">
                <a:solidFill>
                  <a:srgbClr val="010101"/>
                </a:solidFill>
                <a:latin typeface="Times New Roman"/>
                <a:cs typeface="Times New Roman"/>
              </a:rPr>
              <a:t> </a:t>
            </a:r>
            <a:r>
              <a:rPr sz="2600" spc="20" dirty="0">
                <a:solidFill>
                  <a:srgbClr val="010101"/>
                </a:solidFill>
                <a:latin typeface="Times New Roman"/>
                <a:cs typeface="Times New Roman"/>
              </a:rPr>
              <a:t>{ </a:t>
            </a:r>
            <a:r>
              <a:rPr sz="2600" dirty="0">
                <a:solidFill>
                  <a:srgbClr val="010101"/>
                </a:solidFill>
                <a:latin typeface="Times New Roman"/>
                <a:cs typeface="Times New Roman"/>
              </a:rPr>
              <a:t>Test</a:t>
            </a:r>
            <a:r>
              <a:rPr sz="2600" spc="215" dirty="0">
                <a:solidFill>
                  <a:srgbClr val="010101"/>
                </a:solidFill>
                <a:latin typeface="Times New Roman"/>
                <a:cs typeface="Times New Roman"/>
              </a:rPr>
              <a:t> </a:t>
            </a:r>
            <a:r>
              <a:rPr sz="2600" spc="-25" dirty="0" err="1">
                <a:solidFill>
                  <a:srgbClr val="010101"/>
                </a:solidFill>
                <a:latin typeface="Times New Roman"/>
                <a:cs typeface="Times New Roman"/>
              </a:rPr>
              <a:t>obl</a:t>
            </a:r>
            <a:r>
              <a:rPr lang="en-US" sz="2600" spc="-25" dirty="0">
                <a:solidFill>
                  <a:srgbClr val="010101"/>
                </a:solidFill>
                <a:latin typeface="Times New Roman"/>
                <a:cs typeface="Times New Roman"/>
              </a:rPr>
              <a:t>=</a:t>
            </a:r>
            <a:r>
              <a:rPr sz="2600" spc="110" dirty="0">
                <a:solidFill>
                  <a:srgbClr val="010101"/>
                </a:solidFill>
                <a:latin typeface="Times New Roman"/>
                <a:cs typeface="Times New Roman"/>
              </a:rPr>
              <a:t>new</a:t>
            </a:r>
            <a:r>
              <a:rPr sz="2600" spc="40" dirty="0">
                <a:solidFill>
                  <a:srgbClr val="010101"/>
                </a:solidFill>
                <a:latin typeface="Times New Roman"/>
                <a:cs typeface="Times New Roman"/>
              </a:rPr>
              <a:t> </a:t>
            </a:r>
            <a:r>
              <a:rPr sz="2600" spc="120" dirty="0">
                <a:solidFill>
                  <a:srgbClr val="010101"/>
                </a:solidFill>
                <a:latin typeface="Times New Roman"/>
                <a:cs typeface="Times New Roman"/>
              </a:rPr>
              <a:t>Test(l00,</a:t>
            </a:r>
            <a:r>
              <a:rPr sz="2600" spc="195" dirty="0">
                <a:solidFill>
                  <a:srgbClr val="010101"/>
                </a:solidFill>
                <a:latin typeface="Times New Roman"/>
                <a:cs typeface="Times New Roman"/>
              </a:rPr>
              <a:t> </a:t>
            </a:r>
            <a:r>
              <a:rPr sz="2600" spc="50" dirty="0">
                <a:solidFill>
                  <a:srgbClr val="010101"/>
                </a:solidFill>
                <a:latin typeface="Times New Roman"/>
                <a:cs typeface="Times New Roman"/>
              </a:rPr>
              <a:t>22);</a:t>
            </a:r>
            <a:endParaRPr sz="2600" dirty="0">
              <a:latin typeface="Times New Roman"/>
              <a:cs typeface="Times New Roman"/>
            </a:endParaRPr>
          </a:p>
          <a:p>
            <a:pPr marL="1344930" marR="3612515">
              <a:lnSpc>
                <a:spcPct val="129700"/>
              </a:lnSpc>
              <a:spcBef>
                <a:spcPts val="25"/>
              </a:spcBef>
            </a:pPr>
            <a:r>
              <a:rPr sz="2600" dirty="0">
                <a:solidFill>
                  <a:srgbClr val="010101"/>
                </a:solidFill>
                <a:latin typeface="Times New Roman"/>
                <a:cs typeface="Times New Roman"/>
              </a:rPr>
              <a:t>Test</a:t>
            </a:r>
            <a:r>
              <a:rPr sz="2600" spc="165" dirty="0">
                <a:solidFill>
                  <a:srgbClr val="010101"/>
                </a:solidFill>
                <a:latin typeface="Times New Roman"/>
                <a:cs typeface="Times New Roman"/>
              </a:rPr>
              <a:t> </a:t>
            </a:r>
            <a:r>
              <a:rPr sz="2600" spc="114" dirty="0">
                <a:solidFill>
                  <a:srgbClr val="010101"/>
                </a:solidFill>
                <a:latin typeface="Times New Roman"/>
                <a:cs typeface="Times New Roman"/>
              </a:rPr>
              <a:t>ob2</a:t>
            </a:r>
            <a:r>
              <a:rPr lang="en-US" sz="2600" spc="114" dirty="0">
                <a:solidFill>
                  <a:srgbClr val="010101"/>
                </a:solidFill>
                <a:latin typeface="Times New Roman"/>
                <a:cs typeface="Times New Roman"/>
              </a:rPr>
              <a:t>=</a:t>
            </a:r>
            <a:r>
              <a:rPr sz="2600" spc="110" dirty="0">
                <a:solidFill>
                  <a:srgbClr val="010101"/>
                </a:solidFill>
                <a:latin typeface="Times New Roman"/>
                <a:cs typeface="Times New Roman"/>
              </a:rPr>
              <a:t>new</a:t>
            </a:r>
            <a:r>
              <a:rPr sz="2600" spc="45" dirty="0">
                <a:solidFill>
                  <a:srgbClr val="010101"/>
                </a:solidFill>
                <a:latin typeface="Times New Roman"/>
                <a:cs typeface="Times New Roman"/>
              </a:rPr>
              <a:t> </a:t>
            </a:r>
            <a:r>
              <a:rPr sz="2600" spc="120" dirty="0">
                <a:solidFill>
                  <a:srgbClr val="010101"/>
                </a:solidFill>
                <a:latin typeface="Times New Roman"/>
                <a:cs typeface="Times New Roman"/>
              </a:rPr>
              <a:t>Test(l00,</a:t>
            </a:r>
            <a:r>
              <a:rPr sz="2600" spc="215" dirty="0">
                <a:solidFill>
                  <a:srgbClr val="010101"/>
                </a:solidFill>
                <a:latin typeface="Times New Roman"/>
                <a:cs typeface="Times New Roman"/>
              </a:rPr>
              <a:t> </a:t>
            </a:r>
            <a:r>
              <a:rPr sz="2600" spc="50" dirty="0">
                <a:solidFill>
                  <a:srgbClr val="010101"/>
                </a:solidFill>
                <a:latin typeface="Times New Roman"/>
                <a:cs typeface="Times New Roman"/>
              </a:rPr>
              <a:t>22); </a:t>
            </a:r>
            <a:endParaRPr lang="en-US" sz="2600" spc="50" dirty="0">
              <a:solidFill>
                <a:srgbClr val="010101"/>
              </a:solidFill>
              <a:latin typeface="Times New Roman"/>
              <a:cs typeface="Times New Roman"/>
            </a:endParaRPr>
          </a:p>
          <a:p>
            <a:pPr marL="1344930" marR="3612515">
              <a:lnSpc>
                <a:spcPct val="129700"/>
              </a:lnSpc>
              <a:spcBef>
                <a:spcPts val="25"/>
              </a:spcBef>
            </a:pPr>
            <a:r>
              <a:rPr sz="2600" dirty="0">
                <a:solidFill>
                  <a:srgbClr val="010101"/>
                </a:solidFill>
                <a:latin typeface="Times New Roman"/>
                <a:cs typeface="Times New Roman"/>
              </a:rPr>
              <a:t>Test</a:t>
            </a:r>
            <a:r>
              <a:rPr sz="2600" spc="245" dirty="0">
                <a:solidFill>
                  <a:srgbClr val="010101"/>
                </a:solidFill>
                <a:latin typeface="Times New Roman"/>
                <a:cs typeface="Times New Roman"/>
              </a:rPr>
              <a:t> </a:t>
            </a:r>
            <a:r>
              <a:rPr sz="2600" spc="100" dirty="0">
                <a:solidFill>
                  <a:srgbClr val="010101"/>
                </a:solidFill>
                <a:latin typeface="Times New Roman"/>
                <a:cs typeface="Times New Roman"/>
              </a:rPr>
              <a:t>ob3</a:t>
            </a:r>
            <a:r>
              <a:rPr sz="2600" spc="160" dirty="0">
                <a:solidFill>
                  <a:srgbClr val="010101"/>
                </a:solidFill>
                <a:latin typeface="Times New Roman"/>
                <a:cs typeface="Times New Roman"/>
              </a:rPr>
              <a:t> </a:t>
            </a:r>
            <a:r>
              <a:rPr lang="en-US" sz="2600" spc="160" dirty="0">
                <a:solidFill>
                  <a:srgbClr val="010101"/>
                </a:solidFill>
                <a:latin typeface="Times New Roman"/>
                <a:cs typeface="Times New Roman"/>
              </a:rPr>
              <a:t>=ne</a:t>
            </a:r>
            <a:r>
              <a:rPr sz="2600" spc="110" dirty="0">
                <a:solidFill>
                  <a:srgbClr val="010101"/>
                </a:solidFill>
                <a:latin typeface="Times New Roman"/>
                <a:cs typeface="Times New Roman"/>
              </a:rPr>
              <a:t>w</a:t>
            </a:r>
            <a:r>
              <a:rPr sz="2600" spc="114" dirty="0">
                <a:solidFill>
                  <a:srgbClr val="010101"/>
                </a:solidFill>
                <a:latin typeface="Times New Roman"/>
                <a:cs typeface="Times New Roman"/>
              </a:rPr>
              <a:t> </a:t>
            </a:r>
            <a:r>
              <a:rPr sz="2600" dirty="0">
                <a:solidFill>
                  <a:srgbClr val="010101"/>
                </a:solidFill>
                <a:latin typeface="Times New Roman"/>
                <a:cs typeface="Times New Roman"/>
              </a:rPr>
              <a:t>Test(-1,</a:t>
            </a:r>
            <a:r>
              <a:rPr sz="2600" spc="275" dirty="0">
                <a:solidFill>
                  <a:srgbClr val="010101"/>
                </a:solidFill>
                <a:latin typeface="Times New Roman"/>
                <a:cs typeface="Times New Roman"/>
              </a:rPr>
              <a:t> </a:t>
            </a:r>
            <a:r>
              <a:rPr sz="2600" spc="75" dirty="0">
                <a:solidFill>
                  <a:srgbClr val="010101"/>
                </a:solidFill>
                <a:latin typeface="Times New Roman"/>
                <a:cs typeface="Times New Roman"/>
              </a:rPr>
              <a:t>-</a:t>
            </a:r>
            <a:r>
              <a:rPr sz="2600" spc="50" dirty="0">
                <a:solidFill>
                  <a:srgbClr val="010101"/>
                </a:solidFill>
                <a:latin typeface="Times New Roman"/>
                <a:cs typeface="Times New Roman"/>
              </a:rPr>
              <a:t>1);</a:t>
            </a:r>
            <a:endParaRPr sz="2600" dirty="0">
              <a:latin typeface="Times New Roman"/>
              <a:cs typeface="Times New Roman"/>
            </a:endParaRPr>
          </a:p>
          <a:p>
            <a:pPr marL="1376045" marR="5080">
              <a:lnSpc>
                <a:spcPct val="115900"/>
              </a:lnSpc>
              <a:spcBef>
                <a:spcPts val="320"/>
              </a:spcBef>
              <a:tabLst>
                <a:tab pos="4928870" algn="l"/>
                <a:tab pos="6676390" algn="l"/>
              </a:tabLst>
            </a:pPr>
            <a:r>
              <a:rPr sz="2600" spc="95" dirty="0">
                <a:solidFill>
                  <a:srgbClr val="010101"/>
                </a:solidFill>
                <a:latin typeface="Times New Roman"/>
                <a:cs typeface="Times New Roman"/>
              </a:rPr>
              <a:t>System.out.println("obl</a:t>
            </a:r>
            <a:r>
              <a:rPr sz="2600" dirty="0">
                <a:solidFill>
                  <a:srgbClr val="010101"/>
                </a:solidFill>
                <a:latin typeface="Times New Roman"/>
                <a:cs typeface="Times New Roman"/>
              </a:rPr>
              <a:t>	</a:t>
            </a:r>
            <a:r>
              <a:rPr sz="2600" spc="-710" dirty="0">
                <a:solidFill>
                  <a:srgbClr val="010101"/>
                </a:solidFill>
                <a:latin typeface="Times New Roman"/>
                <a:cs typeface="Times New Roman"/>
              </a:rPr>
              <a:t>===</a:t>
            </a:r>
            <a:r>
              <a:rPr sz="2600" spc="160" dirty="0">
                <a:solidFill>
                  <a:srgbClr val="010101"/>
                </a:solidFill>
                <a:latin typeface="Times New Roman"/>
                <a:cs typeface="Times New Roman"/>
              </a:rPr>
              <a:t> </a:t>
            </a:r>
            <a:r>
              <a:rPr sz="2600" spc="85" dirty="0">
                <a:solidFill>
                  <a:srgbClr val="010101"/>
                </a:solidFill>
                <a:latin typeface="Times New Roman"/>
                <a:cs typeface="Times New Roman"/>
              </a:rPr>
              <a:t>ob2:</a:t>
            </a:r>
            <a:r>
              <a:rPr sz="2600" spc="80" dirty="0">
                <a:solidFill>
                  <a:srgbClr val="010101"/>
                </a:solidFill>
                <a:latin typeface="Times New Roman"/>
                <a:cs typeface="Times New Roman"/>
              </a:rPr>
              <a:t> </a:t>
            </a:r>
            <a:r>
              <a:rPr sz="2750" spc="75" dirty="0">
                <a:solidFill>
                  <a:srgbClr val="010101"/>
                </a:solidFill>
                <a:latin typeface="Times New Roman"/>
                <a:cs typeface="Times New Roman"/>
              </a:rPr>
              <a:t>"+</a:t>
            </a:r>
            <a:r>
              <a:rPr sz="2750" dirty="0">
                <a:solidFill>
                  <a:srgbClr val="010101"/>
                </a:solidFill>
                <a:latin typeface="Times New Roman"/>
                <a:cs typeface="Times New Roman"/>
              </a:rPr>
              <a:t>	</a:t>
            </a:r>
            <a:r>
              <a:rPr sz="2600" spc="125" dirty="0" err="1">
                <a:solidFill>
                  <a:srgbClr val="F00507"/>
                </a:solidFill>
                <a:latin typeface="Times New Roman"/>
                <a:cs typeface="Times New Roman"/>
              </a:rPr>
              <a:t>obl.equal</a:t>
            </a:r>
            <a:r>
              <a:rPr lang="en-US" sz="2600" spc="125" dirty="0" err="1">
                <a:solidFill>
                  <a:srgbClr val="F00507"/>
                </a:solidFill>
                <a:latin typeface="Times New Roman"/>
                <a:cs typeface="Times New Roman"/>
              </a:rPr>
              <a:t>To</a:t>
            </a:r>
            <a:r>
              <a:rPr sz="2600" spc="125" dirty="0">
                <a:solidFill>
                  <a:srgbClr val="F00507"/>
                </a:solidFill>
                <a:latin typeface="Times New Roman"/>
                <a:cs typeface="Times New Roman"/>
              </a:rPr>
              <a:t>(ob2)</a:t>
            </a:r>
            <a:r>
              <a:rPr sz="2600" spc="125" dirty="0">
                <a:solidFill>
                  <a:srgbClr val="010101"/>
                </a:solidFill>
                <a:latin typeface="Times New Roman"/>
                <a:cs typeface="Times New Roman"/>
              </a:rPr>
              <a:t>); </a:t>
            </a:r>
            <a:r>
              <a:rPr sz="2600" spc="90" dirty="0">
                <a:solidFill>
                  <a:srgbClr val="010101"/>
                </a:solidFill>
                <a:latin typeface="Times New Roman"/>
                <a:cs typeface="Times New Roman"/>
              </a:rPr>
              <a:t>System.out.println("ob1</a:t>
            </a:r>
            <a:r>
              <a:rPr sz="2600" spc="65" dirty="0">
                <a:solidFill>
                  <a:srgbClr val="010101"/>
                </a:solidFill>
                <a:latin typeface="Times New Roman"/>
                <a:cs typeface="Times New Roman"/>
              </a:rPr>
              <a:t> </a:t>
            </a:r>
            <a:r>
              <a:rPr sz="2600" spc="-710" dirty="0">
                <a:solidFill>
                  <a:srgbClr val="010101"/>
                </a:solidFill>
                <a:latin typeface="Times New Roman"/>
                <a:cs typeface="Times New Roman"/>
              </a:rPr>
              <a:t>===</a:t>
            </a:r>
            <a:r>
              <a:rPr sz="2600" spc="180" dirty="0">
                <a:solidFill>
                  <a:srgbClr val="010101"/>
                </a:solidFill>
                <a:latin typeface="Times New Roman"/>
                <a:cs typeface="Times New Roman"/>
              </a:rPr>
              <a:t> </a:t>
            </a:r>
            <a:r>
              <a:rPr sz="2600" spc="85" dirty="0">
                <a:solidFill>
                  <a:srgbClr val="010101"/>
                </a:solidFill>
                <a:latin typeface="Times New Roman"/>
                <a:cs typeface="Times New Roman"/>
              </a:rPr>
              <a:t>ob3:</a:t>
            </a:r>
            <a:r>
              <a:rPr sz="2600" spc="105" dirty="0">
                <a:solidFill>
                  <a:srgbClr val="010101"/>
                </a:solidFill>
                <a:latin typeface="Times New Roman"/>
                <a:cs typeface="Times New Roman"/>
              </a:rPr>
              <a:t> </a:t>
            </a:r>
            <a:r>
              <a:rPr sz="2600" spc="80" dirty="0">
                <a:solidFill>
                  <a:srgbClr val="010101"/>
                </a:solidFill>
                <a:latin typeface="Times New Roman"/>
                <a:cs typeface="Times New Roman"/>
              </a:rPr>
              <a:t>"</a:t>
            </a:r>
            <a:r>
              <a:rPr sz="2600" spc="-50" dirty="0">
                <a:solidFill>
                  <a:srgbClr val="010101"/>
                </a:solidFill>
                <a:latin typeface="Times New Roman"/>
                <a:cs typeface="Times New Roman"/>
              </a:rPr>
              <a:t> </a:t>
            </a:r>
            <a:r>
              <a:rPr sz="3050" spc="105" dirty="0">
                <a:solidFill>
                  <a:srgbClr val="010101"/>
                </a:solidFill>
                <a:latin typeface="Arial"/>
                <a:cs typeface="Arial"/>
              </a:rPr>
              <a:t>+</a:t>
            </a:r>
            <a:r>
              <a:rPr sz="3050" spc="-280" dirty="0">
                <a:solidFill>
                  <a:srgbClr val="010101"/>
                </a:solidFill>
                <a:latin typeface="Arial"/>
                <a:cs typeface="Arial"/>
              </a:rPr>
              <a:t> </a:t>
            </a:r>
            <a:r>
              <a:rPr sz="2600" spc="130" dirty="0">
                <a:solidFill>
                  <a:srgbClr val="F00507"/>
                </a:solidFill>
                <a:latin typeface="Times New Roman"/>
                <a:cs typeface="Times New Roman"/>
              </a:rPr>
              <a:t>ob</a:t>
            </a:r>
            <a:r>
              <a:rPr lang="en-US" sz="2600" spc="-415" dirty="0">
                <a:solidFill>
                  <a:srgbClr val="F00507"/>
                </a:solidFill>
                <a:latin typeface="Times New Roman"/>
                <a:cs typeface="Times New Roman"/>
              </a:rPr>
              <a:t>1</a:t>
            </a:r>
            <a:r>
              <a:rPr sz="2600" spc="-385" dirty="0">
                <a:solidFill>
                  <a:srgbClr val="F00507"/>
                </a:solidFill>
                <a:latin typeface="Times New Roman"/>
                <a:cs typeface="Times New Roman"/>
              </a:rPr>
              <a:t> </a:t>
            </a:r>
            <a:r>
              <a:rPr sz="2600" spc="85" dirty="0">
                <a:solidFill>
                  <a:srgbClr val="F00507"/>
                </a:solidFill>
                <a:latin typeface="Times New Roman"/>
                <a:cs typeface="Times New Roman"/>
              </a:rPr>
              <a:t>.</a:t>
            </a:r>
            <a:r>
              <a:rPr sz="2600" spc="85" dirty="0" err="1">
                <a:solidFill>
                  <a:srgbClr val="F00507"/>
                </a:solidFill>
                <a:latin typeface="Times New Roman"/>
                <a:cs typeface="Times New Roman"/>
              </a:rPr>
              <a:t>equal</a:t>
            </a:r>
            <a:r>
              <a:rPr lang="en-US" sz="2600" spc="85" dirty="0" err="1">
                <a:solidFill>
                  <a:srgbClr val="F00507"/>
                </a:solidFill>
                <a:latin typeface="Times New Roman"/>
                <a:cs typeface="Times New Roman"/>
              </a:rPr>
              <a:t>To</a:t>
            </a:r>
            <a:r>
              <a:rPr sz="2600" spc="85" dirty="0">
                <a:solidFill>
                  <a:srgbClr val="F00507"/>
                </a:solidFill>
                <a:latin typeface="Times New Roman"/>
                <a:cs typeface="Times New Roman"/>
              </a:rPr>
              <a:t>(ob3)</a:t>
            </a:r>
            <a:r>
              <a:rPr sz="2600" spc="85" dirty="0">
                <a:solidFill>
                  <a:srgbClr val="010101"/>
                </a:solidFill>
                <a:latin typeface="Times New Roman"/>
                <a:cs typeface="Times New Roman"/>
              </a:rPr>
              <a:t>);</a:t>
            </a:r>
            <a:endParaRPr sz="2600" dirty="0">
              <a:latin typeface="Times New Roman"/>
              <a:cs typeface="Times New Roman"/>
            </a:endParaRPr>
          </a:p>
          <a:p>
            <a:pPr marL="951865">
              <a:lnSpc>
                <a:spcPct val="100000"/>
              </a:lnSpc>
              <a:spcBef>
                <a:spcPts val="970"/>
              </a:spcBef>
            </a:pPr>
            <a:r>
              <a:rPr sz="2600" spc="60" dirty="0">
                <a:solidFill>
                  <a:srgbClr val="010101"/>
                </a:solidFill>
                <a:latin typeface="Arial"/>
                <a:cs typeface="Arial"/>
              </a:rPr>
              <a:t>}</a:t>
            </a:r>
            <a:endParaRPr sz="2600" dirty="0">
              <a:latin typeface="Arial"/>
              <a:cs typeface="Arial"/>
            </a:endParaRPr>
          </a:p>
          <a:p>
            <a:pPr marL="408940">
              <a:lnSpc>
                <a:spcPct val="100000"/>
              </a:lnSpc>
              <a:spcBef>
                <a:spcPts val="980"/>
              </a:spcBef>
            </a:pPr>
            <a:r>
              <a:rPr sz="2600" spc="60" dirty="0">
                <a:solidFill>
                  <a:srgbClr val="010101"/>
                </a:solidFill>
                <a:latin typeface="Arial"/>
                <a:cs typeface="Arial"/>
              </a:rPr>
              <a:t>}</a:t>
            </a:r>
            <a:endParaRPr lang="en-US" sz="2600" spc="60" dirty="0">
              <a:solidFill>
                <a:srgbClr val="010101"/>
              </a:solidFill>
              <a:latin typeface="Arial"/>
              <a:cs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4620" y="302458"/>
            <a:ext cx="9460279" cy="1437573"/>
          </a:xfrm>
          <a:prstGeom prst="rect">
            <a:avLst/>
          </a:prstGeom>
        </p:spPr>
        <p:txBody>
          <a:bodyPr vert="horz" wrap="square" lIns="0" tIns="13970" rIns="0" bIns="0" rtlCol="0">
            <a:spAutoFit/>
          </a:bodyPr>
          <a:lstStyle/>
          <a:p>
            <a:pPr marL="22225" algn="l">
              <a:spcBef>
                <a:spcPts val="110"/>
              </a:spcBef>
            </a:pPr>
            <a:r>
              <a:rPr sz="4450" dirty="0">
                <a:solidFill>
                  <a:srgbClr val="79675D"/>
                </a:solidFill>
                <a:latin typeface="Times New Roman"/>
                <a:cs typeface="Times New Roman"/>
              </a:rPr>
              <a:t>Argument</a:t>
            </a:r>
            <a:r>
              <a:rPr sz="4450" spc="545" dirty="0">
                <a:solidFill>
                  <a:srgbClr val="79675D"/>
                </a:solidFill>
                <a:latin typeface="Times New Roman"/>
                <a:cs typeface="Times New Roman"/>
              </a:rPr>
              <a:t> </a:t>
            </a:r>
            <a:r>
              <a:rPr sz="4450" spc="-10" dirty="0">
                <a:solidFill>
                  <a:srgbClr val="79675D"/>
                </a:solidFill>
                <a:latin typeface="Times New Roman"/>
                <a:cs typeface="Times New Roman"/>
              </a:rPr>
              <a:t>Passing</a:t>
            </a:r>
            <a:r>
              <a:rPr lang="en-US" sz="2400" spc="-10" dirty="0">
                <a:solidFill>
                  <a:srgbClr val="79675D"/>
                </a:solidFill>
                <a:latin typeface="Times New Roman"/>
                <a:cs typeface="Times New Roman"/>
              </a:rPr>
              <a:t>: </a:t>
            </a:r>
            <a:r>
              <a:rPr lang="en-US" sz="2400" dirty="0">
                <a:solidFill>
                  <a:srgbClr val="010101"/>
                </a:solidFill>
                <a:latin typeface="Times New Roman"/>
                <a:cs typeface="Times New Roman"/>
              </a:rPr>
              <a:t>Two</a:t>
            </a:r>
            <a:r>
              <a:rPr lang="en-US" sz="2400" spc="170" dirty="0">
                <a:solidFill>
                  <a:srgbClr val="010101"/>
                </a:solidFill>
                <a:latin typeface="Times New Roman"/>
                <a:cs typeface="Times New Roman"/>
              </a:rPr>
              <a:t> </a:t>
            </a:r>
            <a:r>
              <a:rPr lang="en-US" sz="2400" spc="50" dirty="0">
                <a:solidFill>
                  <a:srgbClr val="010101"/>
                </a:solidFill>
                <a:latin typeface="Times New Roman"/>
                <a:cs typeface="Times New Roman"/>
              </a:rPr>
              <a:t>ways</a:t>
            </a:r>
            <a:r>
              <a:rPr lang="en-US" sz="2400" spc="150" dirty="0">
                <a:solidFill>
                  <a:srgbClr val="010101"/>
                </a:solidFill>
                <a:latin typeface="Times New Roman"/>
                <a:cs typeface="Times New Roman"/>
              </a:rPr>
              <a:t> </a:t>
            </a:r>
            <a:r>
              <a:rPr lang="en-US" sz="2400" spc="60" dirty="0">
                <a:solidFill>
                  <a:srgbClr val="010101"/>
                </a:solidFill>
                <a:latin typeface="Times New Roman"/>
                <a:cs typeface="Times New Roman"/>
              </a:rPr>
              <a:t>to</a:t>
            </a:r>
            <a:r>
              <a:rPr lang="en-US" sz="2400" spc="75" dirty="0">
                <a:solidFill>
                  <a:srgbClr val="010101"/>
                </a:solidFill>
                <a:latin typeface="Times New Roman"/>
                <a:cs typeface="Times New Roman"/>
              </a:rPr>
              <a:t> </a:t>
            </a:r>
            <a:r>
              <a:rPr lang="en-US" sz="2400" dirty="0">
                <a:solidFill>
                  <a:srgbClr val="010101"/>
                </a:solidFill>
                <a:latin typeface="Times New Roman"/>
                <a:cs typeface="Times New Roman"/>
              </a:rPr>
              <a:t>pass</a:t>
            </a:r>
            <a:r>
              <a:rPr lang="en-US" sz="2400" spc="170" dirty="0">
                <a:solidFill>
                  <a:srgbClr val="010101"/>
                </a:solidFill>
                <a:latin typeface="Times New Roman"/>
                <a:cs typeface="Times New Roman"/>
              </a:rPr>
              <a:t> </a:t>
            </a:r>
            <a:r>
              <a:rPr lang="en-US" sz="2400" spc="60" dirty="0">
                <a:solidFill>
                  <a:srgbClr val="010101"/>
                </a:solidFill>
                <a:latin typeface="Times New Roman"/>
                <a:cs typeface="Times New Roman"/>
              </a:rPr>
              <a:t>an</a:t>
            </a:r>
            <a:r>
              <a:rPr lang="en-US" sz="2400" spc="90" dirty="0">
                <a:solidFill>
                  <a:srgbClr val="010101"/>
                </a:solidFill>
                <a:latin typeface="Times New Roman"/>
                <a:cs typeface="Times New Roman"/>
              </a:rPr>
              <a:t> </a:t>
            </a:r>
            <a:r>
              <a:rPr lang="en-US" sz="2400" dirty="0">
                <a:solidFill>
                  <a:srgbClr val="010101"/>
                </a:solidFill>
                <a:latin typeface="Times New Roman"/>
                <a:cs typeface="Times New Roman"/>
              </a:rPr>
              <a:t>argument</a:t>
            </a:r>
            <a:r>
              <a:rPr lang="en-US" sz="2400" spc="265" dirty="0">
                <a:solidFill>
                  <a:srgbClr val="010101"/>
                </a:solidFill>
                <a:latin typeface="Times New Roman"/>
                <a:cs typeface="Times New Roman"/>
              </a:rPr>
              <a:t> </a:t>
            </a:r>
            <a:r>
              <a:rPr lang="en-US" sz="2400" dirty="0">
                <a:solidFill>
                  <a:srgbClr val="010101"/>
                </a:solidFill>
                <a:latin typeface="Times New Roman"/>
                <a:cs typeface="Times New Roman"/>
              </a:rPr>
              <a:t>to</a:t>
            </a:r>
            <a:r>
              <a:rPr lang="en-US" sz="2400" spc="90" dirty="0">
                <a:solidFill>
                  <a:srgbClr val="010101"/>
                </a:solidFill>
                <a:latin typeface="Times New Roman"/>
                <a:cs typeface="Times New Roman"/>
              </a:rPr>
              <a:t> </a:t>
            </a:r>
            <a:r>
              <a:rPr lang="en-US" sz="2400" spc="95" dirty="0">
                <a:solidFill>
                  <a:srgbClr val="010101"/>
                </a:solidFill>
                <a:latin typeface="Times New Roman"/>
                <a:cs typeface="Times New Roman"/>
              </a:rPr>
              <a:t>a</a:t>
            </a:r>
            <a:r>
              <a:rPr lang="en-US" sz="2400" spc="85" dirty="0">
                <a:solidFill>
                  <a:srgbClr val="010101"/>
                </a:solidFill>
                <a:latin typeface="Times New Roman"/>
                <a:cs typeface="Times New Roman"/>
              </a:rPr>
              <a:t> </a:t>
            </a:r>
            <a:r>
              <a:rPr lang="en-US" sz="2400" dirty="0">
                <a:solidFill>
                  <a:srgbClr val="010101"/>
                </a:solidFill>
                <a:latin typeface="Times New Roman"/>
                <a:cs typeface="Times New Roman"/>
              </a:rPr>
              <a:t>function</a:t>
            </a:r>
            <a:r>
              <a:rPr lang="en-US" sz="2400" spc="245" dirty="0">
                <a:solidFill>
                  <a:srgbClr val="010101"/>
                </a:solidFill>
                <a:latin typeface="Times New Roman"/>
                <a:cs typeface="Times New Roman"/>
              </a:rPr>
              <a:t> </a:t>
            </a:r>
            <a:r>
              <a:rPr lang="en-US" sz="2400" dirty="0">
                <a:solidFill>
                  <a:srgbClr val="010101"/>
                </a:solidFill>
                <a:latin typeface="Times New Roman"/>
                <a:cs typeface="Times New Roman"/>
              </a:rPr>
              <a:t>or</a:t>
            </a:r>
            <a:r>
              <a:rPr lang="en-US" sz="2400" spc="125" dirty="0">
                <a:solidFill>
                  <a:srgbClr val="010101"/>
                </a:solidFill>
                <a:latin typeface="Times New Roman"/>
                <a:cs typeface="Times New Roman"/>
              </a:rPr>
              <a:t> </a:t>
            </a:r>
            <a:r>
              <a:rPr lang="en-US" sz="2400" spc="-10" dirty="0">
                <a:solidFill>
                  <a:srgbClr val="010101"/>
                </a:solidFill>
                <a:latin typeface="Times New Roman"/>
                <a:cs typeface="Times New Roman"/>
              </a:rPr>
              <a:t>method.</a:t>
            </a:r>
            <a:br>
              <a:rPr lang="en-US" sz="2400" dirty="0">
                <a:latin typeface="Times New Roman"/>
                <a:cs typeface="Times New Roman"/>
              </a:rPr>
            </a:br>
            <a:endParaRPr sz="2400" dirty="0">
              <a:latin typeface="Times New Roman"/>
              <a:cs typeface="Times New Roman"/>
            </a:endParaRPr>
          </a:p>
        </p:txBody>
      </p:sp>
      <p:sp>
        <p:nvSpPr>
          <p:cNvPr id="3" name="object 3"/>
          <p:cNvSpPr txBox="1"/>
          <p:nvPr/>
        </p:nvSpPr>
        <p:spPr>
          <a:xfrm>
            <a:off x="521921" y="1021245"/>
            <a:ext cx="337185" cy="1125855"/>
          </a:xfrm>
          <a:prstGeom prst="rect">
            <a:avLst/>
          </a:prstGeom>
        </p:spPr>
        <p:txBody>
          <a:bodyPr vert="horz" wrap="square" lIns="0" tIns="15240" rIns="0" bIns="0" rtlCol="0">
            <a:spAutoFit/>
          </a:bodyPr>
          <a:lstStyle/>
          <a:p>
            <a:pPr marL="12700">
              <a:lnSpc>
                <a:spcPct val="100000"/>
              </a:lnSpc>
              <a:spcBef>
                <a:spcPts val="120"/>
              </a:spcBef>
            </a:pPr>
            <a:r>
              <a:rPr sz="7200" spc="50" dirty="0">
                <a:solidFill>
                  <a:srgbClr val="DB7E44"/>
                </a:solidFill>
                <a:latin typeface="Arial"/>
                <a:cs typeface="Arial"/>
              </a:rPr>
              <a:t>-</a:t>
            </a:r>
            <a:endParaRPr sz="7200">
              <a:latin typeface="Arial"/>
              <a:cs typeface="Arial"/>
            </a:endParaRPr>
          </a:p>
        </p:txBody>
      </p:sp>
      <p:sp>
        <p:nvSpPr>
          <p:cNvPr id="4" name="object 4"/>
          <p:cNvSpPr txBox="1"/>
          <p:nvPr/>
        </p:nvSpPr>
        <p:spPr>
          <a:xfrm>
            <a:off x="654659" y="2458818"/>
            <a:ext cx="9220200" cy="3929794"/>
          </a:xfrm>
          <a:prstGeom prst="rect">
            <a:avLst/>
          </a:prstGeom>
        </p:spPr>
        <p:txBody>
          <a:bodyPr vert="horz" wrap="square" lIns="0" tIns="80010" rIns="0" bIns="0" rtlCol="0">
            <a:spAutoFit/>
          </a:bodyPr>
          <a:lstStyle/>
          <a:p>
            <a:pPr marL="353060" marR="7620" indent="-340995" algn="just">
              <a:lnSpc>
                <a:spcPct val="94500"/>
              </a:lnSpc>
              <a:spcBef>
                <a:spcPts val="710"/>
              </a:spcBef>
              <a:buFont typeface="Arial"/>
              <a:buChar char="□"/>
              <a:tabLst>
                <a:tab pos="353060" algn="l"/>
                <a:tab pos="354330" algn="l"/>
              </a:tabLst>
            </a:pPr>
            <a:r>
              <a:rPr sz="2700" dirty="0">
                <a:solidFill>
                  <a:srgbClr val="DB7E44"/>
                </a:solidFill>
                <a:latin typeface="Times New Roman"/>
                <a:cs typeface="Times New Roman"/>
              </a:rPr>
              <a:t>	</a:t>
            </a:r>
            <a:r>
              <a:rPr sz="2800" b="1" spc="50" dirty="0">
                <a:solidFill>
                  <a:srgbClr val="F40305"/>
                </a:solidFill>
                <a:latin typeface="Times New Roman"/>
                <a:cs typeface="Times New Roman"/>
              </a:rPr>
              <a:t>call-</a:t>
            </a:r>
            <a:r>
              <a:rPr sz="2800" b="1" spc="65" dirty="0">
                <a:solidFill>
                  <a:srgbClr val="F40305"/>
                </a:solidFill>
                <a:latin typeface="Times New Roman"/>
                <a:cs typeface="Times New Roman"/>
              </a:rPr>
              <a:t>by-</a:t>
            </a:r>
            <a:r>
              <a:rPr sz="2800" b="1" spc="55" dirty="0">
                <a:solidFill>
                  <a:srgbClr val="F40305"/>
                </a:solidFill>
                <a:latin typeface="Times New Roman"/>
                <a:cs typeface="Times New Roman"/>
              </a:rPr>
              <a:t>value</a:t>
            </a:r>
            <a:r>
              <a:rPr sz="2800" b="1" spc="55" dirty="0">
                <a:solidFill>
                  <a:srgbClr val="010101"/>
                </a:solidFill>
                <a:latin typeface="Times New Roman"/>
                <a:cs typeface="Times New Roman"/>
              </a:rPr>
              <a:t>.</a:t>
            </a:r>
            <a:r>
              <a:rPr sz="2800" b="1" spc="114" dirty="0">
                <a:solidFill>
                  <a:srgbClr val="010101"/>
                </a:solidFill>
                <a:latin typeface="Times New Roman"/>
                <a:cs typeface="Times New Roman"/>
              </a:rPr>
              <a:t> </a:t>
            </a:r>
            <a:r>
              <a:rPr sz="2800" dirty="0">
                <a:solidFill>
                  <a:srgbClr val="010101"/>
                </a:solidFill>
                <a:latin typeface="Times New Roman"/>
                <a:cs typeface="Times New Roman"/>
              </a:rPr>
              <a:t>This</a:t>
            </a:r>
            <a:r>
              <a:rPr sz="2800" spc="390" dirty="0">
                <a:solidFill>
                  <a:srgbClr val="010101"/>
                </a:solidFill>
                <a:latin typeface="Times New Roman"/>
                <a:cs typeface="Times New Roman"/>
              </a:rPr>
              <a:t> </a:t>
            </a:r>
            <a:r>
              <a:rPr sz="2800" dirty="0">
                <a:solidFill>
                  <a:srgbClr val="010101"/>
                </a:solidFill>
                <a:latin typeface="Times New Roman"/>
                <a:cs typeface="Times New Roman"/>
              </a:rPr>
              <a:t>approach</a:t>
            </a:r>
            <a:r>
              <a:rPr sz="2800" spc="515" dirty="0">
                <a:solidFill>
                  <a:srgbClr val="010101"/>
                </a:solidFill>
                <a:latin typeface="Times New Roman"/>
                <a:cs typeface="Times New Roman"/>
              </a:rPr>
              <a:t> </a:t>
            </a:r>
            <a:r>
              <a:rPr sz="2800" dirty="0">
                <a:solidFill>
                  <a:srgbClr val="010101"/>
                </a:solidFill>
                <a:latin typeface="Times New Roman"/>
                <a:cs typeface="Times New Roman"/>
              </a:rPr>
              <a:t>copies</a:t>
            </a:r>
            <a:r>
              <a:rPr sz="2800" spc="350" dirty="0">
                <a:solidFill>
                  <a:srgbClr val="010101"/>
                </a:solidFill>
                <a:latin typeface="Times New Roman"/>
                <a:cs typeface="Times New Roman"/>
              </a:rPr>
              <a:t> </a:t>
            </a:r>
            <a:r>
              <a:rPr sz="2800" spc="35" dirty="0">
                <a:solidFill>
                  <a:srgbClr val="010101"/>
                </a:solidFill>
                <a:latin typeface="Times New Roman"/>
                <a:cs typeface="Times New Roman"/>
              </a:rPr>
              <a:t>the </a:t>
            </a:r>
            <a:r>
              <a:rPr sz="2800" dirty="0">
                <a:solidFill>
                  <a:srgbClr val="010101"/>
                </a:solidFill>
                <a:latin typeface="Times New Roman"/>
                <a:cs typeface="Times New Roman"/>
              </a:rPr>
              <a:t>value</a:t>
            </a:r>
            <a:r>
              <a:rPr sz="2800" spc="130" dirty="0">
                <a:solidFill>
                  <a:srgbClr val="010101"/>
                </a:solidFill>
                <a:latin typeface="Times New Roman"/>
                <a:cs typeface="Times New Roman"/>
              </a:rPr>
              <a:t>  </a:t>
            </a:r>
            <a:r>
              <a:rPr sz="2800" dirty="0">
                <a:solidFill>
                  <a:srgbClr val="010101"/>
                </a:solidFill>
                <a:latin typeface="Times New Roman"/>
                <a:cs typeface="Times New Roman"/>
              </a:rPr>
              <a:t>of</a:t>
            </a:r>
            <a:r>
              <a:rPr sz="2800" spc="110" dirty="0">
                <a:solidFill>
                  <a:srgbClr val="010101"/>
                </a:solidFill>
                <a:latin typeface="Times New Roman"/>
                <a:cs typeface="Times New Roman"/>
              </a:rPr>
              <a:t>  </a:t>
            </a:r>
            <a:r>
              <a:rPr sz="2800" spc="60" dirty="0">
                <a:solidFill>
                  <a:srgbClr val="010101"/>
                </a:solidFill>
                <a:latin typeface="Times New Roman"/>
                <a:cs typeface="Times New Roman"/>
              </a:rPr>
              <a:t>an</a:t>
            </a:r>
            <a:r>
              <a:rPr sz="2800" spc="95" dirty="0">
                <a:solidFill>
                  <a:srgbClr val="010101"/>
                </a:solidFill>
                <a:latin typeface="Times New Roman"/>
                <a:cs typeface="Times New Roman"/>
              </a:rPr>
              <a:t>  </a:t>
            </a:r>
            <a:r>
              <a:rPr sz="2800" dirty="0">
                <a:solidFill>
                  <a:srgbClr val="010101"/>
                </a:solidFill>
                <a:latin typeface="Times New Roman"/>
                <a:cs typeface="Times New Roman"/>
              </a:rPr>
              <a:t>argument</a:t>
            </a:r>
            <a:r>
              <a:rPr sz="2800" spc="204" dirty="0">
                <a:solidFill>
                  <a:srgbClr val="010101"/>
                </a:solidFill>
                <a:latin typeface="Times New Roman"/>
                <a:cs typeface="Times New Roman"/>
              </a:rPr>
              <a:t>  </a:t>
            </a:r>
            <a:r>
              <a:rPr sz="2800" dirty="0">
                <a:solidFill>
                  <a:srgbClr val="010101"/>
                </a:solidFill>
                <a:latin typeface="Times New Roman"/>
                <a:cs typeface="Times New Roman"/>
              </a:rPr>
              <a:t>into</a:t>
            </a:r>
            <a:r>
              <a:rPr sz="2800" spc="100" dirty="0">
                <a:solidFill>
                  <a:srgbClr val="010101"/>
                </a:solidFill>
                <a:latin typeface="Times New Roman"/>
                <a:cs typeface="Times New Roman"/>
              </a:rPr>
              <a:t>  </a:t>
            </a:r>
            <a:r>
              <a:rPr sz="2800" dirty="0">
                <a:solidFill>
                  <a:srgbClr val="010101"/>
                </a:solidFill>
                <a:latin typeface="Times New Roman"/>
                <a:cs typeface="Times New Roman"/>
              </a:rPr>
              <a:t>the</a:t>
            </a:r>
            <a:r>
              <a:rPr sz="2800" spc="95" dirty="0">
                <a:solidFill>
                  <a:srgbClr val="010101"/>
                </a:solidFill>
                <a:latin typeface="Times New Roman"/>
                <a:cs typeface="Times New Roman"/>
              </a:rPr>
              <a:t>  </a:t>
            </a:r>
            <a:r>
              <a:rPr sz="2800" dirty="0">
                <a:solidFill>
                  <a:srgbClr val="010101"/>
                </a:solidFill>
                <a:latin typeface="Times New Roman"/>
                <a:cs typeface="Times New Roman"/>
              </a:rPr>
              <a:t>formal</a:t>
            </a:r>
            <a:r>
              <a:rPr sz="2800" spc="160" dirty="0">
                <a:solidFill>
                  <a:srgbClr val="010101"/>
                </a:solidFill>
                <a:latin typeface="Times New Roman"/>
                <a:cs typeface="Times New Roman"/>
              </a:rPr>
              <a:t>  </a:t>
            </a:r>
            <a:r>
              <a:rPr sz="2800" dirty="0">
                <a:solidFill>
                  <a:srgbClr val="010101"/>
                </a:solidFill>
                <a:latin typeface="Times New Roman"/>
                <a:cs typeface="Times New Roman"/>
              </a:rPr>
              <a:t>parameter</a:t>
            </a:r>
            <a:r>
              <a:rPr sz="2800" spc="195" dirty="0">
                <a:solidFill>
                  <a:srgbClr val="010101"/>
                </a:solidFill>
                <a:latin typeface="Times New Roman"/>
                <a:cs typeface="Times New Roman"/>
              </a:rPr>
              <a:t>  </a:t>
            </a:r>
            <a:r>
              <a:rPr sz="2800" dirty="0">
                <a:solidFill>
                  <a:srgbClr val="010101"/>
                </a:solidFill>
                <a:latin typeface="Times New Roman"/>
                <a:cs typeface="Times New Roman"/>
              </a:rPr>
              <a:t>of</a:t>
            </a:r>
            <a:r>
              <a:rPr sz="2800" spc="95" dirty="0">
                <a:solidFill>
                  <a:srgbClr val="010101"/>
                </a:solidFill>
                <a:latin typeface="Times New Roman"/>
                <a:cs typeface="Times New Roman"/>
              </a:rPr>
              <a:t>  </a:t>
            </a:r>
            <a:r>
              <a:rPr sz="2800" spc="35" dirty="0">
                <a:solidFill>
                  <a:srgbClr val="010101"/>
                </a:solidFill>
                <a:latin typeface="Times New Roman"/>
                <a:cs typeface="Times New Roman"/>
              </a:rPr>
              <a:t>the </a:t>
            </a:r>
            <a:r>
              <a:rPr sz="2800" spc="50" dirty="0">
                <a:solidFill>
                  <a:srgbClr val="010101"/>
                </a:solidFill>
                <a:latin typeface="Times New Roman"/>
                <a:cs typeface="Times New Roman"/>
              </a:rPr>
              <a:t>method.</a:t>
            </a:r>
            <a:r>
              <a:rPr sz="2800" spc="509" dirty="0">
                <a:solidFill>
                  <a:srgbClr val="010101"/>
                </a:solidFill>
                <a:latin typeface="Times New Roman"/>
                <a:cs typeface="Times New Roman"/>
              </a:rPr>
              <a:t> </a:t>
            </a:r>
            <a:r>
              <a:rPr sz="2800" dirty="0">
                <a:solidFill>
                  <a:srgbClr val="010101"/>
                </a:solidFill>
                <a:latin typeface="Times New Roman"/>
                <a:cs typeface="Times New Roman"/>
              </a:rPr>
              <a:t>Therefore,  changes</a:t>
            </a:r>
            <a:r>
              <a:rPr sz="2800" spc="625" dirty="0">
                <a:solidFill>
                  <a:srgbClr val="010101"/>
                </a:solidFill>
                <a:latin typeface="Times New Roman"/>
                <a:cs typeface="Times New Roman"/>
              </a:rPr>
              <a:t> </a:t>
            </a:r>
            <a:r>
              <a:rPr sz="2800" dirty="0">
                <a:solidFill>
                  <a:srgbClr val="010101"/>
                </a:solidFill>
                <a:latin typeface="Times New Roman"/>
                <a:cs typeface="Times New Roman"/>
              </a:rPr>
              <a:t>made</a:t>
            </a:r>
            <a:r>
              <a:rPr sz="2800" spc="540" dirty="0">
                <a:solidFill>
                  <a:srgbClr val="010101"/>
                </a:solidFill>
                <a:latin typeface="Times New Roman"/>
                <a:cs typeface="Times New Roman"/>
              </a:rPr>
              <a:t> </a:t>
            </a:r>
            <a:r>
              <a:rPr sz="2800" dirty="0">
                <a:solidFill>
                  <a:srgbClr val="010101"/>
                </a:solidFill>
                <a:latin typeface="Times New Roman"/>
                <a:cs typeface="Times New Roman"/>
              </a:rPr>
              <a:t>to</a:t>
            </a:r>
            <a:r>
              <a:rPr sz="2800" spc="420" dirty="0">
                <a:solidFill>
                  <a:srgbClr val="010101"/>
                </a:solidFill>
                <a:latin typeface="Times New Roman"/>
                <a:cs typeface="Times New Roman"/>
              </a:rPr>
              <a:t> </a:t>
            </a:r>
            <a:r>
              <a:rPr sz="2800" spc="50" dirty="0">
                <a:solidFill>
                  <a:srgbClr val="010101"/>
                </a:solidFill>
                <a:latin typeface="Times New Roman"/>
                <a:cs typeface="Times New Roman"/>
              </a:rPr>
              <a:t>the</a:t>
            </a:r>
            <a:r>
              <a:rPr sz="2800" spc="409" dirty="0">
                <a:solidFill>
                  <a:srgbClr val="010101"/>
                </a:solidFill>
                <a:latin typeface="Times New Roman"/>
                <a:cs typeface="Times New Roman"/>
              </a:rPr>
              <a:t> </a:t>
            </a:r>
            <a:r>
              <a:rPr sz="2800" dirty="0">
                <a:solidFill>
                  <a:srgbClr val="010101"/>
                </a:solidFill>
                <a:latin typeface="Times New Roman"/>
                <a:cs typeface="Times New Roman"/>
              </a:rPr>
              <a:t>parameter</a:t>
            </a:r>
            <a:r>
              <a:rPr sz="2800" spc="525" dirty="0">
                <a:solidFill>
                  <a:srgbClr val="010101"/>
                </a:solidFill>
                <a:latin typeface="Times New Roman"/>
                <a:cs typeface="Times New Roman"/>
              </a:rPr>
              <a:t> </a:t>
            </a:r>
            <a:r>
              <a:rPr sz="2800" spc="55" dirty="0">
                <a:solidFill>
                  <a:srgbClr val="010101"/>
                </a:solidFill>
                <a:latin typeface="Times New Roman"/>
                <a:cs typeface="Times New Roman"/>
              </a:rPr>
              <a:t>of</a:t>
            </a:r>
            <a:r>
              <a:rPr sz="2800" spc="405" dirty="0">
                <a:solidFill>
                  <a:srgbClr val="010101"/>
                </a:solidFill>
                <a:latin typeface="Times New Roman"/>
                <a:cs typeface="Times New Roman"/>
              </a:rPr>
              <a:t> </a:t>
            </a:r>
            <a:r>
              <a:rPr sz="2800" spc="35" dirty="0">
                <a:solidFill>
                  <a:srgbClr val="010101"/>
                </a:solidFill>
                <a:latin typeface="Times New Roman"/>
                <a:cs typeface="Times New Roman"/>
              </a:rPr>
              <a:t>the </a:t>
            </a:r>
            <a:r>
              <a:rPr sz="2800" dirty="0">
                <a:solidFill>
                  <a:srgbClr val="010101"/>
                </a:solidFill>
                <a:latin typeface="Times New Roman"/>
                <a:cs typeface="Times New Roman"/>
              </a:rPr>
              <a:t>method</a:t>
            </a:r>
            <a:r>
              <a:rPr sz="2800" spc="275" dirty="0">
                <a:solidFill>
                  <a:srgbClr val="010101"/>
                </a:solidFill>
                <a:latin typeface="Times New Roman"/>
                <a:cs typeface="Times New Roman"/>
              </a:rPr>
              <a:t> </a:t>
            </a:r>
            <a:r>
              <a:rPr sz="2800" dirty="0">
                <a:solidFill>
                  <a:srgbClr val="010101"/>
                </a:solidFill>
                <a:latin typeface="Times New Roman"/>
                <a:cs typeface="Times New Roman"/>
              </a:rPr>
              <a:t>have</a:t>
            </a:r>
            <a:r>
              <a:rPr sz="2800" spc="229" dirty="0">
                <a:solidFill>
                  <a:srgbClr val="010101"/>
                </a:solidFill>
                <a:latin typeface="Times New Roman"/>
                <a:cs typeface="Times New Roman"/>
              </a:rPr>
              <a:t> </a:t>
            </a:r>
            <a:r>
              <a:rPr sz="2800" spc="50" dirty="0">
                <a:solidFill>
                  <a:srgbClr val="010101"/>
                </a:solidFill>
                <a:latin typeface="Times New Roman"/>
                <a:cs typeface="Times New Roman"/>
              </a:rPr>
              <a:t>no</a:t>
            </a:r>
            <a:r>
              <a:rPr sz="2800" spc="105" dirty="0">
                <a:solidFill>
                  <a:srgbClr val="010101"/>
                </a:solidFill>
                <a:latin typeface="Times New Roman"/>
                <a:cs typeface="Times New Roman"/>
              </a:rPr>
              <a:t> </a:t>
            </a:r>
            <a:r>
              <a:rPr sz="2800" dirty="0">
                <a:solidFill>
                  <a:srgbClr val="010101"/>
                </a:solidFill>
                <a:latin typeface="Times New Roman"/>
                <a:cs typeface="Times New Roman"/>
              </a:rPr>
              <a:t>effect</a:t>
            </a:r>
            <a:r>
              <a:rPr sz="2800" spc="215" dirty="0">
                <a:solidFill>
                  <a:srgbClr val="010101"/>
                </a:solidFill>
                <a:latin typeface="Times New Roman"/>
                <a:cs typeface="Times New Roman"/>
              </a:rPr>
              <a:t> </a:t>
            </a:r>
            <a:r>
              <a:rPr sz="2800" spc="50" dirty="0">
                <a:solidFill>
                  <a:srgbClr val="010101"/>
                </a:solidFill>
                <a:latin typeface="Times New Roman"/>
                <a:cs typeface="Times New Roman"/>
              </a:rPr>
              <a:t>on</a:t>
            </a:r>
            <a:r>
              <a:rPr sz="2800" spc="105" dirty="0">
                <a:solidFill>
                  <a:srgbClr val="010101"/>
                </a:solidFill>
                <a:latin typeface="Times New Roman"/>
                <a:cs typeface="Times New Roman"/>
              </a:rPr>
              <a:t> </a:t>
            </a:r>
            <a:r>
              <a:rPr sz="2800" spc="60" dirty="0">
                <a:solidFill>
                  <a:srgbClr val="010101"/>
                </a:solidFill>
                <a:latin typeface="Times New Roman"/>
                <a:cs typeface="Times New Roman"/>
              </a:rPr>
              <a:t>the</a:t>
            </a:r>
            <a:r>
              <a:rPr sz="2800" spc="90" dirty="0">
                <a:solidFill>
                  <a:srgbClr val="010101"/>
                </a:solidFill>
                <a:latin typeface="Times New Roman"/>
                <a:cs typeface="Times New Roman"/>
              </a:rPr>
              <a:t> </a:t>
            </a:r>
            <a:r>
              <a:rPr sz="2800" spc="-10" dirty="0">
                <a:solidFill>
                  <a:srgbClr val="010101"/>
                </a:solidFill>
                <a:latin typeface="Times New Roman"/>
                <a:cs typeface="Times New Roman"/>
              </a:rPr>
              <a:t>argument.</a:t>
            </a:r>
            <a:endParaRPr lang="en-US" sz="2800" spc="-10" dirty="0">
              <a:solidFill>
                <a:srgbClr val="010101"/>
              </a:solidFill>
              <a:latin typeface="Times New Roman"/>
              <a:cs typeface="Times New Roman"/>
            </a:endParaRPr>
          </a:p>
          <a:p>
            <a:pPr marL="353060" marR="7620" indent="-340995" algn="just">
              <a:lnSpc>
                <a:spcPct val="94500"/>
              </a:lnSpc>
              <a:spcBef>
                <a:spcPts val="710"/>
              </a:spcBef>
              <a:buFont typeface="Arial"/>
              <a:buChar char="□"/>
              <a:tabLst>
                <a:tab pos="353060" algn="l"/>
                <a:tab pos="354330" algn="l"/>
              </a:tabLst>
            </a:pPr>
            <a:r>
              <a:rPr lang="en-US" sz="2800" spc="-10" dirty="0">
                <a:solidFill>
                  <a:srgbClr val="010101"/>
                </a:solidFill>
                <a:latin typeface="Times New Roman"/>
                <a:cs typeface="Times New Roman"/>
              </a:rPr>
              <a:t>Calling or invoking the method by passing primitive type of data is called </a:t>
            </a:r>
            <a:r>
              <a:rPr lang="en-US" sz="2800" spc="-10" dirty="0">
                <a:solidFill>
                  <a:srgbClr val="FF0000"/>
                </a:solidFill>
                <a:latin typeface="Times New Roman"/>
                <a:cs typeface="Times New Roman"/>
              </a:rPr>
              <a:t>call by value/pass by value</a:t>
            </a:r>
            <a:r>
              <a:rPr lang="en-US" sz="2800" spc="-10" dirty="0">
                <a:solidFill>
                  <a:srgbClr val="010101"/>
                </a:solidFill>
                <a:latin typeface="Times New Roman"/>
                <a:cs typeface="Times New Roman"/>
              </a:rPr>
              <a:t>.</a:t>
            </a:r>
            <a:r>
              <a:rPr lang="en-US" sz="2800" dirty="0">
                <a:solidFill>
                  <a:srgbClr val="0A0A0A"/>
                </a:solidFill>
                <a:latin typeface="Times New Roman"/>
                <a:cs typeface="Times New Roman"/>
              </a:rPr>
              <a:t> Thus,</a:t>
            </a:r>
            <a:r>
              <a:rPr lang="en-US" sz="2800" spc="335" dirty="0">
                <a:solidFill>
                  <a:srgbClr val="0A0A0A"/>
                </a:solidFill>
                <a:latin typeface="Times New Roman"/>
                <a:cs typeface="Times New Roman"/>
              </a:rPr>
              <a:t> </a:t>
            </a:r>
            <a:r>
              <a:rPr lang="en-US" sz="2800" dirty="0">
                <a:solidFill>
                  <a:srgbClr val="0A0A0A"/>
                </a:solidFill>
                <a:latin typeface="Times New Roman"/>
                <a:cs typeface="Times New Roman"/>
              </a:rPr>
              <a:t>what</a:t>
            </a:r>
            <a:r>
              <a:rPr lang="en-US" sz="2800" spc="305" dirty="0">
                <a:solidFill>
                  <a:srgbClr val="0A0A0A"/>
                </a:solidFill>
                <a:latin typeface="Times New Roman"/>
                <a:cs typeface="Times New Roman"/>
              </a:rPr>
              <a:t> </a:t>
            </a:r>
            <a:r>
              <a:rPr lang="en-US" sz="2800" dirty="0">
                <a:solidFill>
                  <a:srgbClr val="0A0A0A"/>
                </a:solidFill>
                <a:latin typeface="Times New Roman"/>
                <a:cs typeface="Times New Roman"/>
              </a:rPr>
              <a:t>occurs</a:t>
            </a:r>
            <a:r>
              <a:rPr lang="en-US" sz="2800" spc="320" dirty="0">
                <a:solidFill>
                  <a:srgbClr val="0A0A0A"/>
                </a:solidFill>
                <a:latin typeface="Times New Roman"/>
                <a:cs typeface="Times New Roman"/>
              </a:rPr>
              <a:t> </a:t>
            </a:r>
            <a:r>
              <a:rPr lang="en-US" sz="2800" dirty="0">
                <a:solidFill>
                  <a:srgbClr val="0A0A0A"/>
                </a:solidFill>
                <a:latin typeface="Times New Roman"/>
                <a:cs typeface="Times New Roman"/>
              </a:rPr>
              <a:t>to</a:t>
            </a:r>
            <a:r>
              <a:rPr lang="en-US" sz="2800" spc="280" dirty="0">
                <a:solidFill>
                  <a:srgbClr val="0A0A0A"/>
                </a:solidFill>
                <a:latin typeface="Times New Roman"/>
                <a:cs typeface="Times New Roman"/>
              </a:rPr>
              <a:t> </a:t>
            </a:r>
            <a:r>
              <a:rPr lang="en-US" sz="2800" spc="-25" dirty="0">
                <a:solidFill>
                  <a:srgbClr val="0A0A0A"/>
                </a:solidFill>
                <a:latin typeface="Times New Roman"/>
                <a:cs typeface="Times New Roman"/>
              </a:rPr>
              <a:t>the </a:t>
            </a:r>
            <a:r>
              <a:rPr lang="en-US" sz="2800" dirty="0">
                <a:solidFill>
                  <a:srgbClr val="0A0A0A"/>
                </a:solidFill>
                <a:latin typeface="Times New Roman"/>
                <a:cs typeface="Times New Roman"/>
              </a:rPr>
              <a:t>parameter</a:t>
            </a:r>
            <a:r>
              <a:rPr lang="en-US" sz="2800" spc="90" dirty="0">
                <a:solidFill>
                  <a:srgbClr val="0A0A0A"/>
                </a:solidFill>
                <a:latin typeface="Times New Roman"/>
                <a:cs typeface="Times New Roman"/>
              </a:rPr>
              <a:t> </a:t>
            </a:r>
            <a:r>
              <a:rPr lang="en-US" sz="2800" dirty="0">
                <a:solidFill>
                  <a:srgbClr val="0A0A0A"/>
                </a:solidFill>
                <a:latin typeface="Times New Roman"/>
                <a:cs typeface="Times New Roman"/>
              </a:rPr>
              <a:t>that</a:t>
            </a:r>
            <a:r>
              <a:rPr lang="en-US" sz="2800" spc="-5" dirty="0">
                <a:solidFill>
                  <a:srgbClr val="0A0A0A"/>
                </a:solidFill>
                <a:latin typeface="Times New Roman"/>
                <a:cs typeface="Times New Roman"/>
              </a:rPr>
              <a:t> </a:t>
            </a:r>
            <a:r>
              <a:rPr lang="en-US" sz="2800" dirty="0">
                <a:solidFill>
                  <a:srgbClr val="0A0A0A"/>
                </a:solidFill>
                <a:latin typeface="Times New Roman"/>
                <a:cs typeface="Times New Roman"/>
              </a:rPr>
              <a:t>receives</a:t>
            </a:r>
            <a:r>
              <a:rPr lang="en-US" sz="2800" spc="65" dirty="0">
                <a:solidFill>
                  <a:srgbClr val="0A0A0A"/>
                </a:solidFill>
                <a:latin typeface="Times New Roman"/>
                <a:cs typeface="Times New Roman"/>
              </a:rPr>
              <a:t> </a:t>
            </a:r>
            <a:r>
              <a:rPr lang="en-US" sz="2800" dirty="0">
                <a:solidFill>
                  <a:srgbClr val="0A0A0A"/>
                </a:solidFill>
                <a:latin typeface="Times New Roman"/>
                <a:cs typeface="Times New Roman"/>
              </a:rPr>
              <a:t>the</a:t>
            </a:r>
            <a:r>
              <a:rPr lang="en-US" sz="2800" spc="-30" dirty="0">
                <a:solidFill>
                  <a:srgbClr val="0A0A0A"/>
                </a:solidFill>
                <a:latin typeface="Times New Roman"/>
                <a:cs typeface="Times New Roman"/>
              </a:rPr>
              <a:t> </a:t>
            </a:r>
            <a:r>
              <a:rPr lang="en-US" sz="2800" dirty="0">
                <a:solidFill>
                  <a:srgbClr val="0A0A0A"/>
                </a:solidFill>
                <a:latin typeface="Times New Roman"/>
                <a:cs typeface="Times New Roman"/>
              </a:rPr>
              <a:t>argument</a:t>
            </a:r>
            <a:r>
              <a:rPr lang="en-US" sz="2800" spc="75" dirty="0">
                <a:solidFill>
                  <a:srgbClr val="0A0A0A"/>
                </a:solidFill>
                <a:latin typeface="Times New Roman"/>
                <a:cs typeface="Times New Roman"/>
              </a:rPr>
              <a:t> </a:t>
            </a:r>
            <a:r>
              <a:rPr lang="en-US" sz="2800" dirty="0">
                <a:solidFill>
                  <a:srgbClr val="0A0A0A"/>
                </a:solidFill>
                <a:latin typeface="Times New Roman"/>
                <a:cs typeface="Times New Roman"/>
              </a:rPr>
              <a:t>has</a:t>
            </a:r>
            <a:r>
              <a:rPr lang="en-US" sz="2800" spc="5" dirty="0">
                <a:solidFill>
                  <a:srgbClr val="0A0A0A"/>
                </a:solidFill>
                <a:latin typeface="Times New Roman"/>
                <a:cs typeface="Times New Roman"/>
              </a:rPr>
              <a:t> </a:t>
            </a:r>
            <a:r>
              <a:rPr lang="en-US" sz="2800" dirty="0">
                <a:solidFill>
                  <a:srgbClr val="0A0A0A"/>
                </a:solidFill>
                <a:latin typeface="Times New Roman"/>
                <a:cs typeface="Times New Roman"/>
              </a:rPr>
              <a:t>no</a:t>
            </a:r>
            <a:r>
              <a:rPr lang="en-US" sz="2800" spc="-45" dirty="0">
                <a:solidFill>
                  <a:srgbClr val="0A0A0A"/>
                </a:solidFill>
                <a:latin typeface="Times New Roman"/>
                <a:cs typeface="Times New Roman"/>
              </a:rPr>
              <a:t> </a:t>
            </a:r>
            <a:r>
              <a:rPr lang="en-US" sz="2800" dirty="0">
                <a:solidFill>
                  <a:srgbClr val="0A0A0A"/>
                </a:solidFill>
                <a:latin typeface="Times New Roman"/>
                <a:cs typeface="Times New Roman"/>
              </a:rPr>
              <a:t>effect</a:t>
            </a:r>
            <a:r>
              <a:rPr lang="en-US" sz="2800" spc="20" dirty="0">
                <a:solidFill>
                  <a:srgbClr val="0A0A0A"/>
                </a:solidFill>
                <a:latin typeface="Times New Roman"/>
                <a:cs typeface="Times New Roman"/>
              </a:rPr>
              <a:t> </a:t>
            </a:r>
            <a:r>
              <a:rPr lang="en-US" sz="2800" dirty="0">
                <a:solidFill>
                  <a:srgbClr val="0A0A0A"/>
                </a:solidFill>
                <a:latin typeface="Times New Roman"/>
                <a:cs typeface="Times New Roman"/>
              </a:rPr>
              <a:t>outside</a:t>
            </a:r>
            <a:r>
              <a:rPr lang="en-US" sz="2800" spc="15" dirty="0">
                <a:solidFill>
                  <a:srgbClr val="0A0A0A"/>
                </a:solidFill>
                <a:latin typeface="Times New Roman"/>
                <a:cs typeface="Times New Roman"/>
              </a:rPr>
              <a:t> </a:t>
            </a:r>
            <a:r>
              <a:rPr lang="en-US" sz="2800" dirty="0">
                <a:solidFill>
                  <a:srgbClr val="0A0A0A"/>
                </a:solidFill>
                <a:latin typeface="Times New Roman"/>
                <a:cs typeface="Times New Roman"/>
              </a:rPr>
              <a:t>the</a:t>
            </a:r>
            <a:r>
              <a:rPr lang="en-US" sz="2800" spc="-45" dirty="0">
                <a:solidFill>
                  <a:srgbClr val="0A0A0A"/>
                </a:solidFill>
                <a:latin typeface="Times New Roman"/>
                <a:cs typeface="Times New Roman"/>
              </a:rPr>
              <a:t> </a:t>
            </a:r>
            <a:r>
              <a:rPr lang="en-US" sz="2800" spc="-10" dirty="0">
                <a:solidFill>
                  <a:srgbClr val="0A0A0A"/>
                </a:solidFill>
                <a:latin typeface="Times New Roman"/>
                <a:cs typeface="Times New Roman"/>
              </a:rPr>
              <a:t>method.</a:t>
            </a:r>
            <a:endParaRPr sz="2700" dirty="0">
              <a:latin typeface="Times New Roman"/>
              <a:cs typeface="Times New Roman"/>
            </a:endParaRPr>
          </a:p>
          <a:p>
            <a:pPr marL="12065" marR="5080" algn="just">
              <a:lnSpc>
                <a:spcPct val="94600"/>
              </a:lnSpc>
              <a:spcBef>
                <a:spcPts val="710"/>
              </a:spcBef>
              <a:tabLst>
                <a:tab pos="352425" algn="l"/>
                <a:tab pos="354330" algn="l"/>
              </a:tabLst>
            </a:pPr>
            <a:endParaRPr sz="2700" dirty="0">
              <a:latin typeface="Times New Roman"/>
              <a:cs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4400" spc="50" dirty="0">
                <a:solidFill>
                  <a:srgbClr val="79665D"/>
                </a:solidFill>
                <a:latin typeface="Times New Roman"/>
                <a:cs typeface="Times New Roman"/>
              </a:rPr>
              <a:t>Call</a:t>
            </a:r>
            <a:r>
              <a:rPr lang="en-IN" sz="4400" spc="130" dirty="0">
                <a:solidFill>
                  <a:srgbClr val="79665D"/>
                </a:solidFill>
                <a:latin typeface="Times New Roman"/>
                <a:cs typeface="Times New Roman"/>
              </a:rPr>
              <a:t> </a:t>
            </a:r>
            <a:r>
              <a:rPr lang="en-IN" sz="4400" spc="65" dirty="0">
                <a:solidFill>
                  <a:srgbClr val="79665D"/>
                </a:solidFill>
                <a:latin typeface="Times New Roman"/>
                <a:cs typeface="Times New Roman"/>
              </a:rPr>
              <a:t>by</a:t>
            </a:r>
            <a:r>
              <a:rPr lang="en-IN" sz="4400" spc="135" dirty="0">
                <a:solidFill>
                  <a:srgbClr val="79665D"/>
                </a:solidFill>
                <a:latin typeface="Times New Roman"/>
                <a:cs typeface="Times New Roman"/>
              </a:rPr>
              <a:t> </a:t>
            </a:r>
            <a:r>
              <a:rPr lang="en-IN" sz="4400" dirty="0">
                <a:solidFill>
                  <a:srgbClr val="79665D"/>
                </a:solidFill>
                <a:latin typeface="Times New Roman"/>
                <a:cs typeface="Times New Roman"/>
              </a:rPr>
              <a:t>value</a:t>
            </a:r>
            <a:r>
              <a:rPr lang="en-IN" sz="4400" spc="440" dirty="0">
                <a:solidFill>
                  <a:srgbClr val="79665D"/>
                </a:solidFill>
                <a:latin typeface="Times New Roman"/>
                <a:cs typeface="Times New Roman"/>
              </a:rPr>
              <a:t> </a:t>
            </a:r>
            <a:r>
              <a:rPr lang="en-IN" sz="4400" dirty="0">
                <a:solidFill>
                  <a:srgbClr val="79665D"/>
                </a:solidFill>
                <a:latin typeface="Times New Roman"/>
                <a:cs typeface="Times New Roman"/>
              </a:rPr>
              <a:t>...</a:t>
            </a:r>
            <a:r>
              <a:rPr lang="en-IN" sz="4400" spc="-50" dirty="0">
                <a:solidFill>
                  <a:srgbClr val="79665D"/>
                </a:solidFill>
                <a:latin typeface="Times New Roman"/>
                <a:cs typeface="Times New Roman"/>
              </a:rPr>
              <a:t> </a:t>
            </a:r>
            <a:r>
              <a:rPr lang="en-IN" sz="4400" spc="-10" dirty="0">
                <a:solidFill>
                  <a:srgbClr val="79665D"/>
                </a:solidFill>
                <a:latin typeface="Times New Roman"/>
                <a:cs typeface="Times New Roman"/>
              </a:rPr>
              <a:t>example</a:t>
            </a:r>
            <a:endParaRPr lang="en-IN" dirty="0"/>
          </a:p>
        </p:txBody>
      </p:sp>
      <p:sp>
        <p:nvSpPr>
          <p:cNvPr id="4" name="Rectangle 3"/>
          <p:cNvSpPr/>
          <p:nvPr/>
        </p:nvSpPr>
        <p:spPr>
          <a:xfrm>
            <a:off x="1612900" y="1873250"/>
            <a:ext cx="7696200" cy="5355312"/>
          </a:xfrm>
          <a:prstGeom prst="rect">
            <a:avLst/>
          </a:prstGeom>
        </p:spPr>
        <p:txBody>
          <a:bodyPr wrap="square">
            <a:spAutoFit/>
          </a:bodyPr>
          <a:lstStyle/>
          <a:p>
            <a:r>
              <a:rPr lang="en-IN" dirty="0"/>
              <a:t>class Test </a:t>
            </a:r>
          </a:p>
          <a:p>
            <a:r>
              <a:rPr lang="en-IN" dirty="0"/>
              <a:t>{</a:t>
            </a:r>
          </a:p>
          <a:p>
            <a:r>
              <a:rPr lang="en-IN" dirty="0"/>
              <a:t>void fun(</a:t>
            </a:r>
            <a:r>
              <a:rPr lang="en-IN" dirty="0" err="1"/>
              <a:t>int</a:t>
            </a:r>
            <a:r>
              <a:rPr lang="en-IN" dirty="0"/>
              <a:t> </a:t>
            </a:r>
            <a:r>
              <a:rPr lang="en-IN" dirty="0" err="1"/>
              <a:t>i</a:t>
            </a:r>
            <a:r>
              <a:rPr lang="en-IN" dirty="0"/>
              <a:t>, </a:t>
            </a:r>
            <a:r>
              <a:rPr lang="en-IN" dirty="0" err="1"/>
              <a:t>int</a:t>
            </a:r>
            <a:r>
              <a:rPr lang="en-IN" dirty="0"/>
              <a:t> j)</a:t>
            </a:r>
          </a:p>
          <a:p>
            <a:r>
              <a:rPr lang="en-IN" dirty="0"/>
              <a:t>	 {</a:t>
            </a:r>
          </a:p>
          <a:p>
            <a:r>
              <a:rPr lang="en-IN" dirty="0"/>
              <a:t>		</a:t>
            </a:r>
            <a:r>
              <a:rPr lang="en-IN" dirty="0" err="1"/>
              <a:t>i</a:t>
            </a:r>
            <a:r>
              <a:rPr lang="en-IN" dirty="0"/>
              <a:t>*=2;</a:t>
            </a:r>
          </a:p>
          <a:p>
            <a:r>
              <a:rPr lang="en-IN" dirty="0"/>
              <a:t>		j/=2;</a:t>
            </a:r>
          </a:p>
          <a:p>
            <a:r>
              <a:rPr lang="en-IN" dirty="0"/>
              <a:t>	}</a:t>
            </a:r>
          </a:p>
          <a:p>
            <a:r>
              <a:rPr lang="en-IN" dirty="0"/>
              <a:t>}</a:t>
            </a:r>
          </a:p>
          <a:p>
            <a:r>
              <a:rPr lang="en-IN" dirty="0"/>
              <a:t>class </a:t>
            </a:r>
            <a:r>
              <a:rPr lang="en-IN" dirty="0" err="1"/>
              <a:t>CallByValue</a:t>
            </a:r>
            <a:r>
              <a:rPr lang="en-IN" dirty="0"/>
              <a:t> </a:t>
            </a:r>
          </a:p>
          <a:p>
            <a:r>
              <a:rPr lang="en-IN" dirty="0"/>
              <a:t>{</a:t>
            </a:r>
          </a:p>
          <a:p>
            <a:r>
              <a:rPr lang="en-IN" dirty="0"/>
              <a:t>public static void main(String </a:t>
            </a:r>
            <a:r>
              <a:rPr lang="en-IN" dirty="0" err="1"/>
              <a:t>args</a:t>
            </a:r>
            <a:r>
              <a:rPr lang="en-IN" dirty="0"/>
              <a:t>[])</a:t>
            </a:r>
          </a:p>
          <a:p>
            <a:r>
              <a:rPr lang="en-IN" dirty="0"/>
              <a:t>	{    </a:t>
            </a:r>
          </a:p>
          <a:p>
            <a:r>
              <a:rPr lang="en-IN" dirty="0"/>
              <a:t>	 Test </a:t>
            </a:r>
            <a:r>
              <a:rPr lang="en-IN" dirty="0" err="1"/>
              <a:t>ob</a:t>
            </a:r>
            <a:r>
              <a:rPr lang="en-IN" dirty="0"/>
              <a:t>=new Test();  </a:t>
            </a:r>
          </a:p>
          <a:p>
            <a:r>
              <a:rPr lang="en-IN" dirty="0"/>
              <a:t>	  </a:t>
            </a:r>
            <a:r>
              <a:rPr lang="en-IN" dirty="0" err="1"/>
              <a:t>int</a:t>
            </a:r>
            <a:r>
              <a:rPr lang="en-IN" dirty="0"/>
              <a:t> a=  15, b = 20;</a:t>
            </a:r>
          </a:p>
          <a:p>
            <a:r>
              <a:rPr lang="en-IN" dirty="0"/>
              <a:t>	</a:t>
            </a:r>
            <a:r>
              <a:rPr lang="en-IN" dirty="0" err="1"/>
              <a:t>System.out.println</a:t>
            </a:r>
            <a:r>
              <a:rPr lang="en-IN" dirty="0"/>
              <a:t>("a and b before call: " +a+	" " + b);</a:t>
            </a:r>
          </a:p>
          <a:p>
            <a:r>
              <a:rPr lang="en-IN" dirty="0"/>
              <a:t>	</a:t>
            </a:r>
            <a:r>
              <a:rPr lang="en-IN" dirty="0" err="1"/>
              <a:t>ob.fun</a:t>
            </a:r>
            <a:r>
              <a:rPr lang="en-IN" dirty="0"/>
              <a:t>(a, b);</a:t>
            </a:r>
          </a:p>
          <a:p>
            <a:r>
              <a:rPr lang="en-IN" dirty="0"/>
              <a:t>	</a:t>
            </a:r>
            <a:r>
              <a:rPr lang="en-IN" dirty="0" err="1"/>
              <a:t>System.out.println</a:t>
            </a:r>
            <a:r>
              <a:rPr lang="en-IN" dirty="0"/>
              <a:t>("a and b after call: " +  a+ " " + b);</a:t>
            </a:r>
          </a:p>
          <a:p>
            <a:r>
              <a:rPr lang="en-IN" dirty="0"/>
              <a:t>	}</a:t>
            </a:r>
          </a:p>
          <a:p>
            <a:r>
              <a:rPr lang="en-IN" dirty="0"/>
              <a:t>}</a:t>
            </a:r>
          </a:p>
        </p:txBody>
      </p:sp>
    </p:spTree>
    <p:extLst>
      <p:ext uri="{BB962C8B-B14F-4D97-AF65-F5344CB8AC3E}">
        <p14:creationId xmlns:p14="http://schemas.microsoft.com/office/powerpoint/2010/main" val="1976830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22225">
              <a:lnSpc>
                <a:spcPct val="100000"/>
              </a:lnSpc>
              <a:spcBef>
                <a:spcPts val="110"/>
              </a:spcBef>
            </a:pPr>
            <a:r>
              <a:rPr sz="4450" spc="50" dirty="0">
                <a:solidFill>
                  <a:srgbClr val="79665B"/>
                </a:solidFill>
                <a:latin typeface="Times New Roman"/>
                <a:cs typeface="Times New Roman"/>
              </a:rPr>
              <a:t>Call</a:t>
            </a:r>
            <a:r>
              <a:rPr sz="4450" spc="185" dirty="0">
                <a:solidFill>
                  <a:srgbClr val="79665B"/>
                </a:solidFill>
                <a:latin typeface="Times New Roman"/>
                <a:cs typeface="Times New Roman"/>
              </a:rPr>
              <a:t> </a:t>
            </a:r>
            <a:r>
              <a:rPr sz="4450" spc="65" dirty="0">
                <a:solidFill>
                  <a:srgbClr val="79665B"/>
                </a:solidFill>
                <a:latin typeface="Times New Roman"/>
                <a:cs typeface="Times New Roman"/>
              </a:rPr>
              <a:t>by</a:t>
            </a:r>
            <a:r>
              <a:rPr sz="4450" spc="195" dirty="0">
                <a:solidFill>
                  <a:srgbClr val="79665B"/>
                </a:solidFill>
                <a:latin typeface="Times New Roman"/>
                <a:cs typeface="Times New Roman"/>
              </a:rPr>
              <a:t> </a:t>
            </a:r>
            <a:r>
              <a:rPr sz="4450" dirty="0">
                <a:solidFill>
                  <a:srgbClr val="79665B"/>
                </a:solidFill>
                <a:latin typeface="Times New Roman"/>
                <a:cs typeface="Times New Roman"/>
              </a:rPr>
              <a:t>value</a:t>
            </a:r>
            <a:r>
              <a:rPr sz="4450" spc="505" dirty="0">
                <a:solidFill>
                  <a:srgbClr val="79665B"/>
                </a:solidFill>
                <a:latin typeface="Times New Roman"/>
                <a:cs typeface="Times New Roman"/>
              </a:rPr>
              <a:t> </a:t>
            </a:r>
            <a:r>
              <a:rPr sz="4450" dirty="0">
                <a:solidFill>
                  <a:srgbClr val="79665B"/>
                </a:solidFill>
                <a:latin typeface="Times New Roman"/>
                <a:cs typeface="Times New Roman"/>
              </a:rPr>
              <a:t>...</a:t>
            </a:r>
            <a:r>
              <a:rPr sz="4450" spc="-5" dirty="0">
                <a:solidFill>
                  <a:srgbClr val="79665B"/>
                </a:solidFill>
                <a:latin typeface="Times New Roman"/>
                <a:cs typeface="Times New Roman"/>
              </a:rPr>
              <a:t> </a:t>
            </a:r>
            <a:r>
              <a:rPr sz="4450" dirty="0">
                <a:solidFill>
                  <a:srgbClr val="79665B"/>
                </a:solidFill>
                <a:latin typeface="Times New Roman"/>
                <a:cs typeface="Times New Roman"/>
              </a:rPr>
              <a:t>example</a:t>
            </a:r>
            <a:r>
              <a:rPr sz="4450" spc="-615" dirty="0">
                <a:solidFill>
                  <a:srgbClr val="79665B"/>
                </a:solidFill>
                <a:latin typeface="Times New Roman"/>
                <a:cs typeface="Times New Roman"/>
              </a:rPr>
              <a:t> </a:t>
            </a:r>
            <a:r>
              <a:rPr sz="4450" spc="-25" dirty="0">
                <a:solidFill>
                  <a:srgbClr val="79665B"/>
                </a:solidFill>
                <a:latin typeface="Times New Roman"/>
                <a:cs typeface="Times New Roman"/>
              </a:rPr>
              <a:t>...</a:t>
            </a:r>
            <a:endParaRPr sz="4450">
              <a:latin typeface="Times New Roman"/>
              <a:cs typeface="Times New Roman"/>
            </a:endParaRPr>
          </a:p>
        </p:txBody>
      </p:sp>
      <p:sp>
        <p:nvSpPr>
          <p:cNvPr id="3" name="object 3"/>
          <p:cNvSpPr txBox="1"/>
          <p:nvPr/>
        </p:nvSpPr>
        <p:spPr>
          <a:xfrm>
            <a:off x="521921" y="1021245"/>
            <a:ext cx="337185" cy="1125855"/>
          </a:xfrm>
          <a:prstGeom prst="rect">
            <a:avLst/>
          </a:prstGeom>
        </p:spPr>
        <p:txBody>
          <a:bodyPr vert="horz" wrap="square" lIns="0" tIns="15240" rIns="0" bIns="0" rtlCol="0">
            <a:spAutoFit/>
          </a:bodyPr>
          <a:lstStyle/>
          <a:p>
            <a:pPr marL="12700">
              <a:lnSpc>
                <a:spcPct val="100000"/>
              </a:lnSpc>
              <a:spcBef>
                <a:spcPts val="120"/>
              </a:spcBef>
            </a:pPr>
            <a:r>
              <a:rPr sz="7200" spc="50" dirty="0">
                <a:solidFill>
                  <a:srgbClr val="DB7E42"/>
                </a:solidFill>
                <a:latin typeface="Arial"/>
                <a:cs typeface="Arial"/>
              </a:rPr>
              <a:t>-</a:t>
            </a:r>
            <a:endParaRPr sz="7200">
              <a:latin typeface="Arial"/>
              <a:cs typeface="Arial"/>
            </a:endParaRPr>
          </a:p>
        </p:txBody>
      </p:sp>
      <p:sp>
        <p:nvSpPr>
          <p:cNvPr id="4" name="object 4"/>
          <p:cNvSpPr txBox="1"/>
          <p:nvPr/>
        </p:nvSpPr>
        <p:spPr>
          <a:xfrm>
            <a:off x="878647" y="1770433"/>
            <a:ext cx="8133715" cy="1932939"/>
          </a:xfrm>
          <a:prstGeom prst="rect">
            <a:avLst/>
          </a:prstGeom>
        </p:spPr>
        <p:txBody>
          <a:bodyPr vert="horz" wrap="square" lIns="0" tIns="122555" rIns="0" bIns="0" rtlCol="0">
            <a:spAutoFit/>
          </a:bodyPr>
          <a:lstStyle/>
          <a:p>
            <a:pPr marL="15875">
              <a:lnSpc>
                <a:spcPct val="100000"/>
              </a:lnSpc>
              <a:spcBef>
                <a:spcPts val="965"/>
              </a:spcBef>
            </a:pPr>
            <a:r>
              <a:rPr sz="3450" dirty="0">
                <a:solidFill>
                  <a:srgbClr val="010101"/>
                </a:solidFill>
                <a:latin typeface="Times New Roman"/>
                <a:cs typeface="Times New Roman"/>
              </a:rPr>
              <a:t>The</a:t>
            </a:r>
            <a:r>
              <a:rPr sz="3450" spc="240" dirty="0">
                <a:solidFill>
                  <a:srgbClr val="010101"/>
                </a:solidFill>
                <a:latin typeface="Times New Roman"/>
                <a:cs typeface="Times New Roman"/>
              </a:rPr>
              <a:t> </a:t>
            </a:r>
            <a:r>
              <a:rPr sz="3450" dirty="0">
                <a:solidFill>
                  <a:srgbClr val="010101"/>
                </a:solidFill>
                <a:latin typeface="Times New Roman"/>
                <a:cs typeface="Times New Roman"/>
              </a:rPr>
              <a:t>output</a:t>
            </a:r>
            <a:r>
              <a:rPr sz="3450" spc="250" dirty="0">
                <a:solidFill>
                  <a:srgbClr val="010101"/>
                </a:solidFill>
                <a:latin typeface="Times New Roman"/>
                <a:cs typeface="Times New Roman"/>
              </a:rPr>
              <a:t> </a:t>
            </a:r>
            <a:r>
              <a:rPr sz="3450" dirty="0">
                <a:solidFill>
                  <a:srgbClr val="010101"/>
                </a:solidFill>
                <a:latin typeface="Times New Roman"/>
                <a:cs typeface="Times New Roman"/>
              </a:rPr>
              <a:t>from</a:t>
            </a:r>
            <a:r>
              <a:rPr sz="3450" spc="185" dirty="0">
                <a:solidFill>
                  <a:srgbClr val="010101"/>
                </a:solidFill>
                <a:latin typeface="Times New Roman"/>
                <a:cs typeface="Times New Roman"/>
              </a:rPr>
              <a:t> </a:t>
            </a:r>
            <a:r>
              <a:rPr sz="3450" dirty="0">
                <a:solidFill>
                  <a:srgbClr val="010101"/>
                </a:solidFill>
                <a:latin typeface="Times New Roman"/>
                <a:cs typeface="Times New Roman"/>
              </a:rPr>
              <a:t>this</a:t>
            </a:r>
            <a:r>
              <a:rPr sz="3450" spc="180" dirty="0">
                <a:solidFill>
                  <a:srgbClr val="010101"/>
                </a:solidFill>
                <a:latin typeface="Times New Roman"/>
                <a:cs typeface="Times New Roman"/>
              </a:rPr>
              <a:t> </a:t>
            </a:r>
            <a:r>
              <a:rPr sz="3450" dirty="0">
                <a:solidFill>
                  <a:srgbClr val="010101"/>
                </a:solidFill>
                <a:latin typeface="Times New Roman"/>
                <a:cs typeface="Times New Roman"/>
              </a:rPr>
              <a:t>program</a:t>
            </a:r>
            <a:r>
              <a:rPr sz="3450" spc="409" dirty="0">
                <a:solidFill>
                  <a:srgbClr val="010101"/>
                </a:solidFill>
                <a:latin typeface="Times New Roman"/>
                <a:cs typeface="Times New Roman"/>
              </a:rPr>
              <a:t> </a:t>
            </a:r>
            <a:r>
              <a:rPr sz="3450" spc="65" dirty="0">
                <a:solidFill>
                  <a:srgbClr val="010101"/>
                </a:solidFill>
                <a:latin typeface="Times New Roman"/>
                <a:cs typeface="Times New Roman"/>
              </a:rPr>
              <a:t>is </a:t>
            </a:r>
            <a:r>
              <a:rPr sz="3450" dirty="0">
                <a:solidFill>
                  <a:srgbClr val="010101"/>
                </a:solidFill>
                <a:latin typeface="Times New Roman"/>
                <a:cs typeface="Times New Roman"/>
              </a:rPr>
              <a:t>shown</a:t>
            </a:r>
            <a:r>
              <a:rPr sz="3450" spc="240" dirty="0">
                <a:solidFill>
                  <a:srgbClr val="010101"/>
                </a:solidFill>
                <a:latin typeface="Times New Roman"/>
                <a:cs typeface="Times New Roman"/>
              </a:rPr>
              <a:t> </a:t>
            </a:r>
            <a:r>
              <a:rPr sz="3450" spc="-10" dirty="0">
                <a:solidFill>
                  <a:srgbClr val="010101"/>
                </a:solidFill>
                <a:latin typeface="Times New Roman"/>
                <a:cs typeface="Times New Roman"/>
              </a:rPr>
              <a:t>here:</a:t>
            </a:r>
            <a:endParaRPr sz="3450">
              <a:latin typeface="Times New Roman"/>
              <a:cs typeface="Times New Roman"/>
            </a:endParaRPr>
          </a:p>
          <a:p>
            <a:pPr marL="12700" marR="3502660">
              <a:lnSpc>
                <a:spcPct val="120900"/>
              </a:lnSpc>
            </a:pPr>
            <a:r>
              <a:rPr sz="3450" b="1" dirty="0">
                <a:solidFill>
                  <a:srgbClr val="010101"/>
                </a:solidFill>
                <a:latin typeface="Times New Roman"/>
                <a:cs typeface="Times New Roman"/>
              </a:rPr>
              <a:t>a</a:t>
            </a:r>
            <a:r>
              <a:rPr sz="3450" b="1" spc="-220" dirty="0">
                <a:solidFill>
                  <a:srgbClr val="010101"/>
                </a:solidFill>
                <a:latin typeface="Times New Roman"/>
                <a:cs typeface="Times New Roman"/>
              </a:rPr>
              <a:t> </a:t>
            </a:r>
            <a:r>
              <a:rPr sz="3450" b="1" spc="-110" dirty="0">
                <a:solidFill>
                  <a:srgbClr val="010101"/>
                </a:solidFill>
                <a:latin typeface="Times New Roman"/>
                <a:cs typeface="Times New Roman"/>
              </a:rPr>
              <a:t>and</a:t>
            </a:r>
            <a:r>
              <a:rPr sz="3450" b="1" spc="-105" dirty="0">
                <a:solidFill>
                  <a:srgbClr val="010101"/>
                </a:solidFill>
                <a:latin typeface="Times New Roman"/>
                <a:cs typeface="Times New Roman"/>
              </a:rPr>
              <a:t> </a:t>
            </a:r>
            <a:r>
              <a:rPr sz="3450" b="1" dirty="0">
                <a:solidFill>
                  <a:srgbClr val="010101"/>
                </a:solidFill>
                <a:latin typeface="Times New Roman"/>
                <a:cs typeface="Times New Roman"/>
              </a:rPr>
              <a:t>b</a:t>
            </a:r>
            <a:r>
              <a:rPr sz="3450" b="1" spc="-215" dirty="0">
                <a:solidFill>
                  <a:srgbClr val="010101"/>
                </a:solidFill>
                <a:latin typeface="Times New Roman"/>
                <a:cs typeface="Times New Roman"/>
              </a:rPr>
              <a:t> </a:t>
            </a:r>
            <a:r>
              <a:rPr sz="3450" b="1" spc="-10" dirty="0">
                <a:solidFill>
                  <a:srgbClr val="010101"/>
                </a:solidFill>
                <a:latin typeface="Times New Roman"/>
                <a:cs typeface="Times New Roman"/>
              </a:rPr>
              <a:t>before</a:t>
            </a:r>
            <a:r>
              <a:rPr sz="3450" b="1" spc="-155" dirty="0">
                <a:solidFill>
                  <a:srgbClr val="010101"/>
                </a:solidFill>
                <a:latin typeface="Times New Roman"/>
                <a:cs typeface="Times New Roman"/>
              </a:rPr>
              <a:t> </a:t>
            </a:r>
            <a:r>
              <a:rPr sz="3450" b="1" dirty="0">
                <a:solidFill>
                  <a:srgbClr val="010101"/>
                </a:solidFill>
                <a:latin typeface="Times New Roman"/>
                <a:cs typeface="Times New Roman"/>
              </a:rPr>
              <a:t>call:</a:t>
            </a:r>
            <a:r>
              <a:rPr sz="3450" b="1" spc="70" dirty="0">
                <a:solidFill>
                  <a:srgbClr val="010101"/>
                </a:solidFill>
                <a:latin typeface="Times New Roman"/>
                <a:cs typeface="Times New Roman"/>
              </a:rPr>
              <a:t> </a:t>
            </a:r>
            <a:r>
              <a:rPr sz="3250" b="1" spc="-35" dirty="0">
                <a:solidFill>
                  <a:srgbClr val="010101"/>
                </a:solidFill>
                <a:latin typeface="Arial"/>
                <a:cs typeface="Arial"/>
              </a:rPr>
              <a:t>15</a:t>
            </a:r>
            <a:r>
              <a:rPr sz="3250" b="1" spc="-20" dirty="0">
                <a:solidFill>
                  <a:srgbClr val="010101"/>
                </a:solidFill>
                <a:latin typeface="Arial"/>
                <a:cs typeface="Arial"/>
              </a:rPr>
              <a:t> </a:t>
            </a:r>
            <a:r>
              <a:rPr sz="3450" b="1" spc="25" dirty="0">
                <a:solidFill>
                  <a:srgbClr val="010101"/>
                </a:solidFill>
                <a:latin typeface="Times New Roman"/>
                <a:cs typeface="Times New Roman"/>
              </a:rPr>
              <a:t>20 </a:t>
            </a:r>
            <a:r>
              <a:rPr sz="3450" b="1" dirty="0">
                <a:solidFill>
                  <a:srgbClr val="010101"/>
                </a:solidFill>
                <a:latin typeface="Times New Roman"/>
                <a:cs typeface="Times New Roman"/>
              </a:rPr>
              <a:t>a</a:t>
            </a:r>
            <a:r>
              <a:rPr sz="3450" b="1" spc="-220" dirty="0">
                <a:solidFill>
                  <a:srgbClr val="010101"/>
                </a:solidFill>
                <a:latin typeface="Times New Roman"/>
                <a:cs typeface="Times New Roman"/>
              </a:rPr>
              <a:t> </a:t>
            </a:r>
            <a:r>
              <a:rPr sz="3450" b="1" spc="-110" dirty="0">
                <a:solidFill>
                  <a:srgbClr val="010101"/>
                </a:solidFill>
                <a:latin typeface="Times New Roman"/>
                <a:cs typeface="Times New Roman"/>
              </a:rPr>
              <a:t>and</a:t>
            </a:r>
            <a:r>
              <a:rPr sz="3450" b="1" spc="-105" dirty="0">
                <a:solidFill>
                  <a:srgbClr val="010101"/>
                </a:solidFill>
                <a:latin typeface="Times New Roman"/>
                <a:cs typeface="Times New Roman"/>
              </a:rPr>
              <a:t> </a:t>
            </a:r>
            <a:r>
              <a:rPr sz="3450" b="1" dirty="0">
                <a:solidFill>
                  <a:srgbClr val="010101"/>
                </a:solidFill>
                <a:latin typeface="Times New Roman"/>
                <a:cs typeface="Times New Roman"/>
              </a:rPr>
              <a:t>b</a:t>
            </a:r>
            <a:r>
              <a:rPr sz="3450" b="1" spc="-215" dirty="0">
                <a:solidFill>
                  <a:srgbClr val="010101"/>
                </a:solidFill>
                <a:latin typeface="Times New Roman"/>
                <a:cs typeface="Times New Roman"/>
              </a:rPr>
              <a:t> </a:t>
            </a:r>
            <a:r>
              <a:rPr sz="3450" b="1" spc="-80" dirty="0">
                <a:solidFill>
                  <a:srgbClr val="010101"/>
                </a:solidFill>
                <a:latin typeface="Times New Roman"/>
                <a:cs typeface="Times New Roman"/>
              </a:rPr>
              <a:t>after</a:t>
            </a:r>
            <a:r>
              <a:rPr sz="3450" b="1" spc="-85" dirty="0">
                <a:solidFill>
                  <a:srgbClr val="010101"/>
                </a:solidFill>
                <a:latin typeface="Times New Roman"/>
                <a:cs typeface="Times New Roman"/>
              </a:rPr>
              <a:t> </a:t>
            </a:r>
            <a:r>
              <a:rPr sz="3450" b="1" dirty="0">
                <a:solidFill>
                  <a:srgbClr val="010101"/>
                </a:solidFill>
                <a:latin typeface="Times New Roman"/>
                <a:cs typeface="Times New Roman"/>
              </a:rPr>
              <a:t>call:</a:t>
            </a:r>
            <a:r>
              <a:rPr sz="3450" b="1" spc="114" dirty="0">
                <a:solidFill>
                  <a:srgbClr val="010101"/>
                </a:solidFill>
                <a:latin typeface="Times New Roman"/>
                <a:cs typeface="Times New Roman"/>
              </a:rPr>
              <a:t> </a:t>
            </a:r>
            <a:r>
              <a:rPr sz="3250" b="1" spc="-65" dirty="0">
                <a:solidFill>
                  <a:srgbClr val="010101"/>
                </a:solidFill>
                <a:latin typeface="Arial"/>
                <a:cs typeface="Arial"/>
              </a:rPr>
              <a:t>15</a:t>
            </a:r>
            <a:r>
              <a:rPr sz="3250" b="1" spc="-15" dirty="0">
                <a:solidFill>
                  <a:srgbClr val="010101"/>
                </a:solidFill>
                <a:latin typeface="Arial"/>
                <a:cs typeface="Arial"/>
              </a:rPr>
              <a:t> </a:t>
            </a:r>
            <a:r>
              <a:rPr sz="3450" b="1" spc="25" dirty="0">
                <a:solidFill>
                  <a:srgbClr val="010101"/>
                </a:solidFill>
                <a:latin typeface="Times New Roman"/>
                <a:cs typeface="Times New Roman"/>
              </a:rPr>
              <a:t>20</a:t>
            </a:r>
            <a:endParaRPr sz="3450">
              <a:latin typeface="Times New Roman"/>
              <a:cs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76567" y="575905"/>
            <a:ext cx="8465820" cy="698909"/>
          </a:xfrm>
          <a:prstGeom prst="rect">
            <a:avLst/>
          </a:prstGeom>
        </p:spPr>
        <p:txBody>
          <a:bodyPr vert="horz" wrap="square" lIns="0" tIns="13970" rIns="0" bIns="0" rtlCol="0">
            <a:spAutoFit/>
          </a:bodyPr>
          <a:lstStyle/>
          <a:p>
            <a:pPr marL="22225">
              <a:lnSpc>
                <a:spcPct val="100000"/>
              </a:lnSpc>
              <a:spcBef>
                <a:spcPts val="110"/>
              </a:spcBef>
            </a:pPr>
            <a:r>
              <a:rPr sz="4450" spc="50" dirty="0">
                <a:solidFill>
                  <a:srgbClr val="79665B"/>
                </a:solidFill>
                <a:latin typeface="Times New Roman"/>
                <a:cs typeface="Times New Roman"/>
              </a:rPr>
              <a:t>Call</a:t>
            </a:r>
            <a:r>
              <a:rPr sz="4450" spc="185" dirty="0">
                <a:solidFill>
                  <a:srgbClr val="79665B"/>
                </a:solidFill>
                <a:latin typeface="Times New Roman"/>
                <a:cs typeface="Times New Roman"/>
              </a:rPr>
              <a:t> </a:t>
            </a:r>
            <a:r>
              <a:rPr sz="4450" spc="65" dirty="0">
                <a:solidFill>
                  <a:srgbClr val="79665B"/>
                </a:solidFill>
                <a:latin typeface="Times New Roman"/>
                <a:cs typeface="Times New Roman"/>
              </a:rPr>
              <a:t>by</a:t>
            </a:r>
            <a:r>
              <a:rPr sz="4450" spc="195" dirty="0">
                <a:solidFill>
                  <a:srgbClr val="79665B"/>
                </a:solidFill>
                <a:latin typeface="Times New Roman"/>
                <a:cs typeface="Times New Roman"/>
              </a:rPr>
              <a:t> </a:t>
            </a:r>
            <a:r>
              <a:rPr lang="en-US" sz="4450" dirty="0">
                <a:solidFill>
                  <a:srgbClr val="79665B"/>
                </a:solidFill>
                <a:latin typeface="Times New Roman"/>
                <a:cs typeface="Times New Roman"/>
              </a:rPr>
              <a:t>Reference</a:t>
            </a:r>
            <a:endParaRPr sz="4450" dirty="0">
              <a:latin typeface="Times New Roman"/>
              <a:cs typeface="Times New Roman"/>
            </a:endParaRPr>
          </a:p>
        </p:txBody>
      </p:sp>
      <p:sp>
        <p:nvSpPr>
          <p:cNvPr id="3" name="object 3"/>
          <p:cNvSpPr txBox="1"/>
          <p:nvPr/>
        </p:nvSpPr>
        <p:spPr>
          <a:xfrm>
            <a:off x="521921" y="1021245"/>
            <a:ext cx="337185" cy="1125855"/>
          </a:xfrm>
          <a:prstGeom prst="rect">
            <a:avLst/>
          </a:prstGeom>
        </p:spPr>
        <p:txBody>
          <a:bodyPr vert="horz" wrap="square" lIns="0" tIns="15240" rIns="0" bIns="0" rtlCol="0">
            <a:spAutoFit/>
          </a:bodyPr>
          <a:lstStyle/>
          <a:p>
            <a:pPr marL="12700">
              <a:lnSpc>
                <a:spcPct val="100000"/>
              </a:lnSpc>
              <a:spcBef>
                <a:spcPts val="120"/>
              </a:spcBef>
            </a:pPr>
            <a:r>
              <a:rPr sz="7200" spc="50" dirty="0">
                <a:solidFill>
                  <a:srgbClr val="DB7E42"/>
                </a:solidFill>
                <a:latin typeface="Arial"/>
                <a:cs typeface="Arial"/>
              </a:rPr>
              <a:t>-</a:t>
            </a:r>
            <a:endParaRPr sz="7200">
              <a:latin typeface="Arial"/>
              <a:cs typeface="Arial"/>
            </a:endParaRPr>
          </a:p>
        </p:txBody>
      </p:sp>
      <p:sp>
        <p:nvSpPr>
          <p:cNvPr id="5" name="Rectangle 4"/>
          <p:cNvSpPr/>
          <p:nvPr/>
        </p:nvSpPr>
        <p:spPr>
          <a:xfrm>
            <a:off x="859106" y="2371455"/>
            <a:ext cx="9364394" cy="3456844"/>
          </a:xfrm>
          <a:prstGeom prst="rect">
            <a:avLst/>
          </a:prstGeom>
        </p:spPr>
        <p:txBody>
          <a:bodyPr wrap="square">
            <a:spAutoFit/>
          </a:bodyPr>
          <a:lstStyle/>
          <a:p>
            <a:pPr marL="352425" marR="5080" indent="-340360" algn="just">
              <a:lnSpc>
                <a:spcPct val="94600"/>
              </a:lnSpc>
              <a:spcBef>
                <a:spcPts val="710"/>
              </a:spcBef>
              <a:buFont typeface="Arial"/>
              <a:buChar char="□"/>
              <a:tabLst>
                <a:tab pos="352425" algn="l"/>
                <a:tab pos="354330" algn="l"/>
              </a:tabLst>
            </a:pPr>
            <a:r>
              <a:rPr lang="en-US" sz="2800" b="1" dirty="0">
                <a:solidFill>
                  <a:srgbClr val="F40305"/>
                </a:solidFill>
                <a:latin typeface="Times New Roman"/>
                <a:cs typeface="Times New Roman"/>
              </a:rPr>
              <a:t>call-</a:t>
            </a:r>
            <a:r>
              <a:rPr lang="en-US" sz="2800" b="1" spc="60" dirty="0">
                <a:solidFill>
                  <a:srgbClr val="F40305"/>
                </a:solidFill>
                <a:latin typeface="Times New Roman"/>
                <a:cs typeface="Times New Roman"/>
              </a:rPr>
              <a:t>by-</a:t>
            </a:r>
            <a:r>
              <a:rPr lang="en-US" sz="2800" b="1" spc="55" dirty="0">
                <a:solidFill>
                  <a:srgbClr val="F40305"/>
                </a:solidFill>
                <a:latin typeface="Times New Roman"/>
                <a:cs typeface="Times New Roman"/>
              </a:rPr>
              <a:t>reference.</a:t>
            </a:r>
            <a:r>
              <a:rPr lang="en-US" sz="2800" b="1" spc="45" dirty="0">
                <a:solidFill>
                  <a:srgbClr val="F40305"/>
                </a:solidFill>
                <a:latin typeface="Times New Roman"/>
                <a:cs typeface="Times New Roman"/>
              </a:rPr>
              <a:t> </a:t>
            </a:r>
            <a:r>
              <a:rPr lang="en-US" sz="2800" spc="65" dirty="0">
                <a:solidFill>
                  <a:srgbClr val="010101"/>
                </a:solidFill>
                <a:latin typeface="Times New Roman"/>
                <a:cs typeface="Times New Roman"/>
              </a:rPr>
              <a:t>In</a:t>
            </a:r>
            <a:r>
              <a:rPr lang="en-US" sz="2800" spc="220" dirty="0">
                <a:solidFill>
                  <a:srgbClr val="010101"/>
                </a:solidFill>
                <a:latin typeface="Times New Roman"/>
                <a:cs typeface="Times New Roman"/>
              </a:rPr>
              <a:t> </a:t>
            </a:r>
            <a:r>
              <a:rPr lang="en-US" sz="2800" dirty="0">
                <a:solidFill>
                  <a:srgbClr val="010101"/>
                </a:solidFill>
                <a:latin typeface="Times New Roman"/>
                <a:cs typeface="Times New Roman"/>
              </a:rPr>
              <a:t>this</a:t>
            </a:r>
            <a:r>
              <a:rPr lang="en-US" sz="2800" spc="315" dirty="0">
                <a:solidFill>
                  <a:srgbClr val="010101"/>
                </a:solidFill>
                <a:latin typeface="Times New Roman"/>
                <a:cs typeface="Times New Roman"/>
              </a:rPr>
              <a:t> </a:t>
            </a:r>
            <a:r>
              <a:rPr lang="en-US" sz="2800" dirty="0">
                <a:solidFill>
                  <a:srgbClr val="010101"/>
                </a:solidFill>
                <a:latin typeface="Times New Roman"/>
                <a:cs typeface="Times New Roman"/>
              </a:rPr>
              <a:t>approach,</a:t>
            </a:r>
            <a:r>
              <a:rPr lang="en-US" sz="2800" spc="440" dirty="0">
                <a:solidFill>
                  <a:srgbClr val="010101"/>
                </a:solidFill>
                <a:latin typeface="Times New Roman"/>
                <a:cs typeface="Times New Roman"/>
              </a:rPr>
              <a:t> </a:t>
            </a:r>
            <a:r>
              <a:rPr lang="en-US" sz="2800" spc="45" dirty="0">
                <a:solidFill>
                  <a:srgbClr val="010101"/>
                </a:solidFill>
                <a:latin typeface="Times New Roman"/>
                <a:cs typeface="Times New Roman"/>
              </a:rPr>
              <a:t>a </a:t>
            </a:r>
            <a:r>
              <a:rPr lang="en-US" sz="2800" dirty="0">
                <a:solidFill>
                  <a:srgbClr val="010101"/>
                </a:solidFill>
                <a:latin typeface="Times New Roman"/>
                <a:cs typeface="Times New Roman"/>
              </a:rPr>
              <a:t>reference</a:t>
            </a:r>
            <a:r>
              <a:rPr lang="en-US" sz="2800" spc="420" dirty="0">
                <a:solidFill>
                  <a:srgbClr val="010101"/>
                </a:solidFill>
                <a:latin typeface="Times New Roman"/>
                <a:cs typeface="Times New Roman"/>
              </a:rPr>
              <a:t> </a:t>
            </a:r>
            <a:r>
              <a:rPr lang="en-US" sz="2800" spc="60" dirty="0">
                <a:solidFill>
                  <a:srgbClr val="010101"/>
                </a:solidFill>
                <a:latin typeface="Times New Roman"/>
                <a:cs typeface="Times New Roman"/>
              </a:rPr>
              <a:t>to</a:t>
            </a:r>
            <a:r>
              <a:rPr lang="en-US" sz="2800" spc="165" dirty="0">
                <a:solidFill>
                  <a:srgbClr val="010101"/>
                </a:solidFill>
                <a:latin typeface="Times New Roman"/>
                <a:cs typeface="Times New Roman"/>
              </a:rPr>
              <a:t> </a:t>
            </a:r>
            <a:r>
              <a:rPr lang="en-US" sz="2800" spc="60" dirty="0">
                <a:solidFill>
                  <a:srgbClr val="010101"/>
                </a:solidFill>
                <a:latin typeface="Times New Roman"/>
                <a:cs typeface="Times New Roman"/>
              </a:rPr>
              <a:t>an</a:t>
            </a:r>
            <a:r>
              <a:rPr lang="en-US" sz="2800" spc="190" dirty="0">
                <a:solidFill>
                  <a:srgbClr val="010101"/>
                </a:solidFill>
                <a:latin typeface="Times New Roman"/>
                <a:cs typeface="Times New Roman"/>
              </a:rPr>
              <a:t> </a:t>
            </a:r>
            <a:r>
              <a:rPr lang="en-US" sz="2800" dirty="0">
                <a:solidFill>
                  <a:srgbClr val="010101"/>
                </a:solidFill>
                <a:latin typeface="Times New Roman"/>
                <a:cs typeface="Times New Roman"/>
              </a:rPr>
              <a:t>argument</a:t>
            </a:r>
            <a:r>
              <a:rPr lang="en-US" sz="2800" spc="335" dirty="0">
                <a:solidFill>
                  <a:srgbClr val="010101"/>
                </a:solidFill>
                <a:latin typeface="Times New Roman"/>
                <a:cs typeface="Times New Roman"/>
              </a:rPr>
              <a:t> </a:t>
            </a:r>
            <a:r>
              <a:rPr lang="en-US" sz="2800" dirty="0">
                <a:solidFill>
                  <a:srgbClr val="010101"/>
                </a:solidFill>
                <a:latin typeface="Times New Roman"/>
                <a:cs typeface="Times New Roman"/>
              </a:rPr>
              <a:t>(not</a:t>
            </a:r>
            <a:r>
              <a:rPr lang="en-US" sz="2800" spc="265" dirty="0">
                <a:solidFill>
                  <a:srgbClr val="010101"/>
                </a:solidFill>
                <a:latin typeface="Times New Roman"/>
                <a:cs typeface="Times New Roman"/>
              </a:rPr>
              <a:t> </a:t>
            </a:r>
            <a:r>
              <a:rPr lang="en-US" sz="2800" spc="50" dirty="0">
                <a:solidFill>
                  <a:srgbClr val="010101"/>
                </a:solidFill>
                <a:latin typeface="Times New Roman"/>
                <a:cs typeface="Times New Roman"/>
              </a:rPr>
              <a:t>the</a:t>
            </a:r>
            <a:r>
              <a:rPr lang="en-US" sz="2800" spc="155" dirty="0">
                <a:solidFill>
                  <a:srgbClr val="010101"/>
                </a:solidFill>
                <a:latin typeface="Times New Roman"/>
                <a:cs typeface="Times New Roman"/>
              </a:rPr>
              <a:t> </a:t>
            </a:r>
            <a:r>
              <a:rPr lang="en-US" sz="2800" dirty="0">
                <a:solidFill>
                  <a:srgbClr val="010101"/>
                </a:solidFill>
                <a:latin typeface="Times New Roman"/>
                <a:cs typeface="Times New Roman"/>
              </a:rPr>
              <a:t>value</a:t>
            </a:r>
            <a:r>
              <a:rPr lang="en-US" sz="2800" spc="275" dirty="0">
                <a:solidFill>
                  <a:srgbClr val="010101"/>
                </a:solidFill>
                <a:latin typeface="Times New Roman"/>
                <a:cs typeface="Times New Roman"/>
              </a:rPr>
              <a:t> </a:t>
            </a:r>
            <a:r>
              <a:rPr lang="en-US" sz="2800" dirty="0">
                <a:solidFill>
                  <a:srgbClr val="010101"/>
                </a:solidFill>
                <a:latin typeface="Times New Roman"/>
                <a:cs typeface="Times New Roman"/>
              </a:rPr>
              <a:t>of</a:t>
            </a:r>
            <a:r>
              <a:rPr lang="en-US" sz="2800" spc="190" dirty="0">
                <a:solidFill>
                  <a:srgbClr val="010101"/>
                </a:solidFill>
                <a:latin typeface="Times New Roman"/>
                <a:cs typeface="Times New Roman"/>
              </a:rPr>
              <a:t> </a:t>
            </a:r>
            <a:r>
              <a:rPr lang="en-US" sz="2800" dirty="0">
                <a:solidFill>
                  <a:srgbClr val="010101"/>
                </a:solidFill>
                <a:latin typeface="Times New Roman"/>
                <a:cs typeface="Times New Roman"/>
              </a:rPr>
              <a:t>the</a:t>
            </a:r>
            <a:r>
              <a:rPr lang="en-US" sz="2800" spc="229" dirty="0">
                <a:solidFill>
                  <a:srgbClr val="010101"/>
                </a:solidFill>
                <a:latin typeface="Times New Roman"/>
                <a:cs typeface="Times New Roman"/>
              </a:rPr>
              <a:t> </a:t>
            </a:r>
            <a:r>
              <a:rPr lang="en-US" sz="2800" dirty="0">
                <a:solidFill>
                  <a:srgbClr val="010101"/>
                </a:solidFill>
                <a:latin typeface="Times New Roman"/>
                <a:cs typeface="Times New Roman"/>
              </a:rPr>
              <a:t>argument)</a:t>
            </a:r>
            <a:r>
              <a:rPr lang="en-US" sz="2800" spc="375" dirty="0">
                <a:solidFill>
                  <a:srgbClr val="010101"/>
                </a:solidFill>
                <a:latin typeface="Times New Roman"/>
                <a:cs typeface="Times New Roman"/>
              </a:rPr>
              <a:t> </a:t>
            </a:r>
            <a:r>
              <a:rPr lang="en-US" sz="2800" spc="-25" dirty="0">
                <a:solidFill>
                  <a:srgbClr val="010101"/>
                </a:solidFill>
                <a:latin typeface="Times New Roman"/>
                <a:cs typeface="Times New Roman"/>
              </a:rPr>
              <a:t>is </a:t>
            </a:r>
            <a:r>
              <a:rPr lang="en-US" sz="2800" dirty="0">
                <a:solidFill>
                  <a:srgbClr val="010101"/>
                </a:solidFill>
                <a:latin typeface="Times New Roman"/>
                <a:cs typeface="Times New Roman"/>
              </a:rPr>
              <a:t>passed</a:t>
            </a:r>
            <a:r>
              <a:rPr lang="en-US" sz="2800" spc="555" dirty="0">
                <a:solidFill>
                  <a:srgbClr val="010101"/>
                </a:solidFill>
                <a:latin typeface="Times New Roman"/>
                <a:cs typeface="Times New Roman"/>
              </a:rPr>
              <a:t> </a:t>
            </a:r>
            <a:r>
              <a:rPr lang="en-US" sz="2800" spc="60" dirty="0">
                <a:solidFill>
                  <a:srgbClr val="010101"/>
                </a:solidFill>
                <a:latin typeface="Times New Roman"/>
                <a:cs typeface="Times New Roman"/>
              </a:rPr>
              <a:t>to</a:t>
            </a:r>
            <a:r>
              <a:rPr lang="en-US" sz="2800" spc="365" dirty="0">
                <a:solidFill>
                  <a:srgbClr val="010101"/>
                </a:solidFill>
                <a:latin typeface="Times New Roman"/>
                <a:cs typeface="Times New Roman"/>
              </a:rPr>
              <a:t> </a:t>
            </a:r>
            <a:r>
              <a:rPr lang="en-US" sz="2800" dirty="0">
                <a:solidFill>
                  <a:srgbClr val="010101"/>
                </a:solidFill>
                <a:latin typeface="Times New Roman"/>
                <a:cs typeface="Times New Roman"/>
              </a:rPr>
              <a:t>the</a:t>
            </a:r>
            <a:r>
              <a:rPr lang="en-US" sz="2800" spc="440" dirty="0">
                <a:solidFill>
                  <a:srgbClr val="010101"/>
                </a:solidFill>
                <a:latin typeface="Times New Roman"/>
                <a:cs typeface="Times New Roman"/>
              </a:rPr>
              <a:t> </a:t>
            </a:r>
            <a:r>
              <a:rPr lang="en-US" sz="2800" dirty="0">
                <a:solidFill>
                  <a:srgbClr val="010101"/>
                </a:solidFill>
                <a:latin typeface="Times New Roman"/>
                <a:cs typeface="Times New Roman"/>
              </a:rPr>
              <a:t>parameter.</a:t>
            </a:r>
            <a:r>
              <a:rPr lang="en-US" sz="2800" spc="575" dirty="0">
                <a:solidFill>
                  <a:srgbClr val="010101"/>
                </a:solidFill>
                <a:latin typeface="Times New Roman"/>
                <a:cs typeface="Times New Roman"/>
              </a:rPr>
              <a:t> </a:t>
            </a:r>
            <a:r>
              <a:rPr lang="en-US" sz="2800" dirty="0">
                <a:solidFill>
                  <a:srgbClr val="010101"/>
                </a:solidFill>
                <a:latin typeface="Times New Roman"/>
                <a:cs typeface="Times New Roman"/>
              </a:rPr>
              <a:t>Inside</a:t>
            </a:r>
            <a:r>
              <a:rPr lang="en-US" sz="2800" spc="535" dirty="0">
                <a:solidFill>
                  <a:srgbClr val="010101"/>
                </a:solidFill>
                <a:latin typeface="Times New Roman"/>
                <a:cs typeface="Times New Roman"/>
              </a:rPr>
              <a:t> </a:t>
            </a:r>
            <a:r>
              <a:rPr lang="en-US" sz="2800" spc="50" dirty="0">
                <a:solidFill>
                  <a:srgbClr val="010101"/>
                </a:solidFill>
                <a:latin typeface="Times New Roman"/>
                <a:cs typeface="Times New Roman"/>
              </a:rPr>
              <a:t>the</a:t>
            </a:r>
            <a:r>
              <a:rPr lang="en-US" sz="2800" spc="390" dirty="0">
                <a:solidFill>
                  <a:srgbClr val="010101"/>
                </a:solidFill>
                <a:latin typeface="Times New Roman"/>
                <a:cs typeface="Times New Roman"/>
              </a:rPr>
              <a:t> </a:t>
            </a:r>
            <a:r>
              <a:rPr lang="en-US" sz="2800" dirty="0">
                <a:solidFill>
                  <a:srgbClr val="010101"/>
                </a:solidFill>
                <a:latin typeface="Times New Roman"/>
                <a:cs typeface="Times New Roman"/>
              </a:rPr>
              <a:t>method,</a:t>
            </a:r>
            <a:r>
              <a:rPr lang="en-US" sz="2800" spc="575" dirty="0">
                <a:solidFill>
                  <a:srgbClr val="010101"/>
                </a:solidFill>
                <a:latin typeface="Times New Roman"/>
                <a:cs typeface="Times New Roman"/>
              </a:rPr>
              <a:t> </a:t>
            </a:r>
            <a:r>
              <a:rPr lang="en-US" sz="2800" dirty="0">
                <a:solidFill>
                  <a:srgbClr val="010101"/>
                </a:solidFill>
                <a:latin typeface="Times New Roman"/>
                <a:cs typeface="Times New Roman"/>
              </a:rPr>
              <a:t>this</a:t>
            </a:r>
            <a:r>
              <a:rPr lang="en-US" sz="2800" spc="465" dirty="0">
                <a:solidFill>
                  <a:srgbClr val="010101"/>
                </a:solidFill>
                <a:latin typeface="Times New Roman"/>
                <a:cs typeface="Times New Roman"/>
              </a:rPr>
              <a:t> </a:t>
            </a:r>
            <a:r>
              <a:rPr lang="en-US" sz="2800" spc="-10" dirty="0">
                <a:solidFill>
                  <a:srgbClr val="010101"/>
                </a:solidFill>
                <a:latin typeface="Times New Roman"/>
                <a:cs typeface="Times New Roman"/>
              </a:rPr>
              <a:t>reference </a:t>
            </a:r>
            <a:r>
              <a:rPr lang="en-US" sz="2800" spc="65" dirty="0">
                <a:solidFill>
                  <a:srgbClr val="010101"/>
                </a:solidFill>
                <a:latin typeface="Times New Roman"/>
                <a:cs typeface="Times New Roman"/>
              </a:rPr>
              <a:t>is</a:t>
            </a:r>
            <a:r>
              <a:rPr lang="en-US" sz="2800" spc="254" dirty="0">
                <a:solidFill>
                  <a:srgbClr val="010101"/>
                </a:solidFill>
                <a:latin typeface="Times New Roman"/>
                <a:cs typeface="Times New Roman"/>
              </a:rPr>
              <a:t> </a:t>
            </a:r>
            <a:r>
              <a:rPr lang="en-US" sz="2800" dirty="0">
                <a:solidFill>
                  <a:srgbClr val="010101"/>
                </a:solidFill>
                <a:latin typeface="Times New Roman"/>
                <a:cs typeface="Times New Roman"/>
              </a:rPr>
              <a:t>used</a:t>
            </a:r>
            <a:r>
              <a:rPr lang="en-US" sz="2800" spc="380" dirty="0">
                <a:solidFill>
                  <a:srgbClr val="010101"/>
                </a:solidFill>
                <a:latin typeface="Times New Roman"/>
                <a:cs typeface="Times New Roman"/>
              </a:rPr>
              <a:t> </a:t>
            </a:r>
            <a:r>
              <a:rPr lang="en-US" sz="2800" dirty="0">
                <a:solidFill>
                  <a:srgbClr val="010101"/>
                </a:solidFill>
                <a:latin typeface="Times New Roman"/>
                <a:cs typeface="Times New Roman"/>
              </a:rPr>
              <a:t>to</a:t>
            </a:r>
            <a:r>
              <a:rPr lang="en-US" sz="2800" spc="335" dirty="0">
                <a:solidFill>
                  <a:srgbClr val="010101"/>
                </a:solidFill>
                <a:latin typeface="Times New Roman"/>
                <a:cs typeface="Times New Roman"/>
              </a:rPr>
              <a:t> </a:t>
            </a:r>
            <a:r>
              <a:rPr lang="en-US" sz="2800" dirty="0">
                <a:solidFill>
                  <a:srgbClr val="010101"/>
                </a:solidFill>
                <a:latin typeface="Times New Roman"/>
                <a:cs typeface="Times New Roman"/>
              </a:rPr>
              <a:t>access</a:t>
            </a:r>
            <a:r>
              <a:rPr lang="en-US" sz="2800" spc="459" dirty="0">
                <a:solidFill>
                  <a:srgbClr val="010101"/>
                </a:solidFill>
                <a:latin typeface="Times New Roman"/>
                <a:cs typeface="Times New Roman"/>
              </a:rPr>
              <a:t> </a:t>
            </a:r>
            <a:r>
              <a:rPr lang="en-US" sz="2800" spc="50" dirty="0">
                <a:solidFill>
                  <a:srgbClr val="010101"/>
                </a:solidFill>
                <a:latin typeface="Times New Roman"/>
                <a:cs typeface="Times New Roman"/>
              </a:rPr>
              <a:t>the</a:t>
            </a:r>
            <a:r>
              <a:rPr lang="en-US" sz="2800" spc="310" dirty="0">
                <a:solidFill>
                  <a:srgbClr val="010101"/>
                </a:solidFill>
                <a:latin typeface="Times New Roman"/>
                <a:cs typeface="Times New Roman"/>
              </a:rPr>
              <a:t> </a:t>
            </a:r>
            <a:r>
              <a:rPr lang="en-US" sz="2800" dirty="0">
                <a:solidFill>
                  <a:srgbClr val="010101"/>
                </a:solidFill>
                <a:latin typeface="Times New Roman"/>
                <a:cs typeface="Times New Roman"/>
              </a:rPr>
              <a:t>actual</a:t>
            </a:r>
            <a:r>
              <a:rPr lang="en-US" sz="2800" spc="390" dirty="0">
                <a:solidFill>
                  <a:srgbClr val="010101"/>
                </a:solidFill>
                <a:latin typeface="Times New Roman"/>
                <a:cs typeface="Times New Roman"/>
              </a:rPr>
              <a:t> </a:t>
            </a:r>
            <a:r>
              <a:rPr lang="en-US" sz="2800" dirty="0">
                <a:solidFill>
                  <a:srgbClr val="010101"/>
                </a:solidFill>
                <a:latin typeface="Times New Roman"/>
                <a:cs typeface="Times New Roman"/>
              </a:rPr>
              <a:t>argument</a:t>
            </a:r>
            <a:r>
              <a:rPr lang="en-US" sz="2800" spc="480" dirty="0">
                <a:solidFill>
                  <a:srgbClr val="010101"/>
                </a:solidFill>
                <a:latin typeface="Times New Roman"/>
                <a:cs typeface="Times New Roman"/>
              </a:rPr>
              <a:t> </a:t>
            </a:r>
            <a:r>
              <a:rPr lang="en-US" sz="2800" dirty="0">
                <a:solidFill>
                  <a:srgbClr val="010101"/>
                </a:solidFill>
                <a:latin typeface="Times New Roman"/>
                <a:cs typeface="Times New Roman"/>
              </a:rPr>
              <a:t>specified</a:t>
            </a:r>
            <a:r>
              <a:rPr lang="en-US" sz="2800" spc="525" dirty="0">
                <a:solidFill>
                  <a:srgbClr val="010101"/>
                </a:solidFill>
                <a:latin typeface="Times New Roman"/>
                <a:cs typeface="Times New Roman"/>
              </a:rPr>
              <a:t> </a:t>
            </a:r>
            <a:r>
              <a:rPr lang="en-US" sz="2800" spc="60" dirty="0">
                <a:solidFill>
                  <a:srgbClr val="010101"/>
                </a:solidFill>
                <a:latin typeface="Times New Roman"/>
                <a:cs typeface="Times New Roman"/>
              </a:rPr>
              <a:t>in</a:t>
            </a:r>
            <a:r>
              <a:rPr lang="en-US" sz="2800" spc="280" dirty="0">
                <a:solidFill>
                  <a:srgbClr val="010101"/>
                </a:solidFill>
                <a:latin typeface="Times New Roman"/>
                <a:cs typeface="Times New Roman"/>
              </a:rPr>
              <a:t> </a:t>
            </a:r>
            <a:r>
              <a:rPr lang="en-US" sz="2800" spc="50" dirty="0">
                <a:solidFill>
                  <a:srgbClr val="010101"/>
                </a:solidFill>
                <a:latin typeface="Times New Roman"/>
                <a:cs typeface="Times New Roman"/>
              </a:rPr>
              <a:t>the</a:t>
            </a:r>
            <a:r>
              <a:rPr lang="en-US" sz="2800" spc="310" dirty="0">
                <a:solidFill>
                  <a:srgbClr val="010101"/>
                </a:solidFill>
                <a:latin typeface="Times New Roman"/>
                <a:cs typeface="Times New Roman"/>
              </a:rPr>
              <a:t> </a:t>
            </a:r>
            <a:r>
              <a:rPr lang="en-US" sz="2800" spc="-10" dirty="0">
                <a:solidFill>
                  <a:srgbClr val="010101"/>
                </a:solidFill>
                <a:latin typeface="Times New Roman"/>
                <a:cs typeface="Times New Roman"/>
              </a:rPr>
              <a:t>call. </a:t>
            </a:r>
            <a:r>
              <a:rPr lang="en-US" sz="2800" dirty="0">
                <a:solidFill>
                  <a:srgbClr val="010101"/>
                </a:solidFill>
                <a:latin typeface="Times New Roman"/>
                <a:cs typeface="Times New Roman"/>
              </a:rPr>
              <a:t>This</a:t>
            </a:r>
            <a:r>
              <a:rPr lang="en-US" sz="2800" spc="380" dirty="0">
                <a:solidFill>
                  <a:srgbClr val="010101"/>
                </a:solidFill>
                <a:latin typeface="Times New Roman"/>
                <a:cs typeface="Times New Roman"/>
              </a:rPr>
              <a:t> </a:t>
            </a:r>
            <a:r>
              <a:rPr lang="en-US" sz="2800" dirty="0">
                <a:solidFill>
                  <a:srgbClr val="010101"/>
                </a:solidFill>
                <a:latin typeface="Times New Roman"/>
                <a:cs typeface="Times New Roman"/>
              </a:rPr>
              <a:t>means</a:t>
            </a:r>
            <a:r>
              <a:rPr lang="en-US" sz="2800" spc="395" dirty="0">
                <a:solidFill>
                  <a:srgbClr val="010101"/>
                </a:solidFill>
                <a:latin typeface="Times New Roman"/>
                <a:cs typeface="Times New Roman"/>
              </a:rPr>
              <a:t> </a:t>
            </a:r>
            <a:r>
              <a:rPr lang="en-US" sz="2800" dirty="0">
                <a:solidFill>
                  <a:srgbClr val="010101"/>
                </a:solidFill>
                <a:latin typeface="Times New Roman"/>
                <a:cs typeface="Times New Roman"/>
              </a:rPr>
              <a:t>that</a:t>
            </a:r>
            <a:r>
              <a:rPr lang="en-US" sz="2800" spc="355" dirty="0">
                <a:solidFill>
                  <a:srgbClr val="010101"/>
                </a:solidFill>
                <a:latin typeface="Times New Roman"/>
                <a:cs typeface="Times New Roman"/>
              </a:rPr>
              <a:t> </a:t>
            </a:r>
            <a:r>
              <a:rPr lang="en-US" sz="2800" dirty="0">
                <a:solidFill>
                  <a:srgbClr val="010101"/>
                </a:solidFill>
                <a:latin typeface="Times New Roman"/>
                <a:cs typeface="Times New Roman"/>
              </a:rPr>
              <a:t>changes</a:t>
            </a:r>
            <a:r>
              <a:rPr lang="en-US" sz="2800" spc="430" dirty="0">
                <a:solidFill>
                  <a:srgbClr val="010101"/>
                </a:solidFill>
                <a:latin typeface="Times New Roman"/>
                <a:cs typeface="Times New Roman"/>
              </a:rPr>
              <a:t> </a:t>
            </a:r>
            <a:r>
              <a:rPr lang="en-US" sz="2800" dirty="0">
                <a:solidFill>
                  <a:srgbClr val="010101"/>
                </a:solidFill>
                <a:latin typeface="Times New Roman"/>
                <a:cs typeface="Times New Roman"/>
              </a:rPr>
              <a:t>made</a:t>
            </a:r>
            <a:r>
              <a:rPr lang="en-US" sz="2800" spc="380" dirty="0">
                <a:solidFill>
                  <a:srgbClr val="010101"/>
                </a:solidFill>
                <a:latin typeface="Times New Roman"/>
                <a:cs typeface="Times New Roman"/>
              </a:rPr>
              <a:t> </a:t>
            </a:r>
            <a:r>
              <a:rPr lang="en-US" sz="2800" spc="60" dirty="0">
                <a:solidFill>
                  <a:srgbClr val="010101"/>
                </a:solidFill>
                <a:latin typeface="Times New Roman"/>
                <a:cs typeface="Times New Roman"/>
              </a:rPr>
              <a:t>to</a:t>
            </a:r>
            <a:r>
              <a:rPr lang="en-US" sz="2800" spc="240" dirty="0">
                <a:solidFill>
                  <a:srgbClr val="010101"/>
                </a:solidFill>
                <a:latin typeface="Times New Roman"/>
                <a:cs typeface="Times New Roman"/>
              </a:rPr>
              <a:t> </a:t>
            </a:r>
            <a:r>
              <a:rPr lang="en-US" sz="2800" spc="60" dirty="0">
                <a:solidFill>
                  <a:srgbClr val="010101"/>
                </a:solidFill>
                <a:latin typeface="Times New Roman"/>
                <a:cs typeface="Times New Roman"/>
              </a:rPr>
              <a:t>the</a:t>
            </a:r>
            <a:r>
              <a:rPr lang="en-US" sz="2800" spc="210" dirty="0">
                <a:solidFill>
                  <a:srgbClr val="010101"/>
                </a:solidFill>
                <a:latin typeface="Times New Roman"/>
                <a:cs typeface="Times New Roman"/>
              </a:rPr>
              <a:t> </a:t>
            </a:r>
            <a:r>
              <a:rPr lang="en-US" sz="2800" dirty="0">
                <a:solidFill>
                  <a:srgbClr val="010101"/>
                </a:solidFill>
                <a:latin typeface="Times New Roman"/>
                <a:cs typeface="Times New Roman"/>
              </a:rPr>
              <a:t>parameter</a:t>
            </a:r>
            <a:r>
              <a:rPr lang="en-US" sz="2800" spc="484" dirty="0">
                <a:solidFill>
                  <a:srgbClr val="010101"/>
                </a:solidFill>
                <a:latin typeface="Times New Roman"/>
                <a:cs typeface="Times New Roman"/>
              </a:rPr>
              <a:t> </a:t>
            </a:r>
            <a:r>
              <a:rPr lang="en-US" sz="2800" dirty="0">
                <a:solidFill>
                  <a:srgbClr val="010101"/>
                </a:solidFill>
                <a:latin typeface="Times New Roman"/>
                <a:cs typeface="Times New Roman"/>
              </a:rPr>
              <a:t>will</a:t>
            </a:r>
            <a:r>
              <a:rPr lang="en-US" sz="2800" spc="320" dirty="0">
                <a:solidFill>
                  <a:srgbClr val="010101"/>
                </a:solidFill>
                <a:latin typeface="Times New Roman"/>
                <a:cs typeface="Times New Roman"/>
              </a:rPr>
              <a:t> </a:t>
            </a:r>
            <a:r>
              <a:rPr lang="en-US" sz="2800" spc="-10" dirty="0">
                <a:solidFill>
                  <a:srgbClr val="010101"/>
                </a:solidFill>
                <a:latin typeface="Times New Roman"/>
                <a:cs typeface="Times New Roman"/>
              </a:rPr>
              <a:t>affect </a:t>
            </a:r>
            <a:r>
              <a:rPr lang="en-US" sz="2800" spc="60" dirty="0">
                <a:solidFill>
                  <a:srgbClr val="010101"/>
                </a:solidFill>
                <a:latin typeface="Times New Roman"/>
                <a:cs typeface="Times New Roman"/>
              </a:rPr>
              <a:t>the</a:t>
            </a:r>
            <a:r>
              <a:rPr lang="en-US" sz="2800" spc="110" dirty="0">
                <a:solidFill>
                  <a:srgbClr val="010101"/>
                </a:solidFill>
                <a:latin typeface="Times New Roman"/>
                <a:cs typeface="Times New Roman"/>
              </a:rPr>
              <a:t> </a:t>
            </a:r>
            <a:r>
              <a:rPr lang="en-US" sz="2800" dirty="0">
                <a:solidFill>
                  <a:srgbClr val="010101"/>
                </a:solidFill>
                <a:latin typeface="Times New Roman"/>
                <a:cs typeface="Times New Roman"/>
              </a:rPr>
              <a:t>argument</a:t>
            </a:r>
            <a:r>
              <a:rPr lang="en-US" sz="2800" spc="355" dirty="0">
                <a:solidFill>
                  <a:srgbClr val="010101"/>
                </a:solidFill>
                <a:latin typeface="Times New Roman"/>
                <a:cs typeface="Times New Roman"/>
              </a:rPr>
              <a:t> </a:t>
            </a:r>
            <a:r>
              <a:rPr lang="en-US" sz="2800" dirty="0">
                <a:solidFill>
                  <a:srgbClr val="010101"/>
                </a:solidFill>
                <a:latin typeface="Times New Roman"/>
                <a:cs typeface="Times New Roman"/>
              </a:rPr>
              <a:t>used</a:t>
            </a:r>
            <a:r>
              <a:rPr lang="en-US" sz="2800" spc="165" dirty="0">
                <a:solidFill>
                  <a:srgbClr val="010101"/>
                </a:solidFill>
                <a:latin typeface="Times New Roman"/>
                <a:cs typeface="Times New Roman"/>
              </a:rPr>
              <a:t> </a:t>
            </a:r>
            <a:r>
              <a:rPr lang="en-US" sz="2800" spc="80" dirty="0">
                <a:solidFill>
                  <a:srgbClr val="010101"/>
                </a:solidFill>
                <a:latin typeface="Times New Roman"/>
                <a:cs typeface="Times New Roman"/>
              </a:rPr>
              <a:t>to</a:t>
            </a:r>
            <a:r>
              <a:rPr lang="en-US" sz="2800" spc="55" dirty="0">
                <a:solidFill>
                  <a:srgbClr val="010101"/>
                </a:solidFill>
                <a:latin typeface="Times New Roman"/>
                <a:cs typeface="Times New Roman"/>
              </a:rPr>
              <a:t> </a:t>
            </a:r>
            <a:r>
              <a:rPr lang="en-US" sz="2800" dirty="0">
                <a:solidFill>
                  <a:srgbClr val="010101"/>
                </a:solidFill>
                <a:latin typeface="Times New Roman"/>
                <a:cs typeface="Times New Roman"/>
              </a:rPr>
              <a:t>call</a:t>
            </a:r>
            <a:r>
              <a:rPr lang="en-US" sz="2800" spc="105" dirty="0">
                <a:solidFill>
                  <a:srgbClr val="010101"/>
                </a:solidFill>
                <a:latin typeface="Times New Roman"/>
                <a:cs typeface="Times New Roman"/>
              </a:rPr>
              <a:t> </a:t>
            </a:r>
            <a:r>
              <a:rPr lang="en-US" sz="2800" spc="60" dirty="0">
                <a:solidFill>
                  <a:srgbClr val="010101"/>
                </a:solidFill>
                <a:latin typeface="Times New Roman"/>
                <a:cs typeface="Times New Roman"/>
              </a:rPr>
              <a:t>the</a:t>
            </a:r>
            <a:r>
              <a:rPr lang="en-US" sz="2800" spc="55" dirty="0">
                <a:solidFill>
                  <a:srgbClr val="010101"/>
                </a:solidFill>
                <a:latin typeface="Times New Roman"/>
                <a:cs typeface="Times New Roman"/>
              </a:rPr>
              <a:t> </a:t>
            </a:r>
            <a:r>
              <a:rPr lang="en-US" sz="2800" spc="40" dirty="0">
                <a:solidFill>
                  <a:srgbClr val="010101"/>
                </a:solidFill>
                <a:latin typeface="Times New Roman"/>
                <a:cs typeface="Times New Roman"/>
              </a:rPr>
              <a:t>method.</a:t>
            </a:r>
          </a:p>
          <a:p>
            <a:pPr marL="352425" marR="5080" indent="-340360" algn="just">
              <a:lnSpc>
                <a:spcPct val="94600"/>
              </a:lnSpc>
              <a:spcBef>
                <a:spcPts val="710"/>
              </a:spcBef>
              <a:buFont typeface="Arial"/>
              <a:buChar char="□"/>
              <a:tabLst>
                <a:tab pos="352425" algn="l"/>
                <a:tab pos="354330" algn="l"/>
              </a:tabLst>
            </a:pPr>
            <a:r>
              <a:rPr lang="en-US" sz="2800" spc="-10" dirty="0">
                <a:solidFill>
                  <a:srgbClr val="010101"/>
                </a:solidFill>
                <a:latin typeface="Times New Roman"/>
                <a:cs typeface="Times New Roman"/>
              </a:rPr>
              <a:t>Calling or invoking the method by passing reference variables is called </a:t>
            </a:r>
            <a:r>
              <a:rPr lang="en-US" sz="2800" spc="-10" dirty="0">
                <a:solidFill>
                  <a:srgbClr val="FF0000"/>
                </a:solidFill>
                <a:latin typeface="Times New Roman"/>
                <a:cs typeface="Times New Roman"/>
              </a:rPr>
              <a:t>pass by reference/call by reference</a:t>
            </a:r>
            <a:r>
              <a:rPr lang="en-US" sz="2800" spc="-10" dirty="0">
                <a:solidFill>
                  <a:srgbClr val="010101"/>
                </a:solidFill>
                <a:latin typeface="Times New Roman"/>
                <a:cs typeface="Times New Roman"/>
              </a:rPr>
              <a:t>.</a:t>
            </a:r>
            <a:endParaRPr lang="en-US" sz="2800" dirty="0">
              <a:latin typeface="Times New Roman"/>
              <a:cs typeface="Times New Roman"/>
            </a:endParaRPr>
          </a:p>
        </p:txBody>
      </p:sp>
    </p:spTree>
    <p:extLst>
      <p:ext uri="{BB962C8B-B14F-4D97-AF65-F5344CB8AC3E}">
        <p14:creationId xmlns:p14="http://schemas.microsoft.com/office/powerpoint/2010/main" val="22327939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22225">
              <a:lnSpc>
                <a:spcPct val="100000"/>
              </a:lnSpc>
              <a:spcBef>
                <a:spcPts val="110"/>
              </a:spcBef>
            </a:pPr>
            <a:r>
              <a:rPr sz="4450" spc="50" dirty="0">
                <a:solidFill>
                  <a:srgbClr val="77645B"/>
                </a:solidFill>
                <a:latin typeface="Times New Roman"/>
                <a:cs typeface="Times New Roman"/>
              </a:rPr>
              <a:t>Call</a:t>
            </a:r>
            <a:r>
              <a:rPr sz="4450" spc="210" dirty="0">
                <a:solidFill>
                  <a:srgbClr val="77645B"/>
                </a:solidFill>
                <a:latin typeface="Times New Roman"/>
                <a:cs typeface="Times New Roman"/>
              </a:rPr>
              <a:t> </a:t>
            </a:r>
            <a:r>
              <a:rPr sz="4450" spc="65" dirty="0">
                <a:solidFill>
                  <a:srgbClr val="77645B"/>
                </a:solidFill>
                <a:latin typeface="Times New Roman"/>
                <a:cs typeface="Times New Roman"/>
              </a:rPr>
              <a:t>by</a:t>
            </a:r>
            <a:r>
              <a:rPr sz="4450" spc="220" dirty="0">
                <a:solidFill>
                  <a:srgbClr val="77645B"/>
                </a:solidFill>
                <a:latin typeface="Times New Roman"/>
                <a:cs typeface="Times New Roman"/>
              </a:rPr>
              <a:t> </a:t>
            </a:r>
            <a:r>
              <a:rPr sz="4450" dirty="0">
                <a:solidFill>
                  <a:srgbClr val="77645B"/>
                </a:solidFill>
                <a:latin typeface="Times New Roman"/>
                <a:cs typeface="Times New Roman"/>
              </a:rPr>
              <a:t>reference</a:t>
            </a:r>
            <a:r>
              <a:rPr sz="4450" spc="655" dirty="0">
                <a:solidFill>
                  <a:srgbClr val="77645B"/>
                </a:solidFill>
                <a:latin typeface="Times New Roman"/>
                <a:cs typeface="Times New Roman"/>
              </a:rPr>
              <a:t> </a:t>
            </a:r>
            <a:r>
              <a:rPr sz="4450" dirty="0">
                <a:solidFill>
                  <a:srgbClr val="77645B"/>
                </a:solidFill>
                <a:latin typeface="Times New Roman"/>
                <a:cs typeface="Times New Roman"/>
              </a:rPr>
              <a:t>...</a:t>
            </a:r>
            <a:r>
              <a:rPr sz="4450" spc="20" dirty="0">
                <a:solidFill>
                  <a:srgbClr val="77645B"/>
                </a:solidFill>
                <a:latin typeface="Times New Roman"/>
                <a:cs typeface="Times New Roman"/>
              </a:rPr>
              <a:t> </a:t>
            </a:r>
            <a:r>
              <a:rPr sz="4450" dirty="0">
                <a:solidFill>
                  <a:srgbClr val="77645B"/>
                </a:solidFill>
                <a:latin typeface="Times New Roman"/>
                <a:cs typeface="Times New Roman"/>
              </a:rPr>
              <a:t>example</a:t>
            </a:r>
            <a:r>
              <a:rPr sz="4450" spc="-605" dirty="0">
                <a:solidFill>
                  <a:srgbClr val="77645B"/>
                </a:solidFill>
                <a:latin typeface="Times New Roman"/>
                <a:cs typeface="Times New Roman"/>
              </a:rPr>
              <a:t> </a:t>
            </a:r>
            <a:r>
              <a:rPr sz="4450" spc="-25" dirty="0">
                <a:solidFill>
                  <a:srgbClr val="77645B"/>
                </a:solidFill>
                <a:latin typeface="Times New Roman"/>
                <a:cs typeface="Times New Roman"/>
              </a:rPr>
              <a:t>...</a:t>
            </a:r>
            <a:endParaRPr sz="4450">
              <a:latin typeface="Times New Roman"/>
              <a:cs typeface="Times New Roman"/>
            </a:endParaRPr>
          </a:p>
        </p:txBody>
      </p:sp>
      <p:sp>
        <p:nvSpPr>
          <p:cNvPr id="3" name="object 3"/>
          <p:cNvSpPr txBox="1"/>
          <p:nvPr/>
        </p:nvSpPr>
        <p:spPr>
          <a:xfrm>
            <a:off x="521921" y="1021245"/>
            <a:ext cx="337185" cy="1125855"/>
          </a:xfrm>
          <a:prstGeom prst="rect">
            <a:avLst/>
          </a:prstGeom>
        </p:spPr>
        <p:txBody>
          <a:bodyPr vert="horz" wrap="square" lIns="0" tIns="15240" rIns="0" bIns="0" rtlCol="0">
            <a:spAutoFit/>
          </a:bodyPr>
          <a:lstStyle/>
          <a:p>
            <a:pPr marL="12700">
              <a:lnSpc>
                <a:spcPct val="100000"/>
              </a:lnSpc>
              <a:spcBef>
                <a:spcPts val="120"/>
              </a:spcBef>
            </a:pPr>
            <a:r>
              <a:rPr sz="7200" spc="50" dirty="0">
                <a:solidFill>
                  <a:srgbClr val="D88044"/>
                </a:solidFill>
                <a:latin typeface="Arial"/>
                <a:cs typeface="Arial"/>
              </a:rPr>
              <a:t>-</a:t>
            </a:r>
            <a:endParaRPr sz="7200">
              <a:latin typeface="Arial"/>
              <a:cs typeface="Arial"/>
            </a:endParaRPr>
          </a:p>
        </p:txBody>
      </p:sp>
      <p:sp>
        <p:nvSpPr>
          <p:cNvPr id="4" name="object 4"/>
          <p:cNvSpPr txBox="1"/>
          <p:nvPr/>
        </p:nvSpPr>
        <p:spPr>
          <a:xfrm>
            <a:off x="874941" y="1790100"/>
            <a:ext cx="9023985" cy="2509520"/>
          </a:xfrm>
          <a:prstGeom prst="rect">
            <a:avLst/>
          </a:prstGeom>
        </p:spPr>
        <p:txBody>
          <a:bodyPr vert="horz" wrap="square" lIns="0" tIns="108585" rIns="0" bIns="0" rtlCol="0">
            <a:spAutoFit/>
          </a:bodyPr>
          <a:lstStyle/>
          <a:p>
            <a:pPr marL="354965" indent="-342265" algn="just">
              <a:lnSpc>
                <a:spcPct val="100000"/>
              </a:lnSpc>
              <a:spcBef>
                <a:spcPts val="855"/>
              </a:spcBef>
              <a:buClr>
                <a:srgbClr val="D88044"/>
              </a:buClr>
              <a:buSzPct val="101724"/>
              <a:buFont typeface="Arial"/>
              <a:buChar char="□"/>
              <a:tabLst>
                <a:tab pos="354965" algn="l"/>
              </a:tabLst>
            </a:pPr>
            <a:r>
              <a:rPr sz="2900" dirty="0">
                <a:solidFill>
                  <a:srgbClr val="010101"/>
                </a:solidFill>
                <a:latin typeface="Times New Roman"/>
                <a:cs typeface="Times New Roman"/>
              </a:rPr>
              <a:t>Pass</a:t>
            </a:r>
            <a:r>
              <a:rPr sz="2900" spc="175" dirty="0">
                <a:solidFill>
                  <a:srgbClr val="010101"/>
                </a:solidFill>
                <a:latin typeface="Times New Roman"/>
                <a:cs typeface="Times New Roman"/>
              </a:rPr>
              <a:t> </a:t>
            </a:r>
            <a:r>
              <a:rPr sz="2900" spc="65" dirty="0">
                <a:solidFill>
                  <a:srgbClr val="010101"/>
                </a:solidFill>
                <a:latin typeface="Times New Roman"/>
                <a:cs typeface="Times New Roman"/>
              </a:rPr>
              <a:t>an</a:t>
            </a:r>
            <a:r>
              <a:rPr sz="2900" spc="75" dirty="0">
                <a:solidFill>
                  <a:srgbClr val="010101"/>
                </a:solidFill>
                <a:latin typeface="Times New Roman"/>
                <a:cs typeface="Times New Roman"/>
              </a:rPr>
              <a:t> </a:t>
            </a:r>
            <a:r>
              <a:rPr sz="2900" dirty="0">
                <a:solidFill>
                  <a:srgbClr val="010101"/>
                </a:solidFill>
                <a:latin typeface="Times New Roman"/>
                <a:cs typeface="Times New Roman"/>
              </a:rPr>
              <a:t>object</a:t>
            </a:r>
            <a:r>
              <a:rPr sz="2900" spc="195" dirty="0">
                <a:solidFill>
                  <a:srgbClr val="010101"/>
                </a:solidFill>
                <a:latin typeface="Times New Roman"/>
                <a:cs typeface="Times New Roman"/>
              </a:rPr>
              <a:t> </a:t>
            </a:r>
            <a:r>
              <a:rPr sz="2900" spc="55" dirty="0">
                <a:solidFill>
                  <a:srgbClr val="010101"/>
                </a:solidFill>
                <a:latin typeface="Times New Roman"/>
                <a:cs typeface="Times New Roman"/>
              </a:rPr>
              <a:t>to</a:t>
            </a:r>
            <a:r>
              <a:rPr sz="2900" spc="110" dirty="0">
                <a:solidFill>
                  <a:srgbClr val="010101"/>
                </a:solidFill>
                <a:latin typeface="Times New Roman"/>
                <a:cs typeface="Times New Roman"/>
              </a:rPr>
              <a:t> </a:t>
            </a:r>
            <a:r>
              <a:rPr sz="2900" spc="75" dirty="0">
                <a:solidFill>
                  <a:srgbClr val="010101"/>
                </a:solidFill>
                <a:latin typeface="Times New Roman"/>
                <a:cs typeface="Times New Roman"/>
              </a:rPr>
              <a:t>a</a:t>
            </a:r>
            <a:r>
              <a:rPr sz="2900" spc="105" dirty="0">
                <a:solidFill>
                  <a:srgbClr val="010101"/>
                </a:solidFill>
                <a:latin typeface="Times New Roman"/>
                <a:cs typeface="Times New Roman"/>
              </a:rPr>
              <a:t> </a:t>
            </a:r>
            <a:r>
              <a:rPr sz="2900" spc="-10" dirty="0">
                <a:solidFill>
                  <a:srgbClr val="010101"/>
                </a:solidFill>
                <a:latin typeface="Times New Roman"/>
                <a:cs typeface="Times New Roman"/>
              </a:rPr>
              <a:t>method</a:t>
            </a:r>
            <a:endParaRPr sz="2900" dirty="0">
              <a:latin typeface="Times New Roman"/>
              <a:cs typeface="Times New Roman"/>
            </a:endParaRPr>
          </a:p>
          <a:p>
            <a:pPr marL="354965" marR="5080" indent="-342900" algn="just">
              <a:lnSpc>
                <a:spcPct val="104500"/>
              </a:lnSpc>
              <a:spcBef>
                <a:spcPts val="655"/>
              </a:spcBef>
              <a:buClr>
                <a:srgbClr val="D88044"/>
              </a:buClr>
              <a:buSzPct val="101724"/>
              <a:buFont typeface="Arial"/>
              <a:buChar char="□"/>
              <a:tabLst>
                <a:tab pos="354965" algn="l"/>
              </a:tabLst>
            </a:pPr>
            <a:r>
              <a:rPr sz="2900" spc="50" dirty="0">
                <a:solidFill>
                  <a:srgbClr val="010101"/>
                </a:solidFill>
                <a:latin typeface="Times New Roman"/>
                <a:cs typeface="Times New Roman"/>
              </a:rPr>
              <a:t>When</a:t>
            </a:r>
            <a:r>
              <a:rPr sz="2900" spc="280" dirty="0">
                <a:solidFill>
                  <a:srgbClr val="010101"/>
                </a:solidFill>
                <a:latin typeface="Times New Roman"/>
                <a:cs typeface="Times New Roman"/>
              </a:rPr>
              <a:t> </a:t>
            </a:r>
            <a:r>
              <a:rPr sz="2900" dirty="0">
                <a:solidFill>
                  <a:srgbClr val="010101"/>
                </a:solidFill>
                <a:latin typeface="Times New Roman"/>
                <a:cs typeface="Times New Roman"/>
              </a:rPr>
              <a:t>you</a:t>
            </a:r>
            <a:r>
              <a:rPr sz="2900" spc="235" dirty="0">
                <a:solidFill>
                  <a:srgbClr val="010101"/>
                </a:solidFill>
                <a:latin typeface="Times New Roman"/>
                <a:cs typeface="Times New Roman"/>
              </a:rPr>
              <a:t> </a:t>
            </a:r>
            <a:r>
              <a:rPr sz="2900" dirty="0">
                <a:solidFill>
                  <a:srgbClr val="010101"/>
                </a:solidFill>
                <a:latin typeface="Times New Roman"/>
                <a:cs typeface="Times New Roman"/>
              </a:rPr>
              <a:t>create</a:t>
            </a:r>
            <a:r>
              <a:rPr sz="2900" spc="245" dirty="0">
                <a:solidFill>
                  <a:srgbClr val="010101"/>
                </a:solidFill>
                <a:latin typeface="Times New Roman"/>
                <a:cs typeface="Times New Roman"/>
              </a:rPr>
              <a:t> </a:t>
            </a:r>
            <a:r>
              <a:rPr sz="2900" spc="114" dirty="0">
                <a:solidFill>
                  <a:srgbClr val="010101"/>
                </a:solidFill>
                <a:latin typeface="Times New Roman"/>
                <a:cs typeface="Times New Roman"/>
              </a:rPr>
              <a:t>a</a:t>
            </a:r>
            <a:r>
              <a:rPr sz="2900" spc="95" dirty="0">
                <a:solidFill>
                  <a:srgbClr val="010101"/>
                </a:solidFill>
                <a:latin typeface="Times New Roman"/>
                <a:cs typeface="Times New Roman"/>
              </a:rPr>
              <a:t> </a:t>
            </a:r>
            <a:r>
              <a:rPr sz="2900" dirty="0">
                <a:solidFill>
                  <a:srgbClr val="010101"/>
                </a:solidFill>
                <a:latin typeface="Times New Roman"/>
                <a:cs typeface="Times New Roman"/>
              </a:rPr>
              <a:t>variable</a:t>
            </a:r>
            <a:r>
              <a:rPr sz="2900" spc="300" dirty="0">
                <a:solidFill>
                  <a:srgbClr val="010101"/>
                </a:solidFill>
                <a:latin typeface="Times New Roman"/>
                <a:cs typeface="Times New Roman"/>
              </a:rPr>
              <a:t> </a:t>
            </a:r>
            <a:r>
              <a:rPr sz="2900" spc="60" dirty="0">
                <a:solidFill>
                  <a:srgbClr val="010101"/>
                </a:solidFill>
                <a:latin typeface="Times New Roman"/>
                <a:cs typeface="Times New Roman"/>
              </a:rPr>
              <a:t>of</a:t>
            </a:r>
            <a:r>
              <a:rPr sz="2900" spc="150" dirty="0">
                <a:solidFill>
                  <a:srgbClr val="010101"/>
                </a:solidFill>
                <a:latin typeface="Times New Roman"/>
                <a:cs typeface="Times New Roman"/>
              </a:rPr>
              <a:t> </a:t>
            </a:r>
            <a:r>
              <a:rPr sz="2900" spc="75" dirty="0">
                <a:solidFill>
                  <a:srgbClr val="010101"/>
                </a:solidFill>
                <a:latin typeface="Times New Roman"/>
                <a:cs typeface="Times New Roman"/>
              </a:rPr>
              <a:t>a</a:t>
            </a:r>
            <a:r>
              <a:rPr sz="2900" spc="80" dirty="0">
                <a:solidFill>
                  <a:srgbClr val="010101"/>
                </a:solidFill>
                <a:latin typeface="Times New Roman"/>
                <a:cs typeface="Times New Roman"/>
              </a:rPr>
              <a:t> </a:t>
            </a:r>
            <a:r>
              <a:rPr sz="2900" dirty="0">
                <a:solidFill>
                  <a:srgbClr val="010101"/>
                </a:solidFill>
                <a:latin typeface="Times New Roman"/>
                <a:cs typeface="Times New Roman"/>
              </a:rPr>
              <a:t>class</a:t>
            </a:r>
            <a:r>
              <a:rPr sz="2900" spc="190" dirty="0">
                <a:solidFill>
                  <a:srgbClr val="010101"/>
                </a:solidFill>
                <a:latin typeface="Times New Roman"/>
                <a:cs typeface="Times New Roman"/>
              </a:rPr>
              <a:t> </a:t>
            </a:r>
            <a:r>
              <a:rPr sz="2900" dirty="0">
                <a:solidFill>
                  <a:srgbClr val="010101"/>
                </a:solidFill>
                <a:latin typeface="Times New Roman"/>
                <a:cs typeface="Times New Roman"/>
              </a:rPr>
              <a:t>type,</a:t>
            </a:r>
            <a:r>
              <a:rPr sz="2900" spc="195" dirty="0">
                <a:solidFill>
                  <a:srgbClr val="010101"/>
                </a:solidFill>
                <a:latin typeface="Times New Roman"/>
                <a:cs typeface="Times New Roman"/>
              </a:rPr>
              <a:t> </a:t>
            </a:r>
            <a:r>
              <a:rPr sz="2900" dirty="0">
                <a:solidFill>
                  <a:srgbClr val="010101"/>
                </a:solidFill>
                <a:latin typeface="Times New Roman"/>
                <a:cs typeface="Times New Roman"/>
              </a:rPr>
              <a:t>you</a:t>
            </a:r>
            <a:r>
              <a:rPr sz="2900" spc="204" dirty="0">
                <a:solidFill>
                  <a:srgbClr val="010101"/>
                </a:solidFill>
                <a:latin typeface="Times New Roman"/>
                <a:cs typeface="Times New Roman"/>
              </a:rPr>
              <a:t> </a:t>
            </a:r>
            <a:r>
              <a:rPr sz="2900" spc="55" dirty="0">
                <a:solidFill>
                  <a:srgbClr val="010101"/>
                </a:solidFill>
                <a:latin typeface="Times New Roman"/>
                <a:cs typeface="Times New Roman"/>
              </a:rPr>
              <a:t>are</a:t>
            </a:r>
            <a:r>
              <a:rPr sz="2900" spc="125" dirty="0">
                <a:solidFill>
                  <a:srgbClr val="010101"/>
                </a:solidFill>
                <a:latin typeface="Times New Roman"/>
                <a:cs typeface="Times New Roman"/>
              </a:rPr>
              <a:t> </a:t>
            </a:r>
            <a:r>
              <a:rPr sz="2900" spc="30" dirty="0">
                <a:solidFill>
                  <a:srgbClr val="010101"/>
                </a:solidFill>
                <a:latin typeface="Times New Roman"/>
                <a:cs typeface="Times New Roman"/>
              </a:rPr>
              <a:t>only </a:t>
            </a:r>
            <a:r>
              <a:rPr sz="2900" dirty="0">
                <a:solidFill>
                  <a:srgbClr val="010101"/>
                </a:solidFill>
                <a:latin typeface="Times New Roman"/>
                <a:cs typeface="Times New Roman"/>
              </a:rPr>
              <a:t>creating</a:t>
            </a:r>
            <a:r>
              <a:rPr sz="2900" spc="600" dirty="0">
                <a:solidFill>
                  <a:srgbClr val="010101"/>
                </a:solidFill>
                <a:latin typeface="Times New Roman"/>
                <a:cs typeface="Times New Roman"/>
              </a:rPr>
              <a:t> </a:t>
            </a:r>
            <a:r>
              <a:rPr sz="2900" spc="75" dirty="0">
                <a:solidFill>
                  <a:srgbClr val="010101"/>
                </a:solidFill>
                <a:latin typeface="Times New Roman"/>
                <a:cs typeface="Times New Roman"/>
              </a:rPr>
              <a:t>a</a:t>
            </a:r>
            <a:r>
              <a:rPr sz="2900" spc="365" dirty="0">
                <a:solidFill>
                  <a:srgbClr val="010101"/>
                </a:solidFill>
                <a:latin typeface="Times New Roman"/>
                <a:cs typeface="Times New Roman"/>
              </a:rPr>
              <a:t> </a:t>
            </a:r>
            <a:r>
              <a:rPr sz="2900" dirty="0">
                <a:solidFill>
                  <a:srgbClr val="010101"/>
                </a:solidFill>
                <a:latin typeface="Times New Roman"/>
                <a:cs typeface="Times New Roman"/>
              </a:rPr>
              <a:t>reference</a:t>
            </a:r>
            <a:r>
              <a:rPr sz="2900" spc="590" dirty="0">
                <a:solidFill>
                  <a:srgbClr val="010101"/>
                </a:solidFill>
                <a:latin typeface="Times New Roman"/>
                <a:cs typeface="Times New Roman"/>
              </a:rPr>
              <a:t> </a:t>
            </a:r>
            <a:r>
              <a:rPr sz="2900" spc="55" dirty="0">
                <a:solidFill>
                  <a:srgbClr val="010101"/>
                </a:solidFill>
                <a:latin typeface="Times New Roman"/>
                <a:cs typeface="Times New Roman"/>
              </a:rPr>
              <a:t>to</a:t>
            </a:r>
            <a:r>
              <a:rPr sz="2900" spc="385" dirty="0">
                <a:solidFill>
                  <a:srgbClr val="010101"/>
                </a:solidFill>
                <a:latin typeface="Times New Roman"/>
                <a:cs typeface="Times New Roman"/>
              </a:rPr>
              <a:t> </a:t>
            </a:r>
            <a:r>
              <a:rPr sz="2900" spc="50" dirty="0">
                <a:solidFill>
                  <a:srgbClr val="010101"/>
                </a:solidFill>
                <a:latin typeface="Times New Roman"/>
                <a:cs typeface="Times New Roman"/>
              </a:rPr>
              <a:t>an</a:t>
            </a:r>
            <a:r>
              <a:rPr sz="2900" spc="440" dirty="0">
                <a:solidFill>
                  <a:srgbClr val="010101"/>
                </a:solidFill>
                <a:latin typeface="Times New Roman"/>
                <a:cs typeface="Times New Roman"/>
              </a:rPr>
              <a:t> </a:t>
            </a:r>
            <a:r>
              <a:rPr sz="2900" dirty="0">
                <a:solidFill>
                  <a:srgbClr val="010101"/>
                </a:solidFill>
                <a:latin typeface="Times New Roman"/>
                <a:cs typeface="Times New Roman"/>
              </a:rPr>
              <a:t>object.</a:t>
            </a:r>
            <a:r>
              <a:rPr sz="2900" spc="505" dirty="0">
                <a:solidFill>
                  <a:srgbClr val="010101"/>
                </a:solidFill>
                <a:latin typeface="Times New Roman"/>
                <a:cs typeface="Times New Roman"/>
              </a:rPr>
              <a:t> </a:t>
            </a:r>
            <a:r>
              <a:rPr sz="2900" dirty="0">
                <a:solidFill>
                  <a:srgbClr val="010101"/>
                </a:solidFill>
                <a:latin typeface="Times New Roman"/>
                <a:cs typeface="Times New Roman"/>
              </a:rPr>
              <a:t>Thus,</a:t>
            </a:r>
            <a:r>
              <a:rPr sz="2900" spc="505" dirty="0">
                <a:solidFill>
                  <a:srgbClr val="010101"/>
                </a:solidFill>
                <a:latin typeface="Times New Roman"/>
                <a:cs typeface="Times New Roman"/>
              </a:rPr>
              <a:t> </a:t>
            </a:r>
            <a:r>
              <a:rPr sz="2900" spc="60" dirty="0">
                <a:solidFill>
                  <a:srgbClr val="010101"/>
                </a:solidFill>
                <a:latin typeface="Times New Roman"/>
                <a:cs typeface="Times New Roman"/>
              </a:rPr>
              <a:t>when</a:t>
            </a:r>
            <a:r>
              <a:rPr sz="2900" spc="475" dirty="0">
                <a:solidFill>
                  <a:srgbClr val="010101"/>
                </a:solidFill>
                <a:latin typeface="Times New Roman"/>
                <a:cs typeface="Times New Roman"/>
              </a:rPr>
              <a:t> </a:t>
            </a:r>
            <a:r>
              <a:rPr sz="2900" dirty="0">
                <a:solidFill>
                  <a:srgbClr val="010101"/>
                </a:solidFill>
                <a:latin typeface="Times New Roman"/>
                <a:cs typeface="Times New Roman"/>
              </a:rPr>
              <a:t>you</a:t>
            </a:r>
            <a:r>
              <a:rPr sz="2900" spc="470" dirty="0">
                <a:solidFill>
                  <a:srgbClr val="010101"/>
                </a:solidFill>
                <a:latin typeface="Times New Roman"/>
                <a:cs typeface="Times New Roman"/>
              </a:rPr>
              <a:t> </a:t>
            </a:r>
            <a:r>
              <a:rPr sz="2900" spc="-20" dirty="0">
                <a:solidFill>
                  <a:srgbClr val="010101"/>
                </a:solidFill>
                <a:latin typeface="Times New Roman"/>
                <a:cs typeface="Times New Roman"/>
              </a:rPr>
              <a:t>pass </a:t>
            </a:r>
            <a:r>
              <a:rPr sz="2900" dirty="0">
                <a:solidFill>
                  <a:srgbClr val="010101"/>
                </a:solidFill>
                <a:latin typeface="Times New Roman"/>
                <a:cs typeface="Times New Roman"/>
              </a:rPr>
              <a:t>this</a:t>
            </a:r>
            <a:r>
              <a:rPr sz="2900" spc="185" dirty="0">
                <a:solidFill>
                  <a:srgbClr val="010101"/>
                </a:solidFill>
                <a:latin typeface="Times New Roman"/>
                <a:cs typeface="Times New Roman"/>
              </a:rPr>
              <a:t> </a:t>
            </a:r>
            <a:r>
              <a:rPr sz="2900" dirty="0">
                <a:solidFill>
                  <a:srgbClr val="010101"/>
                </a:solidFill>
                <a:latin typeface="Times New Roman"/>
                <a:cs typeface="Times New Roman"/>
              </a:rPr>
              <a:t>reference</a:t>
            </a:r>
            <a:r>
              <a:rPr sz="2900" spc="385" dirty="0">
                <a:solidFill>
                  <a:srgbClr val="010101"/>
                </a:solidFill>
                <a:latin typeface="Times New Roman"/>
                <a:cs typeface="Times New Roman"/>
              </a:rPr>
              <a:t> </a:t>
            </a:r>
            <a:r>
              <a:rPr sz="2900" spc="55" dirty="0">
                <a:solidFill>
                  <a:srgbClr val="010101"/>
                </a:solidFill>
                <a:latin typeface="Times New Roman"/>
                <a:cs typeface="Times New Roman"/>
              </a:rPr>
              <a:t>to</a:t>
            </a:r>
            <a:r>
              <a:rPr sz="2900" spc="235" dirty="0">
                <a:solidFill>
                  <a:srgbClr val="010101"/>
                </a:solidFill>
                <a:latin typeface="Times New Roman"/>
                <a:cs typeface="Times New Roman"/>
              </a:rPr>
              <a:t> </a:t>
            </a:r>
            <a:r>
              <a:rPr sz="2900" spc="75" dirty="0">
                <a:solidFill>
                  <a:srgbClr val="010101"/>
                </a:solidFill>
                <a:latin typeface="Times New Roman"/>
                <a:cs typeface="Times New Roman"/>
              </a:rPr>
              <a:t>a</a:t>
            </a:r>
            <a:r>
              <a:rPr sz="2900" spc="170" dirty="0">
                <a:solidFill>
                  <a:srgbClr val="010101"/>
                </a:solidFill>
                <a:latin typeface="Times New Roman"/>
                <a:cs typeface="Times New Roman"/>
              </a:rPr>
              <a:t> </a:t>
            </a:r>
            <a:r>
              <a:rPr sz="2900" dirty="0">
                <a:solidFill>
                  <a:srgbClr val="010101"/>
                </a:solidFill>
                <a:latin typeface="Times New Roman"/>
                <a:cs typeface="Times New Roman"/>
              </a:rPr>
              <a:t>method,</a:t>
            </a:r>
            <a:r>
              <a:rPr sz="2900" spc="360" dirty="0">
                <a:solidFill>
                  <a:srgbClr val="010101"/>
                </a:solidFill>
                <a:latin typeface="Times New Roman"/>
                <a:cs typeface="Times New Roman"/>
              </a:rPr>
              <a:t> </a:t>
            </a:r>
            <a:r>
              <a:rPr sz="2900" dirty="0">
                <a:solidFill>
                  <a:srgbClr val="010101"/>
                </a:solidFill>
                <a:latin typeface="Times New Roman"/>
                <a:cs typeface="Times New Roman"/>
              </a:rPr>
              <a:t>the</a:t>
            </a:r>
            <a:r>
              <a:rPr sz="2900" spc="225" dirty="0">
                <a:solidFill>
                  <a:srgbClr val="010101"/>
                </a:solidFill>
                <a:latin typeface="Times New Roman"/>
                <a:cs typeface="Times New Roman"/>
              </a:rPr>
              <a:t> </a:t>
            </a:r>
            <a:r>
              <a:rPr sz="2900" dirty="0">
                <a:solidFill>
                  <a:srgbClr val="010101"/>
                </a:solidFill>
                <a:latin typeface="Times New Roman"/>
                <a:cs typeface="Times New Roman"/>
              </a:rPr>
              <a:t>parameter</a:t>
            </a:r>
            <a:r>
              <a:rPr sz="2900" spc="409" dirty="0">
                <a:solidFill>
                  <a:srgbClr val="010101"/>
                </a:solidFill>
                <a:latin typeface="Times New Roman"/>
                <a:cs typeface="Times New Roman"/>
              </a:rPr>
              <a:t> </a:t>
            </a:r>
            <a:r>
              <a:rPr sz="2900" dirty="0">
                <a:solidFill>
                  <a:srgbClr val="010101"/>
                </a:solidFill>
                <a:latin typeface="Times New Roman"/>
                <a:cs typeface="Times New Roman"/>
              </a:rPr>
              <a:t>that</a:t>
            </a:r>
            <a:r>
              <a:rPr sz="2900" spc="280" dirty="0">
                <a:solidFill>
                  <a:srgbClr val="010101"/>
                </a:solidFill>
                <a:latin typeface="Times New Roman"/>
                <a:cs typeface="Times New Roman"/>
              </a:rPr>
              <a:t> </a:t>
            </a:r>
            <a:r>
              <a:rPr sz="2900" dirty="0">
                <a:solidFill>
                  <a:srgbClr val="010101"/>
                </a:solidFill>
                <a:latin typeface="Times New Roman"/>
                <a:cs typeface="Times New Roman"/>
              </a:rPr>
              <a:t>receives</a:t>
            </a:r>
            <a:r>
              <a:rPr sz="2900" spc="380" dirty="0">
                <a:solidFill>
                  <a:srgbClr val="010101"/>
                </a:solidFill>
                <a:latin typeface="Times New Roman"/>
                <a:cs typeface="Times New Roman"/>
              </a:rPr>
              <a:t> </a:t>
            </a:r>
            <a:r>
              <a:rPr sz="2900" spc="-25" dirty="0">
                <a:solidFill>
                  <a:srgbClr val="010101"/>
                </a:solidFill>
                <a:latin typeface="Times New Roman"/>
                <a:cs typeface="Times New Roman"/>
              </a:rPr>
              <a:t>it </a:t>
            </a:r>
            <a:r>
              <a:rPr sz="2900" dirty="0">
                <a:solidFill>
                  <a:srgbClr val="010101"/>
                </a:solidFill>
                <a:latin typeface="Times New Roman"/>
                <a:cs typeface="Times New Roman"/>
              </a:rPr>
              <a:t>will</a:t>
            </a:r>
            <a:r>
              <a:rPr sz="2900" spc="565" dirty="0">
                <a:solidFill>
                  <a:srgbClr val="010101"/>
                </a:solidFill>
                <a:latin typeface="Times New Roman"/>
                <a:cs typeface="Times New Roman"/>
              </a:rPr>
              <a:t> </a:t>
            </a:r>
            <a:r>
              <a:rPr sz="2900" dirty="0">
                <a:solidFill>
                  <a:srgbClr val="010101"/>
                </a:solidFill>
                <a:latin typeface="Times New Roman"/>
                <a:cs typeface="Times New Roman"/>
              </a:rPr>
              <a:t>refer</a:t>
            </a:r>
            <a:r>
              <a:rPr sz="2900" spc="590" dirty="0">
                <a:solidFill>
                  <a:srgbClr val="010101"/>
                </a:solidFill>
                <a:latin typeface="Times New Roman"/>
                <a:cs typeface="Times New Roman"/>
              </a:rPr>
              <a:t> </a:t>
            </a:r>
            <a:r>
              <a:rPr sz="2900" dirty="0">
                <a:solidFill>
                  <a:srgbClr val="010101"/>
                </a:solidFill>
                <a:latin typeface="Times New Roman"/>
                <a:cs typeface="Times New Roman"/>
              </a:rPr>
              <a:t>to</a:t>
            </a:r>
            <a:r>
              <a:rPr sz="2900" spc="515" dirty="0">
                <a:solidFill>
                  <a:srgbClr val="010101"/>
                </a:solidFill>
                <a:latin typeface="Times New Roman"/>
                <a:cs typeface="Times New Roman"/>
              </a:rPr>
              <a:t> </a:t>
            </a:r>
            <a:r>
              <a:rPr sz="2900" dirty="0">
                <a:solidFill>
                  <a:srgbClr val="010101"/>
                </a:solidFill>
                <a:latin typeface="Times New Roman"/>
                <a:cs typeface="Times New Roman"/>
              </a:rPr>
              <a:t>the</a:t>
            </a:r>
            <a:r>
              <a:rPr sz="2900" spc="555" dirty="0">
                <a:solidFill>
                  <a:srgbClr val="010101"/>
                </a:solidFill>
                <a:latin typeface="Times New Roman"/>
                <a:cs typeface="Times New Roman"/>
              </a:rPr>
              <a:t> </a:t>
            </a:r>
            <a:r>
              <a:rPr sz="2900" dirty="0">
                <a:solidFill>
                  <a:srgbClr val="010101"/>
                </a:solidFill>
                <a:latin typeface="Times New Roman"/>
                <a:cs typeface="Times New Roman"/>
              </a:rPr>
              <a:t>same</a:t>
            </a:r>
            <a:r>
              <a:rPr sz="2900" spc="565" dirty="0">
                <a:solidFill>
                  <a:srgbClr val="010101"/>
                </a:solidFill>
                <a:latin typeface="Times New Roman"/>
                <a:cs typeface="Times New Roman"/>
              </a:rPr>
              <a:t> </a:t>
            </a:r>
            <a:r>
              <a:rPr sz="2900" dirty="0">
                <a:solidFill>
                  <a:srgbClr val="010101"/>
                </a:solidFill>
                <a:latin typeface="Times New Roman"/>
                <a:cs typeface="Times New Roman"/>
              </a:rPr>
              <a:t>object</a:t>
            </a:r>
            <a:r>
              <a:rPr sz="2900" spc="660" dirty="0">
                <a:solidFill>
                  <a:srgbClr val="010101"/>
                </a:solidFill>
                <a:latin typeface="Times New Roman"/>
                <a:cs typeface="Times New Roman"/>
              </a:rPr>
              <a:t> </a:t>
            </a:r>
            <a:r>
              <a:rPr sz="2900" dirty="0">
                <a:solidFill>
                  <a:srgbClr val="010101"/>
                </a:solidFill>
                <a:latin typeface="Times New Roman"/>
                <a:cs typeface="Times New Roman"/>
              </a:rPr>
              <a:t>as</a:t>
            </a:r>
            <a:r>
              <a:rPr sz="2900" spc="475" dirty="0">
                <a:solidFill>
                  <a:srgbClr val="010101"/>
                </a:solidFill>
                <a:latin typeface="Times New Roman"/>
                <a:cs typeface="Times New Roman"/>
              </a:rPr>
              <a:t> </a:t>
            </a:r>
            <a:r>
              <a:rPr sz="2900" dirty="0">
                <a:solidFill>
                  <a:srgbClr val="010101"/>
                </a:solidFill>
                <a:latin typeface="Times New Roman"/>
                <a:cs typeface="Times New Roman"/>
              </a:rPr>
              <a:t>that</a:t>
            </a:r>
            <a:r>
              <a:rPr sz="2900" spc="540" dirty="0">
                <a:solidFill>
                  <a:srgbClr val="010101"/>
                </a:solidFill>
                <a:latin typeface="Times New Roman"/>
                <a:cs typeface="Times New Roman"/>
              </a:rPr>
              <a:t> </a:t>
            </a:r>
            <a:r>
              <a:rPr sz="2900" dirty="0">
                <a:solidFill>
                  <a:srgbClr val="010101"/>
                </a:solidFill>
                <a:latin typeface="Times New Roman"/>
                <a:cs typeface="Times New Roman"/>
              </a:rPr>
              <a:t>referred</a:t>
            </a:r>
            <a:r>
              <a:rPr sz="2900" spc="675" dirty="0">
                <a:solidFill>
                  <a:srgbClr val="010101"/>
                </a:solidFill>
                <a:latin typeface="Times New Roman"/>
                <a:cs typeface="Times New Roman"/>
              </a:rPr>
              <a:t> </a:t>
            </a:r>
            <a:r>
              <a:rPr sz="2900" spc="55" dirty="0">
                <a:solidFill>
                  <a:srgbClr val="010101"/>
                </a:solidFill>
                <a:latin typeface="Times New Roman"/>
                <a:cs typeface="Times New Roman"/>
              </a:rPr>
              <a:t>to</a:t>
            </a:r>
            <a:r>
              <a:rPr sz="2900" spc="475" dirty="0">
                <a:solidFill>
                  <a:srgbClr val="010101"/>
                </a:solidFill>
                <a:latin typeface="Times New Roman"/>
                <a:cs typeface="Times New Roman"/>
              </a:rPr>
              <a:t> </a:t>
            </a:r>
            <a:r>
              <a:rPr sz="2900" spc="55" dirty="0">
                <a:solidFill>
                  <a:srgbClr val="010101"/>
                </a:solidFill>
                <a:latin typeface="Times New Roman"/>
                <a:cs typeface="Times New Roman"/>
              </a:rPr>
              <a:t>by</a:t>
            </a:r>
            <a:r>
              <a:rPr sz="2900" spc="540" dirty="0">
                <a:solidFill>
                  <a:srgbClr val="010101"/>
                </a:solidFill>
                <a:latin typeface="Times New Roman"/>
                <a:cs typeface="Times New Roman"/>
              </a:rPr>
              <a:t> </a:t>
            </a:r>
            <a:r>
              <a:rPr sz="2900" spc="-25" dirty="0">
                <a:solidFill>
                  <a:srgbClr val="010101"/>
                </a:solidFill>
                <a:latin typeface="Times New Roman"/>
                <a:cs typeface="Times New Roman"/>
              </a:rPr>
              <a:t>the</a:t>
            </a:r>
            <a:endParaRPr sz="2900" dirty="0">
              <a:latin typeface="Times New Roman"/>
              <a:cs typeface="Times New Roman"/>
            </a:endParaRPr>
          </a:p>
        </p:txBody>
      </p:sp>
      <p:sp>
        <p:nvSpPr>
          <p:cNvPr id="5" name="object 5"/>
          <p:cNvSpPr txBox="1"/>
          <p:nvPr/>
        </p:nvSpPr>
        <p:spPr>
          <a:xfrm>
            <a:off x="874941" y="4293987"/>
            <a:ext cx="9020810" cy="1951355"/>
          </a:xfrm>
          <a:prstGeom prst="rect">
            <a:avLst/>
          </a:prstGeom>
        </p:spPr>
        <p:txBody>
          <a:bodyPr vert="horz" wrap="square" lIns="0" tIns="10795" rIns="0" bIns="0" rtlCol="0">
            <a:spAutoFit/>
          </a:bodyPr>
          <a:lstStyle/>
          <a:p>
            <a:pPr marL="356870" marR="5080" indent="-1905">
              <a:lnSpc>
                <a:spcPts val="3650"/>
              </a:lnSpc>
              <a:spcBef>
                <a:spcPts val="85"/>
              </a:spcBef>
              <a:tabLst>
                <a:tab pos="2179955" algn="l"/>
                <a:tab pos="3138805" algn="l"/>
                <a:tab pos="5059045" algn="l"/>
                <a:tab pos="6319520" algn="l"/>
                <a:tab pos="7169784" algn="l"/>
                <a:tab pos="8539480" algn="l"/>
              </a:tabLst>
            </a:pPr>
            <a:r>
              <a:rPr sz="2900" spc="-10" dirty="0">
                <a:solidFill>
                  <a:srgbClr val="010101"/>
                </a:solidFill>
                <a:latin typeface="Times New Roman"/>
                <a:cs typeface="Times New Roman"/>
              </a:rPr>
              <a:t>argument.</a:t>
            </a:r>
            <a:r>
              <a:rPr sz="2900" dirty="0">
                <a:solidFill>
                  <a:srgbClr val="010101"/>
                </a:solidFill>
                <a:latin typeface="Times New Roman"/>
                <a:cs typeface="Times New Roman"/>
              </a:rPr>
              <a:t>	</a:t>
            </a:r>
            <a:r>
              <a:rPr sz="2900" spc="-20" dirty="0">
                <a:solidFill>
                  <a:srgbClr val="010101"/>
                </a:solidFill>
                <a:latin typeface="Times New Roman"/>
                <a:cs typeface="Times New Roman"/>
              </a:rPr>
              <a:t>This</a:t>
            </a:r>
            <a:r>
              <a:rPr sz="2900" dirty="0">
                <a:solidFill>
                  <a:srgbClr val="010101"/>
                </a:solidFill>
                <a:latin typeface="Times New Roman"/>
                <a:cs typeface="Times New Roman"/>
              </a:rPr>
              <a:t>	</a:t>
            </a:r>
            <a:r>
              <a:rPr sz="2900" spc="-10" dirty="0">
                <a:solidFill>
                  <a:srgbClr val="010101"/>
                </a:solidFill>
                <a:latin typeface="Times New Roman"/>
                <a:cs typeface="Times New Roman"/>
              </a:rPr>
              <a:t>effectively</a:t>
            </a:r>
            <a:r>
              <a:rPr sz="2900" dirty="0">
                <a:solidFill>
                  <a:srgbClr val="010101"/>
                </a:solidFill>
                <a:latin typeface="Times New Roman"/>
                <a:cs typeface="Times New Roman"/>
              </a:rPr>
              <a:t>	</a:t>
            </a:r>
            <a:r>
              <a:rPr sz="2900" spc="-10" dirty="0">
                <a:solidFill>
                  <a:srgbClr val="010101"/>
                </a:solidFill>
                <a:latin typeface="Times New Roman"/>
                <a:cs typeface="Times New Roman"/>
              </a:rPr>
              <a:t>means</a:t>
            </a:r>
            <a:r>
              <a:rPr sz="2900" dirty="0">
                <a:solidFill>
                  <a:srgbClr val="010101"/>
                </a:solidFill>
                <a:latin typeface="Times New Roman"/>
                <a:cs typeface="Times New Roman"/>
              </a:rPr>
              <a:t>	</a:t>
            </a:r>
            <a:r>
              <a:rPr sz="2900" spc="-20" dirty="0">
                <a:solidFill>
                  <a:srgbClr val="010101"/>
                </a:solidFill>
                <a:latin typeface="Times New Roman"/>
                <a:cs typeface="Times New Roman"/>
              </a:rPr>
              <a:t>that</a:t>
            </a:r>
            <a:r>
              <a:rPr sz="2900" dirty="0">
                <a:solidFill>
                  <a:srgbClr val="010101"/>
                </a:solidFill>
                <a:latin typeface="Times New Roman"/>
                <a:cs typeface="Times New Roman"/>
              </a:rPr>
              <a:t>	</a:t>
            </a:r>
            <a:r>
              <a:rPr sz="2900" spc="-10" dirty="0">
                <a:solidFill>
                  <a:srgbClr val="010101"/>
                </a:solidFill>
                <a:latin typeface="Times New Roman"/>
                <a:cs typeface="Times New Roman"/>
              </a:rPr>
              <a:t>objects</a:t>
            </a:r>
            <a:r>
              <a:rPr sz="2900" dirty="0">
                <a:solidFill>
                  <a:srgbClr val="010101"/>
                </a:solidFill>
                <a:latin typeface="Times New Roman"/>
                <a:cs typeface="Times New Roman"/>
              </a:rPr>
              <a:t>	</a:t>
            </a:r>
            <a:r>
              <a:rPr sz="2900" spc="-25" dirty="0">
                <a:solidFill>
                  <a:srgbClr val="010101"/>
                </a:solidFill>
                <a:latin typeface="Times New Roman"/>
                <a:cs typeface="Times New Roman"/>
              </a:rPr>
              <a:t>are </a:t>
            </a:r>
            <a:r>
              <a:rPr sz="2900" dirty="0">
                <a:solidFill>
                  <a:srgbClr val="010101"/>
                </a:solidFill>
                <a:latin typeface="Times New Roman"/>
                <a:cs typeface="Times New Roman"/>
              </a:rPr>
              <a:t>passed</a:t>
            </a:r>
            <a:r>
              <a:rPr sz="2900" spc="245" dirty="0">
                <a:solidFill>
                  <a:srgbClr val="010101"/>
                </a:solidFill>
                <a:latin typeface="Times New Roman"/>
                <a:cs typeface="Times New Roman"/>
              </a:rPr>
              <a:t> </a:t>
            </a:r>
            <a:r>
              <a:rPr sz="2900" spc="55" dirty="0">
                <a:solidFill>
                  <a:srgbClr val="010101"/>
                </a:solidFill>
                <a:latin typeface="Times New Roman"/>
                <a:cs typeface="Times New Roman"/>
              </a:rPr>
              <a:t>to</a:t>
            </a:r>
            <a:r>
              <a:rPr sz="2900" spc="75" dirty="0">
                <a:solidFill>
                  <a:srgbClr val="010101"/>
                </a:solidFill>
                <a:latin typeface="Times New Roman"/>
                <a:cs typeface="Times New Roman"/>
              </a:rPr>
              <a:t> </a:t>
            </a:r>
            <a:r>
              <a:rPr sz="2900" dirty="0">
                <a:solidFill>
                  <a:srgbClr val="010101"/>
                </a:solidFill>
                <a:latin typeface="Times New Roman"/>
                <a:cs typeface="Times New Roman"/>
              </a:rPr>
              <a:t>methods</a:t>
            </a:r>
            <a:r>
              <a:rPr sz="2900" spc="310" dirty="0">
                <a:solidFill>
                  <a:srgbClr val="010101"/>
                </a:solidFill>
                <a:latin typeface="Times New Roman"/>
                <a:cs typeface="Times New Roman"/>
              </a:rPr>
              <a:t> </a:t>
            </a:r>
            <a:r>
              <a:rPr sz="2900" spc="55" dirty="0">
                <a:solidFill>
                  <a:srgbClr val="010101"/>
                </a:solidFill>
                <a:latin typeface="Times New Roman"/>
                <a:cs typeface="Times New Roman"/>
              </a:rPr>
              <a:t>by</a:t>
            </a:r>
            <a:r>
              <a:rPr sz="2900" spc="90" dirty="0">
                <a:solidFill>
                  <a:srgbClr val="010101"/>
                </a:solidFill>
                <a:latin typeface="Times New Roman"/>
                <a:cs typeface="Times New Roman"/>
              </a:rPr>
              <a:t> </a:t>
            </a:r>
            <a:r>
              <a:rPr sz="2900" spc="60" dirty="0">
                <a:solidFill>
                  <a:srgbClr val="010101"/>
                </a:solidFill>
                <a:latin typeface="Times New Roman"/>
                <a:cs typeface="Times New Roman"/>
              </a:rPr>
              <a:t>use</a:t>
            </a:r>
            <a:r>
              <a:rPr sz="2900" spc="125" dirty="0">
                <a:solidFill>
                  <a:srgbClr val="010101"/>
                </a:solidFill>
                <a:latin typeface="Times New Roman"/>
                <a:cs typeface="Times New Roman"/>
              </a:rPr>
              <a:t> </a:t>
            </a:r>
            <a:r>
              <a:rPr sz="2900" spc="60" dirty="0">
                <a:solidFill>
                  <a:srgbClr val="010101"/>
                </a:solidFill>
                <a:latin typeface="Times New Roman"/>
                <a:cs typeface="Times New Roman"/>
              </a:rPr>
              <a:t>of</a:t>
            </a:r>
            <a:r>
              <a:rPr sz="2900" spc="110" dirty="0">
                <a:solidFill>
                  <a:srgbClr val="010101"/>
                </a:solidFill>
                <a:latin typeface="Times New Roman"/>
                <a:cs typeface="Times New Roman"/>
              </a:rPr>
              <a:t> </a:t>
            </a:r>
            <a:r>
              <a:rPr sz="2900" spc="50" dirty="0">
                <a:solidFill>
                  <a:srgbClr val="010101"/>
                </a:solidFill>
                <a:latin typeface="Times New Roman"/>
                <a:cs typeface="Times New Roman"/>
              </a:rPr>
              <a:t>call-</a:t>
            </a:r>
            <a:r>
              <a:rPr sz="2900" spc="60" dirty="0">
                <a:solidFill>
                  <a:srgbClr val="010101"/>
                </a:solidFill>
                <a:latin typeface="Times New Roman"/>
                <a:cs typeface="Times New Roman"/>
              </a:rPr>
              <a:t>by-</a:t>
            </a:r>
            <a:r>
              <a:rPr sz="2900" spc="45" dirty="0">
                <a:solidFill>
                  <a:srgbClr val="010101"/>
                </a:solidFill>
                <a:latin typeface="Times New Roman"/>
                <a:cs typeface="Times New Roman"/>
              </a:rPr>
              <a:t>reference.</a:t>
            </a:r>
            <a:endParaRPr sz="2900">
              <a:latin typeface="Times New Roman"/>
              <a:cs typeface="Times New Roman"/>
            </a:endParaRPr>
          </a:p>
          <a:p>
            <a:pPr marL="353060" marR="6350" indent="-340995">
              <a:lnSpc>
                <a:spcPct val="104500"/>
              </a:lnSpc>
              <a:spcBef>
                <a:spcPts val="535"/>
              </a:spcBef>
              <a:buClr>
                <a:srgbClr val="D88044"/>
              </a:buClr>
              <a:buSzPct val="101724"/>
              <a:buFont typeface="Arial"/>
              <a:buChar char="□"/>
              <a:tabLst>
                <a:tab pos="354965" algn="l"/>
                <a:tab pos="1833245" algn="l"/>
                <a:tab pos="2286635" algn="l"/>
                <a:tab pos="2903220" algn="l"/>
                <a:tab pos="3994150" algn="l"/>
                <a:tab pos="5064760" algn="l"/>
                <a:tab pos="5684520" algn="l"/>
                <a:tab pos="6988175" algn="l"/>
                <a:tab pos="7524115" algn="l"/>
                <a:tab pos="8542655" algn="l"/>
              </a:tabLst>
            </a:pPr>
            <a:r>
              <a:rPr sz="2900" spc="-10" dirty="0">
                <a:solidFill>
                  <a:srgbClr val="010101"/>
                </a:solidFill>
                <a:latin typeface="Times New Roman"/>
                <a:cs typeface="Times New Roman"/>
              </a:rPr>
              <a:t>Changes</a:t>
            </a:r>
            <a:r>
              <a:rPr sz="2900" dirty="0">
                <a:solidFill>
                  <a:srgbClr val="010101"/>
                </a:solidFill>
                <a:latin typeface="Times New Roman"/>
                <a:cs typeface="Times New Roman"/>
              </a:rPr>
              <a:t>	</a:t>
            </a:r>
            <a:r>
              <a:rPr sz="2900" spc="20" dirty="0">
                <a:solidFill>
                  <a:srgbClr val="010101"/>
                </a:solidFill>
                <a:latin typeface="Times New Roman"/>
                <a:cs typeface="Times New Roman"/>
              </a:rPr>
              <a:t>to</a:t>
            </a:r>
            <a:r>
              <a:rPr sz="2900" dirty="0">
                <a:solidFill>
                  <a:srgbClr val="010101"/>
                </a:solidFill>
                <a:latin typeface="Times New Roman"/>
                <a:cs typeface="Times New Roman"/>
              </a:rPr>
              <a:t>	</a:t>
            </a:r>
            <a:r>
              <a:rPr sz="2900" spc="-25" dirty="0">
                <a:solidFill>
                  <a:srgbClr val="010101"/>
                </a:solidFill>
                <a:latin typeface="Times New Roman"/>
                <a:cs typeface="Times New Roman"/>
              </a:rPr>
              <a:t>the</a:t>
            </a:r>
            <a:r>
              <a:rPr sz="2900" dirty="0">
                <a:solidFill>
                  <a:srgbClr val="010101"/>
                </a:solidFill>
                <a:latin typeface="Times New Roman"/>
                <a:cs typeface="Times New Roman"/>
              </a:rPr>
              <a:t>	</a:t>
            </a:r>
            <a:r>
              <a:rPr sz="2900" spc="-10" dirty="0">
                <a:solidFill>
                  <a:srgbClr val="010101"/>
                </a:solidFill>
                <a:latin typeface="Times New Roman"/>
                <a:cs typeface="Times New Roman"/>
              </a:rPr>
              <a:t>object</a:t>
            </a:r>
            <a:r>
              <a:rPr sz="2900" dirty="0">
                <a:solidFill>
                  <a:srgbClr val="010101"/>
                </a:solidFill>
                <a:latin typeface="Times New Roman"/>
                <a:cs typeface="Times New Roman"/>
              </a:rPr>
              <a:t>	</a:t>
            </a:r>
            <a:r>
              <a:rPr sz="2900" spc="-10" dirty="0">
                <a:solidFill>
                  <a:srgbClr val="010101"/>
                </a:solidFill>
                <a:latin typeface="Times New Roman"/>
                <a:cs typeface="Times New Roman"/>
              </a:rPr>
              <a:t>inside</a:t>
            </a:r>
            <a:r>
              <a:rPr sz="2900" dirty="0">
                <a:solidFill>
                  <a:srgbClr val="010101"/>
                </a:solidFill>
                <a:latin typeface="Times New Roman"/>
                <a:cs typeface="Times New Roman"/>
              </a:rPr>
              <a:t>	</a:t>
            </a:r>
            <a:r>
              <a:rPr sz="2900" spc="-25" dirty="0">
                <a:solidFill>
                  <a:srgbClr val="010101"/>
                </a:solidFill>
                <a:latin typeface="Times New Roman"/>
                <a:cs typeface="Times New Roman"/>
              </a:rPr>
              <a:t>the</a:t>
            </a:r>
            <a:r>
              <a:rPr sz="2900" dirty="0">
                <a:solidFill>
                  <a:srgbClr val="010101"/>
                </a:solidFill>
                <a:latin typeface="Times New Roman"/>
                <a:cs typeface="Times New Roman"/>
              </a:rPr>
              <a:t>	</a:t>
            </a:r>
            <a:r>
              <a:rPr sz="2900" spc="-10" dirty="0">
                <a:solidFill>
                  <a:srgbClr val="010101"/>
                </a:solidFill>
                <a:latin typeface="Times New Roman"/>
                <a:cs typeface="Times New Roman"/>
              </a:rPr>
              <a:t>method</a:t>
            </a:r>
            <a:r>
              <a:rPr sz="2900" dirty="0">
                <a:solidFill>
                  <a:srgbClr val="010101"/>
                </a:solidFill>
                <a:latin typeface="Times New Roman"/>
                <a:cs typeface="Times New Roman"/>
              </a:rPr>
              <a:t>	</a:t>
            </a:r>
            <a:r>
              <a:rPr sz="2900" spc="20" dirty="0">
                <a:solidFill>
                  <a:srgbClr val="010101"/>
                </a:solidFill>
                <a:latin typeface="Times New Roman"/>
                <a:cs typeface="Times New Roman"/>
              </a:rPr>
              <a:t>do</a:t>
            </a:r>
            <a:r>
              <a:rPr sz="2900" dirty="0">
                <a:solidFill>
                  <a:srgbClr val="010101"/>
                </a:solidFill>
                <a:latin typeface="Times New Roman"/>
                <a:cs typeface="Times New Roman"/>
              </a:rPr>
              <a:t>	</a:t>
            </a:r>
            <a:r>
              <a:rPr sz="2900" spc="-10" dirty="0">
                <a:solidFill>
                  <a:srgbClr val="010101"/>
                </a:solidFill>
                <a:latin typeface="Times New Roman"/>
                <a:cs typeface="Times New Roman"/>
              </a:rPr>
              <a:t>affect</a:t>
            </a:r>
            <a:r>
              <a:rPr sz="2900" dirty="0">
                <a:solidFill>
                  <a:srgbClr val="010101"/>
                </a:solidFill>
                <a:latin typeface="Times New Roman"/>
                <a:cs typeface="Times New Roman"/>
              </a:rPr>
              <a:t>	</a:t>
            </a:r>
            <a:r>
              <a:rPr sz="2900" spc="-25" dirty="0">
                <a:solidFill>
                  <a:srgbClr val="010101"/>
                </a:solidFill>
                <a:latin typeface="Times New Roman"/>
                <a:cs typeface="Times New Roman"/>
              </a:rPr>
              <a:t>the 	</a:t>
            </a:r>
            <a:r>
              <a:rPr sz="2900" dirty="0">
                <a:solidFill>
                  <a:srgbClr val="010101"/>
                </a:solidFill>
                <a:latin typeface="Times New Roman"/>
                <a:cs typeface="Times New Roman"/>
              </a:rPr>
              <a:t>object</a:t>
            </a:r>
            <a:r>
              <a:rPr sz="2900" spc="260" dirty="0">
                <a:solidFill>
                  <a:srgbClr val="010101"/>
                </a:solidFill>
                <a:latin typeface="Times New Roman"/>
                <a:cs typeface="Times New Roman"/>
              </a:rPr>
              <a:t> </a:t>
            </a:r>
            <a:r>
              <a:rPr sz="2900" dirty="0">
                <a:solidFill>
                  <a:srgbClr val="010101"/>
                </a:solidFill>
                <a:latin typeface="Times New Roman"/>
                <a:cs typeface="Times New Roman"/>
              </a:rPr>
              <a:t>used</a:t>
            </a:r>
            <a:r>
              <a:rPr sz="2900" spc="195" dirty="0">
                <a:solidFill>
                  <a:srgbClr val="010101"/>
                </a:solidFill>
                <a:latin typeface="Times New Roman"/>
                <a:cs typeface="Times New Roman"/>
              </a:rPr>
              <a:t> </a:t>
            </a:r>
            <a:r>
              <a:rPr sz="2900" spc="55" dirty="0">
                <a:solidFill>
                  <a:srgbClr val="010101"/>
                </a:solidFill>
                <a:latin typeface="Times New Roman"/>
                <a:cs typeface="Times New Roman"/>
              </a:rPr>
              <a:t>as</a:t>
            </a:r>
            <a:r>
              <a:rPr sz="2900" spc="135" dirty="0">
                <a:solidFill>
                  <a:srgbClr val="010101"/>
                </a:solidFill>
                <a:latin typeface="Times New Roman"/>
                <a:cs typeface="Times New Roman"/>
              </a:rPr>
              <a:t> </a:t>
            </a:r>
            <a:r>
              <a:rPr sz="2900" spc="50" dirty="0">
                <a:solidFill>
                  <a:srgbClr val="010101"/>
                </a:solidFill>
                <a:latin typeface="Times New Roman"/>
                <a:cs typeface="Times New Roman"/>
              </a:rPr>
              <a:t>an</a:t>
            </a:r>
            <a:r>
              <a:rPr sz="2900" spc="100" dirty="0">
                <a:solidFill>
                  <a:srgbClr val="010101"/>
                </a:solidFill>
                <a:latin typeface="Times New Roman"/>
                <a:cs typeface="Times New Roman"/>
              </a:rPr>
              <a:t> </a:t>
            </a:r>
            <a:r>
              <a:rPr sz="2900" spc="-10" dirty="0">
                <a:solidFill>
                  <a:srgbClr val="010101"/>
                </a:solidFill>
                <a:latin typeface="Times New Roman"/>
                <a:cs typeface="Times New Roman"/>
              </a:rPr>
              <a:t>argument.</a:t>
            </a:r>
            <a:endParaRPr sz="2900">
              <a:latin typeface="Times New Roman"/>
              <a:cs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22225">
              <a:lnSpc>
                <a:spcPct val="100000"/>
              </a:lnSpc>
              <a:spcBef>
                <a:spcPts val="110"/>
              </a:spcBef>
            </a:pPr>
            <a:r>
              <a:rPr sz="4450" spc="50" dirty="0">
                <a:solidFill>
                  <a:srgbClr val="77645B"/>
                </a:solidFill>
                <a:latin typeface="Times New Roman"/>
                <a:cs typeface="Times New Roman"/>
              </a:rPr>
              <a:t>Call</a:t>
            </a:r>
            <a:r>
              <a:rPr sz="4450" spc="210" dirty="0">
                <a:solidFill>
                  <a:srgbClr val="77645B"/>
                </a:solidFill>
                <a:latin typeface="Times New Roman"/>
                <a:cs typeface="Times New Roman"/>
              </a:rPr>
              <a:t> </a:t>
            </a:r>
            <a:r>
              <a:rPr sz="4450" spc="65" dirty="0">
                <a:solidFill>
                  <a:srgbClr val="77645B"/>
                </a:solidFill>
                <a:latin typeface="Times New Roman"/>
                <a:cs typeface="Times New Roman"/>
              </a:rPr>
              <a:t>by</a:t>
            </a:r>
            <a:r>
              <a:rPr sz="4450" spc="220" dirty="0">
                <a:solidFill>
                  <a:srgbClr val="77645B"/>
                </a:solidFill>
                <a:latin typeface="Times New Roman"/>
                <a:cs typeface="Times New Roman"/>
              </a:rPr>
              <a:t> </a:t>
            </a:r>
            <a:r>
              <a:rPr sz="4450" dirty="0">
                <a:solidFill>
                  <a:srgbClr val="77645B"/>
                </a:solidFill>
                <a:latin typeface="Times New Roman"/>
                <a:cs typeface="Times New Roman"/>
              </a:rPr>
              <a:t>reference</a:t>
            </a:r>
            <a:r>
              <a:rPr sz="4450" spc="655" dirty="0">
                <a:solidFill>
                  <a:srgbClr val="77645B"/>
                </a:solidFill>
                <a:latin typeface="Times New Roman"/>
                <a:cs typeface="Times New Roman"/>
              </a:rPr>
              <a:t> </a:t>
            </a:r>
            <a:r>
              <a:rPr sz="4450" dirty="0">
                <a:solidFill>
                  <a:srgbClr val="77645B"/>
                </a:solidFill>
                <a:latin typeface="Times New Roman"/>
                <a:cs typeface="Times New Roman"/>
              </a:rPr>
              <a:t>...</a:t>
            </a:r>
            <a:r>
              <a:rPr sz="4450" spc="20" dirty="0">
                <a:solidFill>
                  <a:srgbClr val="77645B"/>
                </a:solidFill>
                <a:latin typeface="Times New Roman"/>
                <a:cs typeface="Times New Roman"/>
              </a:rPr>
              <a:t> </a:t>
            </a:r>
            <a:r>
              <a:rPr sz="4450" dirty="0">
                <a:solidFill>
                  <a:srgbClr val="77645B"/>
                </a:solidFill>
                <a:latin typeface="Times New Roman"/>
                <a:cs typeface="Times New Roman"/>
              </a:rPr>
              <a:t>example</a:t>
            </a:r>
            <a:r>
              <a:rPr sz="4450" spc="-605" dirty="0">
                <a:solidFill>
                  <a:srgbClr val="77645B"/>
                </a:solidFill>
                <a:latin typeface="Times New Roman"/>
                <a:cs typeface="Times New Roman"/>
              </a:rPr>
              <a:t> </a:t>
            </a:r>
            <a:r>
              <a:rPr sz="4450" spc="-25" dirty="0">
                <a:solidFill>
                  <a:srgbClr val="77645B"/>
                </a:solidFill>
                <a:latin typeface="Times New Roman"/>
                <a:cs typeface="Times New Roman"/>
              </a:rPr>
              <a:t>...</a:t>
            </a:r>
            <a:endParaRPr sz="4450">
              <a:latin typeface="Times New Roman"/>
              <a:cs typeface="Times New Roman"/>
            </a:endParaRPr>
          </a:p>
        </p:txBody>
      </p:sp>
      <p:sp>
        <p:nvSpPr>
          <p:cNvPr id="3" name="object 3"/>
          <p:cNvSpPr txBox="1"/>
          <p:nvPr/>
        </p:nvSpPr>
        <p:spPr>
          <a:xfrm>
            <a:off x="512756" y="995686"/>
            <a:ext cx="654685" cy="1125855"/>
          </a:xfrm>
          <a:prstGeom prst="rect">
            <a:avLst/>
          </a:prstGeom>
        </p:spPr>
        <p:txBody>
          <a:bodyPr vert="horz" wrap="square" lIns="0" tIns="15240" rIns="0" bIns="0" rtlCol="0">
            <a:spAutoFit/>
          </a:bodyPr>
          <a:lstStyle/>
          <a:p>
            <a:pPr marL="12700">
              <a:lnSpc>
                <a:spcPct val="100000"/>
              </a:lnSpc>
              <a:spcBef>
                <a:spcPts val="120"/>
              </a:spcBef>
            </a:pPr>
            <a:r>
              <a:rPr sz="7200" spc="65" dirty="0">
                <a:solidFill>
                  <a:srgbClr val="DD7E42"/>
                </a:solidFill>
                <a:latin typeface="Times New Roman"/>
                <a:cs typeface="Times New Roman"/>
              </a:rPr>
              <a:t>-</a:t>
            </a:r>
            <a:r>
              <a:rPr sz="7200" spc="15" dirty="0">
                <a:solidFill>
                  <a:srgbClr val="DD7E42"/>
                </a:solidFill>
                <a:latin typeface="Times New Roman"/>
                <a:cs typeface="Times New Roman"/>
              </a:rPr>
              <a:t>­</a:t>
            </a:r>
            <a:endParaRPr sz="7200">
              <a:latin typeface="Times New Roman"/>
              <a:cs typeface="Times New Roman"/>
            </a:endParaRPr>
          </a:p>
        </p:txBody>
      </p:sp>
      <p:sp>
        <p:nvSpPr>
          <p:cNvPr id="4" name="object 4"/>
          <p:cNvSpPr txBox="1"/>
          <p:nvPr/>
        </p:nvSpPr>
        <p:spPr>
          <a:xfrm>
            <a:off x="884078" y="1805074"/>
            <a:ext cx="1554480" cy="407670"/>
          </a:xfrm>
          <a:prstGeom prst="rect">
            <a:avLst/>
          </a:prstGeom>
        </p:spPr>
        <p:txBody>
          <a:bodyPr vert="horz" wrap="square" lIns="0" tIns="13335" rIns="0" bIns="0" rtlCol="0">
            <a:spAutoFit/>
          </a:bodyPr>
          <a:lstStyle/>
          <a:p>
            <a:pPr marL="12700">
              <a:lnSpc>
                <a:spcPct val="100000"/>
              </a:lnSpc>
              <a:spcBef>
                <a:spcPts val="105"/>
              </a:spcBef>
            </a:pPr>
            <a:r>
              <a:rPr sz="2500" dirty="0">
                <a:solidFill>
                  <a:srgbClr val="030303"/>
                </a:solidFill>
                <a:latin typeface="Times New Roman"/>
                <a:cs typeface="Times New Roman"/>
              </a:rPr>
              <a:t>class</a:t>
            </a:r>
            <a:r>
              <a:rPr sz="2500" spc="110" dirty="0">
                <a:solidFill>
                  <a:srgbClr val="030303"/>
                </a:solidFill>
                <a:latin typeface="Times New Roman"/>
                <a:cs typeface="Times New Roman"/>
              </a:rPr>
              <a:t> </a:t>
            </a:r>
            <a:r>
              <a:rPr sz="2500" dirty="0">
                <a:solidFill>
                  <a:srgbClr val="030303"/>
                </a:solidFill>
                <a:latin typeface="Times New Roman"/>
                <a:cs typeface="Times New Roman"/>
              </a:rPr>
              <a:t>Test</a:t>
            </a:r>
            <a:r>
              <a:rPr sz="2500" spc="150" dirty="0">
                <a:solidFill>
                  <a:srgbClr val="030303"/>
                </a:solidFill>
                <a:latin typeface="Times New Roman"/>
                <a:cs typeface="Times New Roman"/>
              </a:rPr>
              <a:t> </a:t>
            </a:r>
            <a:r>
              <a:rPr sz="2500" spc="55" dirty="0">
                <a:solidFill>
                  <a:srgbClr val="030303"/>
                </a:solidFill>
                <a:latin typeface="Times New Roman"/>
                <a:cs typeface="Times New Roman"/>
              </a:rPr>
              <a:t>{</a:t>
            </a:r>
            <a:endParaRPr sz="2500">
              <a:latin typeface="Times New Roman"/>
              <a:cs typeface="Times New Roman"/>
            </a:endParaRPr>
          </a:p>
        </p:txBody>
      </p:sp>
      <p:sp>
        <p:nvSpPr>
          <p:cNvPr id="5" name="object 5"/>
          <p:cNvSpPr txBox="1"/>
          <p:nvPr/>
        </p:nvSpPr>
        <p:spPr>
          <a:xfrm>
            <a:off x="1223419" y="2193507"/>
            <a:ext cx="5951220" cy="4544193"/>
          </a:xfrm>
          <a:prstGeom prst="rect">
            <a:avLst/>
          </a:prstGeom>
        </p:spPr>
        <p:txBody>
          <a:bodyPr vert="horz" wrap="square" lIns="0" tIns="40005" rIns="0" bIns="0" rtlCol="0">
            <a:spAutoFit/>
          </a:bodyPr>
          <a:lstStyle/>
          <a:p>
            <a:pPr marL="1587500">
              <a:lnSpc>
                <a:spcPct val="100000"/>
              </a:lnSpc>
              <a:spcBef>
                <a:spcPts val="315"/>
              </a:spcBef>
            </a:pPr>
            <a:r>
              <a:rPr sz="2500" dirty="0">
                <a:solidFill>
                  <a:srgbClr val="030303"/>
                </a:solidFill>
                <a:latin typeface="Times New Roman"/>
                <a:cs typeface="Times New Roman"/>
              </a:rPr>
              <a:t>int</a:t>
            </a:r>
            <a:r>
              <a:rPr sz="2500" spc="175" dirty="0">
                <a:solidFill>
                  <a:srgbClr val="030303"/>
                </a:solidFill>
                <a:latin typeface="Times New Roman"/>
                <a:cs typeface="Times New Roman"/>
              </a:rPr>
              <a:t> </a:t>
            </a:r>
            <a:r>
              <a:rPr sz="2500" dirty="0">
                <a:solidFill>
                  <a:srgbClr val="030303"/>
                </a:solidFill>
                <a:latin typeface="Times New Roman"/>
                <a:cs typeface="Times New Roman"/>
              </a:rPr>
              <a:t>a,</a:t>
            </a:r>
            <a:r>
              <a:rPr sz="2500" spc="120" dirty="0">
                <a:solidFill>
                  <a:srgbClr val="030303"/>
                </a:solidFill>
                <a:latin typeface="Times New Roman"/>
                <a:cs typeface="Times New Roman"/>
              </a:rPr>
              <a:t> </a:t>
            </a:r>
            <a:r>
              <a:rPr sz="2500" spc="-25" dirty="0">
                <a:solidFill>
                  <a:srgbClr val="030303"/>
                </a:solidFill>
                <a:latin typeface="Times New Roman"/>
                <a:cs typeface="Times New Roman"/>
              </a:rPr>
              <a:t>b;</a:t>
            </a:r>
            <a:endParaRPr sz="2500" dirty="0">
              <a:latin typeface="Times New Roman"/>
              <a:cs typeface="Times New Roman"/>
            </a:endParaRPr>
          </a:p>
          <a:p>
            <a:pPr marL="1587500">
              <a:lnSpc>
                <a:spcPct val="100000"/>
              </a:lnSpc>
              <a:spcBef>
                <a:spcPts val="220"/>
              </a:spcBef>
            </a:pPr>
            <a:r>
              <a:rPr sz="2500" dirty="0">
                <a:solidFill>
                  <a:srgbClr val="030303"/>
                </a:solidFill>
                <a:latin typeface="Times New Roman"/>
                <a:cs typeface="Times New Roman"/>
              </a:rPr>
              <a:t>Test(int</a:t>
            </a:r>
            <a:r>
              <a:rPr sz="2500" spc="265" dirty="0">
                <a:solidFill>
                  <a:srgbClr val="030303"/>
                </a:solidFill>
                <a:latin typeface="Times New Roman"/>
                <a:cs typeface="Times New Roman"/>
              </a:rPr>
              <a:t> </a:t>
            </a:r>
            <a:r>
              <a:rPr sz="2500" dirty="0">
                <a:solidFill>
                  <a:srgbClr val="030303"/>
                </a:solidFill>
                <a:latin typeface="Times New Roman"/>
                <a:cs typeface="Times New Roman"/>
              </a:rPr>
              <a:t>i,</a:t>
            </a:r>
            <a:r>
              <a:rPr sz="2500" spc="60" dirty="0">
                <a:solidFill>
                  <a:srgbClr val="030303"/>
                </a:solidFill>
                <a:latin typeface="Times New Roman"/>
                <a:cs typeface="Times New Roman"/>
              </a:rPr>
              <a:t> </a:t>
            </a:r>
            <a:r>
              <a:rPr sz="2500" dirty="0">
                <a:solidFill>
                  <a:srgbClr val="030303"/>
                </a:solidFill>
                <a:latin typeface="Times New Roman"/>
                <a:cs typeface="Times New Roman"/>
              </a:rPr>
              <a:t>int</a:t>
            </a:r>
            <a:r>
              <a:rPr sz="2500" spc="70" dirty="0">
                <a:solidFill>
                  <a:srgbClr val="030303"/>
                </a:solidFill>
                <a:latin typeface="Times New Roman"/>
                <a:cs typeface="Times New Roman"/>
              </a:rPr>
              <a:t> </a:t>
            </a:r>
            <a:r>
              <a:rPr sz="2500" spc="50" dirty="0">
                <a:solidFill>
                  <a:srgbClr val="030303"/>
                </a:solidFill>
                <a:latin typeface="Times New Roman"/>
                <a:cs typeface="Times New Roman"/>
              </a:rPr>
              <a:t>j)</a:t>
            </a:r>
            <a:r>
              <a:rPr sz="2500" spc="70" dirty="0">
                <a:solidFill>
                  <a:srgbClr val="030303"/>
                </a:solidFill>
                <a:latin typeface="Times New Roman"/>
                <a:cs typeface="Times New Roman"/>
              </a:rPr>
              <a:t> </a:t>
            </a:r>
            <a:r>
              <a:rPr sz="2500" spc="30" dirty="0">
                <a:solidFill>
                  <a:srgbClr val="030303"/>
                </a:solidFill>
                <a:latin typeface="Times New Roman"/>
                <a:cs typeface="Times New Roman"/>
              </a:rPr>
              <a:t>{</a:t>
            </a:r>
            <a:endParaRPr sz="2500" dirty="0">
              <a:latin typeface="Times New Roman"/>
              <a:cs typeface="Times New Roman"/>
            </a:endParaRPr>
          </a:p>
          <a:p>
            <a:pPr marL="3505200">
              <a:lnSpc>
                <a:spcPct val="100000"/>
              </a:lnSpc>
              <a:spcBef>
                <a:spcPts val="120"/>
              </a:spcBef>
            </a:pPr>
            <a:r>
              <a:rPr sz="2500" spc="-235" dirty="0">
                <a:solidFill>
                  <a:srgbClr val="030303"/>
                </a:solidFill>
                <a:latin typeface="Times New Roman"/>
                <a:cs typeface="Times New Roman"/>
              </a:rPr>
              <a:t>a</a:t>
            </a:r>
            <a:r>
              <a:rPr lang="en-IN" sz="2500" spc="-235" dirty="0">
                <a:solidFill>
                  <a:srgbClr val="030303"/>
                </a:solidFill>
                <a:latin typeface="Times New Roman"/>
                <a:cs typeface="Times New Roman"/>
              </a:rPr>
              <a:t>=   </a:t>
            </a:r>
            <a:r>
              <a:rPr lang="en-IN" sz="2500" spc="-235" dirty="0" err="1">
                <a:solidFill>
                  <a:srgbClr val="030303"/>
                </a:solidFill>
                <a:latin typeface="Times New Roman"/>
                <a:cs typeface="Times New Roman"/>
              </a:rPr>
              <a:t>i</a:t>
            </a:r>
            <a:r>
              <a:rPr lang="en-IN" sz="2500" spc="-235" dirty="0">
                <a:solidFill>
                  <a:srgbClr val="030303"/>
                </a:solidFill>
                <a:latin typeface="Times New Roman"/>
                <a:cs typeface="Times New Roman"/>
              </a:rPr>
              <a:t> </a:t>
            </a:r>
            <a:r>
              <a:rPr lang="en-US" sz="2500" spc="-235" dirty="0">
                <a:solidFill>
                  <a:srgbClr val="030303"/>
                </a:solidFill>
                <a:latin typeface="Times New Roman"/>
                <a:cs typeface="Times New Roman"/>
              </a:rPr>
              <a:t>; </a:t>
            </a:r>
          </a:p>
          <a:p>
            <a:pPr marL="3505200">
              <a:lnSpc>
                <a:spcPct val="100000"/>
              </a:lnSpc>
              <a:spcBef>
                <a:spcPts val="120"/>
              </a:spcBef>
            </a:pPr>
            <a:r>
              <a:rPr sz="2450" spc="85" dirty="0">
                <a:solidFill>
                  <a:srgbClr val="030303"/>
                </a:solidFill>
                <a:latin typeface="Times New Roman"/>
                <a:cs typeface="Times New Roman"/>
              </a:rPr>
              <a:t>b</a:t>
            </a:r>
            <a:r>
              <a:rPr sz="2450" spc="30" dirty="0">
                <a:solidFill>
                  <a:srgbClr val="030303"/>
                </a:solidFill>
                <a:latin typeface="Times New Roman"/>
                <a:cs typeface="Times New Roman"/>
              </a:rPr>
              <a:t> </a:t>
            </a:r>
            <a:r>
              <a:rPr lang="en-US" sz="2450" spc="30" dirty="0">
                <a:solidFill>
                  <a:srgbClr val="030303"/>
                </a:solidFill>
                <a:latin typeface="Times New Roman"/>
                <a:cs typeface="Times New Roman"/>
              </a:rPr>
              <a:t>=  </a:t>
            </a:r>
            <a:r>
              <a:rPr lang="en-US" sz="2500" spc="-730" dirty="0">
                <a:solidFill>
                  <a:srgbClr val="030303"/>
                </a:solidFill>
                <a:latin typeface="Times New Roman"/>
                <a:cs typeface="Times New Roman"/>
              </a:rPr>
              <a:t>  </a:t>
            </a:r>
            <a:r>
              <a:rPr sz="2450" spc="35" dirty="0">
                <a:solidFill>
                  <a:srgbClr val="030303"/>
                </a:solidFill>
                <a:latin typeface="Times New Roman"/>
                <a:cs typeface="Times New Roman"/>
              </a:rPr>
              <a:t>j;</a:t>
            </a:r>
            <a:endParaRPr sz="2450" dirty="0">
              <a:latin typeface="Times New Roman"/>
              <a:cs typeface="Times New Roman"/>
            </a:endParaRPr>
          </a:p>
          <a:p>
            <a:pPr marL="1609090">
              <a:lnSpc>
                <a:spcPct val="100000"/>
              </a:lnSpc>
              <a:spcBef>
                <a:spcPts val="334"/>
              </a:spcBef>
            </a:pPr>
            <a:r>
              <a:rPr sz="2450" spc="80" dirty="0">
                <a:solidFill>
                  <a:srgbClr val="030303"/>
                </a:solidFill>
                <a:latin typeface="Arial"/>
                <a:cs typeface="Arial"/>
              </a:rPr>
              <a:t>}</a:t>
            </a:r>
            <a:endParaRPr sz="2450" dirty="0">
              <a:latin typeface="Arial"/>
              <a:cs typeface="Arial"/>
            </a:endParaRPr>
          </a:p>
          <a:p>
            <a:pPr marL="1588135" marR="1641475" indent="1905">
              <a:lnSpc>
                <a:spcPts val="3270"/>
              </a:lnSpc>
              <a:spcBef>
                <a:spcPts val="110"/>
              </a:spcBef>
            </a:pPr>
            <a:r>
              <a:rPr sz="2500" dirty="0">
                <a:solidFill>
                  <a:srgbClr val="030303"/>
                </a:solidFill>
                <a:latin typeface="Times New Roman"/>
                <a:cs typeface="Times New Roman"/>
              </a:rPr>
              <a:t>//</a:t>
            </a:r>
            <a:r>
              <a:rPr sz="2500" spc="85" dirty="0">
                <a:solidFill>
                  <a:srgbClr val="030303"/>
                </a:solidFill>
                <a:latin typeface="Times New Roman"/>
                <a:cs typeface="Times New Roman"/>
              </a:rPr>
              <a:t> </a:t>
            </a:r>
            <a:r>
              <a:rPr sz="2500" dirty="0">
                <a:solidFill>
                  <a:srgbClr val="030303"/>
                </a:solidFill>
                <a:latin typeface="Times New Roman"/>
                <a:cs typeface="Times New Roman"/>
              </a:rPr>
              <a:t>pass</a:t>
            </a:r>
            <a:r>
              <a:rPr sz="2500" spc="160" dirty="0">
                <a:solidFill>
                  <a:srgbClr val="030303"/>
                </a:solidFill>
                <a:latin typeface="Times New Roman"/>
                <a:cs typeface="Times New Roman"/>
              </a:rPr>
              <a:t> </a:t>
            </a:r>
            <a:r>
              <a:rPr sz="2500" spc="55" dirty="0">
                <a:solidFill>
                  <a:srgbClr val="030303"/>
                </a:solidFill>
                <a:latin typeface="Times New Roman"/>
                <a:cs typeface="Times New Roman"/>
              </a:rPr>
              <a:t>an</a:t>
            </a:r>
            <a:r>
              <a:rPr sz="2500" spc="95" dirty="0">
                <a:solidFill>
                  <a:srgbClr val="030303"/>
                </a:solidFill>
                <a:latin typeface="Times New Roman"/>
                <a:cs typeface="Times New Roman"/>
              </a:rPr>
              <a:t> </a:t>
            </a:r>
            <a:r>
              <a:rPr sz="2500" spc="-10" dirty="0">
                <a:solidFill>
                  <a:srgbClr val="030303"/>
                </a:solidFill>
                <a:latin typeface="Times New Roman"/>
                <a:cs typeface="Times New Roman"/>
              </a:rPr>
              <a:t>object</a:t>
            </a:r>
            <a:r>
              <a:rPr sz="2500" spc="625" dirty="0">
                <a:solidFill>
                  <a:srgbClr val="030303"/>
                </a:solidFill>
                <a:latin typeface="Times New Roman"/>
                <a:cs typeface="Times New Roman"/>
              </a:rPr>
              <a:t> </a:t>
            </a:r>
            <a:r>
              <a:rPr sz="2500" dirty="0">
                <a:solidFill>
                  <a:srgbClr val="030303"/>
                </a:solidFill>
                <a:latin typeface="Times New Roman"/>
                <a:cs typeface="Times New Roman"/>
              </a:rPr>
              <a:t>void</a:t>
            </a:r>
            <a:r>
              <a:rPr sz="2500" spc="235" dirty="0">
                <a:solidFill>
                  <a:srgbClr val="030303"/>
                </a:solidFill>
                <a:latin typeface="Times New Roman"/>
                <a:cs typeface="Times New Roman"/>
              </a:rPr>
              <a:t> </a:t>
            </a:r>
            <a:r>
              <a:rPr sz="2400" b="1" dirty="0">
                <a:solidFill>
                  <a:srgbClr val="030303"/>
                </a:solidFill>
                <a:latin typeface="Times New Roman"/>
                <a:cs typeface="Times New Roman"/>
              </a:rPr>
              <a:t>fun(</a:t>
            </a:r>
            <a:r>
              <a:rPr sz="2400" b="1" dirty="0">
                <a:solidFill>
                  <a:srgbClr val="F40305"/>
                </a:solidFill>
                <a:latin typeface="Times New Roman"/>
                <a:cs typeface="Times New Roman"/>
              </a:rPr>
              <a:t>Test</a:t>
            </a:r>
            <a:r>
              <a:rPr sz="2400" b="1" spc="204" dirty="0">
                <a:solidFill>
                  <a:srgbClr val="F40305"/>
                </a:solidFill>
                <a:latin typeface="Times New Roman"/>
                <a:cs typeface="Times New Roman"/>
              </a:rPr>
              <a:t> </a:t>
            </a:r>
            <a:r>
              <a:rPr sz="2400" b="1" spc="75" dirty="0">
                <a:solidFill>
                  <a:srgbClr val="F40305"/>
                </a:solidFill>
                <a:latin typeface="Times New Roman"/>
                <a:cs typeface="Times New Roman"/>
              </a:rPr>
              <a:t>obj</a:t>
            </a:r>
            <a:r>
              <a:rPr sz="2400" b="1" spc="75" dirty="0">
                <a:solidFill>
                  <a:srgbClr val="030303"/>
                </a:solidFill>
                <a:latin typeface="Times New Roman"/>
                <a:cs typeface="Times New Roman"/>
              </a:rPr>
              <a:t>)</a:t>
            </a:r>
            <a:r>
              <a:rPr sz="2400" b="1" spc="250" dirty="0">
                <a:solidFill>
                  <a:srgbClr val="030303"/>
                </a:solidFill>
                <a:latin typeface="Times New Roman"/>
                <a:cs typeface="Times New Roman"/>
              </a:rPr>
              <a:t> </a:t>
            </a:r>
            <a:r>
              <a:rPr sz="2400" spc="30" dirty="0">
                <a:solidFill>
                  <a:srgbClr val="030303"/>
                </a:solidFill>
                <a:latin typeface="Times New Roman"/>
                <a:cs typeface="Times New Roman"/>
              </a:rPr>
              <a:t>{</a:t>
            </a:r>
            <a:endParaRPr sz="2400" dirty="0">
              <a:latin typeface="Times New Roman"/>
              <a:cs typeface="Times New Roman"/>
            </a:endParaRPr>
          </a:p>
          <a:p>
            <a:pPr marL="4462780">
              <a:lnSpc>
                <a:spcPct val="100000"/>
              </a:lnSpc>
              <a:spcBef>
                <a:spcPts val="45"/>
              </a:spcBef>
            </a:pPr>
            <a:r>
              <a:rPr sz="2500" dirty="0" err="1">
                <a:solidFill>
                  <a:srgbClr val="030303"/>
                </a:solidFill>
                <a:latin typeface="Times New Roman"/>
                <a:cs typeface="Times New Roman"/>
              </a:rPr>
              <a:t>obj.a</a:t>
            </a:r>
            <a:r>
              <a:rPr sz="2500" spc="140" dirty="0">
                <a:solidFill>
                  <a:srgbClr val="030303"/>
                </a:solidFill>
                <a:latin typeface="Times New Roman"/>
                <a:cs typeface="Times New Roman"/>
              </a:rPr>
              <a:t> </a:t>
            </a:r>
            <a:r>
              <a:rPr sz="2500" spc="-465" dirty="0">
                <a:solidFill>
                  <a:srgbClr val="030303"/>
                </a:solidFill>
                <a:latin typeface="Times New Roman"/>
                <a:cs typeface="Times New Roman"/>
              </a:rPr>
              <a:t>*</a:t>
            </a:r>
            <a:r>
              <a:rPr lang="en-US" sz="2500" spc="-465" dirty="0">
                <a:solidFill>
                  <a:srgbClr val="030303"/>
                </a:solidFill>
                <a:latin typeface="Times New Roman"/>
                <a:cs typeface="Times New Roman"/>
              </a:rPr>
              <a:t>  </a:t>
            </a:r>
            <a:r>
              <a:rPr sz="2500" spc="-465" dirty="0">
                <a:solidFill>
                  <a:srgbClr val="030303"/>
                </a:solidFill>
                <a:latin typeface="Times New Roman"/>
                <a:cs typeface="Times New Roman"/>
              </a:rPr>
              <a:t>=</a:t>
            </a:r>
            <a:r>
              <a:rPr sz="2500" spc="250" dirty="0">
                <a:solidFill>
                  <a:srgbClr val="030303"/>
                </a:solidFill>
                <a:latin typeface="Times New Roman"/>
                <a:cs typeface="Times New Roman"/>
              </a:rPr>
              <a:t> </a:t>
            </a:r>
            <a:r>
              <a:rPr sz="2500" spc="-25" dirty="0">
                <a:solidFill>
                  <a:srgbClr val="030303"/>
                </a:solidFill>
                <a:latin typeface="Times New Roman"/>
                <a:cs typeface="Times New Roman"/>
              </a:rPr>
              <a:t>2;</a:t>
            </a:r>
            <a:endParaRPr sz="2500" dirty="0">
              <a:latin typeface="Times New Roman"/>
              <a:cs typeface="Times New Roman"/>
            </a:endParaRPr>
          </a:p>
          <a:p>
            <a:pPr marL="4462780">
              <a:lnSpc>
                <a:spcPct val="100000"/>
              </a:lnSpc>
              <a:spcBef>
                <a:spcPts val="244"/>
              </a:spcBef>
            </a:pPr>
            <a:r>
              <a:rPr sz="2500" dirty="0" err="1">
                <a:solidFill>
                  <a:srgbClr val="030303"/>
                </a:solidFill>
                <a:latin typeface="Times New Roman"/>
                <a:cs typeface="Times New Roman"/>
              </a:rPr>
              <a:t>obj.b</a:t>
            </a:r>
            <a:r>
              <a:rPr sz="2500" spc="150" dirty="0">
                <a:solidFill>
                  <a:srgbClr val="030303"/>
                </a:solidFill>
                <a:latin typeface="Times New Roman"/>
                <a:cs typeface="Times New Roman"/>
              </a:rPr>
              <a:t> </a:t>
            </a:r>
            <a:r>
              <a:rPr sz="2500" spc="-465" dirty="0">
                <a:solidFill>
                  <a:srgbClr val="030303"/>
                </a:solidFill>
                <a:latin typeface="Times New Roman"/>
                <a:cs typeface="Times New Roman"/>
              </a:rPr>
              <a:t>/=</a:t>
            </a:r>
            <a:r>
              <a:rPr lang="en-US" sz="2500" spc="-465" dirty="0">
                <a:solidFill>
                  <a:srgbClr val="030303"/>
                </a:solidFill>
                <a:latin typeface="Times New Roman"/>
                <a:cs typeface="Times New Roman"/>
              </a:rPr>
              <a:t> </a:t>
            </a:r>
            <a:r>
              <a:rPr sz="2500" spc="204" dirty="0">
                <a:solidFill>
                  <a:srgbClr val="030303"/>
                </a:solidFill>
                <a:latin typeface="Times New Roman"/>
                <a:cs typeface="Times New Roman"/>
              </a:rPr>
              <a:t> </a:t>
            </a:r>
            <a:r>
              <a:rPr sz="2500" spc="-25" dirty="0">
                <a:solidFill>
                  <a:srgbClr val="030303"/>
                </a:solidFill>
                <a:latin typeface="Times New Roman"/>
                <a:cs typeface="Times New Roman"/>
              </a:rPr>
              <a:t>2;</a:t>
            </a:r>
            <a:endParaRPr sz="2500" dirty="0">
              <a:latin typeface="Times New Roman"/>
              <a:cs typeface="Times New Roman"/>
            </a:endParaRPr>
          </a:p>
          <a:p>
            <a:pPr marR="693420" algn="ctr">
              <a:lnSpc>
                <a:spcPct val="100000"/>
              </a:lnSpc>
              <a:spcBef>
                <a:spcPts val="395"/>
              </a:spcBef>
            </a:pPr>
            <a:r>
              <a:rPr sz="2450" spc="80" dirty="0">
                <a:solidFill>
                  <a:srgbClr val="030303"/>
                </a:solidFill>
                <a:latin typeface="Arial"/>
                <a:cs typeface="Arial"/>
              </a:rPr>
              <a:t>}</a:t>
            </a:r>
            <a:endParaRPr sz="2450" dirty="0">
              <a:latin typeface="Arial"/>
              <a:cs typeface="Arial"/>
            </a:endParaRPr>
          </a:p>
          <a:p>
            <a:pPr marR="5777230" algn="ctr">
              <a:lnSpc>
                <a:spcPct val="100000"/>
              </a:lnSpc>
              <a:spcBef>
                <a:spcPts val="280"/>
              </a:spcBef>
            </a:pPr>
            <a:r>
              <a:rPr sz="2450" spc="80" dirty="0">
                <a:solidFill>
                  <a:srgbClr val="030303"/>
                </a:solidFill>
                <a:latin typeface="Arial"/>
                <a:cs typeface="Arial"/>
              </a:rPr>
              <a:t>}</a:t>
            </a:r>
            <a:endParaRPr sz="2450" dirty="0">
              <a:latin typeface="Arial"/>
              <a:cs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86201" y="563170"/>
            <a:ext cx="7235190" cy="705485"/>
          </a:xfrm>
          <a:prstGeom prst="rect">
            <a:avLst/>
          </a:prstGeom>
        </p:spPr>
        <p:txBody>
          <a:bodyPr vert="horz" wrap="square" lIns="0" tIns="13970" rIns="0" bIns="0" rtlCol="0">
            <a:spAutoFit/>
          </a:bodyPr>
          <a:lstStyle/>
          <a:p>
            <a:pPr marL="12700">
              <a:lnSpc>
                <a:spcPct val="100000"/>
              </a:lnSpc>
              <a:spcBef>
                <a:spcPts val="110"/>
              </a:spcBef>
            </a:pPr>
            <a:r>
              <a:rPr sz="4450" spc="50" dirty="0">
                <a:solidFill>
                  <a:srgbClr val="776259"/>
                </a:solidFill>
                <a:latin typeface="Times New Roman"/>
                <a:cs typeface="Times New Roman"/>
              </a:rPr>
              <a:t>Call</a:t>
            </a:r>
            <a:r>
              <a:rPr sz="4450" spc="210" dirty="0">
                <a:solidFill>
                  <a:srgbClr val="776259"/>
                </a:solidFill>
                <a:latin typeface="Times New Roman"/>
                <a:cs typeface="Times New Roman"/>
              </a:rPr>
              <a:t> </a:t>
            </a:r>
            <a:r>
              <a:rPr sz="4450" spc="65" dirty="0">
                <a:solidFill>
                  <a:srgbClr val="776259"/>
                </a:solidFill>
                <a:latin typeface="Times New Roman"/>
                <a:cs typeface="Times New Roman"/>
              </a:rPr>
              <a:t>by</a:t>
            </a:r>
            <a:r>
              <a:rPr sz="4450" spc="220" dirty="0">
                <a:solidFill>
                  <a:srgbClr val="776259"/>
                </a:solidFill>
                <a:latin typeface="Times New Roman"/>
                <a:cs typeface="Times New Roman"/>
              </a:rPr>
              <a:t> </a:t>
            </a:r>
            <a:r>
              <a:rPr sz="4450" dirty="0">
                <a:solidFill>
                  <a:srgbClr val="776259"/>
                </a:solidFill>
                <a:latin typeface="Times New Roman"/>
                <a:cs typeface="Times New Roman"/>
              </a:rPr>
              <a:t>reference</a:t>
            </a:r>
            <a:r>
              <a:rPr sz="4450" spc="655" dirty="0">
                <a:solidFill>
                  <a:srgbClr val="776259"/>
                </a:solidFill>
                <a:latin typeface="Times New Roman"/>
                <a:cs typeface="Times New Roman"/>
              </a:rPr>
              <a:t> </a:t>
            </a:r>
            <a:r>
              <a:rPr sz="4450" dirty="0">
                <a:solidFill>
                  <a:srgbClr val="776259"/>
                </a:solidFill>
                <a:latin typeface="Times New Roman"/>
                <a:cs typeface="Times New Roman"/>
              </a:rPr>
              <a:t>...</a:t>
            </a:r>
            <a:r>
              <a:rPr sz="4450" spc="20" dirty="0">
                <a:solidFill>
                  <a:srgbClr val="776259"/>
                </a:solidFill>
                <a:latin typeface="Times New Roman"/>
                <a:cs typeface="Times New Roman"/>
              </a:rPr>
              <a:t> </a:t>
            </a:r>
            <a:r>
              <a:rPr sz="4450" dirty="0">
                <a:solidFill>
                  <a:srgbClr val="776259"/>
                </a:solidFill>
                <a:latin typeface="Times New Roman"/>
                <a:cs typeface="Times New Roman"/>
              </a:rPr>
              <a:t>example</a:t>
            </a:r>
            <a:r>
              <a:rPr sz="4450" spc="-605" dirty="0">
                <a:solidFill>
                  <a:srgbClr val="776259"/>
                </a:solidFill>
                <a:latin typeface="Times New Roman"/>
                <a:cs typeface="Times New Roman"/>
              </a:rPr>
              <a:t> </a:t>
            </a:r>
            <a:r>
              <a:rPr sz="4450" spc="-25" dirty="0">
                <a:solidFill>
                  <a:srgbClr val="776259"/>
                </a:solidFill>
                <a:latin typeface="Times New Roman"/>
                <a:cs typeface="Times New Roman"/>
              </a:rPr>
              <a:t>...</a:t>
            </a:r>
            <a:endParaRPr sz="4450">
              <a:latin typeface="Times New Roman"/>
              <a:cs typeface="Times New Roman"/>
            </a:endParaRPr>
          </a:p>
        </p:txBody>
      </p:sp>
      <p:sp>
        <p:nvSpPr>
          <p:cNvPr id="3" name="object 3"/>
          <p:cNvSpPr txBox="1"/>
          <p:nvPr/>
        </p:nvSpPr>
        <p:spPr>
          <a:xfrm>
            <a:off x="521921" y="1021245"/>
            <a:ext cx="9169400" cy="6559360"/>
          </a:xfrm>
          <a:prstGeom prst="rect">
            <a:avLst/>
          </a:prstGeom>
        </p:spPr>
        <p:txBody>
          <a:bodyPr vert="horz" wrap="square" lIns="0" tIns="15240" rIns="0" bIns="0" rtlCol="0">
            <a:spAutoFit/>
          </a:bodyPr>
          <a:lstStyle/>
          <a:p>
            <a:pPr marL="12700">
              <a:lnSpc>
                <a:spcPts val="7590"/>
              </a:lnSpc>
              <a:spcBef>
                <a:spcPts val="120"/>
              </a:spcBef>
            </a:pPr>
            <a:r>
              <a:rPr sz="7200" spc="50" dirty="0">
                <a:solidFill>
                  <a:srgbClr val="DD7E42"/>
                </a:solidFill>
                <a:latin typeface="Arial"/>
                <a:cs typeface="Arial"/>
              </a:rPr>
              <a:t>-</a:t>
            </a:r>
            <a:endParaRPr sz="7200" dirty="0">
              <a:latin typeface="Arial"/>
              <a:cs typeface="Arial"/>
            </a:endParaRPr>
          </a:p>
          <a:p>
            <a:pPr marL="134620">
              <a:lnSpc>
                <a:spcPts val="2070"/>
              </a:lnSpc>
            </a:pPr>
            <a:r>
              <a:rPr sz="2600" spc="75" dirty="0">
                <a:solidFill>
                  <a:srgbClr val="030303"/>
                </a:solidFill>
                <a:latin typeface="Times New Roman"/>
                <a:cs typeface="Times New Roman"/>
              </a:rPr>
              <a:t>class</a:t>
            </a:r>
            <a:r>
              <a:rPr sz="2600" spc="120" dirty="0">
                <a:solidFill>
                  <a:srgbClr val="030303"/>
                </a:solidFill>
                <a:latin typeface="Times New Roman"/>
                <a:cs typeface="Times New Roman"/>
              </a:rPr>
              <a:t> </a:t>
            </a:r>
            <a:r>
              <a:rPr sz="2600" spc="85" dirty="0">
                <a:solidFill>
                  <a:srgbClr val="030303"/>
                </a:solidFill>
                <a:latin typeface="Times New Roman"/>
                <a:cs typeface="Times New Roman"/>
              </a:rPr>
              <a:t>CallByRef</a:t>
            </a:r>
            <a:r>
              <a:rPr sz="2600" spc="265" dirty="0">
                <a:solidFill>
                  <a:srgbClr val="030303"/>
                </a:solidFill>
                <a:latin typeface="Times New Roman"/>
                <a:cs typeface="Times New Roman"/>
              </a:rPr>
              <a:t> </a:t>
            </a:r>
            <a:r>
              <a:rPr sz="2600" spc="35" dirty="0">
                <a:solidFill>
                  <a:srgbClr val="030303"/>
                </a:solidFill>
                <a:latin typeface="Times New Roman"/>
                <a:cs typeface="Times New Roman"/>
              </a:rPr>
              <a:t>{</a:t>
            </a:r>
            <a:endParaRPr sz="2600" dirty="0">
              <a:latin typeface="Times New Roman"/>
              <a:cs typeface="Times New Roman"/>
            </a:endParaRPr>
          </a:p>
          <a:p>
            <a:pPr marL="490855" marR="3080385" indent="4445">
              <a:lnSpc>
                <a:spcPct val="121700"/>
              </a:lnSpc>
            </a:pPr>
            <a:r>
              <a:rPr sz="2600" spc="80" dirty="0">
                <a:solidFill>
                  <a:srgbClr val="030303"/>
                </a:solidFill>
                <a:latin typeface="Times New Roman"/>
                <a:cs typeface="Times New Roman"/>
              </a:rPr>
              <a:t>public</a:t>
            </a:r>
            <a:r>
              <a:rPr sz="2600" spc="125" dirty="0">
                <a:solidFill>
                  <a:srgbClr val="030303"/>
                </a:solidFill>
                <a:latin typeface="Times New Roman"/>
                <a:cs typeface="Times New Roman"/>
              </a:rPr>
              <a:t> </a:t>
            </a:r>
            <a:r>
              <a:rPr sz="2600" spc="65" dirty="0">
                <a:solidFill>
                  <a:srgbClr val="030303"/>
                </a:solidFill>
                <a:latin typeface="Times New Roman"/>
                <a:cs typeface="Times New Roman"/>
              </a:rPr>
              <a:t>static</a:t>
            </a:r>
            <a:r>
              <a:rPr sz="2600" spc="114" dirty="0">
                <a:solidFill>
                  <a:srgbClr val="030303"/>
                </a:solidFill>
                <a:latin typeface="Times New Roman"/>
                <a:cs typeface="Times New Roman"/>
              </a:rPr>
              <a:t> </a:t>
            </a:r>
            <a:r>
              <a:rPr sz="2600" spc="90" dirty="0">
                <a:solidFill>
                  <a:srgbClr val="030303"/>
                </a:solidFill>
                <a:latin typeface="Times New Roman"/>
                <a:cs typeface="Times New Roman"/>
              </a:rPr>
              <a:t>void</a:t>
            </a:r>
            <a:r>
              <a:rPr sz="2600" spc="120" dirty="0">
                <a:solidFill>
                  <a:srgbClr val="030303"/>
                </a:solidFill>
                <a:latin typeface="Times New Roman"/>
                <a:cs typeface="Times New Roman"/>
              </a:rPr>
              <a:t> </a:t>
            </a:r>
            <a:r>
              <a:rPr sz="2600" spc="75" dirty="0">
                <a:solidFill>
                  <a:srgbClr val="030303"/>
                </a:solidFill>
                <a:latin typeface="Times New Roman"/>
                <a:cs typeface="Times New Roman"/>
              </a:rPr>
              <a:t>main(String</a:t>
            </a:r>
            <a:r>
              <a:rPr sz="2600" spc="295" dirty="0">
                <a:solidFill>
                  <a:srgbClr val="030303"/>
                </a:solidFill>
                <a:latin typeface="Times New Roman"/>
                <a:cs typeface="Times New Roman"/>
              </a:rPr>
              <a:t> </a:t>
            </a:r>
            <a:r>
              <a:rPr sz="2600" spc="55" dirty="0">
                <a:solidFill>
                  <a:srgbClr val="030303"/>
                </a:solidFill>
                <a:latin typeface="Times New Roman"/>
                <a:cs typeface="Times New Roman"/>
              </a:rPr>
              <a:t>args[])</a:t>
            </a:r>
            <a:r>
              <a:rPr sz="2600" spc="215" dirty="0">
                <a:solidFill>
                  <a:srgbClr val="030303"/>
                </a:solidFill>
                <a:latin typeface="Times New Roman"/>
                <a:cs typeface="Times New Roman"/>
              </a:rPr>
              <a:t> </a:t>
            </a:r>
            <a:r>
              <a:rPr sz="2600" spc="20" dirty="0">
                <a:solidFill>
                  <a:srgbClr val="030303"/>
                </a:solidFill>
                <a:latin typeface="Times New Roman"/>
                <a:cs typeface="Times New Roman"/>
              </a:rPr>
              <a:t>{ </a:t>
            </a:r>
            <a:r>
              <a:rPr sz="2600" dirty="0">
                <a:solidFill>
                  <a:srgbClr val="030303"/>
                </a:solidFill>
                <a:latin typeface="Times New Roman"/>
                <a:cs typeface="Times New Roman"/>
              </a:rPr>
              <a:t>Test</a:t>
            </a:r>
            <a:r>
              <a:rPr sz="2600" spc="110" dirty="0">
                <a:solidFill>
                  <a:srgbClr val="030303"/>
                </a:solidFill>
                <a:latin typeface="Times New Roman"/>
                <a:cs typeface="Times New Roman"/>
              </a:rPr>
              <a:t> </a:t>
            </a:r>
            <a:r>
              <a:rPr sz="2600" spc="-80" dirty="0" err="1">
                <a:solidFill>
                  <a:srgbClr val="030303"/>
                </a:solidFill>
                <a:latin typeface="Times New Roman"/>
                <a:cs typeface="Times New Roman"/>
              </a:rPr>
              <a:t>ob</a:t>
            </a:r>
            <a:r>
              <a:rPr lang="en-US" sz="2600" spc="-80" dirty="0">
                <a:solidFill>
                  <a:srgbClr val="030303"/>
                </a:solidFill>
                <a:latin typeface="Times New Roman"/>
                <a:cs typeface="Times New Roman"/>
              </a:rPr>
              <a:t> </a:t>
            </a:r>
            <a:r>
              <a:rPr sz="2600" spc="-80" dirty="0">
                <a:solidFill>
                  <a:srgbClr val="030303"/>
                </a:solidFill>
                <a:latin typeface="Times New Roman"/>
                <a:cs typeface="Times New Roman"/>
              </a:rPr>
              <a:t>=</a:t>
            </a:r>
            <a:r>
              <a:rPr sz="2600" spc="100" dirty="0">
                <a:solidFill>
                  <a:srgbClr val="030303"/>
                </a:solidFill>
                <a:latin typeface="Times New Roman"/>
                <a:cs typeface="Times New Roman"/>
              </a:rPr>
              <a:t> </a:t>
            </a:r>
            <a:r>
              <a:rPr sz="2600" spc="95" dirty="0">
                <a:solidFill>
                  <a:srgbClr val="030303"/>
                </a:solidFill>
                <a:latin typeface="Times New Roman"/>
                <a:cs typeface="Times New Roman"/>
              </a:rPr>
              <a:t>new</a:t>
            </a:r>
            <a:r>
              <a:rPr sz="2600" spc="80" dirty="0">
                <a:solidFill>
                  <a:srgbClr val="030303"/>
                </a:solidFill>
                <a:latin typeface="Times New Roman"/>
                <a:cs typeface="Times New Roman"/>
              </a:rPr>
              <a:t> </a:t>
            </a:r>
            <a:r>
              <a:rPr sz="2600" spc="50" dirty="0">
                <a:solidFill>
                  <a:srgbClr val="030303"/>
                </a:solidFill>
                <a:latin typeface="Times New Roman"/>
                <a:cs typeface="Times New Roman"/>
              </a:rPr>
              <a:t>Test(15,</a:t>
            </a:r>
            <a:r>
              <a:rPr sz="2600" spc="155" dirty="0">
                <a:solidFill>
                  <a:srgbClr val="030303"/>
                </a:solidFill>
                <a:latin typeface="Times New Roman"/>
                <a:cs typeface="Times New Roman"/>
              </a:rPr>
              <a:t> </a:t>
            </a:r>
            <a:r>
              <a:rPr sz="2600" spc="50" dirty="0">
                <a:solidFill>
                  <a:srgbClr val="030303"/>
                </a:solidFill>
                <a:latin typeface="Times New Roman"/>
                <a:cs typeface="Times New Roman"/>
              </a:rPr>
              <a:t>20);</a:t>
            </a:r>
            <a:endParaRPr sz="2600" dirty="0">
              <a:latin typeface="Times New Roman"/>
              <a:cs typeface="Times New Roman"/>
            </a:endParaRPr>
          </a:p>
          <a:p>
            <a:pPr marL="455930">
              <a:lnSpc>
                <a:spcPct val="100000"/>
              </a:lnSpc>
              <a:spcBef>
                <a:spcPts val="550"/>
              </a:spcBef>
            </a:pPr>
            <a:r>
              <a:rPr sz="2450" spc="10" dirty="0">
                <a:solidFill>
                  <a:srgbClr val="030303"/>
                </a:solidFill>
                <a:latin typeface="Times New Roman"/>
                <a:cs typeface="Times New Roman"/>
              </a:rPr>
              <a:t>System.out.println("ob.a</a:t>
            </a:r>
            <a:r>
              <a:rPr sz="2450" spc="-114" dirty="0">
                <a:solidFill>
                  <a:srgbClr val="030303"/>
                </a:solidFill>
                <a:latin typeface="Times New Roman"/>
                <a:cs typeface="Times New Roman"/>
              </a:rPr>
              <a:t> </a:t>
            </a:r>
            <a:r>
              <a:rPr sz="2450" spc="10" dirty="0">
                <a:solidFill>
                  <a:srgbClr val="030303"/>
                </a:solidFill>
                <a:latin typeface="Times New Roman"/>
                <a:cs typeface="Times New Roman"/>
              </a:rPr>
              <a:t>and</a:t>
            </a:r>
            <a:r>
              <a:rPr sz="2450" spc="120" dirty="0">
                <a:solidFill>
                  <a:srgbClr val="030303"/>
                </a:solidFill>
                <a:latin typeface="Times New Roman"/>
                <a:cs typeface="Times New Roman"/>
              </a:rPr>
              <a:t> </a:t>
            </a:r>
            <a:r>
              <a:rPr sz="2450" spc="10" dirty="0">
                <a:solidFill>
                  <a:srgbClr val="030303"/>
                </a:solidFill>
                <a:latin typeface="Times New Roman"/>
                <a:cs typeface="Times New Roman"/>
              </a:rPr>
              <a:t>ob.b</a:t>
            </a:r>
            <a:r>
              <a:rPr sz="2450" spc="110" dirty="0">
                <a:solidFill>
                  <a:srgbClr val="030303"/>
                </a:solidFill>
                <a:latin typeface="Times New Roman"/>
                <a:cs typeface="Times New Roman"/>
              </a:rPr>
              <a:t> </a:t>
            </a:r>
            <a:r>
              <a:rPr sz="2450" spc="10" dirty="0">
                <a:solidFill>
                  <a:srgbClr val="030303"/>
                </a:solidFill>
                <a:latin typeface="Times New Roman"/>
                <a:cs typeface="Times New Roman"/>
              </a:rPr>
              <a:t>before</a:t>
            </a:r>
            <a:r>
              <a:rPr sz="2450" spc="150" dirty="0">
                <a:solidFill>
                  <a:srgbClr val="030303"/>
                </a:solidFill>
                <a:latin typeface="Times New Roman"/>
                <a:cs typeface="Times New Roman"/>
              </a:rPr>
              <a:t> </a:t>
            </a:r>
            <a:r>
              <a:rPr sz="2450" spc="10" dirty="0">
                <a:solidFill>
                  <a:srgbClr val="030303"/>
                </a:solidFill>
                <a:latin typeface="Times New Roman"/>
                <a:cs typeface="Times New Roman"/>
              </a:rPr>
              <a:t>call:</a:t>
            </a:r>
            <a:r>
              <a:rPr sz="2450" spc="70" dirty="0">
                <a:solidFill>
                  <a:srgbClr val="030303"/>
                </a:solidFill>
                <a:latin typeface="Times New Roman"/>
                <a:cs typeface="Times New Roman"/>
              </a:rPr>
              <a:t> </a:t>
            </a:r>
            <a:r>
              <a:rPr sz="2450" spc="10" dirty="0">
                <a:solidFill>
                  <a:srgbClr val="030303"/>
                </a:solidFill>
                <a:latin typeface="Times New Roman"/>
                <a:cs typeface="Times New Roman"/>
              </a:rPr>
              <a:t>"</a:t>
            </a:r>
            <a:r>
              <a:rPr sz="2450" spc="45" dirty="0">
                <a:solidFill>
                  <a:srgbClr val="030303"/>
                </a:solidFill>
                <a:latin typeface="Times New Roman"/>
                <a:cs typeface="Times New Roman"/>
              </a:rPr>
              <a:t> </a:t>
            </a:r>
            <a:r>
              <a:rPr sz="2450" spc="65" dirty="0">
                <a:solidFill>
                  <a:srgbClr val="030303"/>
                </a:solidFill>
                <a:latin typeface="Times New Roman"/>
                <a:cs typeface="Times New Roman"/>
              </a:rPr>
              <a:t>+</a:t>
            </a:r>
            <a:r>
              <a:rPr sz="2450" dirty="0">
                <a:solidFill>
                  <a:srgbClr val="030303"/>
                </a:solidFill>
                <a:latin typeface="Times New Roman"/>
                <a:cs typeface="Times New Roman"/>
              </a:rPr>
              <a:t> </a:t>
            </a:r>
            <a:r>
              <a:rPr sz="2450" spc="135" dirty="0">
                <a:solidFill>
                  <a:srgbClr val="030303"/>
                </a:solidFill>
                <a:latin typeface="Times New Roman"/>
                <a:cs typeface="Times New Roman"/>
              </a:rPr>
              <a:t>ob.a+ </a:t>
            </a:r>
            <a:r>
              <a:rPr sz="2450" spc="80" dirty="0">
                <a:solidFill>
                  <a:srgbClr val="030303"/>
                </a:solidFill>
                <a:latin typeface="Times New Roman"/>
                <a:cs typeface="Times New Roman"/>
              </a:rPr>
              <a:t>"</a:t>
            </a:r>
            <a:r>
              <a:rPr sz="2450" spc="10" dirty="0">
                <a:solidFill>
                  <a:srgbClr val="030303"/>
                </a:solidFill>
                <a:latin typeface="Times New Roman"/>
                <a:cs typeface="Times New Roman"/>
              </a:rPr>
              <a:t> "</a:t>
            </a:r>
            <a:r>
              <a:rPr sz="2450" spc="50" dirty="0">
                <a:solidFill>
                  <a:srgbClr val="030303"/>
                </a:solidFill>
                <a:latin typeface="Times New Roman"/>
                <a:cs typeface="Times New Roman"/>
              </a:rPr>
              <a:t> </a:t>
            </a:r>
            <a:r>
              <a:rPr sz="2450" spc="10" dirty="0">
                <a:solidFill>
                  <a:srgbClr val="030303"/>
                </a:solidFill>
                <a:latin typeface="Times New Roman"/>
                <a:cs typeface="Times New Roman"/>
              </a:rPr>
              <a:t>+</a:t>
            </a:r>
            <a:r>
              <a:rPr sz="2450" spc="35" dirty="0">
                <a:solidFill>
                  <a:srgbClr val="030303"/>
                </a:solidFill>
                <a:latin typeface="Times New Roman"/>
                <a:cs typeface="Times New Roman"/>
              </a:rPr>
              <a:t> </a:t>
            </a:r>
            <a:r>
              <a:rPr sz="2450" spc="-10" dirty="0">
                <a:solidFill>
                  <a:srgbClr val="030303"/>
                </a:solidFill>
                <a:latin typeface="Times New Roman"/>
                <a:cs typeface="Times New Roman"/>
              </a:rPr>
              <a:t>ob.b);</a:t>
            </a:r>
            <a:endParaRPr sz="2450" dirty="0">
              <a:latin typeface="Times New Roman"/>
              <a:cs typeface="Times New Roman"/>
            </a:endParaRPr>
          </a:p>
          <a:p>
            <a:pPr marL="495300">
              <a:lnSpc>
                <a:spcPct val="100000"/>
              </a:lnSpc>
              <a:spcBef>
                <a:spcPts val="635"/>
              </a:spcBef>
            </a:pPr>
            <a:r>
              <a:rPr sz="2600" spc="80" dirty="0">
                <a:solidFill>
                  <a:srgbClr val="030303"/>
                </a:solidFill>
                <a:latin typeface="Times New Roman"/>
                <a:cs typeface="Times New Roman"/>
              </a:rPr>
              <a:t>ob.fun(ob);</a:t>
            </a:r>
            <a:endParaRPr sz="2600" dirty="0">
              <a:latin typeface="Times New Roman"/>
              <a:cs typeface="Times New Roman"/>
            </a:endParaRPr>
          </a:p>
          <a:p>
            <a:pPr marL="535305">
              <a:lnSpc>
                <a:spcPct val="100000"/>
              </a:lnSpc>
              <a:spcBef>
                <a:spcPts val="550"/>
              </a:spcBef>
            </a:pPr>
            <a:r>
              <a:rPr sz="2450" spc="10" dirty="0">
                <a:solidFill>
                  <a:srgbClr val="030303"/>
                </a:solidFill>
                <a:latin typeface="Times New Roman"/>
                <a:cs typeface="Times New Roman"/>
              </a:rPr>
              <a:t>System.out.println("ob.a</a:t>
            </a:r>
            <a:r>
              <a:rPr sz="2450" spc="-90" dirty="0">
                <a:solidFill>
                  <a:srgbClr val="030303"/>
                </a:solidFill>
                <a:latin typeface="Times New Roman"/>
                <a:cs typeface="Times New Roman"/>
              </a:rPr>
              <a:t> </a:t>
            </a:r>
            <a:r>
              <a:rPr sz="2450" spc="10" dirty="0">
                <a:solidFill>
                  <a:srgbClr val="030303"/>
                </a:solidFill>
                <a:latin typeface="Times New Roman"/>
                <a:cs typeface="Times New Roman"/>
              </a:rPr>
              <a:t>and</a:t>
            </a:r>
            <a:r>
              <a:rPr sz="2450" spc="95" dirty="0">
                <a:solidFill>
                  <a:srgbClr val="030303"/>
                </a:solidFill>
                <a:latin typeface="Times New Roman"/>
                <a:cs typeface="Times New Roman"/>
              </a:rPr>
              <a:t> </a:t>
            </a:r>
            <a:r>
              <a:rPr sz="2450" spc="10" dirty="0">
                <a:solidFill>
                  <a:srgbClr val="030303"/>
                </a:solidFill>
                <a:latin typeface="Times New Roman"/>
                <a:cs typeface="Times New Roman"/>
              </a:rPr>
              <a:t>ob.b</a:t>
            </a:r>
            <a:r>
              <a:rPr sz="2450" spc="80" dirty="0">
                <a:solidFill>
                  <a:srgbClr val="030303"/>
                </a:solidFill>
                <a:latin typeface="Times New Roman"/>
                <a:cs typeface="Times New Roman"/>
              </a:rPr>
              <a:t> </a:t>
            </a:r>
            <a:r>
              <a:rPr sz="2450" spc="10" dirty="0">
                <a:solidFill>
                  <a:srgbClr val="030303"/>
                </a:solidFill>
                <a:latin typeface="Times New Roman"/>
                <a:cs typeface="Times New Roman"/>
              </a:rPr>
              <a:t>after</a:t>
            </a:r>
            <a:r>
              <a:rPr sz="2450" spc="55" dirty="0">
                <a:solidFill>
                  <a:srgbClr val="030303"/>
                </a:solidFill>
                <a:latin typeface="Times New Roman"/>
                <a:cs typeface="Times New Roman"/>
              </a:rPr>
              <a:t> </a:t>
            </a:r>
            <a:r>
              <a:rPr sz="2450" spc="10" dirty="0">
                <a:solidFill>
                  <a:srgbClr val="030303"/>
                </a:solidFill>
                <a:latin typeface="Times New Roman"/>
                <a:cs typeface="Times New Roman"/>
              </a:rPr>
              <a:t>call:</a:t>
            </a:r>
            <a:r>
              <a:rPr sz="2450" spc="70" dirty="0">
                <a:solidFill>
                  <a:srgbClr val="030303"/>
                </a:solidFill>
                <a:latin typeface="Times New Roman"/>
                <a:cs typeface="Times New Roman"/>
              </a:rPr>
              <a:t> </a:t>
            </a:r>
            <a:r>
              <a:rPr sz="2450" spc="10" dirty="0">
                <a:solidFill>
                  <a:srgbClr val="030303"/>
                </a:solidFill>
                <a:latin typeface="Times New Roman"/>
                <a:cs typeface="Times New Roman"/>
              </a:rPr>
              <a:t>"</a:t>
            </a:r>
            <a:r>
              <a:rPr sz="2450" spc="60" dirty="0">
                <a:solidFill>
                  <a:srgbClr val="030303"/>
                </a:solidFill>
                <a:latin typeface="Times New Roman"/>
                <a:cs typeface="Times New Roman"/>
              </a:rPr>
              <a:t> </a:t>
            </a:r>
            <a:r>
              <a:rPr sz="2450" spc="65" dirty="0">
                <a:solidFill>
                  <a:srgbClr val="030303"/>
                </a:solidFill>
                <a:latin typeface="Times New Roman"/>
                <a:cs typeface="Times New Roman"/>
              </a:rPr>
              <a:t>+</a:t>
            </a:r>
            <a:r>
              <a:rPr sz="2450" spc="45" dirty="0">
                <a:solidFill>
                  <a:srgbClr val="030303"/>
                </a:solidFill>
                <a:latin typeface="Times New Roman"/>
                <a:cs typeface="Times New Roman"/>
              </a:rPr>
              <a:t> </a:t>
            </a:r>
            <a:r>
              <a:rPr sz="2450" spc="135" dirty="0">
                <a:solidFill>
                  <a:srgbClr val="030303"/>
                </a:solidFill>
                <a:latin typeface="Times New Roman"/>
                <a:cs typeface="Times New Roman"/>
              </a:rPr>
              <a:t>ob.a+</a:t>
            </a:r>
            <a:r>
              <a:rPr sz="2450" spc="125" dirty="0">
                <a:solidFill>
                  <a:srgbClr val="030303"/>
                </a:solidFill>
                <a:latin typeface="Times New Roman"/>
                <a:cs typeface="Times New Roman"/>
              </a:rPr>
              <a:t> </a:t>
            </a:r>
            <a:r>
              <a:rPr sz="2450" spc="80" dirty="0">
                <a:solidFill>
                  <a:srgbClr val="030303"/>
                </a:solidFill>
                <a:latin typeface="Times New Roman"/>
                <a:cs typeface="Times New Roman"/>
              </a:rPr>
              <a:t>"</a:t>
            </a:r>
            <a:r>
              <a:rPr sz="2450" spc="25" dirty="0">
                <a:solidFill>
                  <a:srgbClr val="030303"/>
                </a:solidFill>
                <a:latin typeface="Times New Roman"/>
                <a:cs typeface="Times New Roman"/>
              </a:rPr>
              <a:t> </a:t>
            </a:r>
            <a:r>
              <a:rPr sz="2450" spc="10" dirty="0">
                <a:solidFill>
                  <a:srgbClr val="030303"/>
                </a:solidFill>
                <a:latin typeface="Times New Roman"/>
                <a:cs typeface="Times New Roman"/>
              </a:rPr>
              <a:t>"</a:t>
            </a:r>
            <a:r>
              <a:rPr sz="2450" spc="65" dirty="0">
                <a:solidFill>
                  <a:srgbClr val="030303"/>
                </a:solidFill>
                <a:latin typeface="Times New Roman"/>
                <a:cs typeface="Times New Roman"/>
              </a:rPr>
              <a:t> +</a:t>
            </a:r>
            <a:r>
              <a:rPr sz="2450" spc="45" dirty="0">
                <a:solidFill>
                  <a:srgbClr val="030303"/>
                </a:solidFill>
                <a:latin typeface="Times New Roman"/>
                <a:cs typeface="Times New Roman"/>
              </a:rPr>
              <a:t> </a:t>
            </a:r>
            <a:r>
              <a:rPr sz="2450" spc="-10" dirty="0">
                <a:solidFill>
                  <a:srgbClr val="030303"/>
                </a:solidFill>
                <a:latin typeface="Times New Roman"/>
                <a:cs typeface="Times New Roman"/>
              </a:rPr>
              <a:t>ob.b);</a:t>
            </a:r>
            <a:endParaRPr sz="2450" dirty="0">
              <a:latin typeface="Times New Roman"/>
              <a:cs typeface="Times New Roman"/>
            </a:endParaRPr>
          </a:p>
          <a:p>
            <a:pPr marL="429259">
              <a:lnSpc>
                <a:spcPct val="100000"/>
              </a:lnSpc>
              <a:spcBef>
                <a:spcPts val="660"/>
              </a:spcBef>
            </a:pPr>
            <a:r>
              <a:rPr sz="2600" spc="45" dirty="0">
                <a:solidFill>
                  <a:srgbClr val="030303"/>
                </a:solidFill>
                <a:latin typeface="Arial"/>
                <a:cs typeface="Arial"/>
              </a:rPr>
              <a:t>}</a:t>
            </a:r>
            <a:endParaRPr sz="2600" dirty="0">
              <a:latin typeface="Arial"/>
              <a:cs typeface="Arial"/>
            </a:endParaRPr>
          </a:p>
          <a:p>
            <a:pPr marL="157480">
              <a:lnSpc>
                <a:spcPct val="100000"/>
              </a:lnSpc>
              <a:spcBef>
                <a:spcPts val="655"/>
              </a:spcBef>
            </a:pPr>
            <a:r>
              <a:rPr sz="2600" spc="45" dirty="0">
                <a:solidFill>
                  <a:srgbClr val="030303"/>
                </a:solidFill>
                <a:latin typeface="Arial"/>
                <a:cs typeface="Arial"/>
              </a:rPr>
              <a:t>}</a:t>
            </a:r>
            <a:endParaRPr sz="2600" dirty="0">
              <a:latin typeface="Arial"/>
              <a:cs typeface="Arial"/>
            </a:endParaRPr>
          </a:p>
          <a:p>
            <a:pPr marL="134620" marR="2516505" indent="1270">
              <a:lnSpc>
                <a:spcPct val="120100"/>
              </a:lnSpc>
              <a:spcBef>
                <a:spcPts val="50"/>
              </a:spcBef>
            </a:pPr>
            <a:r>
              <a:rPr sz="2600" spc="75" dirty="0">
                <a:solidFill>
                  <a:srgbClr val="030303"/>
                </a:solidFill>
                <a:latin typeface="Times New Roman"/>
                <a:cs typeface="Times New Roman"/>
              </a:rPr>
              <a:t>This</a:t>
            </a:r>
            <a:r>
              <a:rPr sz="2600" spc="130" dirty="0">
                <a:solidFill>
                  <a:srgbClr val="030303"/>
                </a:solidFill>
                <a:latin typeface="Times New Roman"/>
                <a:cs typeface="Times New Roman"/>
              </a:rPr>
              <a:t> </a:t>
            </a:r>
            <a:r>
              <a:rPr sz="2600" spc="80" dirty="0">
                <a:solidFill>
                  <a:srgbClr val="030303"/>
                </a:solidFill>
                <a:latin typeface="Times New Roman"/>
                <a:cs typeface="Times New Roman"/>
              </a:rPr>
              <a:t>program</a:t>
            </a:r>
            <a:r>
              <a:rPr sz="2600" spc="229" dirty="0">
                <a:solidFill>
                  <a:srgbClr val="030303"/>
                </a:solidFill>
                <a:latin typeface="Times New Roman"/>
                <a:cs typeface="Times New Roman"/>
              </a:rPr>
              <a:t> </a:t>
            </a:r>
            <a:r>
              <a:rPr sz="2600" spc="70" dirty="0">
                <a:solidFill>
                  <a:srgbClr val="030303"/>
                </a:solidFill>
                <a:latin typeface="Times New Roman"/>
                <a:cs typeface="Times New Roman"/>
              </a:rPr>
              <a:t>generates</a:t>
            </a:r>
            <a:r>
              <a:rPr sz="2600" spc="265" dirty="0">
                <a:solidFill>
                  <a:srgbClr val="030303"/>
                </a:solidFill>
                <a:latin typeface="Times New Roman"/>
                <a:cs typeface="Times New Roman"/>
              </a:rPr>
              <a:t> </a:t>
            </a:r>
            <a:r>
              <a:rPr sz="2600" spc="80" dirty="0">
                <a:solidFill>
                  <a:srgbClr val="030303"/>
                </a:solidFill>
                <a:latin typeface="Times New Roman"/>
                <a:cs typeface="Times New Roman"/>
              </a:rPr>
              <a:t>the</a:t>
            </a:r>
            <a:r>
              <a:rPr sz="2600" spc="105" dirty="0">
                <a:solidFill>
                  <a:srgbClr val="030303"/>
                </a:solidFill>
                <a:latin typeface="Times New Roman"/>
                <a:cs typeface="Times New Roman"/>
              </a:rPr>
              <a:t> </a:t>
            </a:r>
            <a:r>
              <a:rPr sz="2600" spc="95" dirty="0">
                <a:solidFill>
                  <a:srgbClr val="030303"/>
                </a:solidFill>
                <a:latin typeface="Times New Roman"/>
                <a:cs typeface="Times New Roman"/>
              </a:rPr>
              <a:t>fallowing</a:t>
            </a:r>
            <a:r>
              <a:rPr sz="2600" spc="155" dirty="0">
                <a:solidFill>
                  <a:srgbClr val="030303"/>
                </a:solidFill>
                <a:latin typeface="Times New Roman"/>
                <a:cs typeface="Times New Roman"/>
              </a:rPr>
              <a:t> </a:t>
            </a:r>
            <a:r>
              <a:rPr sz="2600" spc="65" dirty="0">
                <a:solidFill>
                  <a:srgbClr val="030303"/>
                </a:solidFill>
                <a:latin typeface="Times New Roman"/>
                <a:cs typeface="Times New Roman"/>
              </a:rPr>
              <a:t>output: </a:t>
            </a:r>
            <a:r>
              <a:rPr sz="2600" spc="80" dirty="0">
                <a:solidFill>
                  <a:srgbClr val="030303"/>
                </a:solidFill>
                <a:latin typeface="Times New Roman"/>
                <a:cs typeface="Times New Roman"/>
              </a:rPr>
              <a:t>ob.a</a:t>
            </a:r>
            <a:r>
              <a:rPr sz="2600" spc="130" dirty="0">
                <a:solidFill>
                  <a:srgbClr val="030303"/>
                </a:solidFill>
                <a:latin typeface="Times New Roman"/>
                <a:cs typeface="Times New Roman"/>
              </a:rPr>
              <a:t> </a:t>
            </a:r>
            <a:r>
              <a:rPr sz="2600" spc="85" dirty="0">
                <a:solidFill>
                  <a:srgbClr val="030303"/>
                </a:solidFill>
                <a:latin typeface="Times New Roman"/>
                <a:cs typeface="Times New Roman"/>
              </a:rPr>
              <a:t>and</a:t>
            </a:r>
            <a:r>
              <a:rPr sz="2600" spc="110" dirty="0">
                <a:solidFill>
                  <a:srgbClr val="030303"/>
                </a:solidFill>
                <a:latin typeface="Times New Roman"/>
                <a:cs typeface="Times New Roman"/>
              </a:rPr>
              <a:t> </a:t>
            </a:r>
            <a:r>
              <a:rPr sz="2600" spc="90" dirty="0">
                <a:solidFill>
                  <a:srgbClr val="030303"/>
                </a:solidFill>
                <a:latin typeface="Times New Roman"/>
                <a:cs typeface="Times New Roman"/>
              </a:rPr>
              <a:t>ob.b</a:t>
            </a:r>
            <a:r>
              <a:rPr sz="2600" spc="114" dirty="0">
                <a:solidFill>
                  <a:srgbClr val="030303"/>
                </a:solidFill>
                <a:latin typeface="Times New Roman"/>
                <a:cs typeface="Times New Roman"/>
              </a:rPr>
              <a:t> </a:t>
            </a:r>
            <a:r>
              <a:rPr sz="2600" spc="70" dirty="0">
                <a:solidFill>
                  <a:srgbClr val="030303"/>
                </a:solidFill>
                <a:latin typeface="Times New Roman"/>
                <a:cs typeface="Times New Roman"/>
              </a:rPr>
              <a:t>before</a:t>
            </a:r>
            <a:r>
              <a:rPr sz="2600" spc="145" dirty="0">
                <a:solidFill>
                  <a:srgbClr val="030303"/>
                </a:solidFill>
                <a:latin typeface="Times New Roman"/>
                <a:cs typeface="Times New Roman"/>
              </a:rPr>
              <a:t> </a:t>
            </a:r>
            <a:r>
              <a:rPr sz="2600" spc="65" dirty="0">
                <a:solidFill>
                  <a:srgbClr val="030303"/>
                </a:solidFill>
                <a:latin typeface="Times New Roman"/>
                <a:cs typeface="Times New Roman"/>
              </a:rPr>
              <a:t>call:</a:t>
            </a:r>
            <a:r>
              <a:rPr sz="2600" spc="150" dirty="0">
                <a:solidFill>
                  <a:srgbClr val="030303"/>
                </a:solidFill>
                <a:latin typeface="Times New Roman"/>
                <a:cs typeface="Times New Roman"/>
              </a:rPr>
              <a:t> </a:t>
            </a:r>
            <a:r>
              <a:rPr sz="2600" spc="114" dirty="0">
                <a:solidFill>
                  <a:srgbClr val="030303"/>
                </a:solidFill>
                <a:latin typeface="Times New Roman"/>
                <a:cs typeface="Times New Roman"/>
              </a:rPr>
              <a:t>15</a:t>
            </a:r>
            <a:r>
              <a:rPr sz="2600" spc="10" dirty="0">
                <a:solidFill>
                  <a:srgbClr val="030303"/>
                </a:solidFill>
                <a:latin typeface="Times New Roman"/>
                <a:cs typeface="Times New Roman"/>
              </a:rPr>
              <a:t> </a:t>
            </a:r>
            <a:r>
              <a:rPr sz="2600" spc="105" dirty="0">
                <a:solidFill>
                  <a:srgbClr val="030303"/>
                </a:solidFill>
                <a:latin typeface="Times New Roman"/>
                <a:cs typeface="Times New Roman"/>
              </a:rPr>
              <a:t>20</a:t>
            </a:r>
            <a:endParaRPr lang="en-US" sz="2600" spc="105" dirty="0">
              <a:solidFill>
                <a:srgbClr val="030303"/>
              </a:solidFill>
              <a:latin typeface="Times New Roman"/>
              <a:cs typeface="Times New Roman"/>
            </a:endParaRPr>
          </a:p>
          <a:p>
            <a:pPr marL="134620" marR="2516505" indent="1270">
              <a:lnSpc>
                <a:spcPct val="120100"/>
              </a:lnSpc>
              <a:spcBef>
                <a:spcPts val="50"/>
              </a:spcBef>
            </a:pPr>
            <a:r>
              <a:rPr lang="en-US" sz="2600" spc="80" dirty="0" err="1">
                <a:solidFill>
                  <a:srgbClr val="030303"/>
                </a:solidFill>
                <a:latin typeface="Times New Roman"/>
                <a:cs typeface="Times New Roman"/>
              </a:rPr>
              <a:t>ob.a</a:t>
            </a:r>
            <a:r>
              <a:rPr lang="en-US" sz="2600" spc="130" dirty="0">
                <a:solidFill>
                  <a:srgbClr val="030303"/>
                </a:solidFill>
                <a:latin typeface="Times New Roman"/>
                <a:cs typeface="Times New Roman"/>
              </a:rPr>
              <a:t> </a:t>
            </a:r>
            <a:r>
              <a:rPr lang="en-US" sz="2600" spc="85" dirty="0">
                <a:solidFill>
                  <a:srgbClr val="030303"/>
                </a:solidFill>
                <a:latin typeface="Times New Roman"/>
                <a:cs typeface="Times New Roman"/>
              </a:rPr>
              <a:t>and</a:t>
            </a:r>
            <a:r>
              <a:rPr lang="en-US" sz="2600" spc="110" dirty="0">
                <a:solidFill>
                  <a:srgbClr val="030303"/>
                </a:solidFill>
                <a:latin typeface="Times New Roman"/>
                <a:cs typeface="Times New Roman"/>
              </a:rPr>
              <a:t> </a:t>
            </a:r>
            <a:r>
              <a:rPr lang="en-US" sz="2600" spc="90" dirty="0" err="1">
                <a:solidFill>
                  <a:srgbClr val="030303"/>
                </a:solidFill>
                <a:latin typeface="Times New Roman"/>
                <a:cs typeface="Times New Roman"/>
              </a:rPr>
              <a:t>ob.b</a:t>
            </a:r>
            <a:r>
              <a:rPr lang="en-US" sz="2600" spc="114" dirty="0">
                <a:solidFill>
                  <a:srgbClr val="030303"/>
                </a:solidFill>
                <a:latin typeface="Times New Roman"/>
                <a:cs typeface="Times New Roman"/>
              </a:rPr>
              <a:t> </a:t>
            </a:r>
            <a:r>
              <a:rPr lang="en-US" sz="2600" spc="70" dirty="0">
                <a:solidFill>
                  <a:srgbClr val="030303"/>
                </a:solidFill>
                <a:latin typeface="Times New Roman"/>
                <a:cs typeface="Times New Roman"/>
              </a:rPr>
              <a:t>after</a:t>
            </a:r>
            <a:r>
              <a:rPr lang="en-US" sz="2600" spc="145" dirty="0">
                <a:solidFill>
                  <a:srgbClr val="030303"/>
                </a:solidFill>
                <a:latin typeface="Times New Roman"/>
                <a:cs typeface="Times New Roman"/>
              </a:rPr>
              <a:t> </a:t>
            </a:r>
            <a:r>
              <a:rPr lang="en-US" sz="2600" spc="65" dirty="0">
                <a:solidFill>
                  <a:srgbClr val="030303"/>
                </a:solidFill>
                <a:latin typeface="Times New Roman"/>
                <a:cs typeface="Times New Roman"/>
              </a:rPr>
              <a:t>call:</a:t>
            </a:r>
            <a:r>
              <a:rPr lang="en-US" sz="2600" spc="150" dirty="0">
                <a:solidFill>
                  <a:srgbClr val="030303"/>
                </a:solidFill>
                <a:latin typeface="Times New Roman"/>
                <a:cs typeface="Times New Roman"/>
              </a:rPr>
              <a:t> </a:t>
            </a:r>
            <a:r>
              <a:rPr lang="en-US" sz="2600" spc="114" dirty="0">
                <a:solidFill>
                  <a:srgbClr val="030303"/>
                </a:solidFill>
                <a:latin typeface="Times New Roman"/>
                <a:cs typeface="Times New Roman"/>
              </a:rPr>
              <a:t>30 10</a:t>
            </a:r>
            <a:endParaRPr lang="en-US" sz="2600" spc="105" dirty="0">
              <a:solidFill>
                <a:srgbClr val="030303"/>
              </a:solidFill>
              <a:latin typeface="Times New Roman"/>
              <a:cs typeface="Times New Roman"/>
            </a:endParaRPr>
          </a:p>
          <a:p>
            <a:pPr marL="134620" marR="2516505" indent="1270">
              <a:lnSpc>
                <a:spcPct val="120100"/>
              </a:lnSpc>
              <a:spcBef>
                <a:spcPts val="50"/>
              </a:spcBef>
            </a:pPr>
            <a:endParaRPr sz="2600" dirty="0">
              <a:latin typeface="Times New Roman"/>
              <a:cs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22225">
              <a:lnSpc>
                <a:spcPct val="100000"/>
              </a:lnSpc>
              <a:spcBef>
                <a:spcPts val="110"/>
              </a:spcBef>
            </a:pPr>
            <a:r>
              <a:rPr sz="4450" dirty="0">
                <a:solidFill>
                  <a:srgbClr val="77645B"/>
                </a:solidFill>
                <a:latin typeface="Times New Roman"/>
                <a:cs typeface="Times New Roman"/>
              </a:rPr>
              <a:t>Introducing</a:t>
            </a:r>
            <a:r>
              <a:rPr sz="4450" spc="395" dirty="0">
                <a:solidFill>
                  <a:srgbClr val="77645B"/>
                </a:solidFill>
                <a:latin typeface="Times New Roman"/>
                <a:cs typeface="Times New Roman"/>
              </a:rPr>
              <a:t> </a:t>
            </a:r>
            <a:r>
              <a:rPr sz="4450" dirty="0">
                <a:solidFill>
                  <a:srgbClr val="77645B"/>
                </a:solidFill>
                <a:latin typeface="Times New Roman"/>
                <a:cs typeface="Times New Roman"/>
              </a:rPr>
              <a:t>Access</a:t>
            </a:r>
            <a:r>
              <a:rPr sz="4450" spc="545" dirty="0">
                <a:solidFill>
                  <a:srgbClr val="77645B"/>
                </a:solidFill>
                <a:latin typeface="Times New Roman"/>
                <a:cs typeface="Times New Roman"/>
              </a:rPr>
              <a:t> </a:t>
            </a:r>
            <a:r>
              <a:rPr sz="4450" spc="-10" dirty="0">
                <a:solidFill>
                  <a:srgbClr val="77645B"/>
                </a:solidFill>
                <a:latin typeface="Times New Roman"/>
                <a:cs typeface="Times New Roman"/>
              </a:rPr>
              <a:t>Control</a:t>
            </a:r>
            <a:endParaRPr sz="4450">
              <a:latin typeface="Times New Roman"/>
              <a:cs typeface="Times New Roman"/>
            </a:endParaRPr>
          </a:p>
        </p:txBody>
      </p:sp>
      <p:sp>
        <p:nvSpPr>
          <p:cNvPr id="4" name="object 4"/>
          <p:cNvSpPr txBox="1"/>
          <p:nvPr/>
        </p:nvSpPr>
        <p:spPr>
          <a:xfrm>
            <a:off x="317500" y="1777995"/>
            <a:ext cx="10058400" cy="4146007"/>
          </a:xfrm>
          <a:prstGeom prst="rect">
            <a:avLst/>
          </a:prstGeom>
        </p:spPr>
        <p:txBody>
          <a:bodyPr vert="horz" wrap="square" lIns="0" tIns="11430" rIns="0" bIns="0" rtlCol="0">
            <a:spAutoFit/>
          </a:bodyPr>
          <a:lstStyle/>
          <a:p>
            <a:pPr marL="351155" marR="13970" indent="-339090" algn="just">
              <a:spcBef>
                <a:spcPts val="600"/>
              </a:spcBef>
              <a:buClr>
                <a:srgbClr val="D88042"/>
              </a:buClr>
              <a:buSzPct val="102439"/>
              <a:buFont typeface="Arial"/>
              <a:buChar char="□"/>
              <a:tabLst>
                <a:tab pos="354330" algn="l"/>
              </a:tabLst>
            </a:pPr>
            <a:r>
              <a:rPr lang="en-US" sz="2800" spc="50" dirty="0">
                <a:solidFill>
                  <a:srgbClr val="050505"/>
                </a:solidFill>
                <a:latin typeface="Times New Roman"/>
                <a:cs typeface="Times New Roman"/>
              </a:rPr>
              <a:t>Encapsulation</a:t>
            </a:r>
            <a:r>
              <a:rPr lang="en-US" sz="2800" spc="420" dirty="0">
                <a:solidFill>
                  <a:srgbClr val="050505"/>
                </a:solidFill>
                <a:latin typeface="Times New Roman"/>
                <a:cs typeface="Times New Roman"/>
              </a:rPr>
              <a:t> </a:t>
            </a:r>
            <a:r>
              <a:rPr lang="en-US" sz="2800" dirty="0">
                <a:solidFill>
                  <a:srgbClr val="050505"/>
                </a:solidFill>
                <a:latin typeface="Times New Roman"/>
                <a:cs typeface="Times New Roman"/>
              </a:rPr>
              <a:t>provides</a:t>
            </a:r>
            <a:r>
              <a:rPr lang="en-US" sz="2800" spc="305" dirty="0">
                <a:solidFill>
                  <a:srgbClr val="050505"/>
                </a:solidFill>
                <a:latin typeface="Times New Roman"/>
                <a:cs typeface="Times New Roman"/>
              </a:rPr>
              <a:t> </a:t>
            </a:r>
            <a:r>
              <a:rPr lang="en-US" sz="2800" spc="60" dirty="0">
                <a:solidFill>
                  <a:srgbClr val="050505"/>
                </a:solidFill>
                <a:latin typeface="Times New Roman"/>
                <a:cs typeface="Times New Roman"/>
              </a:rPr>
              <a:t>another</a:t>
            </a:r>
            <a:r>
              <a:rPr lang="en-US" sz="2800" spc="265" dirty="0">
                <a:solidFill>
                  <a:srgbClr val="050505"/>
                </a:solidFill>
                <a:latin typeface="Times New Roman"/>
                <a:cs typeface="Times New Roman"/>
              </a:rPr>
              <a:t> </a:t>
            </a:r>
            <a:r>
              <a:rPr lang="en-US" sz="2800" dirty="0">
                <a:solidFill>
                  <a:srgbClr val="050505"/>
                </a:solidFill>
                <a:latin typeface="Times New Roman"/>
                <a:cs typeface="Times New Roman"/>
              </a:rPr>
              <a:t>important</a:t>
            </a:r>
            <a:r>
              <a:rPr lang="en-US" sz="2800" spc="400" dirty="0">
                <a:solidFill>
                  <a:srgbClr val="050505"/>
                </a:solidFill>
                <a:latin typeface="Times New Roman"/>
                <a:cs typeface="Times New Roman"/>
              </a:rPr>
              <a:t> </a:t>
            </a:r>
            <a:r>
              <a:rPr lang="en-US" sz="2800" dirty="0">
                <a:solidFill>
                  <a:srgbClr val="050505"/>
                </a:solidFill>
                <a:latin typeface="Times New Roman"/>
                <a:cs typeface="Times New Roman"/>
              </a:rPr>
              <a:t>attribute:</a:t>
            </a:r>
            <a:r>
              <a:rPr lang="en-US" sz="2800" spc="355" dirty="0">
                <a:solidFill>
                  <a:srgbClr val="050505"/>
                </a:solidFill>
                <a:latin typeface="Times New Roman"/>
                <a:cs typeface="Times New Roman"/>
              </a:rPr>
              <a:t> </a:t>
            </a:r>
            <a:r>
              <a:rPr lang="en-US" sz="2800" b="1" dirty="0">
                <a:solidFill>
                  <a:srgbClr val="050505"/>
                </a:solidFill>
                <a:latin typeface="Times New Roman"/>
                <a:cs typeface="Times New Roman"/>
              </a:rPr>
              <a:t>access</a:t>
            </a:r>
            <a:r>
              <a:rPr lang="en-US" sz="2800" b="1" spc="220" dirty="0">
                <a:solidFill>
                  <a:srgbClr val="050505"/>
                </a:solidFill>
                <a:latin typeface="Times New Roman"/>
                <a:cs typeface="Times New Roman"/>
              </a:rPr>
              <a:t> </a:t>
            </a:r>
            <a:r>
              <a:rPr lang="en-US" sz="2800" b="1" spc="-10" dirty="0">
                <a:solidFill>
                  <a:srgbClr val="050505"/>
                </a:solidFill>
                <a:latin typeface="Times New Roman"/>
                <a:cs typeface="Times New Roman"/>
              </a:rPr>
              <a:t>control.</a:t>
            </a:r>
            <a:endParaRPr lang="en-US" sz="2800" dirty="0">
              <a:latin typeface="Times New Roman"/>
              <a:cs typeface="Times New Roman"/>
            </a:endParaRPr>
          </a:p>
          <a:p>
            <a:pPr marL="351155" marR="13970" indent="-339090" algn="just">
              <a:spcBef>
                <a:spcPts val="600"/>
              </a:spcBef>
              <a:buClr>
                <a:srgbClr val="D88042"/>
              </a:buClr>
              <a:buSzPct val="102439"/>
              <a:buFont typeface="Arial"/>
              <a:buChar char="□"/>
              <a:tabLst>
                <a:tab pos="354330" algn="l"/>
              </a:tabLst>
            </a:pPr>
            <a:r>
              <a:rPr lang="en-US" sz="2800" spc="60" dirty="0">
                <a:solidFill>
                  <a:srgbClr val="050505"/>
                </a:solidFill>
                <a:latin typeface="Times New Roman"/>
                <a:cs typeface="Times New Roman"/>
              </a:rPr>
              <a:t>Through</a:t>
            </a:r>
            <a:r>
              <a:rPr lang="en-US" sz="2800" spc="385" dirty="0">
                <a:solidFill>
                  <a:srgbClr val="050505"/>
                </a:solidFill>
                <a:latin typeface="Times New Roman"/>
                <a:cs typeface="Times New Roman"/>
              </a:rPr>
              <a:t> </a:t>
            </a:r>
            <a:r>
              <a:rPr lang="en-US" sz="2800" spc="65" dirty="0">
                <a:solidFill>
                  <a:srgbClr val="050505"/>
                </a:solidFill>
                <a:latin typeface="Times New Roman"/>
                <a:cs typeface="Times New Roman"/>
              </a:rPr>
              <a:t>encapsulation,</a:t>
            </a:r>
            <a:r>
              <a:rPr lang="en-US" sz="2800" spc="235" dirty="0">
                <a:solidFill>
                  <a:srgbClr val="050505"/>
                </a:solidFill>
                <a:latin typeface="Times New Roman"/>
                <a:cs typeface="Times New Roman"/>
              </a:rPr>
              <a:t> </a:t>
            </a:r>
            <a:r>
              <a:rPr lang="en-US" sz="2800" spc="70" dirty="0">
                <a:solidFill>
                  <a:srgbClr val="050505"/>
                </a:solidFill>
                <a:latin typeface="Times New Roman"/>
                <a:cs typeface="Times New Roman"/>
              </a:rPr>
              <a:t>you</a:t>
            </a:r>
            <a:r>
              <a:rPr lang="en-US" sz="2800" spc="300" dirty="0">
                <a:solidFill>
                  <a:srgbClr val="050505"/>
                </a:solidFill>
                <a:latin typeface="Times New Roman"/>
                <a:cs typeface="Times New Roman"/>
              </a:rPr>
              <a:t> </a:t>
            </a:r>
            <a:r>
              <a:rPr lang="en-US" sz="2800" spc="75" dirty="0">
                <a:solidFill>
                  <a:srgbClr val="050505"/>
                </a:solidFill>
                <a:latin typeface="Times New Roman"/>
                <a:cs typeface="Times New Roman"/>
              </a:rPr>
              <a:t>can</a:t>
            </a:r>
            <a:r>
              <a:rPr lang="en-US" sz="2800" spc="280" dirty="0">
                <a:solidFill>
                  <a:srgbClr val="050505"/>
                </a:solidFill>
                <a:latin typeface="Times New Roman"/>
                <a:cs typeface="Times New Roman"/>
              </a:rPr>
              <a:t> </a:t>
            </a:r>
            <a:r>
              <a:rPr lang="en-US" sz="2800" spc="45" dirty="0">
                <a:solidFill>
                  <a:srgbClr val="050505"/>
                </a:solidFill>
                <a:latin typeface="Times New Roman"/>
                <a:cs typeface="Times New Roman"/>
              </a:rPr>
              <a:t>control</a:t>
            </a:r>
            <a:r>
              <a:rPr lang="en-US" sz="2800" spc="409" dirty="0">
                <a:solidFill>
                  <a:srgbClr val="050505"/>
                </a:solidFill>
                <a:latin typeface="Times New Roman"/>
                <a:cs typeface="Times New Roman"/>
              </a:rPr>
              <a:t> </a:t>
            </a:r>
            <a:r>
              <a:rPr lang="en-US" sz="2800" spc="65" dirty="0">
                <a:solidFill>
                  <a:srgbClr val="050505"/>
                </a:solidFill>
                <a:latin typeface="Times New Roman"/>
                <a:cs typeface="Times New Roman"/>
              </a:rPr>
              <a:t>what</a:t>
            </a:r>
            <a:r>
              <a:rPr lang="en-US" sz="2800" spc="320" dirty="0">
                <a:solidFill>
                  <a:srgbClr val="050505"/>
                </a:solidFill>
                <a:latin typeface="Times New Roman"/>
                <a:cs typeface="Times New Roman"/>
              </a:rPr>
              <a:t> </a:t>
            </a:r>
            <a:r>
              <a:rPr lang="en-US" sz="2800" spc="50" dirty="0">
                <a:solidFill>
                  <a:srgbClr val="050505"/>
                </a:solidFill>
                <a:latin typeface="Times New Roman"/>
                <a:cs typeface="Times New Roman"/>
              </a:rPr>
              <a:t>parts</a:t>
            </a:r>
            <a:r>
              <a:rPr lang="en-US" sz="2800" spc="315" dirty="0">
                <a:solidFill>
                  <a:srgbClr val="050505"/>
                </a:solidFill>
                <a:latin typeface="Times New Roman"/>
                <a:cs typeface="Times New Roman"/>
              </a:rPr>
              <a:t> </a:t>
            </a:r>
            <a:r>
              <a:rPr lang="en-US" sz="2800" spc="65" dirty="0">
                <a:solidFill>
                  <a:srgbClr val="050505"/>
                </a:solidFill>
                <a:latin typeface="Times New Roman"/>
                <a:cs typeface="Times New Roman"/>
              </a:rPr>
              <a:t>of</a:t>
            </a:r>
            <a:r>
              <a:rPr lang="en-US" sz="2800" spc="285" dirty="0">
                <a:solidFill>
                  <a:srgbClr val="050505"/>
                </a:solidFill>
                <a:latin typeface="Times New Roman"/>
                <a:cs typeface="Times New Roman"/>
              </a:rPr>
              <a:t> </a:t>
            </a:r>
            <a:r>
              <a:rPr lang="en-US" sz="2800" spc="70" dirty="0">
                <a:solidFill>
                  <a:srgbClr val="050505"/>
                </a:solidFill>
                <a:latin typeface="Times New Roman"/>
                <a:cs typeface="Times New Roman"/>
              </a:rPr>
              <a:t>a</a:t>
            </a:r>
            <a:r>
              <a:rPr lang="en-US" sz="2800" spc="295" dirty="0">
                <a:solidFill>
                  <a:srgbClr val="050505"/>
                </a:solidFill>
                <a:latin typeface="Times New Roman"/>
                <a:cs typeface="Times New Roman"/>
              </a:rPr>
              <a:t> </a:t>
            </a:r>
            <a:r>
              <a:rPr lang="en-US" sz="2800" spc="55" dirty="0">
                <a:solidFill>
                  <a:srgbClr val="050505"/>
                </a:solidFill>
                <a:latin typeface="Times New Roman"/>
                <a:cs typeface="Times New Roman"/>
              </a:rPr>
              <a:t>program</a:t>
            </a:r>
            <a:r>
              <a:rPr lang="en-US" sz="2800" spc="390" dirty="0">
                <a:solidFill>
                  <a:srgbClr val="050505"/>
                </a:solidFill>
                <a:latin typeface="Times New Roman"/>
                <a:cs typeface="Times New Roman"/>
              </a:rPr>
              <a:t> </a:t>
            </a:r>
            <a:r>
              <a:rPr lang="en-US" sz="2800" spc="85" dirty="0">
                <a:solidFill>
                  <a:srgbClr val="050505"/>
                </a:solidFill>
                <a:latin typeface="Times New Roman"/>
                <a:cs typeface="Times New Roman"/>
              </a:rPr>
              <a:t>can</a:t>
            </a:r>
            <a:r>
              <a:rPr lang="en-US" sz="2800" spc="280" dirty="0">
                <a:solidFill>
                  <a:srgbClr val="050505"/>
                </a:solidFill>
                <a:latin typeface="Times New Roman"/>
                <a:cs typeface="Times New Roman"/>
              </a:rPr>
              <a:t> </a:t>
            </a:r>
            <a:r>
              <a:rPr lang="en-US" sz="2800" spc="45" dirty="0">
                <a:solidFill>
                  <a:srgbClr val="050505"/>
                </a:solidFill>
                <a:latin typeface="Times New Roman"/>
                <a:cs typeface="Times New Roman"/>
              </a:rPr>
              <a:t>access </a:t>
            </a:r>
            <a:r>
              <a:rPr lang="en-US" sz="2800" spc="55" dirty="0">
                <a:solidFill>
                  <a:srgbClr val="050505"/>
                </a:solidFill>
                <a:latin typeface="Times New Roman"/>
                <a:cs typeface="Times New Roman"/>
              </a:rPr>
              <a:t>the</a:t>
            </a:r>
            <a:r>
              <a:rPr lang="en-US" sz="2800" spc="70" dirty="0">
                <a:solidFill>
                  <a:srgbClr val="050505"/>
                </a:solidFill>
                <a:latin typeface="Times New Roman"/>
                <a:cs typeface="Times New Roman"/>
              </a:rPr>
              <a:t> </a:t>
            </a:r>
            <a:r>
              <a:rPr lang="en-US" sz="2800" spc="45" dirty="0">
                <a:solidFill>
                  <a:srgbClr val="050505"/>
                </a:solidFill>
                <a:latin typeface="Times New Roman"/>
                <a:cs typeface="Times New Roman"/>
              </a:rPr>
              <a:t>members</a:t>
            </a:r>
            <a:r>
              <a:rPr lang="en-US" sz="2800" spc="325" dirty="0">
                <a:solidFill>
                  <a:srgbClr val="050505"/>
                </a:solidFill>
                <a:latin typeface="Times New Roman"/>
                <a:cs typeface="Times New Roman"/>
              </a:rPr>
              <a:t> </a:t>
            </a:r>
            <a:r>
              <a:rPr lang="en-US" sz="2800" spc="65" dirty="0">
                <a:solidFill>
                  <a:srgbClr val="050505"/>
                </a:solidFill>
                <a:latin typeface="Times New Roman"/>
                <a:cs typeface="Times New Roman"/>
              </a:rPr>
              <a:t>of</a:t>
            </a:r>
            <a:r>
              <a:rPr lang="en-US" sz="2800" spc="50" dirty="0">
                <a:solidFill>
                  <a:srgbClr val="050505"/>
                </a:solidFill>
                <a:latin typeface="Times New Roman"/>
                <a:cs typeface="Times New Roman"/>
              </a:rPr>
              <a:t> </a:t>
            </a:r>
            <a:r>
              <a:rPr lang="en-US" sz="2800" spc="80" dirty="0">
                <a:solidFill>
                  <a:srgbClr val="050505"/>
                </a:solidFill>
                <a:latin typeface="Times New Roman"/>
                <a:cs typeface="Times New Roman"/>
              </a:rPr>
              <a:t>a</a:t>
            </a:r>
            <a:r>
              <a:rPr lang="en-US" sz="2800" spc="50" dirty="0">
                <a:solidFill>
                  <a:srgbClr val="050505"/>
                </a:solidFill>
                <a:latin typeface="Times New Roman"/>
                <a:cs typeface="Times New Roman"/>
              </a:rPr>
              <a:t> class.</a:t>
            </a:r>
            <a:r>
              <a:rPr lang="en-US" sz="2800" spc="114" dirty="0">
                <a:solidFill>
                  <a:srgbClr val="050505"/>
                </a:solidFill>
                <a:latin typeface="Times New Roman"/>
                <a:cs typeface="Times New Roman"/>
              </a:rPr>
              <a:t> </a:t>
            </a:r>
            <a:r>
              <a:rPr lang="en-US" sz="2800" spc="95" dirty="0">
                <a:solidFill>
                  <a:srgbClr val="050505"/>
                </a:solidFill>
                <a:latin typeface="Times New Roman"/>
                <a:cs typeface="Times New Roman"/>
              </a:rPr>
              <a:t>By</a:t>
            </a:r>
            <a:r>
              <a:rPr lang="en-US" sz="2800" spc="75" dirty="0">
                <a:solidFill>
                  <a:srgbClr val="050505"/>
                </a:solidFill>
                <a:latin typeface="Times New Roman"/>
                <a:cs typeface="Times New Roman"/>
              </a:rPr>
              <a:t> </a:t>
            </a:r>
            <a:r>
              <a:rPr lang="en-US" sz="2800" dirty="0">
                <a:solidFill>
                  <a:srgbClr val="050505"/>
                </a:solidFill>
                <a:latin typeface="Times New Roman"/>
                <a:cs typeface="Times New Roman"/>
              </a:rPr>
              <a:t>controlling</a:t>
            </a:r>
            <a:r>
              <a:rPr lang="en-US" sz="2800" spc="204" dirty="0">
                <a:solidFill>
                  <a:srgbClr val="050505"/>
                </a:solidFill>
                <a:latin typeface="Times New Roman"/>
                <a:cs typeface="Times New Roman"/>
              </a:rPr>
              <a:t> </a:t>
            </a:r>
            <a:r>
              <a:rPr lang="en-US" sz="2800" spc="55" dirty="0">
                <a:solidFill>
                  <a:srgbClr val="050505"/>
                </a:solidFill>
                <a:latin typeface="Times New Roman"/>
                <a:cs typeface="Times New Roman"/>
              </a:rPr>
              <a:t>access,</a:t>
            </a:r>
            <a:r>
              <a:rPr lang="en-US" sz="2800" spc="125" dirty="0">
                <a:solidFill>
                  <a:srgbClr val="050505"/>
                </a:solidFill>
                <a:latin typeface="Times New Roman"/>
                <a:cs typeface="Times New Roman"/>
              </a:rPr>
              <a:t> </a:t>
            </a:r>
            <a:r>
              <a:rPr lang="en-US" sz="2800" spc="60" dirty="0">
                <a:solidFill>
                  <a:srgbClr val="050505"/>
                </a:solidFill>
                <a:latin typeface="Times New Roman"/>
                <a:cs typeface="Times New Roman"/>
              </a:rPr>
              <a:t>you</a:t>
            </a:r>
            <a:r>
              <a:rPr lang="en-US" sz="2800" spc="114" dirty="0">
                <a:solidFill>
                  <a:srgbClr val="050505"/>
                </a:solidFill>
                <a:latin typeface="Times New Roman"/>
                <a:cs typeface="Times New Roman"/>
              </a:rPr>
              <a:t> </a:t>
            </a:r>
            <a:r>
              <a:rPr lang="en-US" sz="2800" spc="75" dirty="0">
                <a:solidFill>
                  <a:srgbClr val="050505"/>
                </a:solidFill>
                <a:latin typeface="Times New Roman"/>
                <a:cs typeface="Times New Roman"/>
              </a:rPr>
              <a:t>can</a:t>
            </a:r>
            <a:r>
              <a:rPr lang="en-US" sz="2800" spc="110" dirty="0">
                <a:solidFill>
                  <a:srgbClr val="050505"/>
                </a:solidFill>
                <a:latin typeface="Times New Roman"/>
                <a:cs typeface="Times New Roman"/>
              </a:rPr>
              <a:t> </a:t>
            </a:r>
            <a:r>
              <a:rPr lang="en-US" sz="2800" spc="45" dirty="0">
                <a:solidFill>
                  <a:srgbClr val="050505"/>
                </a:solidFill>
                <a:latin typeface="Times New Roman"/>
                <a:cs typeface="Times New Roman"/>
              </a:rPr>
              <a:t>prevent</a:t>
            </a:r>
            <a:r>
              <a:rPr lang="en-US" sz="2800" spc="195" dirty="0">
                <a:solidFill>
                  <a:srgbClr val="050505"/>
                </a:solidFill>
                <a:latin typeface="Times New Roman"/>
                <a:cs typeface="Times New Roman"/>
              </a:rPr>
              <a:t> </a:t>
            </a:r>
            <a:r>
              <a:rPr lang="en-US" sz="2800" spc="-10" dirty="0">
                <a:solidFill>
                  <a:srgbClr val="050505"/>
                </a:solidFill>
                <a:latin typeface="Times New Roman"/>
                <a:cs typeface="Times New Roman"/>
              </a:rPr>
              <a:t>misuse.</a:t>
            </a:r>
          </a:p>
          <a:p>
            <a:pPr marL="351155" marR="13970" indent="-339090" algn="just">
              <a:spcBef>
                <a:spcPts val="600"/>
              </a:spcBef>
              <a:buClr>
                <a:srgbClr val="D88042"/>
              </a:buClr>
              <a:buSzPct val="102439"/>
              <a:buFont typeface="Arial"/>
              <a:buChar char="□"/>
              <a:tabLst>
                <a:tab pos="354330" algn="l"/>
              </a:tabLst>
            </a:pPr>
            <a:r>
              <a:rPr lang="en-US" sz="2800" spc="-10" dirty="0">
                <a:solidFill>
                  <a:srgbClr val="050505"/>
                </a:solidFill>
                <a:latin typeface="Times New Roman"/>
                <a:cs typeface="Times New Roman"/>
              </a:rPr>
              <a:t>Access specifiers is used to restrict the access from one class to another class or from one package to another package.</a:t>
            </a:r>
            <a:endParaRPr sz="2800" dirty="0">
              <a:latin typeface="Times New Roman"/>
              <a:cs typeface="Times New Roman"/>
            </a:endParaRPr>
          </a:p>
          <a:p>
            <a:pPr marL="354330" indent="-341630" algn="just">
              <a:spcBef>
                <a:spcPts val="835"/>
              </a:spcBef>
              <a:buClr>
                <a:srgbClr val="D88042"/>
              </a:buClr>
              <a:buSzPct val="102439"/>
              <a:buFont typeface="Arial"/>
              <a:buChar char="□"/>
              <a:tabLst>
                <a:tab pos="354330" algn="l"/>
              </a:tabLst>
            </a:pPr>
            <a:r>
              <a:rPr sz="2800" spc="80" dirty="0">
                <a:solidFill>
                  <a:srgbClr val="050505"/>
                </a:solidFill>
                <a:latin typeface="Times New Roman"/>
                <a:cs typeface="Times New Roman"/>
              </a:rPr>
              <a:t>Java's</a:t>
            </a:r>
            <a:r>
              <a:rPr sz="2800" spc="130" dirty="0">
                <a:solidFill>
                  <a:srgbClr val="050505"/>
                </a:solidFill>
                <a:latin typeface="Times New Roman"/>
                <a:cs typeface="Times New Roman"/>
              </a:rPr>
              <a:t> </a:t>
            </a:r>
            <a:r>
              <a:rPr sz="2800" spc="55" dirty="0">
                <a:solidFill>
                  <a:srgbClr val="050505"/>
                </a:solidFill>
                <a:latin typeface="Times New Roman"/>
                <a:cs typeface="Times New Roman"/>
              </a:rPr>
              <a:t>access</a:t>
            </a:r>
            <a:r>
              <a:rPr sz="2800" spc="170" dirty="0">
                <a:solidFill>
                  <a:srgbClr val="050505"/>
                </a:solidFill>
                <a:latin typeface="Times New Roman"/>
                <a:cs typeface="Times New Roman"/>
              </a:rPr>
              <a:t> </a:t>
            </a:r>
            <a:r>
              <a:rPr sz="2800" spc="10" dirty="0">
                <a:solidFill>
                  <a:srgbClr val="050505"/>
                </a:solidFill>
                <a:latin typeface="Times New Roman"/>
                <a:cs typeface="Times New Roman"/>
              </a:rPr>
              <a:t>specifiers</a:t>
            </a:r>
            <a:r>
              <a:rPr sz="2800" spc="229" dirty="0">
                <a:solidFill>
                  <a:srgbClr val="050505"/>
                </a:solidFill>
                <a:latin typeface="Times New Roman"/>
                <a:cs typeface="Times New Roman"/>
              </a:rPr>
              <a:t> </a:t>
            </a:r>
            <a:r>
              <a:rPr sz="2800" spc="60" dirty="0">
                <a:solidFill>
                  <a:srgbClr val="050505"/>
                </a:solidFill>
                <a:latin typeface="Times New Roman"/>
                <a:cs typeface="Times New Roman"/>
              </a:rPr>
              <a:t>are</a:t>
            </a:r>
            <a:r>
              <a:rPr lang="en-US" sz="2800" spc="60" dirty="0">
                <a:solidFill>
                  <a:srgbClr val="050505"/>
                </a:solidFill>
                <a:latin typeface="Times New Roman"/>
                <a:cs typeface="Times New Roman"/>
              </a:rPr>
              <a:t> </a:t>
            </a:r>
            <a:r>
              <a:rPr lang="en-US" sz="2800" b="1" spc="10" dirty="0">
                <a:solidFill>
                  <a:srgbClr val="F20507"/>
                </a:solidFill>
                <a:latin typeface="Times New Roman"/>
                <a:cs typeface="Times New Roman"/>
              </a:rPr>
              <a:t>default/package level,</a:t>
            </a:r>
            <a:r>
              <a:rPr sz="2800" b="1" spc="10" dirty="0">
                <a:solidFill>
                  <a:srgbClr val="F20507"/>
                </a:solidFill>
                <a:latin typeface="Times New Roman"/>
                <a:cs typeface="Times New Roman"/>
              </a:rPr>
              <a:t> public,</a:t>
            </a:r>
            <a:r>
              <a:rPr sz="2800" b="1" spc="210" dirty="0">
                <a:solidFill>
                  <a:srgbClr val="F20507"/>
                </a:solidFill>
                <a:latin typeface="Times New Roman"/>
                <a:cs typeface="Times New Roman"/>
              </a:rPr>
              <a:t> </a:t>
            </a:r>
            <a:r>
              <a:rPr sz="2800" b="1" spc="10" dirty="0">
                <a:solidFill>
                  <a:srgbClr val="F20507"/>
                </a:solidFill>
                <a:latin typeface="Times New Roman"/>
                <a:cs typeface="Times New Roman"/>
              </a:rPr>
              <a:t>private,</a:t>
            </a:r>
            <a:r>
              <a:rPr sz="2800" b="1" spc="280" dirty="0">
                <a:solidFill>
                  <a:srgbClr val="F20507"/>
                </a:solidFill>
                <a:latin typeface="Times New Roman"/>
                <a:cs typeface="Times New Roman"/>
              </a:rPr>
              <a:t> </a:t>
            </a:r>
            <a:r>
              <a:rPr sz="2800" spc="55" dirty="0">
                <a:solidFill>
                  <a:srgbClr val="050505"/>
                </a:solidFill>
                <a:latin typeface="Times New Roman"/>
                <a:cs typeface="Times New Roman"/>
              </a:rPr>
              <a:t>and</a:t>
            </a:r>
            <a:r>
              <a:rPr sz="2800" spc="165" dirty="0">
                <a:solidFill>
                  <a:srgbClr val="050505"/>
                </a:solidFill>
                <a:latin typeface="Times New Roman"/>
                <a:cs typeface="Times New Roman"/>
              </a:rPr>
              <a:t> </a:t>
            </a:r>
            <a:r>
              <a:rPr sz="2800" b="1" spc="10" dirty="0">
                <a:solidFill>
                  <a:srgbClr val="F20507"/>
                </a:solidFill>
                <a:latin typeface="Times New Roman"/>
                <a:cs typeface="Times New Roman"/>
              </a:rPr>
              <a:t>protected</a:t>
            </a:r>
            <a:r>
              <a:rPr sz="2800" b="1" spc="10" dirty="0">
                <a:solidFill>
                  <a:srgbClr val="050505"/>
                </a:solidFill>
                <a:latin typeface="Times New Roman"/>
                <a:cs typeface="Times New Roman"/>
              </a:rPr>
              <a:t>.</a:t>
            </a:r>
            <a:r>
              <a:rPr sz="2800" b="1" spc="-15" dirty="0">
                <a:solidFill>
                  <a:srgbClr val="050505"/>
                </a:solidFill>
                <a:latin typeface="Times New Roman"/>
                <a:cs typeface="Times New Roman"/>
              </a:rPr>
              <a:t> </a:t>
            </a:r>
            <a:endParaRPr lang="en-US" sz="2800" b="1" spc="-15" dirty="0">
              <a:solidFill>
                <a:srgbClr val="050505"/>
              </a:solidFill>
              <a:latin typeface="Times New Roman"/>
              <a:cs typeface="Times New Roman"/>
            </a:endParaRPr>
          </a:p>
        </p:txBody>
      </p:sp>
    </p:spTree>
    <p:extLst>
      <p:ext uri="{BB962C8B-B14F-4D97-AF65-F5344CB8AC3E}">
        <p14:creationId xmlns:p14="http://schemas.microsoft.com/office/powerpoint/2010/main" val="31878581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22225">
              <a:lnSpc>
                <a:spcPct val="100000"/>
              </a:lnSpc>
              <a:spcBef>
                <a:spcPts val="110"/>
              </a:spcBef>
            </a:pPr>
            <a:r>
              <a:rPr sz="4450" dirty="0">
                <a:solidFill>
                  <a:srgbClr val="77645B"/>
                </a:solidFill>
                <a:latin typeface="Times New Roman"/>
                <a:cs typeface="Times New Roman"/>
              </a:rPr>
              <a:t>Introducing</a:t>
            </a:r>
            <a:r>
              <a:rPr sz="4450" spc="395" dirty="0">
                <a:solidFill>
                  <a:srgbClr val="77645B"/>
                </a:solidFill>
                <a:latin typeface="Times New Roman"/>
                <a:cs typeface="Times New Roman"/>
              </a:rPr>
              <a:t> </a:t>
            </a:r>
            <a:r>
              <a:rPr sz="4450" dirty="0">
                <a:solidFill>
                  <a:srgbClr val="77645B"/>
                </a:solidFill>
                <a:latin typeface="Times New Roman"/>
                <a:cs typeface="Times New Roman"/>
              </a:rPr>
              <a:t>Access</a:t>
            </a:r>
            <a:r>
              <a:rPr sz="4450" spc="545" dirty="0">
                <a:solidFill>
                  <a:srgbClr val="77645B"/>
                </a:solidFill>
                <a:latin typeface="Times New Roman"/>
                <a:cs typeface="Times New Roman"/>
              </a:rPr>
              <a:t> </a:t>
            </a:r>
            <a:r>
              <a:rPr sz="4450" spc="-10" dirty="0">
                <a:solidFill>
                  <a:srgbClr val="77645B"/>
                </a:solidFill>
                <a:latin typeface="Times New Roman"/>
                <a:cs typeface="Times New Roman"/>
              </a:rPr>
              <a:t>Control</a:t>
            </a:r>
            <a:endParaRPr sz="4450">
              <a:latin typeface="Times New Roman"/>
              <a:cs typeface="Times New Roman"/>
            </a:endParaRPr>
          </a:p>
        </p:txBody>
      </p:sp>
      <p:sp>
        <p:nvSpPr>
          <p:cNvPr id="4" name="object 4"/>
          <p:cNvSpPr txBox="1"/>
          <p:nvPr/>
        </p:nvSpPr>
        <p:spPr>
          <a:xfrm>
            <a:off x="317500" y="1777995"/>
            <a:ext cx="10058400" cy="4679486"/>
          </a:xfrm>
          <a:prstGeom prst="rect">
            <a:avLst/>
          </a:prstGeom>
        </p:spPr>
        <p:txBody>
          <a:bodyPr vert="horz" wrap="square" lIns="0" tIns="11430" rIns="0" bIns="0" rtlCol="0">
            <a:spAutoFit/>
          </a:bodyPr>
          <a:lstStyle/>
          <a:p>
            <a:pPr marL="354330" indent="-341630" algn="just">
              <a:spcBef>
                <a:spcPts val="835"/>
              </a:spcBef>
              <a:buClr>
                <a:srgbClr val="D88042"/>
              </a:buClr>
              <a:buSzPct val="102439"/>
              <a:buFont typeface="Arial"/>
              <a:buChar char="□"/>
              <a:tabLst>
                <a:tab pos="354330" algn="l"/>
              </a:tabLst>
            </a:pPr>
            <a:r>
              <a:rPr lang="en-US" sz="2800" spc="50" dirty="0">
                <a:solidFill>
                  <a:srgbClr val="050505"/>
                </a:solidFill>
                <a:latin typeface="Times New Roman"/>
                <a:cs typeface="Times New Roman"/>
              </a:rPr>
              <a:t>P</a:t>
            </a:r>
            <a:r>
              <a:rPr sz="2800" spc="50" dirty="0">
                <a:solidFill>
                  <a:srgbClr val="050505"/>
                </a:solidFill>
                <a:latin typeface="Times New Roman"/>
                <a:cs typeface="Times New Roman"/>
              </a:rPr>
              <a:t>rotected</a:t>
            </a:r>
            <a:r>
              <a:rPr sz="2800" spc="315" dirty="0">
                <a:solidFill>
                  <a:srgbClr val="050505"/>
                </a:solidFill>
                <a:latin typeface="Times New Roman"/>
                <a:cs typeface="Times New Roman"/>
              </a:rPr>
              <a:t> </a:t>
            </a:r>
            <a:r>
              <a:rPr sz="2800" spc="45" dirty="0">
                <a:solidFill>
                  <a:srgbClr val="050505"/>
                </a:solidFill>
                <a:latin typeface="Times New Roman"/>
                <a:cs typeface="Times New Roman"/>
              </a:rPr>
              <a:t>applies</a:t>
            </a:r>
            <a:r>
              <a:rPr sz="2800" spc="225" dirty="0">
                <a:solidFill>
                  <a:srgbClr val="050505"/>
                </a:solidFill>
                <a:latin typeface="Times New Roman"/>
                <a:cs typeface="Times New Roman"/>
              </a:rPr>
              <a:t> </a:t>
            </a:r>
            <a:r>
              <a:rPr sz="2800" spc="60" dirty="0">
                <a:solidFill>
                  <a:srgbClr val="050505"/>
                </a:solidFill>
                <a:latin typeface="Times New Roman"/>
                <a:cs typeface="Times New Roman"/>
              </a:rPr>
              <a:t>only</a:t>
            </a:r>
            <a:r>
              <a:rPr sz="2800" spc="145" dirty="0">
                <a:solidFill>
                  <a:srgbClr val="050505"/>
                </a:solidFill>
                <a:latin typeface="Times New Roman"/>
                <a:cs typeface="Times New Roman"/>
              </a:rPr>
              <a:t> </a:t>
            </a:r>
            <a:r>
              <a:rPr sz="2800" spc="75" dirty="0">
                <a:solidFill>
                  <a:srgbClr val="050505"/>
                </a:solidFill>
                <a:latin typeface="Times New Roman"/>
                <a:cs typeface="Times New Roman"/>
              </a:rPr>
              <a:t>when</a:t>
            </a:r>
            <a:r>
              <a:rPr sz="2800" spc="135" dirty="0">
                <a:solidFill>
                  <a:srgbClr val="050505"/>
                </a:solidFill>
                <a:latin typeface="Times New Roman"/>
                <a:cs typeface="Times New Roman"/>
              </a:rPr>
              <a:t> </a:t>
            </a:r>
            <a:r>
              <a:rPr sz="2800" b="1" dirty="0">
                <a:solidFill>
                  <a:srgbClr val="050505"/>
                </a:solidFill>
                <a:latin typeface="Times New Roman"/>
                <a:cs typeface="Times New Roman"/>
              </a:rPr>
              <a:t>inheritance</a:t>
            </a:r>
            <a:r>
              <a:rPr sz="2800" spc="330" dirty="0">
                <a:solidFill>
                  <a:srgbClr val="050505"/>
                </a:solidFill>
                <a:latin typeface="Times New Roman"/>
                <a:cs typeface="Times New Roman"/>
              </a:rPr>
              <a:t> </a:t>
            </a:r>
            <a:r>
              <a:rPr sz="2800" dirty="0">
                <a:solidFill>
                  <a:srgbClr val="050505"/>
                </a:solidFill>
                <a:latin typeface="Times New Roman"/>
                <a:cs typeface="Times New Roman"/>
              </a:rPr>
              <a:t>is</a:t>
            </a:r>
            <a:r>
              <a:rPr sz="2800" spc="180" dirty="0">
                <a:solidFill>
                  <a:srgbClr val="050505"/>
                </a:solidFill>
                <a:latin typeface="Times New Roman"/>
                <a:cs typeface="Times New Roman"/>
              </a:rPr>
              <a:t> </a:t>
            </a:r>
            <a:r>
              <a:rPr sz="2800" spc="40" dirty="0">
                <a:solidFill>
                  <a:srgbClr val="050505"/>
                </a:solidFill>
                <a:latin typeface="Times New Roman"/>
                <a:cs typeface="Times New Roman"/>
              </a:rPr>
              <a:t>involved.</a:t>
            </a:r>
            <a:endParaRPr sz="2800" dirty="0">
              <a:latin typeface="Times New Roman"/>
              <a:cs typeface="Times New Roman"/>
            </a:endParaRPr>
          </a:p>
          <a:p>
            <a:pPr marL="352425" marR="7620" indent="-340360" algn="just">
              <a:spcBef>
                <a:spcPts val="670"/>
              </a:spcBef>
              <a:buClr>
                <a:srgbClr val="D88042"/>
              </a:buClr>
              <a:buSzPct val="102439"/>
              <a:buFont typeface="Arial"/>
              <a:buChar char="□"/>
              <a:tabLst>
                <a:tab pos="353695" algn="l"/>
              </a:tabLst>
            </a:pPr>
            <a:r>
              <a:rPr sz="2800" spc="70" dirty="0">
                <a:solidFill>
                  <a:srgbClr val="050505"/>
                </a:solidFill>
                <a:latin typeface="Times New Roman"/>
                <a:cs typeface="Times New Roman"/>
              </a:rPr>
              <a:t>When</a:t>
            </a:r>
            <a:r>
              <a:rPr sz="2800" spc="75" dirty="0">
                <a:solidFill>
                  <a:srgbClr val="050505"/>
                </a:solidFill>
                <a:latin typeface="Times New Roman"/>
                <a:cs typeface="Times New Roman"/>
              </a:rPr>
              <a:t>  </a:t>
            </a:r>
            <a:r>
              <a:rPr sz="2800" spc="50" dirty="0">
                <a:solidFill>
                  <a:srgbClr val="050505"/>
                </a:solidFill>
                <a:latin typeface="Times New Roman"/>
                <a:cs typeface="Times New Roman"/>
              </a:rPr>
              <a:t>a</a:t>
            </a:r>
            <a:r>
              <a:rPr sz="2800" spc="70" dirty="0">
                <a:solidFill>
                  <a:srgbClr val="050505"/>
                </a:solidFill>
                <a:latin typeface="Times New Roman"/>
                <a:cs typeface="Times New Roman"/>
              </a:rPr>
              <a:t>  </a:t>
            </a:r>
            <a:r>
              <a:rPr sz="2800" spc="65" dirty="0">
                <a:solidFill>
                  <a:srgbClr val="050505"/>
                </a:solidFill>
                <a:latin typeface="Times New Roman"/>
                <a:cs typeface="Times New Roman"/>
              </a:rPr>
              <a:t>member</a:t>
            </a:r>
            <a:r>
              <a:rPr sz="2800" spc="105" dirty="0">
                <a:solidFill>
                  <a:srgbClr val="050505"/>
                </a:solidFill>
                <a:latin typeface="Times New Roman"/>
                <a:cs typeface="Times New Roman"/>
              </a:rPr>
              <a:t>  </a:t>
            </a:r>
            <a:r>
              <a:rPr sz="2800" spc="55" dirty="0">
                <a:solidFill>
                  <a:srgbClr val="050505"/>
                </a:solidFill>
                <a:latin typeface="Times New Roman"/>
                <a:cs typeface="Times New Roman"/>
              </a:rPr>
              <a:t>of</a:t>
            </a:r>
            <a:r>
              <a:rPr sz="2800" spc="70" dirty="0">
                <a:solidFill>
                  <a:srgbClr val="050505"/>
                </a:solidFill>
                <a:latin typeface="Times New Roman"/>
                <a:cs typeface="Times New Roman"/>
              </a:rPr>
              <a:t>  </a:t>
            </a:r>
            <a:r>
              <a:rPr sz="2800" spc="80" dirty="0">
                <a:solidFill>
                  <a:srgbClr val="050505"/>
                </a:solidFill>
                <a:latin typeface="Times New Roman"/>
                <a:cs typeface="Times New Roman"/>
              </a:rPr>
              <a:t>a</a:t>
            </a:r>
            <a:r>
              <a:rPr sz="2800" spc="40" dirty="0">
                <a:solidFill>
                  <a:srgbClr val="050505"/>
                </a:solidFill>
                <a:latin typeface="Times New Roman"/>
                <a:cs typeface="Times New Roman"/>
              </a:rPr>
              <a:t>  </a:t>
            </a:r>
            <a:r>
              <a:rPr sz="2800" dirty="0">
                <a:solidFill>
                  <a:srgbClr val="050505"/>
                </a:solidFill>
                <a:latin typeface="Times New Roman"/>
                <a:cs typeface="Times New Roman"/>
              </a:rPr>
              <a:t>class</a:t>
            </a:r>
            <a:r>
              <a:rPr sz="2800" spc="80" dirty="0">
                <a:solidFill>
                  <a:srgbClr val="050505"/>
                </a:solidFill>
                <a:latin typeface="Times New Roman"/>
                <a:cs typeface="Times New Roman"/>
              </a:rPr>
              <a:t>  </a:t>
            </a:r>
            <a:r>
              <a:rPr sz="2800" spc="50" dirty="0">
                <a:solidFill>
                  <a:srgbClr val="050505"/>
                </a:solidFill>
                <a:latin typeface="Times New Roman"/>
                <a:cs typeface="Times New Roman"/>
              </a:rPr>
              <a:t>is  </a:t>
            </a:r>
            <a:r>
              <a:rPr sz="2800" dirty="0">
                <a:solidFill>
                  <a:srgbClr val="050505"/>
                </a:solidFill>
                <a:latin typeface="Times New Roman"/>
                <a:cs typeface="Times New Roman"/>
              </a:rPr>
              <a:t>modified</a:t>
            </a:r>
            <a:r>
              <a:rPr sz="2800" spc="150" dirty="0">
                <a:solidFill>
                  <a:srgbClr val="050505"/>
                </a:solidFill>
                <a:latin typeface="Times New Roman"/>
                <a:cs typeface="Times New Roman"/>
              </a:rPr>
              <a:t>  </a:t>
            </a:r>
            <a:r>
              <a:rPr sz="2800" spc="70" dirty="0">
                <a:solidFill>
                  <a:srgbClr val="050505"/>
                </a:solidFill>
                <a:latin typeface="Times New Roman"/>
                <a:cs typeface="Times New Roman"/>
              </a:rPr>
              <a:t>by</a:t>
            </a:r>
            <a:r>
              <a:rPr sz="2800" spc="40" dirty="0">
                <a:solidFill>
                  <a:srgbClr val="050505"/>
                </a:solidFill>
                <a:latin typeface="Times New Roman"/>
                <a:cs typeface="Times New Roman"/>
              </a:rPr>
              <a:t>  </a:t>
            </a:r>
            <a:r>
              <a:rPr sz="2800" spc="55" dirty="0">
                <a:solidFill>
                  <a:srgbClr val="050505"/>
                </a:solidFill>
                <a:latin typeface="Times New Roman"/>
                <a:cs typeface="Times New Roman"/>
              </a:rPr>
              <a:t>the</a:t>
            </a:r>
            <a:r>
              <a:rPr sz="2800" spc="60" dirty="0">
                <a:solidFill>
                  <a:srgbClr val="050505"/>
                </a:solidFill>
                <a:latin typeface="Times New Roman"/>
                <a:cs typeface="Times New Roman"/>
              </a:rPr>
              <a:t>  </a:t>
            </a:r>
            <a:r>
              <a:rPr sz="2800" spc="55" dirty="0">
                <a:solidFill>
                  <a:srgbClr val="050505"/>
                </a:solidFill>
                <a:latin typeface="Times New Roman"/>
                <a:cs typeface="Times New Roman"/>
              </a:rPr>
              <a:t>public  </a:t>
            </a:r>
            <a:r>
              <a:rPr sz="2800" dirty="0">
                <a:solidFill>
                  <a:srgbClr val="050505"/>
                </a:solidFill>
                <a:latin typeface="Times New Roman"/>
                <a:cs typeface="Times New Roman"/>
              </a:rPr>
              <a:t>specifier,</a:t>
            </a:r>
            <a:r>
              <a:rPr sz="2800" spc="114" dirty="0">
                <a:solidFill>
                  <a:srgbClr val="050505"/>
                </a:solidFill>
                <a:latin typeface="Times New Roman"/>
                <a:cs typeface="Times New Roman"/>
              </a:rPr>
              <a:t>  </a:t>
            </a:r>
            <a:r>
              <a:rPr sz="2800" spc="60" dirty="0">
                <a:solidFill>
                  <a:srgbClr val="050505"/>
                </a:solidFill>
                <a:latin typeface="Times New Roman"/>
                <a:cs typeface="Times New Roman"/>
              </a:rPr>
              <a:t>then</a:t>
            </a:r>
            <a:r>
              <a:rPr sz="2800" spc="70" dirty="0">
                <a:solidFill>
                  <a:srgbClr val="050505"/>
                </a:solidFill>
                <a:latin typeface="Times New Roman"/>
                <a:cs typeface="Times New Roman"/>
              </a:rPr>
              <a:t>  </a:t>
            </a:r>
            <a:r>
              <a:rPr sz="2800" b="1" spc="-20" dirty="0">
                <a:solidFill>
                  <a:srgbClr val="050505"/>
                </a:solidFill>
                <a:latin typeface="Times New Roman"/>
                <a:cs typeface="Times New Roman"/>
              </a:rPr>
              <a:t>that </a:t>
            </a:r>
            <a:r>
              <a:rPr sz="2800" b="1" spc="65" dirty="0">
                <a:solidFill>
                  <a:srgbClr val="050505"/>
                </a:solidFill>
                <a:latin typeface="Times New Roman"/>
                <a:cs typeface="Times New Roman"/>
              </a:rPr>
              <a:t>member</a:t>
            </a:r>
            <a:r>
              <a:rPr sz="2800" b="1" spc="450" dirty="0">
                <a:solidFill>
                  <a:srgbClr val="050505"/>
                </a:solidFill>
                <a:latin typeface="Times New Roman"/>
                <a:cs typeface="Times New Roman"/>
              </a:rPr>
              <a:t> </a:t>
            </a:r>
            <a:r>
              <a:rPr sz="2800" b="1" spc="75" dirty="0">
                <a:solidFill>
                  <a:srgbClr val="050505"/>
                </a:solidFill>
                <a:latin typeface="Times New Roman"/>
                <a:cs typeface="Times New Roman"/>
              </a:rPr>
              <a:t>can</a:t>
            </a:r>
            <a:r>
              <a:rPr sz="2800" b="1" spc="415" dirty="0">
                <a:solidFill>
                  <a:srgbClr val="050505"/>
                </a:solidFill>
                <a:latin typeface="Times New Roman"/>
                <a:cs typeface="Times New Roman"/>
              </a:rPr>
              <a:t> </a:t>
            </a:r>
            <a:r>
              <a:rPr sz="2800" b="1" spc="65" dirty="0">
                <a:solidFill>
                  <a:srgbClr val="050505"/>
                </a:solidFill>
                <a:latin typeface="Times New Roman"/>
                <a:cs typeface="Times New Roman"/>
              </a:rPr>
              <a:t>be</a:t>
            </a:r>
            <a:r>
              <a:rPr sz="2800" b="1" spc="409" dirty="0">
                <a:solidFill>
                  <a:srgbClr val="050505"/>
                </a:solidFill>
                <a:latin typeface="Times New Roman"/>
                <a:cs typeface="Times New Roman"/>
              </a:rPr>
              <a:t> </a:t>
            </a:r>
            <a:r>
              <a:rPr sz="2800" b="1" spc="50" dirty="0">
                <a:solidFill>
                  <a:srgbClr val="050505"/>
                </a:solidFill>
                <a:latin typeface="Times New Roman"/>
                <a:cs typeface="Times New Roman"/>
              </a:rPr>
              <a:t>accessed</a:t>
            </a:r>
            <a:r>
              <a:rPr sz="2800" b="1" spc="475" dirty="0">
                <a:solidFill>
                  <a:srgbClr val="050505"/>
                </a:solidFill>
                <a:latin typeface="Times New Roman"/>
                <a:cs typeface="Times New Roman"/>
              </a:rPr>
              <a:t> </a:t>
            </a:r>
            <a:r>
              <a:rPr sz="2800" b="1" spc="70" dirty="0">
                <a:solidFill>
                  <a:srgbClr val="050505"/>
                </a:solidFill>
                <a:latin typeface="Times New Roman"/>
                <a:cs typeface="Times New Roman"/>
              </a:rPr>
              <a:t>by</a:t>
            </a:r>
            <a:r>
              <a:rPr sz="2800" b="1" spc="405" dirty="0">
                <a:solidFill>
                  <a:srgbClr val="050505"/>
                </a:solidFill>
                <a:latin typeface="Times New Roman"/>
                <a:cs typeface="Times New Roman"/>
              </a:rPr>
              <a:t> </a:t>
            </a:r>
            <a:r>
              <a:rPr sz="2800" b="1" spc="55" dirty="0">
                <a:solidFill>
                  <a:srgbClr val="050505"/>
                </a:solidFill>
                <a:latin typeface="Times New Roman"/>
                <a:cs typeface="Times New Roman"/>
              </a:rPr>
              <a:t>any</a:t>
            </a:r>
            <a:r>
              <a:rPr sz="2800" b="1" spc="395" dirty="0">
                <a:solidFill>
                  <a:srgbClr val="050505"/>
                </a:solidFill>
                <a:latin typeface="Times New Roman"/>
                <a:cs typeface="Times New Roman"/>
              </a:rPr>
              <a:t> </a:t>
            </a:r>
            <a:r>
              <a:rPr sz="2800" b="1" spc="55" dirty="0">
                <a:solidFill>
                  <a:srgbClr val="050505"/>
                </a:solidFill>
                <a:latin typeface="Times New Roman"/>
                <a:cs typeface="Times New Roman"/>
              </a:rPr>
              <a:t>other</a:t>
            </a:r>
            <a:r>
              <a:rPr sz="2800" b="1" spc="455" dirty="0">
                <a:solidFill>
                  <a:srgbClr val="050505"/>
                </a:solidFill>
                <a:latin typeface="Times New Roman"/>
                <a:cs typeface="Times New Roman"/>
              </a:rPr>
              <a:t> </a:t>
            </a:r>
            <a:r>
              <a:rPr sz="2800" b="1" spc="50" dirty="0">
                <a:solidFill>
                  <a:srgbClr val="050505"/>
                </a:solidFill>
                <a:latin typeface="Times New Roman"/>
                <a:cs typeface="Times New Roman"/>
              </a:rPr>
              <a:t>code.</a:t>
            </a:r>
            <a:r>
              <a:rPr sz="2800" b="1" spc="409" dirty="0">
                <a:solidFill>
                  <a:srgbClr val="050505"/>
                </a:solidFill>
                <a:latin typeface="Times New Roman"/>
                <a:cs typeface="Times New Roman"/>
              </a:rPr>
              <a:t> </a:t>
            </a:r>
            <a:endParaRPr lang="en-US" sz="2800" b="1" spc="409" dirty="0">
              <a:solidFill>
                <a:srgbClr val="050505"/>
              </a:solidFill>
              <a:latin typeface="Times New Roman"/>
              <a:cs typeface="Times New Roman"/>
            </a:endParaRPr>
          </a:p>
          <a:p>
            <a:pPr marL="352425" marR="7620" indent="-340360" algn="just">
              <a:spcBef>
                <a:spcPts val="670"/>
              </a:spcBef>
              <a:buClr>
                <a:srgbClr val="D88042"/>
              </a:buClr>
              <a:buSzPct val="102439"/>
              <a:buFont typeface="Arial"/>
              <a:buChar char="□"/>
              <a:tabLst>
                <a:tab pos="353695" algn="l"/>
              </a:tabLst>
            </a:pPr>
            <a:r>
              <a:rPr sz="2800" spc="85" dirty="0">
                <a:solidFill>
                  <a:srgbClr val="050505"/>
                </a:solidFill>
                <a:latin typeface="Times New Roman"/>
                <a:cs typeface="Times New Roman"/>
              </a:rPr>
              <a:t>When</a:t>
            </a:r>
            <a:r>
              <a:rPr sz="2800" spc="434" dirty="0">
                <a:solidFill>
                  <a:srgbClr val="050505"/>
                </a:solidFill>
                <a:latin typeface="Times New Roman"/>
                <a:cs typeface="Times New Roman"/>
              </a:rPr>
              <a:t> </a:t>
            </a:r>
            <a:r>
              <a:rPr sz="2800" spc="80" dirty="0">
                <a:solidFill>
                  <a:srgbClr val="050505"/>
                </a:solidFill>
                <a:latin typeface="Times New Roman"/>
                <a:cs typeface="Times New Roman"/>
              </a:rPr>
              <a:t>a</a:t>
            </a:r>
            <a:r>
              <a:rPr sz="2800" spc="360" dirty="0">
                <a:solidFill>
                  <a:srgbClr val="050505"/>
                </a:solidFill>
                <a:latin typeface="Times New Roman"/>
                <a:cs typeface="Times New Roman"/>
              </a:rPr>
              <a:t> </a:t>
            </a:r>
            <a:r>
              <a:rPr sz="2800" spc="65" dirty="0">
                <a:solidFill>
                  <a:srgbClr val="050505"/>
                </a:solidFill>
                <a:latin typeface="Times New Roman"/>
                <a:cs typeface="Times New Roman"/>
              </a:rPr>
              <a:t>member</a:t>
            </a:r>
            <a:r>
              <a:rPr sz="2800" spc="500" dirty="0">
                <a:solidFill>
                  <a:srgbClr val="050505"/>
                </a:solidFill>
                <a:latin typeface="Times New Roman"/>
                <a:cs typeface="Times New Roman"/>
              </a:rPr>
              <a:t> </a:t>
            </a:r>
            <a:r>
              <a:rPr sz="2800" spc="65" dirty="0">
                <a:solidFill>
                  <a:srgbClr val="050505"/>
                </a:solidFill>
                <a:latin typeface="Times New Roman"/>
                <a:cs typeface="Times New Roman"/>
              </a:rPr>
              <a:t>of</a:t>
            </a:r>
            <a:r>
              <a:rPr sz="2800" spc="380" dirty="0">
                <a:solidFill>
                  <a:srgbClr val="050505"/>
                </a:solidFill>
                <a:latin typeface="Times New Roman"/>
                <a:cs typeface="Times New Roman"/>
              </a:rPr>
              <a:t> </a:t>
            </a:r>
            <a:r>
              <a:rPr sz="2800" spc="80" dirty="0">
                <a:solidFill>
                  <a:srgbClr val="050505"/>
                </a:solidFill>
                <a:latin typeface="Times New Roman"/>
                <a:cs typeface="Times New Roman"/>
              </a:rPr>
              <a:t>a</a:t>
            </a:r>
            <a:r>
              <a:rPr sz="2800" spc="360" dirty="0">
                <a:solidFill>
                  <a:srgbClr val="050505"/>
                </a:solidFill>
                <a:latin typeface="Times New Roman"/>
                <a:cs typeface="Times New Roman"/>
              </a:rPr>
              <a:t> </a:t>
            </a:r>
            <a:r>
              <a:rPr sz="2800" spc="50" dirty="0">
                <a:solidFill>
                  <a:srgbClr val="050505"/>
                </a:solidFill>
                <a:latin typeface="Times New Roman"/>
                <a:cs typeface="Times New Roman"/>
              </a:rPr>
              <a:t>class</a:t>
            </a:r>
            <a:r>
              <a:rPr sz="2800" spc="434" dirty="0">
                <a:solidFill>
                  <a:srgbClr val="050505"/>
                </a:solidFill>
                <a:latin typeface="Times New Roman"/>
                <a:cs typeface="Times New Roman"/>
              </a:rPr>
              <a:t> </a:t>
            </a:r>
            <a:r>
              <a:rPr sz="2800" spc="-25" dirty="0">
                <a:solidFill>
                  <a:srgbClr val="050505"/>
                </a:solidFill>
                <a:latin typeface="Times New Roman"/>
                <a:cs typeface="Times New Roman"/>
              </a:rPr>
              <a:t>is </a:t>
            </a:r>
            <a:r>
              <a:rPr sz="2800" dirty="0">
                <a:solidFill>
                  <a:srgbClr val="050505"/>
                </a:solidFill>
                <a:latin typeface="Times New Roman"/>
                <a:cs typeface="Times New Roman"/>
              </a:rPr>
              <a:t>specified</a:t>
            </a:r>
            <a:r>
              <a:rPr sz="2800" spc="220" dirty="0">
                <a:solidFill>
                  <a:srgbClr val="050505"/>
                </a:solidFill>
                <a:latin typeface="Times New Roman"/>
                <a:cs typeface="Times New Roman"/>
              </a:rPr>
              <a:t> </a:t>
            </a:r>
            <a:r>
              <a:rPr sz="2800" spc="70" dirty="0">
                <a:solidFill>
                  <a:srgbClr val="050505"/>
                </a:solidFill>
                <a:latin typeface="Times New Roman"/>
                <a:cs typeface="Times New Roman"/>
              </a:rPr>
              <a:t>as</a:t>
            </a:r>
            <a:r>
              <a:rPr sz="2800" spc="50" dirty="0">
                <a:solidFill>
                  <a:srgbClr val="050505"/>
                </a:solidFill>
                <a:latin typeface="Times New Roman"/>
                <a:cs typeface="Times New Roman"/>
              </a:rPr>
              <a:t> private,</a:t>
            </a:r>
            <a:r>
              <a:rPr sz="2800" spc="175" dirty="0">
                <a:solidFill>
                  <a:srgbClr val="050505"/>
                </a:solidFill>
                <a:latin typeface="Times New Roman"/>
                <a:cs typeface="Times New Roman"/>
              </a:rPr>
              <a:t> </a:t>
            </a:r>
            <a:r>
              <a:rPr sz="2800" spc="60" dirty="0">
                <a:solidFill>
                  <a:srgbClr val="050505"/>
                </a:solidFill>
                <a:latin typeface="Times New Roman"/>
                <a:cs typeface="Times New Roman"/>
              </a:rPr>
              <a:t>then</a:t>
            </a:r>
            <a:r>
              <a:rPr sz="2800" spc="120" dirty="0">
                <a:solidFill>
                  <a:srgbClr val="050505"/>
                </a:solidFill>
                <a:latin typeface="Times New Roman"/>
                <a:cs typeface="Times New Roman"/>
              </a:rPr>
              <a:t> </a:t>
            </a:r>
            <a:r>
              <a:rPr sz="2800" spc="50" dirty="0">
                <a:solidFill>
                  <a:srgbClr val="050505"/>
                </a:solidFill>
                <a:latin typeface="Times New Roman"/>
                <a:cs typeface="Times New Roman"/>
              </a:rPr>
              <a:t>that</a:t>
            </a:r>
            <a:r>
              <a:rPr sz="2800" spc="165" dirty="0">
                <a:solidFill>
                  <a:srgbClr val="050505"/>
                </a:solidFill>
                <a:latin typeface="Times New Roman"/>
                <a:cs typeface="Times New Roman"/>
              </a:rPr>
              <a:t> </a:t>
            </a:r>
            <a:r>
              <a:rPr sz="2800" spc="55" dirty="0">
                <a:solidFill>
                  <a:srgbClr val="050505"/>
                </a:solidFill>
                <a:latin typeface="Times New Roman"/>
                <a:cs typeface="Times New Roman"/>
              </a:rPr>
              <a:t>member</a:t>
            </a:r>
            <a:r>
              <a:rPr sz="2800" spc="270" dirty="0">
                <a:solidFill>
                  <a:srgbClr val="050505"/>
                </a:solidFill>
                <a:latin typeface="Times New Roman"/>
                <a:cs typeface="Times New Roman"/>
              </a:rPr>
              <a:t> </a:t>
            </a:r>
            <a:r>
              <a:rPr sz="2800" spc="65" dirty="0">
                <a:solidFill>
                  <a:srgbClr val="050505"/>
                </a:solidFill>
                <a:latin typeface="Times New Roman"/>
                <a:cs typeface="Times New Roman"/>
              </a:rPr>
              <a:t>can</a:t>
            </a:r>
            <a:r>
              <a:rPr sz="2800" spc="95" dirty="0">
                <a:solidFill>
                  <a:srgbClr val="050505"/>
                </a:solidFill>
                <a:latin typeface="Times New Roman"/>
                <a:cs typeface="Times New Roman"/>
              </a:rPr>
              <a:t> </a:t>
            </a:r>
            <a:r>
              <a:rPr sz="2800" b="1" spc="60" dirty="0">
                <a:solidFill>
                  <a:srgbClr val="050505"/>
                </a:solidFill>
                <a:latin typeface="Times New Roman"/>
                <a:cs typeface="Times New Roman"/>
              </a:rPr>
              <a:t>only</a:t>
            </a:r>
            <a:r>
              <a:rPr sz="2800" b="1" spc="125" dirty="0">
                <a:solidFill>
                  <a:srgbClr val="050505"/>
                </a:solidFill>
                <a:latin typeface="Times New Roman"/>
                <a:cs typeface="Times New Roman"/>
              </a:rPr>
              <a:t> </a:t>
            </a:r>
            <a:r>
              <a:rPr sz="2800" b="1" spc="65" dirty="0">
                <a:solidFill>
                  <a:srgbClr val="050505"/>
                </a:solidFill>
                <a:latin typeface="Times New Roman"/>
                <a:cs typeface="Times New Roman"/>
              </a:rPr>
              <a:t>be</a:t>
            </a:r>
            <a:r>
              <a:rPr sz="2800" b="1" spc="150" dirty="0">
                <a:solidFill>
                  <a:srgbClr val="050505"/>
                </a:solidFill>
                <a:latin typeface="Times New Roman"/>
                <a:cs typeface="Times New Roman"/>
              </a:rPr>
              <a:t> </a:t>
            </a:r>
            <a:r>
              <a:rPr sz="2800" b="1" spc="50" dirty="0">
                <a:solidFill>
                  <a:srgbClr val="050505"/>
                </a:solidFill>
                <a:latin typeface="Times New Roman"/>
                <a:cs typeface="Times New Roman"/>
              </a:rPr>
              <a:t>accessed</a:t>
            </a:r>
            <a:r>
              <a:rPr sz="2800" b="1" spc="225" dirty="0">
                <a:solidFill>
                  <a:srgbClr val="050505"/>
                </a:solidFill>
                <a:latin typeface="Times New Roman"/>
                <a:cs typeface="Times New Roman"/>
              </a:rPr>
              <a:t> </a:t>
            </a:r>
            <a:r>
              <a:rPr sz="2800" b="1" spc="70" dirty="0">
                <a:solidFill>
                  <a:srgbClr val="050505"/>
                </a:solidFill>
                <a:latin typeface="Times New Roman"/>
                <a:cs typeface="Times New Roman"/>
              </a:rPr>
              <a:t>by</a:t>
            </a:r>
            <a:r>
              <a:rPr sz="2800" b="1" spc="90" dirty="0">
                <a:solidFill>
                  <a:srgbClr val="050505"/>
                </a:solidFill>
                <a:latin typeface="Times New Roman"/>
                <a:cs typeface="Times New Roman"/>
              </a:rPr>
              <a:t> </a:t>
            </a:r>
            <a:r>
              <a:rPr sz="2800" b="1" spc="55" dirty="0">
                <a:solidFill>
                  <a:srgbClr val="050505"/>
                </a:solidFill>
                <a:latin typeface="Times New Roman"/>
                <a:cs typeface="Times New Roman"/>
              </a:rPr>
              <a:t>other</a:t>
            </a:r>
            <a:r>
              <a:rPr sz="2800" b="1" spc="150" dirty="0">
                <a:solidFill>
                  <a:srgbClr val="050505"/>
                </a:solidFill>
                <a:latin typeface="Times New Roman"/>
                <a:cs typeface="Times New Roman"/>
              </a:rPr>
              <a:t> </a:t>
            </a:r>
            <a:r>
              <a:rPr sz="2800" b="1" spc="45" dirty="0">
                <a:solidFill>
                  <a:srgbClr val="050505"/>
                </a:solidFill>
                <a:latin typeface="Times New Roman"/>
                <a:cs typeface="Times New Roman"/>
              </a:rPr>
              <a:t>members </a:t>
            </a:r>
            <a:r>
              <a:rPr sz="2800" b="1" spc="65" dirty="0">
                <a:solidFill>
                  <a:srgbClr val="050505"/>
                </a:solidFill>
                <a:latin typeface="Times New Roman"/>
                <a:cs typeface="Times New Roman"/>
              </a:rPr>
              <a:t>of</a:t>
            </a:r>
            <a:r>
              <a:rPr sz="2800" b="1" spc="110" dirty="0">
                <a:solidFill>
                  <a:srgbClr val="050505"/>
                </a:solidFill>
                <a:latin typeface="Times New Roman"/>
                <a:cs typeface="Times New Roman"/>
              </a:rPr>
              <a:t> </a:t>
            </a:r>
            <a:r>
              <a:rPr sz="2800" b="1" dirty="0">
                <a:solidFill>
                  <a:srgbClr val="050505"/>
                </a:solidFill>
                <a:latin typeface="Times New Roman"/>
                <a:cs typeface="Times New Roman"/>
              </a:rPr>
              <a:t>its</a:t>
            </a:r>
            <a:r>
              <a:rPr sz="2800" b="1" spc="95" dirty="0">
                <a:solidFill>
                  <a:srgbClr val="050505"/>
                </a:solidFill>
                <a:latin typeface="Times New Roman"/>
                <a:cs typeface="Times New Roman"/>
              </a:rPr>
              <a:t> </a:t>
            </a:r>
            <a:r>
              <a:rPr sz="2800" b="1" spc="40" dirty="0">
                <a:solidFill>
                  <a:srgbClr val="050505"/>
                </a:solidFill>
                <a:latin typeface="Times New Roman"/>
                <a:cs typeface="Times New Roman"/>
              </a:rPr>
              <a:t>class</a:t>
            </a:r>
            <a:r>
              <a:rPr sz="2800" spc="40" dirty="0">
                <a:solidFill>
                  <a:srgbClr val="050505"/>
                </a:solidFill>
                <a:latin typeface="Times New Roman"/>
                <a:cs typeface="Times New Roman"/>
              </a:rPr>
              <a:t>.</a:t>
            </a:r>
            <a:endParaRPr lang="en-US" sz="2800" spc="40" dirty="0">
              <a:solidFill>
                <a:srgbClr val="050505"/>
              </a:solidFill>
              <a:latin typeface="Times New Roman"/>
              <a:cs typeface="Times New Roman"/>
            </a:endParaRPr>
          </a:p>
          <a:p>
            <a:pPr marL="352425" marR="7620" indent="-340360" algn="just">
              <a:spcBef>
                <a:spcPts val="670"/>
              </a:spcBef>
              <a:buClr>
                <a:srgbClr val="D88042"/>
              </a:buClr>
              <a:buSzPct val="102439"/>
              <a:buFont typeface="Arial"/>
              <a:buChar char="□"/>
              <a:tabLst>
                <a:tab pos="353695" algn="l"/>
              </a:tabLst>
            </a:pPr>
            <a:r>
              <a:rPr lang="en-US" sz="2800" spc="70" dirty="0">
                <a:solidFill>
                  <a:srgbClr val="050505"/>
                </a:solidFill>
                <a:latin typeface="Times New Roman"/>
                <a:cs typeface="Times New Roman"/>
              </a:rPr>
              <a:t>When</a:t>
            </a:r>
            <a:r>
              <a:rPr lang="en-US" sz="2800" spc="200" dirty="0">
                <a:solidFill>
                  <a:srgbClr val="050505"/>
                </a:solidFill>
                <a:latin typeface="Times New Roman"/>
                <a:cs typeface="Times New Roman"/>
              </a:rPr>
              <a:t>  </a:t>
            </a:r>
            <a:r>
              <a:rPr lang="en-US" sz="2800" b="1" spc="80" dirty="0">
                <a:solidFill>
                  <a:srgbClr val="050505"/>
                </a:solidFill>
                <a:latin typeface="Times New Roman"/>
                <a:cs typeface="Times New Roman"/>
              </a:rPr>
              <a:t>no</a:t>
            </a:r>
            <a:r>
              <a:rPr lang="en-US" sz="2800" b="1" spc="165" dirty="0">
                <a:solidFill>
                  <a:srgbClr val="050505"/>
                </a:solidFill>
                <a:latin typeface="Times New Roman"/>
                <a:cs typeface="Times New Roman"/>
              </a:rPr>
              <a:t>  </a:t>
            </a:r>
            <a:r>
              <a:rPr lang="en-US" sz="2800" b="1" dirty="0">
                <a:solidFill>
                  <a:srgbClr val="050505"/>
                </a:solidFill>
                <a:latin typeface="Times New Roman"/>
                <a:cs typeface="Times New Roman"/>
              </a:rPr>
              <a:t>access</a:t>
            </a:r>
            <a:r>
              <a:rPr lang="en-US" sz="2800" b="1" spc="200" dirty="0">
                <a:solidFill>
                  <a:srgbClr val="050505"/>
                </a:solidFill>
                <a:latin typeface="Times New Roman"/>
                <a:cs typeface="Times New Roman"/>
              </a:rPr>
              <a:t>  </a:t>
            </a:r>
            <a:r>
              <a:rPr lang="en-US" sz="2800" b="1" dirty="0">
                <a:solidFill>
                  <a:srgbClr val="050505"/>
                </a:solidFill>
                <a:latin typeface="Times New Roman"/>
                <a:cs typeface="Times New Roman"/>
              </a:rPr>
              <a:t>specifier</a:t>
            </a:r>
            <a:r>
              <a:rPr lang="en-US" sz="2800" b="1" spc="190" dirty="0">
                <a:solidFill>
                  <a:srgbClr val="050505"/>
                </a:solidFill>
                <a:latin typeface="Times New Roman"/>
                <a:cs typeface="Times New Roman"/>
              </a:rPr>
              <a:t>  </a:t>
            </a:r>
            <a:r>
              <a:rPr lang="en-US" sz="2800" b="1" dirty="0">
                <a:solidFill>
                  <a:srgbClr val="050505"/>
                </a:solidFill>
                <a:latin typeface="Times New Roman"/>
                <a:cs typeface="Times New Roman"/>
              </a:rPr>
              <a:t>is</a:t>
            </a:r>
            <a:r>
              <a:rPr lang="en-US" sz="2800" b="1" spc="170" dirty="0">
                <a:solidFill>
                  <a:srgbClr val="050505"/>
                </a:solidFill>
                <a:latin typeface="Times New Roman"/>
                <a:cs typeface="Times New Roman"/>
              </a:rPr>
              <a:t>  </a:t>
            </a:r>
            <a:r>
              <a:rPr lang="en-US" sz="2800" b="1" spc="50" dirty="0">
                <a:solidFill>
                  <a:srgbClr val="050505"/>
                </a:solidFill>
                <a:latin typeface="Times New Roman"/>
                <a:cs typeface="Times New Roman"/>
              </a:rPr>
              <a:t>used</a:t>
            </a:r>
            <a:r>
              <a:rPr lang="en-US" sz="2800" spc="50" dirty="0">
                <a:solidFill>
                  <a:srgbClr val="050505"/>
                </a:solidFill>
                <a:latin typeface="Times New Roman"/>
                <a:cs typeface="Times New Roman"/>
              </a:rPr>
              <a:t>,</a:t>
            </a:r>
            <a:r>
              <a:rPr lang="en-US" sz="2800" spc="200" dirty="0">
                <a:solidFill>
                  <a:srgbClr val="050505"/>
                </a:solidFill>
                <a:latin typeface="Times New Roman"/>
                <a:cs typeface="Times New Roman"/>
              </a:rPr>
              <a:t>  </a:t>
            </a:r>
            <a:r>
              <a:rPr lang="en-US" sz="2800" spc="60" dirty="0">
                <a:solidFill>
                  <a:srgbClr val="050505"/>
                </a:solidFill>
                <a:latin typeface="Times New Roman"/>
                <a:cs typeface="Times New Roman"/>
              </a:rPr>
              <a:t>then</a:t>
            </a:r>
            <a:r>
              <a:rPr lang="en-US" sz="2800" spc="170" dirty="0">
                <a:solidFill>
                  <a:srgbClr val="050505"/>
                </a:solidFill>
                <a:latin typeface="Times New Roman"/>
                <a:cs typeface="Times New Roman"/>
              </a:rPr>
              <a:t>  </a:t>
            </a:r>
            <a:r>
              <a:rPr lang="en-US" sz="2800" spc="70" dirty="0">
                <a:solidFill>
                  <a:srgbClr val="050505"/>
                </a:solidFill>
                <a:latin typeface="Times New Roman"/>
                <a:cs typeface="Times New Roman"/>
              </a:rPr>
              <a:t>by</a:t>
            </a:r>
            <a:r>
              <a:rPr lang="en-US" sz="2800" spc="150" dirty="0">
                <a:solidFill>
                  <a:srgbClr val="050505"/>
                </a:solidFill>
                <a:latin typeface="Times New Roman"/>
                <a:cs typeface="Times New Roman"/>
              </a:rPr>
              <a:t>  </a:t>
            </a:r>
            <a:r>
              <a:rPr lang="en-US" sz="2800" b="1" dirty="0">
                <a:solidFill>
                  <a:srgbClr val="050505"/>
                </a:solidFill>
                <a:latin typeface="Times New Roman"/>
                <a:cs typeface="Times New Roman"/>
              </a:rPr>
              <a:t>default</a:t>
            </a:r>
            <a:r>
              <a:rPr lang="en-US" sz="2800" b="1" spc="215" dirty="0">
                <a:solidFill>
                  <a:srgbClr val="050505"/>
                </a:solidFill>
                <a:latin typeface="Times New Roman"/>
                <a:cs typeface="Times New Roman"/>
              </a:rPr>
              <a:t> </a:t>
            </a:r>
            <a:r>
              <a:rPr lang="en-US" sz="2800" spc="215" dirty="0">
                <a:solidFill>
                  <a:srgbClr val="050505"/>
                </a:solidFill>
                <a:latin typeface="Times New Roman"/>
                <a:cs typeface="Times New Roman"/>
              </a:rPr>
              <a:t> </a:t>
            </a:r>
            <a:r>
              <a:rPr lang="en-US" sz="2800" spc="35" dirty="0">
                <a:solidFill>
                  <a:srgbClr val="050505"/>
                </a:solidFill>
                <a:latin typeface="Times New Roman"/>
                <a:cs typeface="Times New Roman"/>
              </a:rPr>
              <a:t>the </a:t>
            </a:r>
            <a:r>
              <a:rPr lang="en-US" sz="2800" spc="65" dirty="0">
                <a:solidFill>
                  <a:srgbClr val="050505"/>
                </a:solidFill>
                <a:latin typeface="Times New Roman"/>
                <a:cs typeface="Times New Roman"/>
              </a:rPr>
              <a:t>member</a:t>
            </a:r>
            <a:r>
              <a:rPr lang="en-US" sz="2800" spc="390" dirty="0">
                <a:solidFill>
                  <a:srgbClr val="050505"/>
                </a:solidFill>
                <a:latin typeface="Times New Roman"/>
                <a:cs typeface="Times New Roman"/>
              </a:rPr>
              <a:t> </a:t>
            </a:r>
            <a:r>
              <a:rPr lang="en-US" sz="2800" spc="75" dirty="0">
                <a:solidFill>
                  <a:srgbClr val="050505"/>
                </a:solidFill>
                <a:latin typeface="Times New Roman"/>
                <a:cs typeface="Times New Roman"/>
              </a:rPr>
              <a:t>of</a:t>
            </a:r>
            <a:r>
              <a:rPr lang="en-US" sz="2800" spc="280" dirty="0">
                <a:solidFill>
                  <a:srgbClr val="050505"/>
                </a:solidFill>
                <a:latin typeface="Times New Roman"/>
                <a:cs typeface="Times New Roman"/>
              </a:rPr>
              <a:t> </a:t>
            </a:r>
            <a:r>
              <a:rPr lang="en-US" sz="2800" spc="80" dirty="0">
                <a:solidFill>
                  <a:srgbClr val="050505"/>
                </a:solidFill>
                <a:latin typeface="Times New Roman"/>
                <a:cs typeface="Times New Roman"/>
              </a:rPr>
              <a:t>a</a:t>
            </a:r>
            <a:r>
              <a:rPr lang="en-US" sz="2800" spc="350" dirty="0">
                <a:solidFill>
                  <a:srgbClr val="050505"/>
                </a:solidFill>
                <a:latin typeface="Times New Roman"/>
                <a:cs typeface="Times New Roman"/>
              </a:rPr>
              <a:t> </a:t>
            </a:r>
            <a:r>
              <a:rPr lang="en-US" sz="2800" spc="50" dirty="0">
                <a:solidFill>
                  <a:srgbClr val="050505"/>
                </a:solidFill>
                <a:latin typeface="Times New Roman"/>
                <a:cs typeface="Times New Roman"/>
              </a:rPr>
              <a:t>class</a:t>
            </a:r>
            <a:r>
              <a:rPr lang="en-US" sz="2800" spc="350" dirty="0">
                <a:solidFill>
                  <a:srgbClr val="050505"/>
                </a:solidFill>
                <a:latin typeface="Times New Roman"/>
                <a:cs typeface="Times New Roman"/>
              </a:rPr>
              <a:t> </a:t>
            </a:r>
            <a:r>
              <a:rPr lang="en-US" sz="2800" spc="50" dirty="0">
                <a:solidFill>
                  <a:srgbClr val="050505"/>
                </a:solidFill>
                <a:latin typeface="Times New Roman"/>
                <a:cs typeface="Times New Roman"/>
              </a:rPr>
              <a:t>is</a:t>
            </a:r>
            <a:r>
              <a:rPr lang="en-US" sz="2800" spc="305" dirty="0">
                <a:solidFill>
                  <a:srgbClr val="050505"/>
                </a:solidFill>
                <a:latin typeface="Times New Roman"/>
                <a:cs typeface="Times New Roman"/>
              </a:rPr>
              <a:t> </a:t>
            </a:r>
            <a:r>
              <a:rPr lang="en-US" sz="2800" b="1" dirty="0">
                <a:solidFill>
                  <a:srgbClr val="050505"/>
                </a:solidFill>
                <a:latin typeface="Times New Roman"/>
                <a:cs typeface="Times New Roman"/>
              </a:rPr>
              <a:t>public</a:t>
            </a:r>
            <a:r>
              <a:rPr lang="en-US" sz="2800" b="1" spc="390" dirty="0">
                <a:solidFill>
                  <a:srgbClr val="050505"/>
                </a:solidFill>
                <a:latin typeface="Times New Roman"/>
                <a:cs typeface="Times New Roman"/>
              </a:rPr>
              <a:t> </a:t>
            </a:r>
            <a:r>
              <a:rPr lang="en-US" sz="2800" spc="50" dirty="0">
                <a:solidFill>
                  <a:srgbClr val="050505"/>
                </a:solidFill>
                <a:latin typeface="Times New Roman"/>
                <a:cs typeface="Times New Roman"/>
              </a:rPr>
              <a:t>within</a:t>
            </a:r>
            <a:r>
              <a:rPr lang="en-US" sz="2800" spc="409" dirty="0">
                <a:solidFill>
                  <a:srgbClr val="050505"/>
                </a:solidFill>
                <a:latin typeface="Times New Roman"/>
                <a:cs typeface="Times New Roman"/>
              </a:rPr>
              <a:t> </a:t>
            </a:r>
            <a:r>
              <a:rPr lang="en-US" sz="2800" dirty="0">
                <a:solidFill>
                  <a:srgbClr val="050505"/>
                </a:solidFill>
                <a:latin typeface="Times New Roman"/>
                <a:cs typeface="Times New Roman"/>
              </a:rPr>
              <a:t>its</a:t>
            </a:r>
            <a:r>
              <a:rPr lang="en-US" sz="2800" spc="290" dirty="0">
                <a:solidFill>
                  <a:srgbClr val="050505"/>
                </a:solidFill>
                <a:latin typeface="Times New Roman"/>
                <a:cs typeface="Times New Roman"/>
              </a:rPr>
              <a:t> </a:t>
            </a:r>
            <a:r>
              <a:rPr lang="en-US" sz="2800" spc="70" dirty="0">
                <a:solidFill>
                  <a:srgbClr val="050505"/>
                </a:solidFill>
                <a:latin typeface="Times New Roman"/>
                <a:cs typeface="Times New Roman"/>
              </a:rPr>
              <a:t>own</a:t>
            </a:r>
            <a:r>
              <a:rPr lang="en-US" sz="2800" spc="365" dirty="0">
                <a:solidFill>
                  <a:srgbClr val="050505"/>
                </a:solidFill>
                <a:latin typeface="Times New Roman"/>
                <a:cs typeface="Times New Roman"/>
              </a:rPr>
              <a:t> </a:t>
            </a:r>
            <a:r>
              <a:rPr lang="en-US" sz="2800" spc="50" dirty="0">
                <a:solidFill>
                  <a:srgbClr val="050505"/>
                </a:solidFill>
                <a:latin typeface="Times New Roman"/>
                <a:cs typeface="Times New Roman"/>
              </a:rPr>
              <a:t>package,</a:t>
            </a:r>
            <a:r>
              <a:rPr lang="en-US" sz="2800" spc="455" dirty="0">
                <a:solidFill>
                  <a:srgbClr val="050505"/>
                </a:solidFill>
                <a:latin typeface="Times New Roman"/>
                <a:cs typeface="Times New Roman"/>
              </a:rPr>
              <a:t> </a:t>
            </a:r>
            <a:r>
              <a:rPr lang="en-US" sz="2800" dirty="0">
                <a:solidFill>
                  <a:srgbClr val="050505"/>
                </a:solidFill>
                <a:latin typeface="Times New Roman"/>
                <a:cs typeface="Times New Roman"/>
              </a:rPr>
              <a:t>but</a:t>
            </a:r>
            <a:r>
              <a:rPr lang="en-US" sz="2800" spc="345" dirty="0">
                <a:solidFill>
                  <a:srgbClr val="050505"/>
                </a:solidFill>
                <a:latin typeface="Times New Roman"/>
                <a:cs typeface="Times New Roman"/>
              </a:rPr>
              <a:t> </a:t>
            </a:r>
            <a:r>
              <a:rPr lang="en-US" sz="2800" spc="50" dirty="0">
                <a:solidFill>
                  <a:srgbClr val="050505"/>
                </a:solidFill>
                <a:latin typeface="Times New Roman"/>
                <a:cs typeface="Times New Roman"/>
              </a:rPr>
              <a:t>cannot</a:t>
            </a:r>
            <a:r>
              <a:rPr lang="en-US" sz="2800" spc="400" dirty="0">
                <a:solidFill>
                  <a:srgbClr val="050505"/>
                </a:solidFill>
                <a:latin typeface="Times New Roman"/>
                <a:cs typeface="Times New Roman"/>
              </a:rPr>
              <a:t> </a:t>
            </a:r>
            <a:r>
              <a:rPr lang="en-US" sz="2800" spc="80" dirty="0">
                <a:solidFill>
                  <a:srgbClr val="050505"/>
                </a:solidFill>
                <a:latin typeface="Times New Roman"/>
                <a:cs typeface="Times New Roman"/>
              </a:rPr>
              <a:t>be</a:t>
            </a:r>
            <a:r>
              <a:rPr lang="en-US" sz="2800" spc="305" dirty="0">
                <a:solidFill>
                  <a:srgbClr val="050505"/>
                </a:solidFill>
                <a:latin typeface="Times New Roman"/>
                <a:cs typeface="Times New Roman"/>
              </a:rPr>
              <a:t> </a:t>
            </a:r>
            <a:r>
              <a:rPr lang="en-US" sz="2800" spc="40" dirty="0">
                <a:solidFill>
                  <a:srgbClr val="050505"/>
                </a:solidFill>
                <a:latin typeface="Times New Roman"/>
                <a:cs typeface="Times New Roman"/>
              </a:rPr>
              <a:t>accessed </a:t>
            </a:r>
            <a:r>
              <a:rPr lang="en-US" sz="2800" dirty="0">
                <a:solidFill>
                  <a:srgbClr val="050505"/>
                </a:solidFill>
                <a:latin typeface="Times New Roman"/>
                <a:cs typeface="Times New Roman"/>
              </a:rPr>
              <a:t>outside its</a:t>
            </a:r>
            <a:r>
              <a:rPr lang="en-US" sz="2800" spc="160" dirty="0">
                <a:solidFill>
                  <a:srgbClr val="050505"/>
                </a:solidFill>
                <a:latin typeface="Times New Roman"/>
                <a:cs typeface="Times New Roman"/>
              </a:rPr>
              <a:t> </a:t>
            </a:r>
            <a:r>
              <a:rPr lang="en-US" sz="2800" spc="50" dirty="0">
                <a:solidFill>
                  <a:srgbClr val="050505"/>
                </a:solidFill>
                <a:latin typeface="Times New Roman"/>
                <a:cs typeface="Times New Roman"/>
              </a:rPr>
              <a:t>package.</a:t>
            </a:r>
          </a:p>
          <a:p>
            <a:pPr marL="352425" marR="7620" indent="-340360" algn="just">
              <a:spcBef>
                <a:spcPts val="670"/>
              </a:spcBef>
              <a:buClr>
                <a:srgbClr val="D88042"/>
              </a:buClr>
              <a:buSzPct val="102439"/>
              <a:buFont typeface="Arial"/>
              <a:buChar char="□"/>
              <a:tabLst>
                <a:tab pos="353695" algn="l"/>
              </a:tabLst>
            </a:pPr>
            <a:endParaRPr sz="2800" dirty="0">
              <a:latin typeface="Times New Roman"/>
              <a:cs typeface="Times New Roman"/>
            </a:endParaRPr>
          </a:p>
        </p:txBody>
      </p:sp>
    </p:spTree>
    <p:extLst>
      <p:ext uri="{BB962C8B-B14F-4D97-AF65-F5344CB8AC3E}">
        <p14:creationId xmlns:p14="http://schemas.microsoft.com/office/powerpoint/2010/main" val="355622138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69900" y="1568450"/>
            <a:ext cx="9682480" cy="4584397"/>
          </a:xfrm>
          <a:prstGeom prst="rect">
            <a:avLst/>
          </a:prstGeom>
        </p:spPr>
        <p:txBody>
          <a:bodyPr wrap="square">
            <a:spAutoFit/>
          </a:bodyPr>
          <a:lstStyle/>
          <a:p>
            <a:pPr marL="352425" marR="7620" indent="-340360" algn="just">
              <a:lnSpc>
                <a:spcPct val="107200"/>
              </a:lnSpc>
              <a:spcBef>
                <a:spcPts val="670"/>
              </a:spcBef>
              <a:buClr>
                <a:srgbClr val="D88042"/>
              </a:buClr>
              <a:buSzPct val="102439"/>
              <a:buFont typeface="Arial"/>
              <a:buChar char="□"/>
              <a:tabLst>
                <a:tab pos="353695" algn="l"/>
              </a:tabLst>
            </a:pPr>
            <a:endParaRPr lang="en-US" sz="1800" dirty="0">
              <a:latin typeface="Times New Roman"/>
              <a:cs typeface="Times New Roman"/>
            </a:endParaRPr>
          </a:p>
          <a:p>
            <a:pPr marL="353695" marR="9525" indent="-341630" algn="just">
              <a:lnSpc>
                <a:spcPct val="107100"/>
              </a:lnSpc>
              <a:spcBef>
                <a:spcPts val="685"/>
              </a:spcBef>
              <a:buClr>
                <a:srgbClr val="D88042"/>
              </a:buClr>
              <a:buSzPct val="102439"/>
              <a:buFont typeface="Arial"/>
              <a:buChar char="□"/>
              <a:tabLst>
                <a:tab pos="353695" algn="l"/>
              </a:tabLst>
            </a:pPr>
            <a:r>
              <a:rPr lang="en-US" sz="2800" spc="150" dirty="0">
                <a:solidFill>
                  <a:srgbClr val="050505"/>
                </a:solidFill>
                <a:latin typeface="Times New Roman"/>
                <a:cs typeface="Times New Roman"/>
              </a:rPr>
              <a:t>main()</a:t>
            </a:r>
            <a:r>
              <a:rPr lang="en-US" sz="2800" spc="155" dirty="0">
                <a:solidFill>
                  <a:srgbClr val="050505"/>
                </a:solidFill>
                <a:latin typeface="Times New Roman"/>
                <a:cs typeface="Times New Roman"/>
              </a:rPr>
              <a:t> </a:t>
            </a:r>
            <a:r>
              <a:rPr lang="en-US" sz="2800" spc="50" dirty="0">
                <a:solidFill>
                  <a:srgbClr val="050505"/>
                </a:solidFill>
                <a:latin typeface="Times New Roman"/>
                <a:cs typeface="Times New Roman"/>
              </a:rPr>
              <a:t>has</a:t>
            </a:r>
            <a:r>
              <a:rPr lang="en-US" sz="2800" spc="105" dirty="0">
                <a:solidFill>
                  <a:srgbClr val="050505"/>
                </a:solidFill>
                <a:latin typeface="Times New Roman"/>
                <a:cs typeface="Times New Roman"/>
              </a:rPr>
              <a:t> </a:t>
            </a:r>
            <a:r>
              <a:rPr lang="en-US" sz="2800" spc="60" dirty="0">
                <a:solidFill>
                  <a:srgbClr val="050505"/>
                </a:solidFill>
                <a:latin typeface="Times New Roman"/>
                <a:cs typeface="Times New Roman"/>
              </a:rPr>
              <a:t>always</a:t>
            </a:r>
            <a:r>
              <a:rPr lang="en-US" sz="2800" spc="110" dirty="0">
                <a:solidFill>
                  <a:srgbClr val="050505"/>
                </a:solidFill>
                <a:latin typeface="Times New Roman"/>
                <a:cs typeface="Times New Roman"/>
              </a:rPr>
              <a:t> </a:t>
            </a:r>
            <a:r>
              <a:rPr lang="en-US" sz="2800" spc="65" dirty="0">
                <a:solidFill>
                  <a:srgbClr val="050505"/>
                </a:solidFill>
                <a:latin typeface="Times New Roman"/>
                <a:cs typeface="Times New Roman"/>
              </a:rPr>
              <a:t>been</a:t>
            </a:r>
            <a:r>
              <a:rPr lang="en-US" sz="2800" spc="125" dirty="0">
                <a:solidFill>
                  <a:srgbClr val="050505"/>
                </a:solidFill>
                <a:latin typeface="Times New Roman"/>
                <a:cs typeface="Times New Roman"/>
              </a:rPr>
              <a:t> </a:t>
            </a:r>
            <a:r>
              <a:rPr lang="en-US" sz="2800" spc="55" dirty="0">
                <a:solidFill>
                  <a:srgbClr val="050505"/>
                </a:solidFill>
                <a:latin typeface="Times New Roman"/>
                <a:cs typeface="Times New Roman"/>
              </a:rPr>
              <a:t>preceded</a:t>
            </a:r>
            <a:r>
              <a:rPr lang="en-US" sz="2800" spc="210" dirty="0">
                <a:solidFill>
                  <a:srgbClr val="050505"/>
                </a:solidFill>
                <a:latin typeface="Times New Roman"/>
                <a:cs typeface="Times New Roman"/>
              </a:rPr>
              <a:t> </a:t>
            </a:r>
            <a:r>
              <a:rPr lang="en-US" sz="2800" spc="90" dirty="0">
                <a:solidFill>
                  <a:srgbClr val="050505"/>
                </a:solidFill>
                <a:latin typeface="Times New Roman"/>
                <a:cs typeface="Times New Roman"/>
              </a:rPr>
              <a:t>by</a:t>
            </a:r>
            <a:r>
              <a:rPr lang="en-US" sz="2800" spc="70" dirty="0">
                <a:solidFill>
                  <a:srgbClr val="050505"/>
                </a:solidFill>
                <a:latin typeface="Times New Roman"/>
                <a:cs typeface="Times New Roman"/>
              </a:rPr>
              <a:t> </a:t>
            </a:r>
            <a:r>
              <a:rPr lang="en-US" sz="2800" spc="55" dirty="0">
                <a:solidFill>
                  <a:srgbClr val="050505"/>
                </a:solidFill>
                <a:latin typeface="Times New Roman"/>
                <a:cs typeface="Times New Roman"/>
              </a:rPr>
              <a:t>the</a:t>
            </a:r>
            <a:r>
              <a:rPr lang="en-US" sz="2800" spc="85" dirty="0">
                <a:solidFill>
                  <a:srgbClr val="050505"/>
                </a:solidFill>
                <a:latin typeface="Times New Roman"/>
                <a:cs typeface="Times New Roman"/>
              </a:rPr>
              <a:t> </a:t>
            </a:r>
            <a:r>
              <a:rPr lang="en-US" sz="2800" b="1" spc="-10" dirty="0">
                <a:solidFill>
                  <a:srgbClr val="050505"/>
                </a:solidFill>
                <a:latin typeface="Times New Roman"/>
                <a:cs typeface="Times New Roman"/>
              </a:rPr>
              <a:t>public</a:t>
            </a:r>
            <a:r>
              <a:rPr lang="en-US" sz="2800" spc="-10" dirty="0">
                <a:solidFill>
                  <a:srgbClr val="050505"/>
                </a:solidFill>
                <a:latin typeface="Times New Roman"/>
                <a:cs typeface="Times New Roman"/>
              </a:rPr>
              <a:t> </a:t>
            </a:r>
            <a:r>
              <a:rPr lang="en-US" sz="2800" dirty="0">
                <a:solidFill>
                  <a:srgbClr val="050505"/>
                </a:solidFill>
                <a:latin typeface="Times New Roman"/>
                <a:cs typeface="Times New Roman"/>
              </a:rPr>
              <a:t>specifier.</a:t>
            </a:r>
            <a:r>
              <a:rPr lang="en-US" sz="2800" spc="229" dirty="0">
                <a:solidFill>
                  <a:srgbClr val="050505"/>
                </a:solidFill>
                <a:latin typeface="Times New Roman"/>
                <a:cs typeface="Times New Roman"/>
              </a:rPr>
              <a:t> </a:t>
            </a:r>
            <a:r>
              <a:rPr lang="en-US" sz="2800" spc="60" dirty="0">
                <a:solidFill>
                  <a:srgbClr val="050505"/>
                </a:solidFill>
                <a:latin typeface="Times New Roman"/>
                <a:cs typeface="Times New Roman"/>
              </a:rPr>
              <a:t>It</a:t>
            </a:r>
            <a:r>
              <a:rPr lang="en-US" sz="2800" spc="180" dirty="0">
                <a:solidFill>
                  <a:srgbClr val="050505"/>
                </a:solidFill>
                <a:latin typeface="Times New Roman"/>
                <a:cs typeface="Times New Roman"/>
              </a:rPr>
              <a:t> </a:t>
            </a:r>
            <a:r>
              <a:rPr lang="en-US" sz="2800" spc="65" dirty="0">
                <a:solidFill>
                  <a:srgbClr val="050505"/>
                </a:solidFill>
                <a:latin typeface="Times New Roman"/>
                <a:cs typeface="Times New Roman"/>
              </a:rPr>
              <a:t>is</a:t>
            </a:r>
            <a:r>
              <a:rPr lang="en-US" sz="2800" spc="120" dirty="0">
                <a:solidFill>
                  <a:srgbClr val="050505"/>
                </a:solidFill>
                <a:latin typeface="Times New Roman"/>
                <a:cs typeface="Times New Roman"/>
              </a:rPr>
              <a:t> </a:t>
            </a:r>
            <a:r>
              <a:rPr lang="en-US" sz="2800" spc="55" dirty="0">
                <a:solidFill>
                  <a:srgbClr val="050505"/>
                </a:solidFill>
                <a:latin typeface="Times New Roman"/>
                <a:cs typeface="Times New Roman"/>
              </a:rPr>
              <a:t>called</a:t>
            </a:r>
            <a:r>
              <a:rPr lang="en-US" sz="2800" spc="250" dirty="0">
                <a:solidFill>
                  <a:srgbClr val="050505"/>
                </a:solidFill>
                <a:latin typeface="Times New Roman"/>
                <a:cs typeface="Times New Roman"/>
              </a:rPr>
              <a:t> </a:t>
            </a:r>
            <a:r>
              <a:rPr lang="en-US" sz="2800" spc="90" dirty="0">
                <a:solidFill>
                  <a:srgbClr val="050505"/>
                </a:solidFill>
                <a:latin typeface="Times New Roman"/>
                <a:cs typeface="Times New Roman"/>
              </a:rPr>
              <a:t>by</a:t>
            </a:r>
            <a:r>
              <a:rPr lang="en-US" sz="2800" spc="175" dirty="0">
                <a:solidFill>
                  <a:srgbClr val="050505"/>
                </a:solidFill>
                <a:latin typeface="Times New Roman"/>
                <a:cs typeface="Times New Roman"/>
              </a:rPr>
              <a:t> </a:t>
            </a:r>
            <a:r>
              <a:rPr lang="en-US" sz="2800" spc="50" dirty="0">
                <a:solidFill>
                  <a:srgbClr val="050505"/>
                </a:solidFill>
                <a:latin typeface="Times New Roman"/>
                <a:cs typeface="Times New Roman"/>
              </a:rPr>
              <a:t>code</a:t>
            </a:r>
            <a:r>
              <a:rPr lang="en-US" sz="2800" spc="235" dirty="0">
                <a:solidFill>
                  <a:srgbClr val="050505"/>
                </a:solidFill>
                <a:latin typeface="Times New Roman"/>
                <a:cs typeface="Times New Roman"/>
              </a:rPr>
              <a:t> </a:t>
            </a:r>
            <a:r>
              <a:rPr lang="en-US" sz="2800" dirty="0">
                <a:solidFill>
                  <a:srgbClr val="050505"/>
                </a:solidFill>
                <a:latin typeface="Times New Roman"/>
                <a:cs typeface="Times New Roman"/>
              </a:rPr>
              <a:t>that</a:t>
            </a:r>
            <a:r>
              <a:rPr lang="en-US" sz="2800" spc="250" dirty="0">
                <a:solidFill>
                  <a:srgbClr val="050505"/>
                </a:solidFill>
                <a:latin typeface="Times New Roman"/>
                <a:cs typeface="Times New Roman"/>
              </a:rPr>
              <a:t> </a:t>
            </a:r>
            <a:r>
              <a:rPr lang="en-US" sz="2800" spc="65" dirty="0">
                <a:solidFill>
                  <a:srgbClr val="050505"/>
                </a:solidFill>
                <a:latin typeface="Times New Roman"/>
                <a:cs typeface="Times New Roman"/>
              </a:rPr>
              <a:t>is</a:t>
            </a:r>
            <a:r>
              <a:rPr lang="en-US" sz="2800" spc="120" dirty="0">
                <a:solidFill>
                  <a:srgbClr val="050505"/>
                </a:solidFill>
                <a:latin typeface="Times New Roman"/>
                <a:cs typeface="Times New Roman"/>
              </a:rPr>
              <a:t> </a:t>
            </a:r>
            <a:r>
              <a:rPr lang="en-US" sz="2800" spc="45" dirty="0">
                <a:solidFill>
                  <a:srgbClr val="050505"/>
                </a:solidFill>
                <a:latin typeface="Times New Roman"/>
                <a:cs typeface="Times New Roman"/>
              </a:rPr>
              <a:t>outside</a:t>
            </a:r>
            <a:r>
              <a:rPr lang="en-US" sz="2800" spc="295" dirty="0">
                <a:solidFill>
                  <a:srgbClr val="050505"/>
                </a:solidFill>
                <a:latin typeface="Times New Roman"/>
                <a:cs typeface="Times New Roman"/>
              </a:rPr>
              <a:t> </a:t>
            </a:r>
            <a:r>
              <a:rPr lang="en-US" sz="2800" spc="60" dirty="0">
                <a:solidFill>
                  <a:srgbClr val="050505"/>
                </a:solidFill>
                <a:latin typeface="Times New Roman"/>
                <a:cs typeface="Times New Roman"/>
              </a:rPr>
              <a:t>the</a:t>
            </a:r>
            <a:r>
              <a:rPr lang="en-US" sz="2800" spc="165" dirty="0">
                <a:solidFill>
                  <a:srgbClr val="050505"/>
                </a:solidFill>
                <a:latin typeface="Times New Roman"/>
                <a:cs typeface="Times New Roman"/>
              </a:rPr>
              <a:t> </a:t>
            </a:r>
            <a:r>
              <a:rPr lang="en-US" sz="2800" spc="175" dirty="0">
                <a:solidFill>
                  <a:srgbClr val="050505"/>
                </a:solidFill>
                <a:latin typeface="Times New Roman"/>
                <a:cs typeface="Times New Roman"/>
              </a:rPr>
              <a:t>program-</a:t>
            </a:r>
            <a:r>
              <a:rPr lang="en-US" sz="2800" spc="140" dirty="0">
                <a:solidFill>
                  <a:srgbClr val="050505"/>
                </a:solidFill>
                <a:latin typeface="Times New Roman"/>
                <a:cs typeface="Times New Roman"/>
              </a:rPr>
              <a:t>that</a:t>
            </a:r>
            <a:r>
              <a:rPr lang="en-US" sz="2800" spc="440" dirty="0">
                <a:solidFill>
                  <a:srgbClr val="050505"/>
                </a:solidFill>
                <a:latin typeface="Times New Roman"/>
                <a:cs typeface="Times New Roman"/>
              </a:rPr>
              <a:t> </a:t>
            </a:r>
            <a:r>
              <a:rPr lang="en-US" sz="2800" spc="55" dirty="0">
                <a:solidFill>
                  <a:srgbClr val="050505"/>
                </a:solidFill>
                <a:latin typeface="Times New Roman"/>
                <a:cs typeface="Times New Roman"/>
              </a:rPr>
              <a:t>is,</a:t>
            </a:r>
            <a:r>
              <a:rPr lang="en-US" sz="2800" spc="155" dirty="0">
                <a:solidFill>
                  <a:srgbClr val="050505"/>
                </a:solidFill>
                <a:latin typeface="Times New Roman"/>
                <a:cs typeface="Times New Roman"/>
              </a:rPr>
              <a:t> </a:t>
            </a:r>
            <a:r>
              <a:rPr lang="en-US" sz="2800" spc="70" dirty="0">
                <a:solidFill>
                  <a:srgbClr val="050505"/>
                </a:solidFill>
                <a:latin typeface="Times New Roman"/>
                <a:cs typeface="Times New Roman"/>
              </a:rPr>
              <a:t>by</a:t>
            </a:r>
            <a:r>
              <a:rPr lang="en-US" sz="2800" spc="195" dirty="0">
                <a:solidFill>
                  <a:srgbClr val="050505"/>
                </a:solidFill>
                <a:latin typeface="Times New Roman"/>
                <a:cs typeface="Times New Roman"/>
              </a:rPr>
              <a:t> </a:t>
            </a:r>
            <a:r>
              <a:rPr lang="en-US" sz="2800" spc="70" dirty="0">
                <a:solidFill>
                  <a:srgbClr val="050505"/>
                </a:solidFill>
                <a:latin typeface="Times New Roman"/>
                <a:cs typeface="Times New Roman"/>
              </a:rPr>
              <a:t>the</a:t>
            </a:r>
            <a:r>
              <a:rPr lang="en-US" sz="2800" spc="170" dirty="0">
                <a:solidFill>
                  <a:srgbClr val="050505"/>
                </a:solidFill>
                <a:latin typeface="Times New Roman"/>
                <a:cs typeface="Times New Roman"/>
              </a:rPr>
              <a:t> </a:t>
            </a:r>
            <a:r>
              <a:rPr lang="en-US" sz="2800" spc="35" dirty="0">
                <a:solidFill>
                  <a:srgbClr val="050505"/>
                </a:solidFill>
                <a:latin typeface="Times New Roman"/>
                <a:cs typeface="Times New Roman"/>
              </a:rPr>
              <a:t>Java </a:t>
            </a:r>
            <a:r>
              <a:rPr lang="en-US" sz="2800" dirty="0">
                <a:solidFill>
                  <a:srgbClr val="050505"/>
                </a:solidFill>
                <a:latin typeface="Times New Roman"/>
                <a:cs typeface="Times New Roman"/>
              </a:rPr>
              <a:t>run-</a:t>
            </a:r>
            <a:r>
              <a:rPr lang="en-US" sz="2800" spc="50" dirty="0">
                <a:solidFill>
                  <a:srgbClr val="050505"/>
                </a:solidFill>
                <a:latin typeface="Times New Roman"/>
                <a:cs typeface="Times New Roman"/>
              </a:rPr>
              <a:t>time</a:t>
            </a:r>
            <a:r>
              <a:rPr lang="en-US" sz="2800" spc="215" dirty="0">
                <a:solidFill>
                  <a:srgbClr val="050505"/>
                </a:solidFill>
                <a:latin typeface="Times New Roman"/>
                <a:cs typeface="Times New Roman"/>
              </a:rPr>
              <a:t>  </a:t>
            </a:r>
            <a:r>
              <a:rPr lang="en-US" sz="2800" spc="50" dirty="0">
                <a:solidFill>
                  <a:srgbClr val="050505"/>
                </a:solidFill>
                <a:latin typeface="Times New Roman"/>
                <a:cs typeface="Times New Roman"/>
              </a:rPr>
              <a:t>system.</a:t>
            </a:r>
            <a:r>
              <a:rPr lang="en-US" sz="2800" spc="200" dirty="0">
                <a:solidFill>
                  <a:srgbClr val="050505"/>
                </a:solidFill>
                <a:latin typeface="Times New Roman"/>
                <a:cs typeface="Times New Roman"/>
              </a:rPr>
              <a:t> </a:t>
            </a:r>
          </a:p>
          <a:p>
            <a:pPr marL="297815" marR="9525" indent="-285750" algn="l">
              <a:lnSpc>
                <a:spcPct val="107100"/>
              </a:lnSpc>
              <a:spcBef>
                <a:spcPts val="685"/>
              </a:spcBef>
              <a:buClr>
                <a:srgbClr val="D88042"/>
              </a:buClr>
              <a:buSzPct val="102439"/>
              <a:buFont typeface="Wingdings" panose="05000000000000000000" pitchFamily="2" charset="2"/>
              <a:buChar char="v"/>
              <a:tabLst>
                <a:tab pos="353695" algn="l"/>
              </a:tabLst>
            </a:pPr>
            <a:r>
              <a:rPr lang="en-US" sz="2800" b="1" spc="50" dirty="0">
                <a:solidFill>
                  <a:srgbClr val="050505"/>
                </a:solidFill>
                <a:latin typeface="Times New Roman"/>
                <a:cs typeface="Times New Roman"/>
              </a:rPr>
              <a:t>public can be accessed</a:t>
            </a:r>
          </a:p>
          <a:p>
            <a:pPr marL="1797050" marR="9525" lvl="8" indent="-449263" algn="l">
              <a:lnSpc>
                <a:spcPct val="107100"/>
              </a:lnSpc>
              <a:spcBef>
                <a:spcPts val="685"/>
              </a:spcBef>
              <a:buClr>
                <a:srgbClr val="D88042"/>
              </a:buClr>
              <a:buSzPct val="102439"/>
              <a:buFont typeface="Wingdings" panose="05000000000000000000" pitchFamily="2" charset="2"/>
              <a:buChar char="q"/>
              <a:tabLst>
                <a:tab pos="1700213" algn="l"/>
              </a:tabLst>
            </a:pPr>
            <a:r>
              <a:rPr lang="en-US" sz="2800" spc="50" dirty="0">
                <a:solidFill>
                  <a:srgbClr val="050505"/>
                </a:solidFill>
                <a:latin typeface="Times New Roman"/>
                <a:cs typeface="Times New Roman"/>
              </a:rPr>
              <a:t>within the class.</a:t>
            </a:r>
          </a:p>
          <a:p>
            <a:pPr marL="1797050" marR="9525" lvl="8" indent="-449263" algn="l">
              <a:lnSpc>
                <a:spcPct val="107100"/>
              </a:lnSpc>
              <a:spcBef>
                <a:spcPts val="685"/>
              </a:spcBef>
              <a:buClr>
                <a:srgbClr val="D88042"/>
              </a:buClr>
              <a:buSzPct val="102439"/>
              <a:buFont typeface="Wingdings" panose="05000000000000000000" pitchFamily="2" charset="2"/>
              <a:buChar char="q"/>
              <a:tabLst>
                <a:tab pos="1700213" algn="l"/>
              </a:tabLst>
            </a:pPr>
            <a:r>
              <a:rPr lang="en-US" sz="2800" spc="50" dirty="0">
                <a:solidFill>
                  <a:srgbClr val="050505"/>
                </a:solidFill>
                <a:latin typeface="Times New Roman"/>
                <a:cs typeface="Times New Roman"/>
              </a:rPr>
              <a:t>within the package</a:t>
            </a:r>
          </a:p>
          <a:p>
            <a:pPr marL="1797050" marR="9525" lvl="8" indent="-449263" algn="l">
              <a:lnSpc>
                <a:spcPct val="107100"/>
              </a:lnSpc>
              <a:spcBef>
                <a:spcPts val="685"/>
              </a:spcBef>
              <a:buClr>
                <a:srgbClr val="D88042"/>
              </a:buClr>
              <a:buSzPct val="102439"/>
              <a:buFont typeface="Wingdings" panose="05000000000000000000" pitchFamily="2" charset="2"/>
              <a:buChar char="q"/>
              <a:tabLst>
                <a:tab pos="1700213" algn="l"/>
              </a:tabLst>
            </a:pPr>
            <a:r>
              <a:rPr lang="en-US" sz="2800" spc="50" dirty="0">
                <a:solidFill>
                  <a:srgbClr val="050505"/>
                </a:solidFill>
                <a:latin typeface="Times New Roman"/>
                <a:cs typeface="Times New Roman"/>
              </a:rPr>
              <a:t>outside the package</a:t>
            </a:r>
          </a:p>
          <a:p>
            <a:pPr marL="1797050" marR="9525" lvl="8" indent="-449263" algn="l">
              <a:lnSpc>
                <a:spcPct val="107100"/>
              </a:lnSpc>
              <a:spcBef>
                <a:spcPts val="685"/>
              </a:spcBef>
              <a:buClr>
                <a:srgbClr val="D88042"/>
              </a:buClr>
              <a:buSzPct val="102439"/>
              <a:buFont typeface="Wingdings" panose="05000000000000000000" pitchFamily="2" charset="2"/>
              <a:buChar char="q"/>
              <a:tabLst>
                <a:tab pos="1700213" algn="l"/>
              </a:tabLst>
            </a:pPr>
            <a:r>
              <a:rPr lang="en-US" sz="2800" spc="50" dirty="0">
                <a:solidFill>
                  <a:srgbClr val="050505"/>
                </a:solidFill>
                <a:latin typeface="Times New Roman"/>
                <a:cs typeface="Times New Roman"/>
              </a:rPr>
              <a:t>Application level</a:t>
            </a:r>
          </a:p>
        </p:txBody>
      </p:sp>
    </p:spTree>
    <p:extLst>
      <p:ext uri="{BB962C8B-B14F-4D97-AF65-F5344CB8AC3E}">
        <p14:creationId xmlns:p14="http://schemas.microsoft.com/office/powerpoint/2010/main" val="244923203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22300" y="1720850"/>
            <a:ext cx="10071100" cy="5157309"/>
          </a:xfrm>
          <a:prstGeom prst="rect">
            <a:avLst/>
          </a:prstGeom>
        </p:spPr>
        <p:txBody>
          <a:bodyPr wrap="square">
            <a:spAutoFit/>
          </a:bodyPr>
          <a:lstStyle/>
          <a:p>
            <a:pPr marL="297815" marR="9525" indent="-285750" algn="l">
              <a:lnSpc>
                <a:spcPct val="107100"/>
              </a:lnSpc>
              <a:spcBef>
                <a:spcPts val="685"/>
              </a:spcBef>
              <a:buClr>
                <a:srgbClr val="D88042"/>
              </a:buClr>
              <a:buSzPct val="102439"/>
              <a:buFont typeface="Wingdings" panose="05000000000000000000" pitchFamily="2" charset="2"/>
              <a:buChar char="v"/>
              <a:tabLst>
                <a:tab pos="353695" algn="l"/>
              </a:tabLst>
            </a:pPr>
            <a:r>
              <a:rPr lang="en-US" b="1" spc="50" dirty="0">
                <a:solidFill>
                  <a:srgbClr val="050505"/>
                </a:solidFill>
                <a:latin typeface="Times New Roman"/>
                <a:cs typeface="Times New Roman"/>
              </a:rPr>
              <a:t> </a:t>
            </a:r>
            <a:r>
              <a:rPr lang="en-US" sz="2800" b="1" spc="50" dirty="0">
                <a:solidFill>
                  <a:srgbClr val="050505"/>
                </a:solidFill>
                <a:latin typeface="Times New Roman"/>
                <a:cs typeface="Times New Roman"/>
              </a:rPr>
              <a:t>Protected can be accessed:</a:t>
            </a:r>
            <a:endParaRPr lang="en-US" sz="2800" spc="50" dirty="0">
              <a:solidFill>
                <a:srgbClr val="050505"/>
              </a:solidFill>
              <a:latin typeface="Times New Roman"/>
              <a:cs typeface="Times New Roman"/>
            </a:endParaRPr>
          </a:p>
          <a:p>
            <a:pPr marL="639763" marR="9525" lvl="4" indent="-342900" algn="l">
              <a:lnSpc>
                <a:spcPct val="107100"/>
              </a:lnSpc>
              <a:spcBef>
                <a:spcPts val="685"/>
              </a:spcBef>
              <a:buClr>
                <a:srgbClr val="D88042"/>
              </a:buClr>
              <a:buSzPct val="102439"/>
              <a:buFont typeface="Wingdings" panose="05000000000000000000" pitchFamily="2" charset="2"/>
              <a:buChar char="q"/>
              <a:tabLst>
                <a:tab pos="353695" algn="l"/>
              </a:tabLst>
            </a:pPr>
            <a:r>
              <a:rPr lang="en-US" sz="2800" spc="50" dirty="0">
                <a:solidFill>
                  <a:srgbClr val="050505"/>
                </a:solidFill>
                <a:latin typeface="Times New Roman"/>
                <a:cs typeface="Times New Roman"/>
              </a:rPr>
              <a:t>    within the class.</a:t>
            </a:r>
          </a:p>
          <a:p>
            <a:pPr marL="639763" marR="9525" lvl="4" indent="-342900" algn="l">
              <a:lnSpc>
                <a:spcPct val="107100"/>
              </a:lnSpc>
              <a:spcBef>
                <a:spcPts val="685"/>
              </a:spcBef>
              <a:buClr>
                <a:srgbClr val="D88042"/>
              </a:buClr>
              <a:buSzPct val="102439"/>
              <a:buFont typeface="Wingdings" panose="05000000000000000000" pitchFamily="2" charset="2"/>
              <a:buChar char="q"/>
              <a:tabLst>
                <a:tab pos="353695" algn="l"/>
              </a:tabLst>
            </a:pPr>
            <a:r>
              <a:rPr lang="en-US" sz="2800" spc="50" dirty="0">
                <a:solidFill>
                  <a:srgbClr val="050505"/>
                </a:solidFill>
                <a:latin typeface="Times New Roman"/>
                <a:cs typeface="Times New Roman"/>
              </a:rPr>
              <a:t>    within the package</a:t>
            </a:r>
          </a:p>
          <a:p>
            <a:pPr marL="639763" marR="9525" lvl="2" indent="-342900" algn="l">
              <a:lnSpc>
                <a:spcPct val="107100"/>
              </a:lnSpc>
              <a:spcBef>
                <a:spcPts val="685"/>
              </a:spcBef>
              <a:buClr>
                <a:srgbClr val="D88042"/>
              </a:buClr>
              <a:buSzPct val="102439"/>
              <a:buFont typeface="Wingdings" panose="05000000000000000000" pitchFamily="2" charset="2"/>
              <a:buChar char="q"/>
              <a:tabLst>
                <a:tab pos="353695" algn="l"/>
              </a:tabLst>
            </a:pPr>
            <a:r>
              <a:rPr lang="en-US" sz="2800" spc="50" dirty="0">
                <a:solidFill>
                  <a:srgbClr val="050505"/>
                </a:solidFill>
                <a:latin typeface="Times New Roman"/>
                <a:cs typeface="Times New Roman"/>
              </a:rPr>
              <a:t>	  outside the package with IS a relationship</a:t>
            </a:r>
          </a:p>
          <a:p>
            <a:pPr marL="96838" marR="9525" indent="704850" algn="l">
              <a:lnSpc>
                <a:spcPct val="107100"/>
              </a:lnSpc>
              <a:spcBef>
                <a:spcPts val="685"/>
              </a:spcBef>
              <a:buClr>
                <a:srgbClr val="D88042"/>
              </a:buClr>
              <a:buSzPct val="102439"/>
              <a:buFont typeface="Wingdings" panose="05000000000000000000" pitchFamily="2" charset="2"/>
              <a:buChar char="v"/>
              <a:tabLst>
                <a:tab pos="176213" algn="l"/>
              </a:tabLst>
            </a:pPr>
            <a:r>
              <a:rPr lang="en-US" sz="2800" spc="50" dirty="0">
                <a:solidFill>
                  <a:srgbClr val="050505"/>
                </a:solidFill>
                <a:latin typeface="Times New Roman"/>
                <a:cs typeface="Times New Roman"/>
              </a:rPr>
              <a:t> </a:t>
            </a:r>
            <a:r>
              <a:rPr lang="en-US" sz="2800" b="1" spc="50" dirty="0">
                <a:solidFill>
                  <a:srgbClr val="050505"/>
                </a:solidFill>
                <a:latin typeface="Times New Roman"/>
                <a:cs typeface="Times New Roman"/>
              </a:rPr>
              <a:t>Private</a:t>
            </a:r>
            <a:r>
              <a:rPr lang="en-US" sz="2800" spc="50" dirty="0">
                <a:solidFill>
                  <a:srgbClr val="050505"/>
                </a:solidFill>
                <a:latin typeface="Times New Roman"/>
                <a:cs typeface="Times New Roman"/>
              </a:rPr>
              <a:t> can be accessed only within the class.</a:t>
            </a:r>
          </a:p>
          <a:p>
            <a:pPr marL="297815" marR="9525" indent="-285750" algn="l">
              <a:lnSpc>
                <a:spcPct val="107100"/>
              </a:lnSpc>
              <a:spcBef>
                <a:spcPts val="685"/>
              </a:spcBef>
              <a:buClr>
                <a:srgbClr val="D88042"/>
              </a:buClr>
              <a:buSzPct val="102439"/>
              <a:buFont typeface="Wingdings" panose="05000000000000000000" pitchFamily="2" charset="2"/>
              <a:buChar char="v"/>
              <a:tabLst>
                <a:tab pos="353695" algn="l"/>
              </a:tabLst>
            </a:pPr>
            <a:r>
              <a:rPr lang="en-US" sz="2800" b="1" spc="50" dirty="0">
                <a:solidFill>
                  <a:srgbClr val="050505"/>
                </a:solidFill>
                <a:latin typeface="Times New Roman"/>
                <a:cs typeface="Times New Roman"/>
              </a:rPr>
              <a:t>Default access specifier /package level:</a:t>
            </a:r>
          </a:p>
          <a:p>
            <a:pPr marL="354013" marR="9525" indent="544513" algn="l">
              <a:lnSpc>
                <a:spcPct val="107100"/>
              </a:lnSpc>
              <a:spcBef>
                <a:spcPts val="685"/>
              </a:spcBef>
              <a:buClr>
                <a:srgbClr val="D88042"/>
              </a:buClr>
              <a:buSzPct val="102439"/>
              <a:buFont typeface="Wingdings" panose="05000000000000000000" pitchFamily="2" charset="2"/>
              <a:buChar char="q"/>
              <a:tabLst>
                <a:tab pos="898525" algn="l"/>
              </a:tabLst>
            </a:pPr>
            <a:r>
              <a:rPr lang="en-US" sz="2400" spc="50" dirty="0">
                <a:solidFill>
                  <a:srgbClr val="050505"/>
                </a:solidFill>
                <a:latin typeface="Times New Roman"/>
                <a:cs typeface="Times New Roman"/>
              </a:rPr>
              <a:t>	If any member of the class declared without any access 			specifier is called as Default access specifier .</a:t>
            </a:r>
          </a:p>
          <a:p>
            <a:pPr marL="297815" marR="9525" indent="-285750" algn="l">
              <a:lnSpc>
                <a:spcPct val="107100"/>
              </a:lnSpc>
              <a:spcBef>
                <a:spcPts val="685"/>
              </a:spcBef>
              <a:buClr>
                <a:srgbClr val="D88042"/>
              </a:buClr>
              <a:buSzPct val="102439"/>
              <a:buFont typeface="Wingdings" panose="05000000000000000000" pitchFamily="2" charset="2"/>
              <a:buChar char="v"/>
              <a:tabLst>
                <a:tab pos="353695" algn="l"/>
              </a:tabLst>
            </a:pPr>
            <a:r>
              <a:rPr lang="en-US" sz="2400" spc="50" dirty="0">
                <a:solidFill>
                  <a:srgbClr val="050505"/>
                </a:solidFill>
                <a:latin typeface="Times New Roman"/>
                <a:cs typeface="Times New Roman"/>
              </a:rPr>
              <a:t>A class members can have all four access specifiers </a:t>
            </a:r>
          </a:p>
          <a:p>
            <a:pPr marL="297815" marR="9525" indent="-285750" algn="l">
              <a:lnSpc>
                <a:spcPct val="107100"/>
              </a:lnSpc>
              <a:spcBef>
                <a:spcPts val="685"/>
              </a:spcBef>
              <a:buClr>
                <a:srgbClr val="D88042"/>
              </a:buClr>
              <a:buSzPct val="102439"/>
              <a:buFont typeface="Wingdings" panose="05000000000000000000" pitchFamily="2" charset="2"/>
              <a:buChar char="v"/>
              <a:tabLst>
                <a:tab pos="353695" algn="l"/>
              </a:tabLst>
            </a:pPr>
            <a:r>
              <a:rPr lang="en-US" sz="2400" spc="50" dirty="0">
                <a:solidFill>
                  <a:srgbClr val="050505"/>
                </a:solidFill>
                <a:latin typeface="Times New Roman"/>
                <a:cs typeface="Times New Roman"/>
              </a:rPr>
              <a:t>The class can have only two access specifier </a:t>
            </a:r>
            <a:r>
              <a:rPr lang="en-US" sz="2400" spc="50" dirty="0" err="1">
                <a:solidFill>
                  <a:srgbClr val="050505"/>
                </a:solidFill>
                <a:latin typeface="Times New Roman"/>
                <a:cs typeface="Times New Roman"/>
              </a:rPr>
              <a:t>i.e</a:t>
            </a:r>
            <a:r>
              <a:rPr lang="en-US" sz="2400" spc="50" dirty="0">
                <a:solidFill>
                  <a:srgbClr val="050505"/>
                </a:solidFill>
                <a:latin typeface="Times New Roman"/>
                <a:cs typeface="Times New Roman"/>
              </a:rPr>
              <a:t> public and default.</a:t>
            </a:r>
            <a:r>
              <a:rPr lang="en-US" spc="50" dirty="0">
                <a:solidFill>
                  <a:srgbClr val="050505"/>
                </a:solidFill>
                <a:latin typeface="Times New Roman"/>
                <a:cs typeface="Times New Roman"/>
              </a:rPr>
              <a:t>	</a:t>
            </a:r>
            <a:endParaRPr lang="en-IN" dirty="0"/>
          </a:p>
        </p:txBody>
      </p:sp>
    </p:spTree>
    <p:extLst>
      <p:ext uri="{BB962C8B-B14F-4D97-AF65-F5344CB8AC3E}">
        <p14:creationId xmlns:p14="http://schemas.microsoft.com/office/powerpoint/2010/main" val="11695074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98500" y="2025650"/>
            <a:ext cx="9601200" cy="3298339"/>
          </a:xfrm>
          <a:prstGeom prst="rect">
            <a:avLst/>
          </a:prstGeom>
        </p:spPr>
        <p:txBody>
          <a:bodyPr wrap="square">
            <a:spAutoFit/>
          </a:bodyPr>
          <a:lstStyle/>
          <a:p>
            <a:pPr marL="12065" marR="9525" algn="l">
              <a:lnSpc>
                <a:spcPct val="107100"/>
              </a:lnSpc>
              <a:spcBef>
                <a:spcPts val="685"/>
              </a:spcBef>
              <a:buClr>
                <a:srgbClr val="D88042"/>
              </a:buClr>
              <a:buSzPct val="102439"/>
              <a:tabLst>
                <a:tab pos="353695" algn="l"/>
              </a:tabLst>
            </a:pPr>
            <a:r>
              <a:rPr lang="en-US" b="1" spc="50" dirty="0">
                <a:solidFill>
                  <a:srgbClr val="050505"/>
                </a:solidFill>
                <a:latin typeface="Times New Roman"/>
                <a:cs typeface="Times New Roman"/>
              </a:rPr>
              <a:t> </a:t>
            </a:r>
            <a:r>
              <a:rPr lang="en-US" sz="2400" spc="50" dirty="0">
                <a:solidFill>
                  <a:srgbClr val="050505"/>
                </a:solidFill>
                <a:latin typeface="Times New Roman"/>
                <a:cs typeface="Times New Roman"/>
              </a:rPr>
              <a:t>class Demo       			//public or default</a:t>
            </a:r>
          </a:p>
          <a:p>
            <a:pPr marL="12065" marR="9525" algn="l">
              <a:lnSpc>
                <a:spcPct val="107100"/>
              </a:lnSpc>
              <a:spcBef>
                <a:spcPts val="685"/>
              </a:spcBef>
              <a:buClr>
                <a:srgbClr val="D88042"/>
              </a:buClr>
              <a:buSzPct val="102439"/>
              <a:tabLst>
                <a:tab pos="353695" algn="l"/>
              </a:tabLst>
            </a:pPr>
            <a:r>
              <a:rPr lang="en-US" sz="2400" spc="50" dirty="0">
                <a:solidFill>
                  <a:srgbClr val="050505"/>
                </a:solidFill>
                <a:latin typeface="Times New Roman"/>
                <a:cs typeface="Times New Roman"/>
              </a:rPr>
              <a:t>			{</a:t>
            </a:r>
          </a:p>
          <a:p>
            <a:pPr marL="12065" marR="9525" algn="l">
              <a:lnSpc>
                <a:spcPct val="107100"/>
              </a:lnSpc>
              <a:spcBef>
                <a:spcPts val="685"/>
              </a:spcBef>
              <a:buClr>
                <a:srgbClr val="D88042"/>
              </a:buClr>
              <a:buSzPct val="102439"/>
              <a:tabLst>
                <a:tab pos="353695" algn="l"/>
              </a:tabLst>
            </a:pPr>
            <a:r>
              <a:rPr lang="en-US" sz="2400" spc="50" dirty="0">
                <a:solidFill>
                  <a:srgbClr val="050505"/>
                </a:solidFill>
                <a:latin typeface="Times New Roman"/>
                <a:cs typeface="Times New Roman"/>
              </a:rPr>
              <a:t>			variables;  	// these are can be any one out of four</a:t>
            </a:r>
          </a:p>
          <a:p>
            <a:pPr marL="12065" marR="9525" algn="l">
              <a:lnSpc>
                <a:spcPct val="107100"/>
              </a:lnSpc>
              <a:spcBef>
                <a:spcPts val="685"/>
              </a:spcBef>
              <a:buClr>
                <a:srgbClr val="D88042"/>
              </a:buClr>
              <a:buSzPct val="102439"/>
              <a:tabLst>
                <a:tab pos="353695" algn="l"/>
              </a:tabLst>
            </a:pPr>
            <a:r>
              <a:rPr lang="en-US" sz="2400" spc="50" dirty="0">
                <a:solidFill>
                  <a:srgbClr val="050505"/>
                </a:solidFill>
                <a:latin typeface="Times New Roman"/>
                <a:cs typeface="Times New Roman"/>
              </a:rPr>
              <a:t>			Methods;</a:t>
            </a:r>
          </a:p>
          <a:p>
            <a:pPr marL="12065" marR="9525" algn="l">
              <a:lnSpc>
                <a:spcPct val="107100"/>
              </a:lnSpc>
              <a:spcBef>
                <a:spcPts val="685"/>
              </a:spcBef>
              <a:buClr>
                <a:srgbClr val="D88042"/>
              </a:buClr>
              <a:buSzPct val="102439"/>
              <a:tabLst>
                <a:tab pos="353695" algn="l"/>
              </a:tabLst>
            </a:pPr>
            <a:r>
              <a:rPr lang="en-US" sz="2400" spc="50" dirty="0">
                <a:solidFill>
                  <a:srgbClr val="050505"/>
                </a:solidFill>
                <a:latin typeface="Times New Roman"/>
                <a:cs typeface="Times New Roman"/>
              </a:rPr>
              <a:t>			Constructors;</a:t>
            </a:r>
          </a:p>
          <a:p>
            <a:pPr marL="12065" marR="9525" algn="l">
              <a:lnSpc>
                <a:spcPct val="107100"/>
              </a:lnSpc>
              <a:spcBef>
                <a:spcPts val="685"/>
              </a:spcBef>
              <a:buClr>
                <a:srgbClr val="D88042"/>
              </a:buClr>
              <a:buSzPct val="102439"/>
              <a:tabLst>
                <a:tab pos="353695" algn="l"/>
              </a:tabLst>
            </a:pPr>
            <a:r>
              <a:rPr lang="en-US" sz="2400" spc="50" dirty="0">
                <a:solidFill>
                  <a:srgbClr val="050505"/>
                </a:solidFill>
                <a:latin typeface="Times New Roman"/>
                <a:cs typeface="Times New Roman"/>
              </a:rPr>
              <a:t>			}</a:t>
            </a:r>
            <a:endParaRPr lang="en-IN" sz="2400" dirty="0"/>
          </a:p>
          <a:p>
            <a:pPr marL="12065" marR="9525" algn="l">
              <a:lnSpc>
                <a:spcPct val="107100"/>
              </a:lnSpc>
              <a:spcBef>
                <a:spcPts val="685"/>
              </a:spcBef>
              <a:buClr>
                <a:srgbClr val="D88042"/>
              </a:buClr>
              <a:buSzPct val="102439"/>
              <a:tabLst>
                <a:tab pos="353695" algn="l"/>
              </a:tabLst>
            </a:pPr>
            <a:endParaRPr lang="en-IN" dirty="0"/>
          </a:p>
        </p:txBody>
      </p:sp>
    </p:spTree>
    <p:extLst>
      <p:ext uri="{BB962C8B-B14F-4D97-AF65-F5344CB8AC3E}">
        <p14:creationId xmlns:p14="http://schemas.microsoft.com/office/powerpoint/2010/main" val="358782500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22300" y="958850"/>
            <a:ext cx="9448800" cy="5632311"/>
          </a:xfrm>
          <a:prstGeom prst="rect">
            <a:avLst/>
          </a:prstGeom>
        </p:spPr>
        <p:txBody>
          <a:bodyPr wrap="square">
            <a:spAutoFit/>
          </a:bodyPr>
          <a:lstStyle/>
          <a:p>
            <a:pPr algn="just"/>
            <a:r>
              <a:rPr lang="en-US" sz="2400" b="0" i="0" dirty="0">
                <a:solidFill>
                  <a:srgbClr val="333333"/>
                </a:solidFill>
                <a:effectLst/>
                <a:latin typeface="inter-regular"/>
              </a:rPr>
              <a:t>There are four types of Java access modifiers:</a:t>
            </a:r>
          </a:p>
          <a:p>
            <a:pPr algn="just"/>
            <a:endParaRPr lang="en-US" sz="2400" dirty="0">
              <a:solidFill>
                <a:srgbClr val="333333"/>
              </a:solidFill>
              <a:latin typeface="inter-regular"/>
            </a:endParaRPr>
          </a:p>
          <a:p>
            <a:pPr algn="just"/>
            <a:endParaRPr lang="en-US" sz="2400" b="0" i="0" dirty="0">
              <a:solidFill>
                <a:srgbClr val="333333"/>
              </a:solidFill>
              <a:effectLst/>
              <a:latin typeface="inter-regular"/>
            </a:endParaRPr>
          </a:p>
          <a:p>
            <a:pPr algn="just">
              <a:buFont typeface="+mj-lt"/>
              <a:buAutoNum type="arabicPeriod"/>
            </a:pPr>
            <a:r>
              <a:rPr lang="en-US" sz="2400" b="1" i="0" dirty="0">
                <a:solidFill>
                  <a:srgbClr val="000000"/>
                </a:solidFill>
                <a:effectLst/>
                <a:latin typeface="inter-bold"/>
              </a:rPr>
              <a:t>Private</a:t>
            </a:r>
            <a:r>
              <a:rPr lang="en-US" sz="2400" b="0" i="0" dirty="0">
                <a:solidFill>
                  <a:srgbClr val="000000"/>
                </a:solidFill>
                <a:effectLst/>
                <a:latin typeface="inter-regular"/>
              </a:rPr>
              <a:t>: </a:t>
            </a:r>
            <a:r>
              <a:rPr lang="en-US" sz="2400" i="0" dirty="0">
                <a:solidFill>
                  <a:srgbClr val="000000"/>
                </a:solidFill>
                <a:effectLst/>
                <a:latin typeface="inter-regular"/>
              </a:rPr>
              <a:t>The access level of a private modifier is only within the class. It cannot be accessed from outside the class.</a:t>
            </a:r>
          </a:p>
          <a:p>
            <a:pPr algn="just">
              <a:buFont typeface="+mj-lt"/>
              <a:buAutoNum type="arabicPeriod"/>
            </a:pPr>
            <a:r>
              <a:rPr lang="en-US" sz="2400" b="1" i="0" dirty="0">
                <a:solidFill>
                  <a:srgbClr val="000000"/>
                </a:solidFill>
                <a:effectLst/>
                <a:latin typeface="inter-bold"/>
              </a:rPr>
              <a:t>Default</a:t>
            </a:r>
            <a:r>
              <a:rPr lang="en-US" sz="2400" b="0" i="0" dirty="0">
                <a:solidFill>
                  <a:srgbClr val="000000"/>
                </a:solidFill>
                <a:effectLst/>
                <a:latin typeface="inter-regular"/>
              </a:rPr>
              <a:t>: The access level of a default modifier is only within the package. It cannot be accessed from outside the package. If you do not specify any access level, it will be the default.</a:t>
            </a:r>
          </a:p>
          <a:p>
            <a:pPr algn="just">
              <a:buFont typeface="+mj-lt"/>
              <a:buAutoNum type="arabicPeriod"/>
            </a:pPr>
            <a:r>
              <a:rPr lang="en-US" sz="2400" b="1" i="0" dirty="0">
                <a:solidFill>
                  <a:srgbClr val="000000"/>
                </a:solidFill>
                <a:effectLst/>
                <a:latin typeface="inter-bold"/>
              </a:rPr>
              <a:t>Protected</a:t>
            </a:r>
            <a:r>
              <a:rPr lang="en-US" sz="2400" b="0" i="0" dirty="0">
                <a:solidFill>
                  <a:srgbClr val="000000"/>
                </a:solidFill>
                <a:effectLst/>
                <a:latin typeface="inter-regular"/>
              </a:rPr>
              <a:t>: The access level of a protected modifier is within the package and outside the package through child class. If you do not make the child class, it cannot be accessed from outside the package.</a:t>
            </a:r>
          </a:p>
          <a:p>
            <a:pPr algn="just">
              <a:buFont typeface="+mj-lt"/>
              <a:buAutoNum type="arabicPeriod"/>
            </a:pPr>
            <a:r>
              <a:rPr lang="en-US" sz="2400" b="1" i="0" dirty="0">
                <a:solidFill>
                  <a:srgbClr val="000000"/>
                </a:solidFill>
                <a:effectLst/>
                <a:latin typeface="inter-bold"/>
              </a:rPr>
              <a:t>Public</a:t>
            </a:r>
            <a:r>
              <a:rPr lang="en-US" sz="2400" b="0" i="0" dirty="0">
                <a:solidFill>
                  <a:srgbClr val="000000"/>
                </a:solidFill>
                <a:effectLst/>
                <a:latin typeface="inter-regular"/>
              </a:rPr>
              <a:t>: The access level of a public modifier is everywhere. It can be accessed from within the class, outside the class, within the package and outside the package.</a:t>
            </a:r>
          </a:p>
        </p:txBody>
      </p:sp>
    </p:spTree>
    <p:extLst>
      <p:ext uri="{BB962C8B-B14F-4D97-AF65-F5344CB8AC3E}">
        <p14:creationId xmlns:p14="http://schemas.microsoft.com/office/powerpoint/2010/main" val="385687811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6567" y="575905"/>
            <a:ext cx="8465820" cy="638636"/>
          </a:xfrm>
        </p:spPr>
        <p:txBody>
          <a:bodyPr/>
          <a:lstStyle/>
          <a:p>
            <a:r>
              <a:rPr lang="en-US" dirty="0"/>
              <a:t>Protected modifier</a:t>
            </a:r>
            <a:endParaRPr lang="en-IN" dirty="0"/>
          </a:p>
        </p:txBody>
      </p:sp>
      <p:sp>
        <p:nvSpPr>
          <p:cNvPr id="4" name="Rectangle 3"/>
          <p:cNvSpPr/>
          <p:nvPr/>
        </p:nvSpPr>
        <p:spPr>
          <a:xfrm>
            <a:off x="622300" y="1907190"/>
            <a:ext cx="4495801" cy="3970318"/>
          </a:xfrm>
          <a:prstGeom prst="rect">
            <a:avLst/>
          </a:prstGeom>
        </p:spPr>
        <p:txBody>
          <a:bodyPr wrap="square">
            <a:spAutoFit/>
          </a:bodyPr>
          <a:lstStyle/>
          <a:p>
            <a:pPr algn="just"/>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A{  </a:t>
            </a:r>
          </a:p>
          <a:p>
            <a:pPr algn="just"/>
            <a:r>
              <a:rPr lang="en-IN" b="1" i="0" dirty="0">
                <a:solidFill>
                  <a:srgbClr val="006699"/>
                </a:solidFill>
                <a:effectLst/>
                <a:latin typeface="inter-regular"/>
              </a:rPr>
              <a:t>protected</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a:t>
            </a:r>
            <a:r>
              <a:rPr lang="en-IN" b="0" i="0" dirty="0" err="1">
                <a:solidFill>
                  <a:srgbClr val="000000"/>
                </a:solidFill>
                <a:effectLst/>
                <a:latin typeface="inter-regular"/>
              </a:rPr>
              <a:t>msg</a:t>
            </a:r>
            <a:r>
              <a:rPr lang="en-IN" b="0" i="0" dirty="0">
                <a:solidFill>
                  <a:srgbClr val="000000"/>
                </a:solidFill>
                <a:effectLst/>
                <a:latin typeface="inter-regular"/>
              </a:rPr>
              <a:t>()</a:t>
            </a:r>
          </a:p>
          <a:p>
            <a:pPr algn="just"/>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"Hello"</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endParaRPr lang="en-IN" b="1" i="0" dirty="0">
              <a:solidFill>
                <a:srgbClr val="006699"/>
              </a:solidFill>
              <a:effectLst/>
              <a:latin typeface="inter-regular"/>
            </a:endParaRPr>
          </a:p>
          <a:p>
            <a:pPr algn="just"/>
            <a:endParaRPr lang="en-IN" b="0" i="0" dirty="0">
              <a:solidFill>
                <a:srgbClr val="000000"/>
              </a:solidFill>
              <a:effectLst/>
              <a:latin typeface="inter-regular"/>
            </a:endParaRPr>
          </a:p>
          <a:p>
            <a:pPr algn="just"/>
            <a:r>
              <a:rPr lang="en-IN" b="0" i="0" dirty="0">
                <a:solidFill>
                  <a:srgbClr val="000000"/>
                </a:solidFill>
                <a:effectLst/>
                <a:latin typeface="inter-regular"/>
              </a:rPr>
              <a:t> </a:t>
            </a:r>
          </a:p>
          <a:p>
            <a:pPr algn="just"/>
            <a:r>
              <a:rPr lang="en-IN" b="1" i="0" dirty="0">
                <a:solidFill>
                  <a:srgbClr val="006699"/>
                </a:solidFill>
                <a:effectLst/>
                <a:latin typeface="inter-regular"/>
              </a:rPr>
              <a:t>class</a:t>
            </a:r>
            <a:r>
              <a:rPr lang="en-IN" b="0" i="0" dirty="0">
                <a:solidFill>
                  <a:srgbClr val="000000"/>
                </a:solidFill>
                <a:effectLst/>
                <a:latin typeface="inter-regular"/>
              </a:rPr>
              <a:t> B </a:t>
            </a:r>
            <a:r>
              <a:rPr lang="en-IN" b="1" i="0" dirty="0">
                <a:solidFill>
                  <a:srgbClr val="006699"/>
                </a:solidFill>
                <a:effectLst/>
                <a:latin typeface="inter-regular"/>
              </a:rPr>
              <a:t>extends</a:t>
            </a:r>
            <a:r>
              <a:rPr lang="en-IN" b="0" i="0" dirty="0">
                <a:solidFill>
                  <a:srgbClr val="000000"/>
                </a:solidFill>
                <a:effectLst/>
                <a:latin typeface="inter-regular"/>
              </a:rPr>
              <a:t> A{  </a:t>
            </a:r>
          </a:p>
          <a:p>
            <a:pPr algn="just"/>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  </a:t>
            </a:r>
          </a:p>
          <a:p>
            <a:pPr algn="just"/>
            <a:r>
              <a:rPr lang="en-IN" b="0" i="0" dirty="0">
                <a:solidFill>
                  <a:srgbClr val="000000"/>
                </a:solidFill>
                <a:effectLst/>
                <a:latin typeface="inter-regular"/>
              </a:rPr>
              <a:t>   B </a:t>
            </a:r>
            <a:r>
              <a:rPr lang="en-IN" b="0" i="0" dirty="0" err="1">
                <a:solidFill>
                  <a:srgbClr val="000000"/>
                </a:solidFill>
                <a:effectLst/>
                <a:latin typeface="inter-regular"/>
              </a:rPr>
              <a:t>obj</a:t>
            </a:r>
            <a:r>
              <a:rPr lang="en-IN" b="0" i="0" dirty="0">
                <a:solidFill>
                  <a:srgbClr val="000000"/>
                </a:solidFill>
                <a:effectLst/>
                <a:latin typeface="inter-regular"/>
              </a:rPr>
              <a:t> = </a:t>
            </a:r>
            <a:r>
              <a:rPr lang="en-IN" b="1" i="0" dirty="0">
                <a:solidFill>
                  <a:srgbClr val="006699"/>
                </a:solidFill>
                <a:effectLst/>
                <a:latin typeface="inter-regular"/>
              </a:rPr>
              <a:t>new</a:t>
            </a:r>
            <a:r>
              <a:rPr lang="en-IN" b="0" i="0" dirty="0">
                <a:solidFill>
                  <a:srgbClr val="000000"/>
                </a:solidFill>
                <a:effectLst/>
                <a:latin typeface="inter-regular"/>
              </a:rPr>
              <a:t> B();  </a:t>
            </a:r>
          </a:p>
          <a:p>
            <a:pPr algn="just"/>
            <a:r>
              <a:rPr lang="en-IN" b="0" i="0" dirty="0">
                <a:solidFill>
                  <a:srgbClr val="000000"/>
                </a:solidFill>
                <a:effectLst/>
                <a:latin typeface="inter-regular"/>
              </a:rPr>
              <a:t>   obj.msg();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7" name="Rectangle 6"/>
          <p:cNvSpPr/>
          <p:nvPr/>
        </p:nvSpPr>
        <p:spPr>
          <a:xfrm>
            <a:off x="5422900" y="1873250"/>
            <a:ext cx="4648199" cy="4524315"/>
          </a:xfrm>
          <a:prstGeom prst="rect">
            <a:avLst/>
          </a:prstGeom>
        </p:spPr>
        <p:txBody>
          <a:bodyPr wrap="square">
            <a:spAutoFit/>
          </a:bodyPr>
          <a:lstStyle/>
          <a:p>
            <a:r>
              <a:rPr lang="en-IN" dirty="0"/>
              <a:t>class Animal {</a:t>
            </a:r>
          </a:p>
          <a:p>
            <a:r>
              <a:rPr lang="en-IN" dirty="0"/>
              <a:t>protected void display()</a:t>
            </a:r>
          </a:p>
          <a:p>
            <a:r>
              <a:rPr lang="en-IN" dirty="0"/>
              <a:t> {</a:t>
            </a:r>
          </a:p>
          <a:p>
            <a:r>
              <a:rPr lang="en-IN" dirty="0"/>
              <a:t>        </a:t>
            </a:r>
            <a:r>
              <a:rPr lang="en-IN" dirty="0" err="1"/>
              <a:t>System.out.println</a:t>
            </a:r>
            <a:r>
              <a:rPr lang="en-IN" dirty="0"/>
              <a:t>("I am an animal");</a:t>
            </a:r>
          </a:p>
          <a:p>
            <a:r>
              <a:rPr lang="en-IN" dirty="0"/>
              <a:t>    }</a:t>
            </a:r>
          </a:p>
          <a:p>
            <a:r>
              <a:rPr lang="en-IN" dirty="0"/>
              <a:t>}</a:t>
            </a:r>
          </a:p>
          <a:p>
            <a:endParaRPr lang="en-IN" dirty="0"/>
          </a:p>
          <a:p>
            <a:r>
              <a:rPr lang="en-IN" dirty="0"/>
              <a:t>class Dog extends Animal {</a:t>
            </a:r>
          </a:p>
          <a:p>
            <a:r>
              <a:rPr lang="en-IN" dirty="0"/>
              <a:t>    public static void main(String[] </a:t>
            </a:r>
            <a:r>
              <a:rPr lang="en-IN" dirty="0" err="1"/>
              <a:t>args</a:t>
            </a:r>
            <a:r>
              <a:rPr lang="en-IN" dirty="0"/>
              <a:t>) {</a:t>
            </a:r>
          </a:p>
          <a:p>
            <a:endParaRPr lang="en-IN" dirty="0"/>
          </a:p>
          <a:p>
            <a:r>
              <a:rPr lang="en-IN" dirty="0"/>
              <a:t>        // create an object of Dog class</a:t>
            </a:r>
          </a:p>
          <a:p>
            <a:r>
              <a:rPr lang="en-IN" dirty="0"/>
              <a:t>        Dog </a:t>
            </a:r>
            <a:r>
              <a:rPr lang="en-IN" dirty="0" err="1"/>
              <a:t>dog</a:t>
            </a:r>
            <a:r>
              <a:rPr lang="en-IN" dirty="0"/>
              <a:t> = new Dog();</a:t>
            </a:r>
          </a:p>
          <a:p>
            <a:r>
              <a:rPr lang="en-IN" dirty="0"/>
              <a:t>         // access protected method</a:t>
            </a:r>
          </a:p>
          <a:p>
            <a:r>
              <a:rPr lang="en-IN" dirty="0"/>
              <a:t>        </a:t>
            </a:r>
            <a:r>
              <a:rPr lang="en-IN" dirty="0" err="1"/>
              <a:t>dog.display</a:t>
            </a:r>
            <a:r>
              <a:rPr lang="en-IN" dirty="0"/>
              <a:t>();</a:t>
            </a:r>
          </a:p>
          <a:p>
            <a:r>
              <a:rPr lang="en-IN" dirty="0"/>
              <a:t>    }</a:t>
            </a:r>
          </a:p>
          <a:p>
            <a:r>
              <a:rPr lang="en-IN" dirty="0"/>
              <a:t>}</a:t>
            </a:r>
          </a:p>
        </p:txBody>
      </p:sp>
    </p:spTree>
    <p:extLst>
      <p:ext uri="{BB962C8B-B14F-4D97-AF65-F5344CB8AC3E}">
        <p14:creationId xmlns:p14="http://schemas.microsoft.com/office/powerpoint/2010/main" val="82757462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6567" y="575905"/>
            <a:ext cx="8465820" cy="638636"/>
          </a:xfrm>
        </p:spPr>
        <p:txBody>
          <a:bodyPr/>
          <a:lstStyle/>
          <a:p>
            <a:r>
              <a:rPr lang="en-US" dirty="0"/>
              <a:t>Access Specifiers</a:t>
            </a:r>
            <a:endParaRPr lang="en-IN" dirty="0"/>
          </a:p>
        </p:txBody>
      </p:sp>
      <p:pic>
        <p:nvPicPr>
          <p:cNvPr id="1026" name="Picture 2" descr="Java67: Top 20 Access Modifier Interview Questions Answers for 2 to 3 Years  Experienced Java Develope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6567" y="2711450"/>
            <a:ext cx="7772400" cy="3505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435883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86611" y="559976"/>
            <a:ext cx="6440170" cy="705485"/>
          </a:xfrm>
          <a:prstGeom prst="rect">
            <a:avLst/>
          </a:prstGeom>
        </p:spPr>
        <p:txBody>
          <a:bodyPr vert="horz" wrap="square" lIns="0" tIns="13970" rIns="0" bIns="0" rtlCol="0">
            <a:spAutoFit/>
          </a:bodyPr>
          <a:lstStyle/>
          <a:p>
            <a:pPr marL="12700">
              <a:lnSpc>
                <a:spcPct val="100000"/>
              </a:lnSpc>
              <a:spcBef>
                <a:spcPts val="110"/>
              </a:spcBef>
            </a:pPr>
            <a:r>
              <a:rPr sz="4450" dirty="0">
                <a:solidFill>
                  <a:srgbClr val="79645B"/>
                </a:solidFill>
                <a:latin typeface="Times New Roman"/>
                <a:cs typeface="Times New Roman"/>
              </a:rPr>
              <a:t>Introducing</a:t>
            </a:r>
            <a:r>
              <a:rPr sz="4450" spc="395" dirty="0">
                <a:solidFill>
                  <a:srgbClr val="79645B"/>
                </a:solidFill>
                <a:latin typeface="Times New Roman"/>
                <a:cs typeface="Times New Roman"/>
              </a:rPr>
              <a:t> </a:t>
            </a:r>
            <a:r>
              <a:rPr sz="4450" dirty="0">
                <a:solidFill>
                  <a:srgbClr val="79645B"/>
                </a:solidFill>
                <a:latin typeface="Times New Roman"/>
                <a:cs typeface="Times New Roman"/>
              </a:rPr>
              <a:t>Access</a:t>
            </a:r>
            <a:r>
              <a:rPr sz="4450" spc="545" dirty="0">
                <a:solidFill>
                  <a:srgbClr val="79645B"/>
                </a:solidFill>
                <a:latin typeface="Times New Roman"/>
                <a:cs typeface="Times New Roman"/>
              </a:rPr>
              <a:t> </a:t>
            </a:r>
            <a:r>
              <a:rPr sz="4450" spc="-10" dirty="0">
                <a:solidFill>
                  <a:srgbClr val="79645B"/>
                </a:solidFill>
                <a:latin typeface="Times New Roman"/>
                <a:cs typeface="Times New Roman"/>
              </a:rPr>
              <a:t>Control</a:t>
            </a:r>
            <a:endParaRPr sz="4450">
              <a:latin typeface="Times New Roman"/>
              <a:cs typeface="Times New Roman"/>
            </a:endParaRPr>
          </a:p>
        </p:txBody>
      </p:sp>
      <p:sp>
        <p:nvSpPr>
          <p:cNvPr id="3" name="object 3"/>
          <p:cNvSpPr txBox="1"/>
          <p:nvPr/>
        </p:nvSpPr>
        <p:spPr>
          <a:xfrm>
            <a:off x="7927292" y="958170"/>
            <a:ext cx="502284" cy="308610"/>
          </a:xfrm>
          <a:prstGeom prst="rect">
            <a:avLst/>
          </a:prstGeom>
        </p:spPr>
        <p:txBody>
          <a:bodyPr vert="horz" wrap="square" lIns="0" tIns="13335" rIns="0" bIns="0" rtlCol="0">
            <a:spAutoFit/>
          </a:bodyPr>
          <a:lstStyle/>
          <a:p>
            <a:pPr marL="12700">
              <a:lnSpc>
                <a:spcPct val="100000"/>
              </a:lnSpc>
              <a:spcBef>
                <a:spcPts val="105"/>
              </a:spcBef>
            </a:pPr>
            <a:r>
              <a:rPr sz="1850" dirty="0">
                <a:solidFill>
                  <a:srgbClr val="79645B"/>
                </a:solidFill>
                <a:latin typeface="Arial"/>
                <a:cs typeface="Arial"/>
              </a:rPr>
              <a:t>•</a:t>
            </a:r>
            <a:r>
              <a:rPr sz="1850" spc="385" dirty="0">
                <a:solidFill>
                  <a:srgbClr val="79645B"/>
                </a:solidFill>
                <a:latin typeface="Arial"/>
                <a:cs typeface="Arial"/>
              </a:rPr>
              <a:t> </a:t>
            </a:r>
            <a:r>
              <a:rPr sz="1850" dirty="0">
                <a:solidFill>
                  <a:srgbClr val="79645B"/>
                </a:solidFill>
                <a:latin typeface="Arial"/>
                <a:cs typeface="Arial"/>
              </a:rPr>
              <a:t>•</a:t>
            </a:r>
            <a:r>
              <a:rPr sz="1850" spc="365" dirty="0">
                <a:solidFill>
                  <a:srgbClr val="79645B"/>
                </a:solidFill>
                <a:latin typeface="Arial"/>
                <a:cs typeface="Arial"/>
              </a:rPr>
              <a:t> </a:t>
            </a:r>
            <a:r>
              <a:rPr sz="1850" spc="-50" dirty="0">
                <a:solidFill>
                  <a:srgbClr val="79645B"/>
                </a:solidFill>
                <a:latin typeface="Arial"/>
                <a:cs typeface="Arial"/>
              </a:rPr>
              <a:t>•</a:t>
            </a:r>
            <a:endParaRPr sz="1850">
              <a:latin typeface="Arial"/>
              <a:cs typeface="Arial"/>
            </a:endParaRPr>
          </a:p>
        </p:txBody>
      </p:sp>
      <p:sp>
        <p:nvSpPr>
          <p:cNvPr id="4" name="object 4"/>
          <p:cNvSpPr txBox="1"/>
          <p:nvPr/>
        </p:nvSpPr>
        <p:spPr>
          <a:xfrm>
            <a:off x="543586" y="1399405"/>
            <a:ext cx="1651000" cy="750570"/>
          </a:xfrm>
          <a:prstGeom prst="rect">
            <a:avLst/>
          </a:prstGeom>
        </p:spPr>
        <p:txBody>
          <a:bodyPr vert="horz" wrap="square" lIns="0" tIns="13335" rIns="0" bIns="0" rtlCol="0">
            <a:spAutoFit/>
          </a:bodyPr>
          <a:lstStyle/>
          <a:p>
            <a:pPr marL="12700">
              <a:lnSpc>
                <a:spcPct val="100000"/>
              </a:lnSpc>
              <a:spcBef>
                <a:spcPts val="105"/>
              </a:spcBef>
            </a:pPr>
            <a:endParaRPr sz="2650" dirty="0">
              <a:latin typeface="Times New Roman"/>
              <a:cs typeface="Times New Roman"/>
            </a:endParaRPr>
          </a:p>
          <a:p>
            <a:pPr marL="351790">
              <a:lnSpc>
                <a:spcPct val="100000"/>
              </a:lnSpc>
              <a:spcBef>
                <a:spcPts val="60"/>
              </a:spcBef>
            </a:pPr>
            <a:r>
              <a:rPr sz="2050" spc="50" dirty="0">
                <a:solidFill>
                  <a:srgbClr val="050505"/>
                </a:solidFill>
                <a:latin typeface="Times New Roman"/>
                <a:cs typeface="Times New Roman"/>
              </a:rPr>
              <a:t>class</a:t>
            </a:r>
            <a:r>
              <a:rPr sz="2050" spc="45" dirty="0">
                <a:solidFill>
                  <a:srgbClr val="050505"/>
                </a:solidFill>
                <a:latin typeface="Times New Roman"/>
                <a:cs typeface="Times New Roman"/>
              </a:rPr>
              <a:t> </a:t>
            </a:r>
            <a:r>
              <a:rPr sz="2050" dirty="0">
                <a:solidFill>
                  <a:srgbClr val="050505"/>
                </a:solidFill>
                <a:latin typeface="Times New Roman"/>
                <a:cs typeface="Times New Roman"/>
              </a:rPr>
              <a:t>Test</a:t>
            </a:r>
            <a:r>
              <a:rPr sz="2050" spc="145" dirty="0">
                <a:solidFill>
                  <a:srgbClr val="050505"/>
                </a:solidFill>
                <a:latin typeface="Times New Roman"/>
                <a:cs typeface="Times New Roman"/>
              </a:rPr>
              <a:t> </a:t>
            </a:r>
            <a:r>
              <a:rPr sz="2050" spc="45" dirty="0">
                <a:solidFill>
                  <a:srgbClr val="050505"/>
                </a:solidFill>
                <a:latin typeface="Times New Roman"/>
                <a:cs typeface="Times New Roman"/>
              </a:rPr>
              <a:t>{</a:t>
            </a:r>
            <a:endParaRPr sz="2050" dirty="0">
              <a:latin typeface="Times New Roman"/>
              <a:cs typeface="Times New Roman"/>
            </a:endParaRPr>
          </a:p>
        </p:txBody>
      </p:sp>
      <p:sp>
        <p:nvSpPr>
          <p:cNvPr id="5" name="object 5"/>
          <p:cNvSpPr txBox="1"/>
          <p:nvPr/>
        </p:nvSpPr>
        <p:spPr>
          <a:xfrm>
            <a:off x="2799502" y="2130930"/>
            <a:ext cx="1437640" cy="1303655"/>
          </a:xfrm>
          <a:prstGeom prst="rect">
            <a:avLst/>
          </a:prstGeom>
        </p:spPr>
        <p:txBody>
          <a:bodyPr vert="horz" wrap="square" lIns="0" tIns="125095" rIns="0" bIns="0" rtlCol="0">
            <a:spAutoFit/>
          </a:bodyPr>
          <a:lstStyle/>
          <a:p>
            <a:pPr marL="13335">
              <a:lnSpc>
                <a:spcPct val="100000"/>
              </a:lnSpc>
              <a:spcBef>
                <a:spcPts val="985"/>
              </a:spcBef>
            </a:pPr>
            <a:r>
              <a:rPr sz="2050" spc="50" dirty="0">
                <a:solidFill>
                  <a:srgbClr val="050505"/>
                </a:solidFill>
                <a:latin typeface="Times New Roman"/>
                <a:cs typeface="Times New Roman"/>
              </a:rPr>
              <a:t>int</a:t>
            </a:r>
            <a:r>
              <a:rPr sz="2050" spc="60" dirty="0">
                <a:solidFill>
                  <a:srgbClr val="050505"/>
                </a:solidFill>
                <a:latin typeface="Times New Roman"/>
                <a:cs typeface="Times New Roman"/>
              </a:rPr>
              <a:t> </a:t>
            </a:r>
            <a:r>
              <a:rPr sz="2050" spc="25" dirty="0">
                <a:solidFill>
                  <a:srgbClr val="050505"/>
                </a:solidFill>
                <a:latin typeface="Times New Roman"/>
                <a:cs typeface="Times New Roman"/>
              </a:rPr>
              <a:t>a;</a:t>
            </a:r>
            <a:endParaRPr sz="2050" dirty="0">
              <a:latin typeface="Times New Roman"/>
              <a:cs typeface="Times New Roman"/>
            </a:endParaRPr>
          </a:p>
          <a:p>
            <a:pPr marL="12700" marR="5080">
              <a:lnSpc>
                <a:spcPts val="3370"/>
              </a:lnSpc>
              <a:spcBef>
                <a:spcPts val="75"/>
              </a:spcBef>
            </a:pPr>
            <a:r>
              <a:rPr sz="2050" spc="55" dirty="0">
                <a:solidFill>
                  <a:srgbClr val="050505"/>
                </a:solidFill>
                <a:latin typeface="Times New Roman"/>
                <a:cs typeface="Times New Roman"/>
              </a:rPr>
              <a:t>public</a:t>
            </a:r>
            <a:r>
              <a:rPr sz="2050" spc="100" dirty="0">
                <a:solidFill>
                  <a:srgbClr val="050505"/>
                </a:solidFill>
                <a:latin typeface="Times New Roman"/>
                <a:cs typeface="Times New Roman"/>
              </a:rPr>
              <a:t> </a:t>
            </a:r>
            <a:r>
              <a:rPr sz="2050" spc="50" dirty="0">
                <a:solidFill>
                  <a:srgbClr val="050505"/>
                </a:solidFill>
                <a:latin typeface="Times New Roman"/>
                <a:cs typeface="Times New Roman"/>
              </a:rPr>
              <a:t>int</a:t>
            </a:r>
            <a:r>
              <a:rPr sz="2050" spc="10" dirty="0">
                <a:solidFill>
                  <a:srgbClr val="050505"/>
                </a:solidFill>
                <a:latin typeface="Times New Roman"/>
                <a:cs typeface="Times New Roman"/>
              </a:rPr>
              <a:t> </a:t>
            </a:r>
            <a:r>
              <a:rPr sz="2050" spc="45" dirty="0">
                <a:solidFill>
                  <a:srgbClr val="050505"/>
                </a:solidFill>
                <a:latin typeface="Times New Roman"/>
                <a:cs typeface="Times New Roman"/>
              </a:rPr>
              <a:t>b; </a:t>
            </a:r>
            <a:r>
              <a:rPr sz="2050" spc="50" dirty="0">
                <a:solidFill>
                  <a:srgbClr val="050505"/>
                </a:solidFill>
                <a:latin typeface="Times New Roman"/>
                <a:cs typeface="Times New Roman"/>
              </a:rPr>
              <a:t>private</a:t>
            </a:r>
            <a:r>
              <a:rPr sz="2050" spc="145" dirty="0">
                <a:solidFill>
                  <a:srgbClr val="050505"/>
                </a:solidFill>
                <a:latin typeface="Times New Roman"/>
                <a:cs typeface="Times New Roman"/>
              </a:rPr>
              <a:t> </a:t>
            </a:r>
            <a:r>
              <a:rPr sz="2050" dirty="0">
                <a:solidFill>
                  <a:srgbClr val="050505"/>
                </a:solidFill>
                <a:latin typeface="Times New Roman"/>
                <a:cs typeface="Times New Roman"/>
              </a:rPr>
              <a:t>int</a:t>
            </a:r>
            <a:r>
              <a:rPr sz="2050" spc="114" dirty="0">
                <a:solidFill>
                  <a:srgbClr val="050505"/>
                </a:solidFill>
                <a:latin typeface="Times New Roman"/>
                <a:cs typeface="Times New Roman"/>
              </a:rPr>
              <a:t> </a:t>
            </a:r>
            <a:r>
              <a:rPr sz="2050" spc="-25" dirty="0">
                <a:solidFill>
                  <a:srgbClr val="050505"/>
                </a:solidFill>
                <a:latin typeface="Times New Roman"/>
                <a:cs typeface="Times New Roman"/>
              </a:rPr>
              <a:t>c;</a:t>
            </a:r>
            <a:endParaRPr sz="2050" dirty="0">
              <a:latin typeface="Times New Roman"/>
              <a:cs typeface="Times New Roman"/>
            </a:endParaRPr>
          </a:p>
        </p:txBody>
      </p:sp>
      <p:sp>
        <p:nvSpPr>
          <p:cNvPr id="6" name="object 6"/>
          <p:cNvSpPr txBox="1"/>
          <p:nvPr/>
        </p:nvSpPr>
        <p:spPr>
          <a:xfrm>
            <a:off x="4676766" y="2132204"/>
            <a:ext cx="2609850" cy="2582545"/>
          </a:xfrm>
          <a:prstGeom prst="rect">
            <a:avLst/>
          </a:prstGeom>
        </p:spPr>
        <p:txBody>
          <a:bodyPr vert="horz" wrap="square" lIns="0" tIns="10795" rIns="0" bIns="0" rtlCol="0">
            <a:spAutoFit/>
          </a:bodyPr>
          <a:lstStyle/>
          <a:p>
            <a:pPr marL="38100" marR="762000">
              <a:lnSpc>
                <a:spcPct val="133300"/>
              </a:lnSpc>
              <a:spcBef>
                <a:spcPts val="85"/>
              </a:spcBef>
            </a:pPr>
            <a:r>
              <a:rPr sz="2100" i="1" dirty="0">
                <a:solidFill>
                  <a:srgbClr val="050505"/>
                </a:solidFill>
                <a:latin typeface="Arial"/>
                <a:cs typeface="Arial"/>
              </a:rPr>
              <a:t>II</a:t>
            </a:r>
            <a:r>
              <a:rPr sz="2100" i="1" spc="229" dirty="0">
                <a:solidFill>
                  <a:srgbClr val="050505"/>
                </a:solidFill>
                <a:latin typeface="Arial"/>
                <a:cs typeface="Arial"/>
              </a:rPr>
              <a:t> </a:t>
            </a:r>
            <a:r>
              <a:rPr sz="2050" dirty="0">
                <a:solidFill>
                  <a:srgbClr val="050505"/>
                </a:solidFill>
                <a:latin typeface="Times New Roman"/>
                <a:cs typeface="Times New Roman"/>
              </a:rPr>
              <a:t>default</a:t>
            </a:r>
            <a:r>
              <a:rPr sz="2050" spc="340" dirty="0">
                <a:solidFill>
                  <a:srgbClr val="050505"/>
                </a:solidFill>
                <a:latin typeface="Times New Roman"/>
                <a:cs typeface="Times New Roman"/>
              </a:rPr>
              <a:t> </a:t>
            </a:r>
            <a:r>
              <a:rPr sz="2050" spc="45" dirty="0">
                <a:solidFill>
                  <a:srgbClr val="050505"/>
                </a:solidFill>
                <a:latin typeface="Times New Roman"/>
                <a:cs typeface="Times New Roman"/>
              </a:rPr>
              <a:t>access </a:t>
            </a:r>
            <a:r>
              <a:rPr sz="2100" i="1" spc="50" dirty="0">
                <a:solidFill>
                  <a:srgbClr val="050505"/>
                </a:solidFill>
                <a:latin typeface="Arial"/>
                <a:cs typeface="Arial"/>
              </a:rPr>
              <a:t>II</a:t>
            </a:r>
            <a:r>
              <a:rPr sz="2100" i="1" spc="35" dirty="0">
                <a:solidFill>
                  <a:srgbClr val="050505"/>
                </a:solidFill>
                <a:latin typeface="Arial"/>
                <a:cs typeface="Arial"/>
              </a:rPr>
              <a:t> </a:t>
            </a:r>
            <a:r>
              <a:rPr sz="2050" spc="55" dirty="0">
                <a:solidFill>
                  <a:srgbClr val="050505"/>
                </a:solidFill>
                <a:latin typeface="Times New Roman"/>
                <a:cs typeface="Times New Roman"/>
              </a:rPr>
              <a:t>public</a:t>
            </a:r>
            <a:r>
              <a:rPr sz="2050" spc="85" dirty="0">
                <a:solidFill>
                  <a:srgbClr val="050505"/>
                </a:solidFill>
                <a:latin typeface="Times New Roman"/>
                <a:cs typeface="Times New Roman"/>
              </a:rPr>
              <a:t> </a:t>
            </a:r>
            <a:r>
              <a:rPr sz="2050" spc="-10" dirty="0">
                <a:solidFill>
                  <a:srgbClr val="050505"/>
                </a:solidFill>
                <a:latin typeface="Times New Roman"/>
                <a:cs typeface="Times New Roman"/>
              </a:rPr>
              <a:t>access </a:t>
            </a:r>
            <a:r>
              <a:rPr sz="2100" i="1" dirty="0">
                <a:solidFill>
                  <a:srgbClr val="050505"/>
                </a:solidFill>
                <a:latin typeface="Arial"/>
                <a:cs typeface="Arial"/>
              </a:rPr>
              <a:t>II</a:t>
            </a:r>
            <a:r>
              <a:rPr sz="2100" i="1" spc="90" dirty="0">
                <a:solidFill>
                  <a:srgbClr val="050505"/>
                </a:solidFill>
                <a:latin typeface="Arial"/>
                <a:cs typeface="Arial"/>
              </a:rPr>
              <a:t> </a:t>
            </a:r>
            <a:r>
              <a:rPr sz="2050" spc="50" dirty="0">
                <a:solidFill>
                  <a:srgbClr val="050505"/>
                </a:solidFill>
                <a:latin typeface="Times New Roman"/>
                <a:cs typeface="Times New Roman"/>
              </a:rPr>
              <a:t>private</a:t>
            </a:r>
            <a:r>
              <a:rPr sz="2050" spc="125" dirty="0">
                <a:solidFill>
                  <a:srgbClr val="050505"/>
                </a:solidFill>
                <a:latin typeface="Times New Roman"/>
                <a:cs typeface="Times New Roman"/>
              </a:rPr>
              <a:t> </a:t>
            </a:r>
            <a:r>
              <a:rPr sz="2050" spc="45" dirty="0">
                <a:solidFill>
                  <a:srgbClr val="050505"/>
                </a:solidFill>
                <a:latin typeface="Times New Roman"/>
                <a:cs typeface="Times New Roman"/>
              </a:rPr>
              <a:t>access</a:t>
            </a:r>
            <a:endParaRPr sz="2050" dirty="0">
              <a:latin typeface="Times New Roman"/>
              <a:cs typeface="Times New Roman"/>
            </a:endParaRPr>
          </a:p>
          <a:p>
            <a:pPr marL="38100">
              <a:lnSpc>
                <a:spcPct val="100000"/>
              </a:lnSpc>
              <a:spcBef>
                <a:spcPts val="875"/>
              </a:spcBef>
            </a:pPr>
            <a:r>
              <a:rPr sz="2100" i="1" dirty="0">
                <a:solidFill>
                  <a:srgbClr val="050505"/>
                </a:solidFill>
                <a:latin typeface="Arial"/>
                <a:cs typeface="Arial"/>
              </a:rPr>
              <a:t>II</a:t>
            </a:r>
            <a:r>
              <a:rPr sz="2100" i="1" spc="100" dirty="0">
                <a:solidFill>
                  <a:srgbClr val="050505"/>
                </a:solidFill>
                <a:latin typeface="Arial"/>
                <a:cs typeface="Arial"/>
              </a:rPr>
              <a:t> </a:t>
            </a:r>
            <a:r>
              <a:rPr sz="2050" spc="55" dirty="0">
                <a:solidFill>
                  <a:srgbClr val="050505"/>
                </a:solidFill>
                <a:latin typeface="Times New Roman"/>
                <a:cs typeface="Times New Roman"/>
              </a:rPr>
              <a:t>methods</a:t>
            </a:r>
            <a:r>
              <a:rPr sz="2050" spc="204" dirty="0">
                <a:solidFill>
                  <a:srgbClr val="050505"/>
                </a:solidFill>
                <a:latin typeface="Times New Roman"/>
                <a:cs typeface="Times New Roman"/>
              </a:rPr>
              <a:t> </a:t>
            </a:r>
            <a:r>
              <a:rPr sz="2050" dirty="0">
                <a:solidFill>
                  <a:srgbClr val="050505"/>
                </a:solidFill>
                <a:latin typeface="Times New Roman"/>
                <a:cs typeface="Times New Roman"/>
              </a:rPr>
              <a:t>to</a:t>
            </a:r>
            <a:r>
              <a:rPr sz="2050" spc="95" dirty="0">
                <a:solidFill>
                  <a:srgbClr val="050505"/>
                </a:solidFill>
                <a:latin typeface="Times New Roman"/>
                <a:cs typeface="Times New Roman"/>
              </a:rPr>
              <a:t> </a:t>
            </a:r>
            <a:r>
              <a:rPr sz="2050" spc="55" dirty="0">
                <a:solidFill>
                  <a:srgbClr val="050505"/>
                </a:solidFill>
                <a:latin typeface="Times New Roman"/>
                <a:cs typeface="Times New Roman"/>
              </a:rPr>
              <a:t>access</a:t>
            </a:r>
            <a:r>
              <a:rPr sz="2050" spc="80" dirty="0">
                <a:solidFill>
                  <a:srgbClr val="050505"/>
                </a:solidFill>
                <a:latin typeface="Times New Roman"/>
                <a:cs typeface="Times New Roman"/>
              </a:rPr>
              <a:t> </a:t>
            </a:r>
            <a:r>
              <a:rPr sz="2050" spc="10" dirty="0">
                <a:solidFill>
                  <a:srgbClr val="050505"/>
                </a:solidFill>
                <a:latin typeface="Times New Roman"/>
                <a:cs typeface="Times New Roman"/>
              </a:rPr>
              <a:t>c</a:t>
            </a:r>
            <a:endParaRPr sz="2050" dirty="0">
              <a:latin typeface="Times New Roman"/>
              <a:cs typeface="Times New Roman"/>
            </a:endParaRPr>
          </a:p>
          <a:p>
            <a:pPr marL="995680">
              <a:lnSpc>
                <a:spcPts val="2240"/>
              </a:lnSpc>
              <a:spcBef>
                <a:spcPts val="850"/>
              </a:spcBef>
            </a:pPr>
            <a:r>
              <a:rPr sz="2100" i="1" dirty="0">
                <a:solidFill>
                  <a:srgbClr val="050505"/>
                </a:solidFill>
                <a:latin typeface="Arial"/>
                <a:cs typeface="Arial"/>
              </a:rPr>
              <a:t>II</a:t>
            </a:r>
            <a:r>
              <a:rPr sz="2100" i="1" spc="204" dirty="0">
                <a:solidFill>
                  <a:srgbClr val="050505"/>
                </a:solidFill>
                <a:latin typeface="Arial"/>
                <a:cs typeface="Arial"/>
              </a:rPr>
              <a:t> </a:t>
            </a:r>
            <a:r>
              <a:rPr sz="2050" dirty="0">
                <a:solidFill>
                  <a:srgbClr val="050505"/>
                </a:solidFill>
                <a:latin typeface="Times New Roman"/>
                <a:cs typeface="Times New Roman"/>
              </a:rPr>
              <a:t>set</a:t>
            </a:r>
            <a:r>
              <a:rPr sz="2050" spc="140" dirty="0">
                <a:solidFill>
                  <a:srgbClr val="050505"/>
                </a:solidFill>
                <a:latin typeface="Times New Roman"/>
                <a:cs typeface="Times New Roman"/>
              </a:rPr>
              <a:t> </a:t>
            </a:r>
            <a:r>
              <a:rPr lang="en-US" sz="2050" dirty="0">
                <a:solidFill>
                  <a:srgbClr val="050505"/>
                </a:solidFill>
                <a:latin typeface="Times New Roman"/>
                <a:cs typeface="Times New Roman"/>
              </a:rPr>
              <a:t>c</a:t>
            </a:r>
            <a:r>
              <a:rPr sz="2050" dirty="0">
                <a:solidFill>
                  <a:srgbClr val="050505"/>
                </a:solidFill>
                <a:latin typeface="Times New Roman"/>
                <a:cs typeface="Times New Roman"/>
              </a:rPr>
              <a:t>'s</a:t>
            </a:r>
            <a:r>
              <a:rPr sz="2050" spc="185" dirty="0">
                <a:solidFill>
                  <a:srgbClr val="050505"/>
                </a:solidFill>
                <a:latin typeface="Times New Roman"/>
                <a:cs typeface="Times New Roman"/>
              </a:rPr>
              <a:t> </a:t>
            </a:r>
            <a:r>
              <a:rPr sz="2050" spc="-10" dirty="0">
                <a:solidFill>
                  <a:srgbClr val="050505"/>
                </a:solidFill>
                <a:latin typeface="Times New Roman"/>
                <a:cs typeface="Times New Roman"/>
              </a:rPr>
              <a:t>value</a:t>
            </a:r>
            <a:endParaRPr sz="2050" dirty="0">
              <a:latin typeface="Times New Roman"/>
              <a:cs typeface="Times New Roman"/>
            </a:endParaRPr>
          </a:p>
          <a:p>
            <a:pPr marL="480695">
              <a:lnSpc>
                <a:spcPts val="1685"/>
              </a:lnSpc>
            </a:pPr>
            <a:endParaRPr sz="2200" dirty="0">
              <a:latin typeface="Times New Roman"/>
              <a:cs typeface="Times New Roman"/>
            </a:endParaRPr>
          </a:p>
          <a:p>
            <a:pPr marL="49530">
              <a:lnSpc>
                <a:spcPts val="1900"/>
              </a:lnSpc>
            </a:pPr>
            <a:r>
              <a:rPr sz="1650" spc="65" dirty="0">
                <a:solidFill>
                  <a:srgbClr val="050505"/>
                </a:solidFill>
                <a:latin typeface="Courier New"/>
                <a:cs typeface="Courier New"/>
              </a:rPr>
              <a:t>C</a:t>
            </a:r>
            <a:r>
              <a:rPr sz="1650" spc="-550" dirty="0">
                <a:solidFill>
                  <a:srgbClr val="050505"/>
                </a:solidFill>
                <a:latin typeface="Courier New"/>
                <a:cs typeface="Courier New"/>
              </a:rPr>
              <a:t> </a:t>
            </a:r>
            <a:r>
              <a:rPr sz="1500" spc="-220" dirty="0">
                <a:solidFill>
                  <a:srgbClr val="050505"/>
                </a:solidFill>
                <a:latin typeface="Arial"/>
                <a:cs typeface="Arial"/>
              </a:rPr>
              <a:t>==</a:t>
            </a:r>
            <a:r>
              <a:rPr sz="1500" spc="25" dirty="0">
                <a:solidFill>
                  <a:srgbClr val="050505"/>
                </a:solidFill>
                <a:latin typeface="Arial"/>
                <a:cs typeface="Arial"/>
              </a:rPr>
              <a:t> </a:t>
            </a:r>
            <a:r>
              <a:rPr lang="en-US" sz="1500" spc="25" dirty="0" err="1">
                <a:solidFill>
                  <a:srgbClr val="050505"/>
                </a:solidFill>
                <a:latin typeface="Arial"/>
                <a:cs typeface="Arial"/>
              </a:rPr>
              <a:t>i</a:t>
            </a:r>
            <a:r>
              <a:rPr lang="en-US" sz="1400" spc="-25" dirty="0">
                <a:solidFill>
                  <a:srgbClr val="050505"/>
                </a:solidFill>
                <a:latin typeface="Arial"/>
                <a:cs typeface="Arial"/>
              </a:rPr>
              <a:t>;</a:t>
            </a:r>
            <a:endParaRPr sz="3225" baseline="-37467" dirty="0">
              <a:latin typeface="Arial"/>
              <a:cs typeface="Arial"/>
            </a:endParaRPr>
          </a:p>
        </p:txBody>
      </p:sp>
      <p:sp>
        <p:nvSpPr>
          <p:cNvPr id="7" name="object 7"/>
          <p:cNvSpPr txBox="1"/>
          <p:nvPr/>
        </p:nvSpPr>
        <p:spPr>
          <a:xfrm>
            <a:off x="2799410" y="3954962"/>
            <a:ext cx="1866264" cy="339090"/>
          </a:xfrm>
          <a:prstGeom prst="rect">
            <a:avLst/>
          </a:prstGeom>
        </p:spPr>
        <p:txBody>
          <a:bodyPr vert="horz" wrap="square" lIns="0" tIns="13335" rIns="0" bIns="0" rtlCol="0">
            <a:spAutoFit/>
          </a:bodyPr>
          <a:lstStyle/>
          <a:p>
            <a:pPr marL="12700">
              <a:lnSpc>
                <a:spcPct val="100000"/>
              </a:lnSpc>
              <a:spcBef>
                <a:spcPts val="105"/>
              </a:spcBef>
            </a:pPr>
            <a:r>
              <a:rPr sz="2050" spc="50" dirty="0">
                <a:solidFill>
                  <a:srgbClr val="050505"/>
                </a:solidFill>
                <a:latin typeface="Times New Roman"/>
                <a:cs typeface="Times New Roman"/>
              </a:rPr>
              <a:t>void</a:t>
            </a:r>
            <a:r>
              <a:rPr sz="2050" spc="235" dirty="0">
                <a:solidFill>
                  <a:srgbClr val="050505"/>
                </a:solidFill>
                <a:latin typeface="Times New Roman"/>
                <a:cs typeface="Times New Roman"/>
              </a:rPr>
              <a:t> </a:t>
            </a:r>
            <a:r>
              <a:rPr sz="2050" dirty="0">
                <a:solidFill>
                  <a:srgbClr val="050505"/>
                </a:solidFill>
                <a:latin typeface="Times New Roman"/>
                <a:cs typeface="Times New Roman"/>
              </a:rPr>
              <a:t>setc(int</a:t>
            </a:r>
            <a:r>
              <a:rPr sz="2050" spc="250" dirty="0">
                <a:solidFill>
                  <a:srgbClr val="050505"/>
                </a:solidFill>
                <a:latin typeface="Times New Roman"/>
                <a:cs typeface="Times New Roman"/>
              </a:rPr>
              <a:t> </a:t>
            </a:r>
            <a:r>
              <a:rPr sz="2050" dirty="0">
                <a:solidFill>
                  <a:srgbClr val="050505"/>
                </a:solidFill>
                <a:latin typeface="Times New Roman"/>
                <a:cs typeface="Times New Roman"/>
              </a:rPr>
              <a:t>i)</a:t>
            </a:r>
            <a:r>
              <a:rPr sz="2050" spc="215" dirty="0">
                <a:solidFill>
                  <a:srgbClr val="050505"/>
                </a:solidFill>
                <a:latin typeface="Times New Roman"/>
                <a:cs typeface="Times New Roman"/>
              </a:rPr>
              <a:t> </a:t>
            </a:r>
            <a:r>
              <a:rPr sz="2050" spc="15" dirty="0">
                <a:solidFill>
                  <a:srgbClr val="050505"/>
                </a:solidFill>
                <a:latin typeface="Times New Roman"/>
                <a:cs typeface="Times New Roman"/>
              </a:rPr>
              <a:t>{</a:t>
            </a:r>
            <a:endParaRPr sz="2050" dirty="0">
              <a:latin typeface="Times New Roman"/>
              <a:cs typeface="Times New Roman"/>
            </a:endParaRPr>
          </a:p>
        </p:txBody>
      </p:sp>
      <p:sp>
        <p:nvSpPr>
          <p:cNvPr id="8" name="object 8"/>
          <p:cNvSpPr txBox="1"/>
          <p:nvPr/>
        </p:nvSpPr>
        <p:spPr>
          <a:xfrm>
            <a:off x="2800211" y="4718486"/>
            <a:ext cx="1247775" cy="859790"/>
          </a:xfrm>
          <a:prstGeom prst="rect">
            <a:avLst/>
          </a:prstGeom>
        </p:spPr>
        <p:txBody>
          <a:bodyPr vert="horz" wrap="square" lIns="0" tIns="121920" rIns="0" bIns="0" rtlCol="0">
            <a:spAutoFit/>
          </a:bodyPr>
          <a:lstStyle/>
          <a:p>
            <a:pPr marL="30480">
              <a:lnSpc>
                <a:spcPct val="100000"/>
              </a:lnSpc>
              <a:spcBef>
                <a:spcPts val="960"/>
              </a:spcBef>
            </a:pPr>
            <a:r>
              <a:rPr sz="1950" spc="-45" dirty="0">
                <a:solidFill>
                  <a:srgbClr val="050505"/>
                </a:solidFill>
                <a:latin typeface="Arial"/>
                <a:cs typeface="Arial"/>
              </a:rPr>
              <a:t>}</a:t>
            </a:r>
            <a:endParaRPr sz="1950">
              <a:latin typeface="Arial"/>
              <a:cs typeface="Arial"/>
            </a:endParaRPr>
          </a:p>
          <a:p>
            <a:pPr marL="12700">
              <a:lnSpc>
                <a:spcPct val="100000"/>
              </a:lnSpc>
              <a:spcBef>
                <a:spcPts val="905"/>
              </a:spcBef>
            </a:pPr>
            <a:r>
              <a:rPr sz="2050" spc="50" dirty="0">
                <a:solidFill>
                  <a:srgbClr val="050505"/>
                </a:solidFill>
                <a:latin typeface="Times New Roman"/>
                <a:cs typeface="Times New Roman"/>
              </a:rPr>
              <a:t>int</a:t>
            </a:r>
            <a:r>
              <a:rPr sz="2050" spc="165" dirty="0">
                <a:solidFill>
                  <a:srgbClr val="050505"/>
                </a:solidFill>
                <a:latin typeface="Times New Roman"/>
                <a:cs typeface="Times New Roman"/>
              </a:rPr>
              <a:t> </a:t>
            </a:r>
            <a:r>
              <a:rPr sz="2050" dirty="0">
                <a:solidFill>
                  <a:srgbClr val="050505"/>
                </a:solidFill>
                <a:latin typeface="Times New Roman"/>
                <a:cs typeface="Times New Roman"/>
              </a:rPr>
              <a:t>getc()</a:t>
            </a:r>
            <a:r>
              <a:rPr sz="2050" spc="245" dirty="0">
                <a:solidFill>
                  <a:srgbClr val="050505"/>
                </a:solidFill>
                <a:latin typeface="Times New Roman"/>
                <a:cs typeface="Times New Roman"/>
              </a:rPr>
              <a:t> </a:t>
            </a:r>
            <a:r>
              <a:rPr sz="2050" spc="5" dirty="0">
                <a:solidFill>
                  <a:srgbClr val="050505"/>
                </a:solidFill>
                <a:latin typeface="Times New Roman"/>
                <a:cs typeface="Times New Roman"/>
              </a:rPr>
              <a:t>{</a:t>
            </a:r>
            <a:endParaRPr sz="2050">
              <a:latin typeface="Times New Roman"/>
              <a:cs typeface="Times New Roman"/>
            </a:endParaRPr>
          </a:p>
        </p:txBody>
      </p:sp>
      <p:sp>
        <p:nvSpPr>
          <p:cNvPr id="9" name="object 9"/>
          <p:cNvSpPr txBox="1"/>
          <p:nvPr/>
        </p:nvSpPr>
        <p:spPr>
          <a:xfrm>
            <a:off x="5727235" y="5232897"/>
            <a:ext cx="1638935" cy="346710"/>
          </a:xfrm>
          <a:prstGeom prst="rect">
            <a:avLst/>
          </a:prstGeom>
        </p:spPr>
        <p:txBody>
          <a:bodyPr vert="horz" wrap="square" lIns="0" tIns="13335" rIns="0" bIns="0" rtlCol="0">
            <a:spAutoFit/>
          </a:bodyPr>
          <a:lstStyle/>
          <a:p>
            <a:pPr marL="12700">
              <a:lnSpc>
                <a:spcPct val="100000"/>
              </a:lnSpc>
              <a:spcBef>
                <a:spcPts val="105"/>
              </a:spcBef>
            </a:pPr>
            <a:r>
              <a:rPr sz="2100" i="1" dirty="0">
                <a:solidFill>
                  <a:srgbClr val="050505"/>
                </a:solidFill>
                <a:latin typeface="Arial"/>
                <a:cs typeface="Arial"/>
              </a:rPr>
              <a:t>II</a:t>
            </a:r>
            <a:r>
              <a:rPr sz="2100" i="1" spc="120" dirty="0">
                <a:solidFill>
                  <a:srgbClr val="050505"/>
                </a:solidFill>
                <a:latin typeface="Arial"/>
                <a:cs typeface="Arial"/>
              </a:rPr>
              <a:t> </a:t>
            </a:r>
            <a:r>
              <a:rPr sz="2050" spc="60" dirty="0">
                <a:solidFill>
                  <a:srgbClr val="050505"/>
                </a:solidFill>
                <a:latin typeface="Times New Roman"/>
                <a:cs typeface="Times New Roman"/>
              </a:rPr>
              <a:t>get</a:t>
            </a:r>
            <a:r>
              <a:rPr sz="2050" spc="35" dirty="0">
                <a:solidFill>
                  <a:srgbClr val="050505"/>
                </a:solidFill>
                <a:latin typeface="Times New Roman"/>
                <a:cs typeface="Times New Roman"/>
              </a:rPr>
              <a:t> </a:t>
            </a:r>
            <a:r>
              <a:rPr lang="en-US" sz="2050" spc="55" dirty="0">
                <a:solidFill>
                  <a:srgbClr val="050505"/>
                </a:solidFill>
                <a:latin typeface="Times New Roman"/>
                <a:cs typeface="Times New Roman"/>
              </a:rPr>
              <a:t>c</a:t>
            </a:r>
            <a:r>
              <a:rPr sz="2050" spc="55" dirty="0">
                <a:solidFill>
                  <a:srgbClr val="050505"/>
                </a:solidFill>
                <a:latin typeface="Times New Roman"/>
                <a:cs typeface="Times New Roman"/>
              </a:rPr>
              <a:t>'s</a:t>
            </a:r>
            <a:r>
              <a:rPr sz="2050" spc="45" dirty="0">
                <a:solidFill>
                  <a:srgbClr val="050505"/>
                </a:solidFill>
                <a:latin typeface="Times New Roman"/>
                <a:cs typeface="Times New Roman"/>
              </a:rPr>
              <a:t> </a:t>
            </a:r>
            <a:r>
              <a:rPr sz="2050" spc="35" dirty="0">
                <a:solidFill>
                  <a:srgbClr val="050505"/>
                </a:solidFill>
                <a:latin typeface="Times New Roman"/>
                <a:cs typeface="Times New Roman"/>
              </a:rPr>
              <a:t>value</a:t>
            </a:r>
            <a:endParaRPr sz="2050" dirty="0">
              <a:latin typeface="Times New Roman"/>
              <a:cs typeface="Times New Roman"/>
            </a:endParaRPr>
          </a:p>
        </p:txBody>
      </p:sp>
      <p:sp>
        <p:nvSpPr>
          <p:cNvPr id="10" name="object 10"/>
          <p:cNvSpPr txBox="1"/>
          <p:nvPr/>
        </p:nvSpPr>
        <p:spPr>
          <a:xfrm>
            <a:off x="3776305" y="5529903"/>
            <a:ext cx="1908810" cy="905510"/>
          </a:xfrm>
          <a:prstGeom prst="rect">
            <a:avLst/>
          </a:prstGeom>
        </p:spPr>
        <p:txBody>
          <a:bodyPr vert="horz" wrap="square" lIns="0" tIns="150495" rIns="0" bIns="0" rtlCol="0">
            <a:spAutoFit/>
          </a:bodyPr>
          <a:lstStyle/>
          <a:p>
            <a:pPr marL="951865">
              <a:lnSpc>
                <a:spcPct val="100000"/>
              </a:lnSpc>
              <a:spcBef>
                <a:spcPts val="1185"/>
              </a:spcBef>
            </a:pPr>
            <a:r>
              <a:rPr sz="2050" spc="55" dirty="0">
                <a:solidFill>
                  <a:srgbClr val="050505"/>
                </a:solidFill>
                <a:latin typeface="Times New Roman"/>
                <a:cs typeface="Times New Roman"/>
              </a:rPr>
              <a:t>return</a:t>
            </a:r>
            <a:r>
              <a:rPr sz="2050" spc="45" dirty="0">
                <a:solidFill>
                  <a:srgbClr val="050505"/>
                </a:solidFill>
                <a:latin typeface="Times New Roman"/>
                <a:cs typeface="Times New Roman"/>
              </a:rPr>
              <a:t> </a:t>
            </a:r>
            <a:r>
              <a:rPr sz="2050" spc="40" dirty="0">
                <a:solidFill>
                  <a:srgbClr val="050505"/>
                </a:solidFill>
                <a:latin typeface="Times New Roman"/>
                <a:cs typeface="Times New Roman"/>
              </a:rPr>
              <a:t>c;</a:t>
            </a:r>
            <a:endParaRPr sz="2050" dirty="0">
              <a:latin typeface="Times New Roman"/>
              <a:cs typeface="Times New Roman"/>
            </a:endParaRPr>
          </a:p>
          <a:p>
            <a:pPr marL="12700">
              <a:lnSpc>
                <a:spcPct val="100000"/>
              </a:lnSpc>
              <a:spcBef>
                <a:spcPts val="1040"/>
              </a:spcBef>
            </a:pPr>
            <a:r>
              <a:rPr sz="1950" spc="65" dirty="0">
                <a:solidFill>
                  <a:srgbClr val="050505"/>
                </a:solidFill>
                <a:latin typeface="Arial"/>
                <a:cs typeface="Arial"/>
              </a:rPr>
              <a:t>}</a:t>
            </a:r>
            <a:endParaRPr sz="1950" dirty="0">
              <a:latin typeface="Arial"/>
              <a:cs typeface="Arial"/>
            </a:endParaRPr>
          </a:p>
        </p:txBody>
      </p:sp>
      <p:sp>
        <p:nvSpPr>
          <p:cNvPr id="11" name="object 11"/>
          <p:cNvSpPr txBox="1"/>
          <p:nvPr/>
        </p:nvSpPr>
        <p:spPr>
          <a:xfrm>
            <a:off x="902280" y="6542691"/>
            <a:ext cx="116839" cy="323850"/>
          </a:xfrm>
          <a:prstGeom prst="rect">
            <a:avLst/>
          </a:prstGeom>
        </p:spPr>
        <p:txBody>
          <a:bodyPr vert="horz" wrap="square" lIns="0" tIns="13335" rIns="0" bIns="0" rtlCol="0">
            <a:spAutoFit/>
          </a:bodyPr>
          <a:lstStyle/>
          <a:p>
            <a:pPr marL="12700">
              <a:lnSpc>
                <a:spcPct val="100000"/>
              </a:lnSpc>
              <a:spcBef>
                <a:spcPts val="105"/>
              </a:spcBef>
            </a:pPr>
            <a:r>
              <a:rPr sz="1950" spc="65" dirty="0">
                <a:solidFill>
                  <a:srgbClr val="050505"/>
                </a:solidFill>
                <a:latin typeface="Arial"/>
                <a:cs typeface="Arial"/>
              </a:rPr>
              <a:t>}</a:t>
            </a:r>
            <a:endParaRPr sz="1950">
              <a:latin typeface="Arial"/>
              <a:cs typeface="Arial"/>
            </a:endParaRPr>
          </a:p>
        </p:txBody>
      </p:sp>
    </p:spTree>
    <p:extLst>
      <p:ext uri="{BB962C8B-B14F-4D97-AF65-F5344CB8AC3E}">
        <p14:creationId xmlns:p14="http://schemas.microsoft.com/office/powerpoint/2010/main" val="129889170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86611" y="559976"/>
            <a:ext cx="6440170" cy="705485"/>
          </a:xfrm>
          <a:prstGeom prst="rect">
            <a:avLst/>
          </a:prstGeom>
        </p:spPr>
        <p:txBody>
          <a:bodyPr vert="horz" wrap="square" lIns="0" tIns="13970" rIns="0" bIns="0" rtlCol="0">
            <a:spAutoFit/>
          </a:bodyPr>
          <a:lstStyle/>
          <a:p>
            <a:pPr marL="12700">
              <a:lnSpc>
                <a:spcPct val="100000"/>
              </a:lnSpc>
              <a:spcBef>
                <a:spcPts val="110"/>
              </a:spcBef>
            </a:pPr>
            <a:r>
              <a:rPr sz="4450" dirty="0">
                <a:solidFill>
                  <a:srgbClr val="79645B"/>
                </a:solidFill>
                <a:latin typeface="Times New Roman"/>
                <a:cs typeface="Times New Roman"/>
              </a:rPr>
              <a:t>Introducing</a:t>
            </a:r>
            <a:r>
              <a:rPr sz="4450" spc="395" dirty="0">
                <a:solidFill>
                  <a:srgbClr val="79645B"/>
                </a:solidFill>
                <a:latin typeface="Times New Roman"/>
                <a:cs typeface="Times New Roman"/>
              </a:rPr>
              <a:t> </a:t>
            </a:r>
            <a:r>
              <a:rPr sz="4450" dirty="0">
                <a:solidFill>
                  <a:srgbClr val="79645B"/>
                </a:solidFill>
                <a:latin typeface="Times New Roman"/>
                <a:cs typeface="Times New Roman"/>
              </a:rPr>
              <a:t>Access</a:t>
            </a:r>
            <a:r>
              <a:rPr sz="4450" spc="545" dirty="0">
                <a:solidFill>
                  <a:srgbClr val="79645B"/>
                </a:solidFill>
                <a:latin typeface="Times New Roman"/>
                <a:cs typeface="Times New Roman"/>
              </a:rPr>
              <a:t> </a:t>
            </a:r>
            <a:r>
              <a:rPr sz="4450" spc="-10" dirty="0">
                <a:solidFill>
                  <a:srgbClr val="79645B"/>
                </a:solidFill>
                <a:latin typeface="Times New Roman"/>
                <a:cs typeface="Times New Roman"/>
              </a:rPr>
              <a:t>Control</a:t>
            </a:r>
            <a:endParaRPr sz="4450">
              <a:latin typeface="Times New Roman"/>
              <a:cs typeface="Times New Roman"/>
            </a:endParaRPr>
          </a:p>
        </p:txBody>
      </p:sp>
      <p:sp>
        <p:nvSpPr>
          <p:cNvPr id="3" name="object 3"/>
          <p:cNvSpPr txBox="1"/>
          <p:nvPr/>
        </p:nvSpPr>
        <p:spPr>
          <a:xfrm>
            <a:off x="7927292" y="958170"/>
            <a:ext cx="502284" cy="308610"/>
          </a:xfrm>
          <a:prstGeom prst="rect">
            <a:avLst/>
          </a:prstGeom>
        </p:spPr>
        <p:txBody>
          <a:bodyPr vert="horz" wrap="square" lIns="0" tIns="13335" rIns="0" bIns="0" rtlCol="0">
            <a:spAutoFit/>
          </a:bodyPr>
          <a:lstStyle/>
          <a:p>
            <a:pPr marL="12700">
              <a:lnSpc>
                <a:spcPct val="100000"/>
              </a:lnSpc>
              <a:spcBef>
                <a:spcPts val="105"/>
              </a:spcBef>
            </a:pPr>
            <a:r>
              <a:rPr sz="1850" dirty="0">
                <a:solidFill>
                  <a:srgbClr val="79645B"/>
                </a:solidFill>
                <a:latin typeface="Arial"/>
                <a:cs typeface="Arial"/>
              </a:rPr>
              <a:t>•</a:t>
            </a:r>
            <a:r>
              <a:rPr sz="1850" spc="385" dirty="0">
                <a:solidFill>
                  <a:srgbClr val="79645B"/>
                </a:solidFill>
                <a:latin typeface="Arial"/>
                <a:cs typeface="Arial"/>
              </a:rPr>
              <a:t> </a:t>
            </a:r>
            <a:r>
              <a:rPr sz="1850" dirty="0">
                <a:solidFill>
                  <a:srgbClr val="79645B"/>
                </a:solidFill>
                <a:latin typeface="Arial"/>
                <a:cs typeface="Arial"/>
              </a:rPr>
              <a:t>•</a:t>
            </a:r>
            <a:r>
              <a:rPr sz="1850" spc="365" dirty="0">
                <a:solidFill>
                  <a:srgbClr val="79645B"/>
                </a:solidFill>
                <a:latin typeface="Arial"/>
                <a:cs typeface="Arial"/>
              </a:rPr>
              <a:t> </a:t>
            </a:r>
            <a:r>
              <a:rPr sz="1850" spc="-50" dirty="0">
                <a:solidFill>
                  <a:srgbClr val="79645B"/>
                </a:solidFill>
                <a:latin typeface="Arial"/>
                <a:cs typeface="Arial"/>
              </a:rPr>
              <a:t>•</a:t>
            </a:r>
            <a:endParaRPr sz="1850">
              <a:latin typeface="Arial"/>
              <a:cs typeface="Arial"/>
            </a:endParaRPr>
          </a:p>
        </p:txBody>
      </p:sp>
      <p:sp>
        <p:nvSpPr>
          <p:cNvPr id="4" name="object 4"/>
          <p:cNvSpPr txBox="1"/>
          <p:nvPr/>
        </p:nvSpPr>
        <p:spPr>
          <a:xfrm>
            <a:off x="512756" y="995686"/>
            <a:ext cx="654685" cy="1125855"/>
          </a:xfrm>
          <a:prstGeom prst="rect">
            <a:avLst/>
          </a:prstGeom>
        </p:spPr>
        <p:txBody>
          <a:bodyPr vert="horz" wrap="square" lIns="0" tIns="15240" rIns="0" bIns="0" rtlCol="0">
            <a:spAutoFit/>
          </a:bodyPr>
          <a:lstStyle/>
          <a:p>
            <a:pPr marL="12700">
              <a:lnSpc>
                <a:spcPct val="100000"/>
              </a:lnSpc>
              <a:spcBef>
                <a:spcPts val="120"/>
              </a:spcBef>
            </a:pPr>
            <a:r>
              <a:rPr sz="7200" spc="65" dirty="0">
                <a:solidFill>
                  <a:srgbClr val="DB7E42"/>
                </a:solidFill>
                <a:latin typeface="Times New Roman"/>
                <a:cs typeface="Times New Roman"/>
              </a:rPr>
              <a:t>-</a:t>
            </a:r>
            <a:r>
              <a:rPr sz="7200" spc="15" dirty="0">
                <a:solidFill>
                  <a:srgbClr val="DB7E42"/>
                </a:solidFill>
                <a:latin typeface="Times New Roman"/>
                <a:cs typeface="Times New Roman"/>
              </a:rPr>
              <a:t>-</a:t>
            </a:r>
            <a:endParaRPr sz="7200">
              <a:latin typeface="Times New Roman"/>
              <a:cs typeface="Times New Roman"/>
            </a:endParaRPr>
          </a:p>
        </p:txBody>
      </p:sp>
      <p:sp>
        <p:nvSpPr>
          <p:cNvPr id="5" name="object 5"/>
          <p:cNvSpPr txBox="1"/>
          <p:nvPr/>
        </p:nvSpPr>
        <p:spPr>
          <a:xfrm>
            <a:off x="883112" y="1691970"/>
            <a:ext cx="4844588" cy="1313180"/>
          </a:xfrm>
          <a:prstGeom prst="rect">
            <a:avLst/>
          </a:prstGeom>
        </p:spPr>
        <p:txBody>
          <a:bodyPr vert="horz" wrap="square" lIns="0" tIns="139065" rIns="0" bIns="0" rtlCol="0">
            <a:spAutoFit/>
          </a:bodyPr>
          <a:lstStyle/>
          <a:p>
            <a:pPr marL="12700">
              <a:lnSpc>
                <a:spcPct val="100000"/>
              </a:lnSpc>
              <a:spcBef>
                <a:spcPts val="1095"/>
              </a:spcBef>
            </a:pPr>
            <a:r>
              <a:rPr sz="2000" spc="70" dirty="0">
                <a:solidFill>
                  <a:srgbClr val="050505"/>
                </a:solidFill>
                <a:latin typeface="Times New Roman"/>
                <a:cs typeface="Times New Roman"/>
              </a:rPr>
              <a:t>class</a:t>
            </a:r>
            <a:r>
              <a:rPr sz="2000" spc="-35" dirty="0">
                <a:solidFill>
                  <a:srgbClr val="050505"/>
                </a:solidFill>
                <a:latin typeface="Times New Roman"/>
                <a:cs typeface="Times New Roman"/>
              </a:rPr>
              <a:t> </a:t>
            </a:r>
            <a:r>
              <a:rPr sz="2000" spc="55" dirty="0">
                <a:solidFill>
                  <a:srgbClr val="050505"/>
                </a:solidFill>
                <a:latin typeface="Times New Roman"/>
                <a:cs typeface="Times New Roman"/>
              </a:rPr>
              <a:t>AccessTest</a:t>
            </a:r>
            <a:r>
              <a:rPr sz="2000" spc="235" dirty="0">
                <a:solidFill>
                  <a:srgbClr val="050505"/>
                </a:solidFill>
                <a:latin typeface="Times New Roman"/>
                <a:cs typeface="Times New Roman"/>
              </a:rPr>
              <a:t> </a:t>
            </a:r>
            <a:r>
              <a:rPr sz="2000" spc="15" dirty="0">
                <a:solidFill>
                  <a:srgbClr val="050505"/>
                </a:solidFill>
                <a:latin typeface="Times New Roman"/>
                <a:cs typeface="Times New Roman"/>
              </a:rPr>
              <a:t>{</a:t>
            </a:r>
            <a:endParaRPr sz="2000" dirty="0">
              <a:latin typeface="Times New Roman"/>
              <a:cs typeface="Times New Roman"/>
            </a:endParaRPr>
          </a:p>
          <a:p>
            <a:pPr marL="13970" marR="5080" indent="-1270">
              <a:lnSpc>
                <a:spcPct val="139400"/>
              </a:lnSpc>
              <a:spcBef>
                <a:spcPts val="50"/>
              </a:spcBef>
            </a:pPr>
            <a:r>
              <a:rPr sz="2000" spc="70" dirty="0">
                <a:solidFill>
                  <a:srgbClr val="050505"/>
                </a:solidFill>
                <a:latin typeface="Times New Roman"/>
                <a:cs typeface="Times New Roman"/>
              </a:rPr>
              <a:t>public</a:t>
            </a:r>
            <a:r>
              <a:rPr sz="2000" spc="145" dirty="0">
                <a:solidFill>
                  <a:srgbClr val="050505"/>
                </a:solidFill>
                <a:latin typeface="Times New Roman"/>
                <a:cs typeface="Times New Roman"/>
              </a:rPr>
              <a:t> </a:t>
            </a:r>
            <a:r>
              <a:rPr sz="2000" spc="55" dirty="0">
                <a:solidFill>
                  <a:srgbClr val="050505"/>
                </a:solidFill>
                <a:latin typeface="Times New Roman"/>
                <a:cs typeface="Times New Roman"/>
              </a:rPr>
              <a:t>static</a:t>
            </a:r>
            <a:r>
              <a:rPr sz="2000" spc="150" dirty="0">
                <a:solidFill>
                  <a:srgbClr val="050505"/>
                </a:solidFill>
                <a:latin typeface="Times New Roman"/>
                <a:cs typeface="Times New Roman"/>
              </a:rPr>
              <a:t> </a:t>
            </a:r>
            <a:r>
              <a:rPr sz="2000" spc="70" dirty="0">
                <a:solidFill>
                  <a:srgbClr val="050505"/>
                </a:solidFill>
                <a:latin typeface="Times New Roman"/>
                <a:cs typeface="Times New Roman"/>
              </a:rPr>
              <a:t>void</a:t>
            </a:r>
            <a:r>
              <a:rPr sz="2000" spc="120" dirty="0">
                <a:solidFill>
                  <a:srgbClr val="050505"/>
                </a:solidFill>
                <a:latin typeface="Times New Roman"/>
                <a:cs typeface="Times New Roman"/>
              </a:rPr>
              <a:t> </a:t>
            </a:r>
            <a:r>
              <a:rPr sz="2000" spc="65" dirty="0">
                <a:solidFill>
                  <a:srgbClr val="050505"/>
                </a:solidFill>
                <a:latin typeface="Times New Roman"/>
                <a:cs typeface="Times New Roman"/>
              </a:rPr>
              <a:t>main(String</a:t>
            </a:r>
            <a:r>
              <a:rPr sz="2000" spc="240" dirty="0">
                <a:solidFill>
                  <a:srgbClr val="050505"/>
                </a:solidFill>
                <a:latin typeface="Times New Roman"/>
                <a:cs typeface="Times New Roman"/>
              </a:rPr>
              <a:t> </a:t>
            </a:r>
            <a:r>
              <a:rPr sz="2000" spc="65" dirty="0">
                <a:solidFill>
                  <a:srgbClr val="050505"/>
                </a:solidFill>
                <a:latin typeface="Times New Roman"/>
                <a:cs typeface="Times New Roman"/>
              </a:rPr>
              <a:t>args[])</a:t>
            </a:r>
            <a:r>
              <a:rPr sz="2000" spc="100" dirty="0">
                <a:solidFill>
                  <a:srgbClr val="050505"/>
                </a:solidFill>
                <a:latin typeface="Times New Roman"/>
                <a:cs typeface="Times New Roman"/>
              </a:rPr>
              <a:t> </a:t>
            </a:r>
            <a:r>
              <a:rPr sz="2000" spc="35" dirty="0">
                <a:solidFill>
                  <a:srgbClr val="050505"/>
                </a:solidFill>
                <a:latin typeface="Times New Roman"/>
                <a:cs typeface="Times New Roman"/>
              </a:rPr>
              <a:t>{ </a:t>
            </a:r>
            <a:r>
              <a:rPr sz="2000" dirty="0">
                <a:solidFill>
                  <a:srgbClr val="050505"/>
                </a:solidFill>
                <a:latin typeface="Times New Roman"/>
                <a:cs typeface="Times New Roman"/>
              </a:rPr>
              <a:t>Test</a:t>
            </a:r>
            <a:r>
              <a:rPr sz="2000" spc="135" dirty="0">
                <a:solidFill>
                  <a:srgbClr val="050505"/>
                </a:solidFill>
                <a:latin typeface="Times New Roman"/>
                <a:cs typeface="Times New Roman"/>
              </a:rPr>
              <a:t> </a:t>
            </a:r>
            <a:r>
              <a:rPr sz="2000" spc="50" dirty="0" err="1">
                <a:solidFill>
                  <a:srgbClr val="050505"/>
                </a:solidFill>
                <a:latin typeface="Times New Roman"/>
                <a:cs typeface="Times New Roman"/>
              </a:rPr>
              <a:t>ob</a:t>
            </a:r>
            <a:r>
              <a:rPr sz="2000" spc="160" dirty="0">
                <a:solidFill>
                  <a:srgbClr val="050505"/>
                </a:solidFill>
                <a:latin typeface="Times New Roman"/>
                <a:cs typeface="Times New Roman"/>
              </a:rPr>
              <a:t> </a:t>
            </a:r>
            <a:r>
              <a:rPr lang="en-US" sz="2000" spc="160" dirty="0">
                <a:solidFill>
                  <a:srgbClr val="050505"/>
                </a:solidFill>
                <a:latin typeface="Times New Roman"/>
                <a:cs typeface="Times New Roman"/>
              </a:rPr>
              <a:t> = </a:t>
            </a:r>
            <a:r>
              <a:rPr lang="en-US" sz="2000" spc="-525" dirty="0">
                <a:solidFill>
                  <a:srgbClr val="050505"/>
                </a:solidFill>
                <a:latin typeface="Times New Roman"/>
                <a:cs typeface="Times New Roman"/>
              </a:rPr>
              <a:t>      </a:t>
            </a:r>
            <a:r>
              <a:rPr sz="2000" spc="95" dirty="0">
                <a:solidFill>
                  <a:srgbClr val="050505"/>
                </a:solidFill>
                <a:latin typeface="Times New Roman"/>
                <a:cs typeface="Times New Roman"/>
              </a:rPr>
              <a:t>new</a:t>
            </a:r>
            <a:r>
              <a:rPr sz="2000" spc="45" dirty="0">
                <a:solidFill>
                  <a:srgbClr val="050505"/>
                </a:solidFill>
                <a:latin typeface="Times New Roman"/>
                <a:cs typeface="Times New Roman"/>
              </a:rPr>
              <a:t> </a:t>
            </a:r>
            <a:r>
              <a:rPr sz="2000" spc="-10" dirty="0">
                <a:solidFill>
                  <a:srgbClr val="050505"/>
                </a:solidFill>
                <a:latin typeface="Times New Roman"/>
                <a:cs typeface="Times New Roman"/>
              </a:rPr>
              <a:t>Test();</a:t>
            </a:r>
            <a:endParaRPr sz="2000" dirty="0">
              <a:latin typeface="Times New Roman"/>
              <a:cs typeface="Times New Roman"/>
            </a:endParaRPr>
          </a:p>
        </p:txBody>
      </p:sp>
      <p:sp>
        <p:nvSpPr>
          <p:cNvPr id="6" name="object 6"/>
          <p:cNvSpPr txBox="1"/>
          <p:nvPr/>
        </p:nvSpPr>
        <p:spPr>
          <a:xfrm>
            <a:off x="883112" y="2979467"/>
            <a:ext cx="1175385" cy="882015"/>
          </a:xfrm>
          <a:prstGeom prst="rect">
            <a:avLst/>
          </a:prstGeom>
        </p:spPr>
        <p:txBody>
          <a:bodyPr vert="horz" wrap="square" lIns="0" tIns="135890" rIns="0" bIns="0" rtlCol="0">
            <a:spAutoFit/>
          </a:bodyPr>
          <a:lstStyle/>
          <a:p>
            <a:pPr marL="12700">
              <a:lnSpc>
                <a:spcPct val="100000"/>
              </a:lnSpc>
              <a:spcBef>
                <a:spcPts val="1070"/>
              </a:spcBef>
            </a:pPr>
            <a:r>
              <a:rPr sz="2000" dirty="0" err="1">
                <a:solidFill>
                  <a:srgbClr val="050505"/>
                </a:solidFill>
                <a:latin typeface="Times New Roman"/>
                <a:cs typeface="Times New Roman"/>
              </a:rPr>
              <a:t>ob.a</a:t>
            </a:r>
            <a:r>
              <a:rPr lang="en-US" sz="2000" dirty="0">
                <a:solidFill>
                  <a:srgbClr val="050505"/>
                </a:solidFill>
                <a:latin typeface="Times New Roman"/>
                <a:cs typeface="Times New Roman"/>
              </a:rPr>
              <a:t>=</a:t>
            </a:r>
            <a:r>
              <a:rPr sz="2000" spc="-25" dirty="0">
                <a:solidFill>
                  <a:srgbClr val="050505"/>
                </a:solidFill>
                <a:latin typeface="Times New Roman"/>
                <a:cs typeface="Times New Roman"/>
              </a:rPr>
              <a:t>10;</a:t>
            </a:r>
            <a:endParaRPr sz="2000" dirty="0">
              <a:latin typeface="Times New Roman"/>
              <a:cs typeface="Times New Roman"/>
            </a:endParaRPr>
          </a:p>
          <a:p>
            <a:pPr marL="12700">
              <a:lnSpc>
                <a:spcPct val="100000"/>
              </a:lnSpc>
              <a:spcBef>
                <a:spcPts val="969"/>
              </a:spcBef>
            </a:pPr>
            <a:r>
              <a:rPr sz="2000" spc="95" dirty="0" err="1">
                <a:solidFill>
                  <a:srgbClr val="050505"/>
                </a:solidFill>
                <a:latin typeface="Times New Roman"/>
                <a:cs typeface="Times New Roman"/>
              </a:rPr>
              <a:t>ob.b</a:t>
            </a:r>
            <a:r>
              <a:rPr sz="2000" spc="15" dirty="0">
                <a:solidFill>
                  <a:srgbClr val="050505"/>
                </a:solidFill>
                <a:latin typeface="Times New Roman"/>
                <a:cs typeface="Times New Roman"/>
              </a:rPr>
              <a:t> </a:t>
            </a:r>
            <a:r>
              <a:rPr lang="en-US" sz="2000" spc="15" dirty="0">
                <a:solidFill>
                  <a:srgbClr val="050505"/>
                </a:solidFill>
                <a:latin typeface="Times New Roman"/>
                <a:cs typeface="Times New Roman"/>
              </a:rPr>
              <a:t>=</a:t>
            </a:r>
            <a:r>
              <a:rPr sz="2000" spc="55" dirty="0">
                <a:solidFill>
                  <a:srgbClr val="050505"/>
                </a:solidFill>
                <a:latin typeface="Times New Roman"/>
                <a:cs typeface="Times New Roman"/>
              </a:rPr>
              <a:t>20;</a:t>
            </a:r>
            <a:endParaRPr sz="2000" dirty="0">
              <a:latin typeface="Times New Roman"/>
              <a:cs typeface="Times New Roman"/>
            </a:endParaRPr>
          </a:p>
        </p:txBody>
      </p:sp>
      <p:sp>
        <p:nvSpPr>
          <p:cNvPr id="7" name="object 7"/>
          <p:cNvSpPr txBox="1"/>
          <p:nvPr/>
        </p:nvSpPr>
        <p:spPr>
          <a:xfrm>
            <a:off x="3188512" y="3089199"/>
            <a:ext cx="5620385" cy="346710"/>
          </a:xfrm>
          <a:prstGeom prst="rect">
            <a:avLst/>
          </a:prstGeom>
        </p:spPr>
        <p:txBody>
          <a:bodyPr vert="horz" wrap="square" lIns="0" tIns="13335" rIns="0" bIns="0" rtlCol="0">
            <a:spAutoFit/>
          </a:bodyPr>
          <a:lstStyle/>
          <a:p>
            <a:pPr marL="12700">
              <a:lnSpc>
                <a:spcPct val="100000"/>
              </a:lnSpc>
              <a:spcBef>
                <a:spcPts val="105"/>
              </a:spcBef>
            </a:pPr>
            <a:r>
              <a:rPr sz="2100" i="1" spc="55" dirty="0">
                <a:solidFill>
                  <a:srgbClr val="050505"/>
                </a:solidFill>
                <a:latin typeface="Arial"/>
                <a:cs typeface="Arial"/>
              </a:rPr>
              <a:t>II</a:t>
            </a:r>
            <a:r>
              <a:rPr sz="2100" i="1" spc="-5" dirty="0">
                <a:solidFill>
                  <a:srgbClr val="050505"/>
                </a:solidFill>
                <a:latin typeface="Arial"/>
                <a:cs typeface="Arial"/>
              </a:rPr>
              <a:t> </a:t>
            </a:r>
            <a:r>
              <a:rPr sz="2000" spc="90" dirty="0">
                <a:solidFill>
                  <a:srgbClr val="050505"/>
                </a:solidFill>
                <a:latin typeface="Times New Roman"/>
                <a:cs typeface="Times New Roman"/>
              </a:rPr>
              <a:t>These </a:t>
            </a:r>
            <a:r>
              <a:rPr sz="2000" spc="75" dirty="0">
                <a:solidFill>
                  <a:srgbClr val="050505"/>
                </a:solidFill>
                <a:latin typeface="Times New Roman"/>
                <a:cs typeface="Times New Roman"/>
              </a:rPr>
              <a:t>are</a:t>
            </a:r>
            <a:r>
              <a:rPr sz="2000" spc="45" dirty="0">
                <a:solidFill>
                  <a:srgbClr val="050505"/>
                </a:solidFill>
                <a:latin typeface="Times New Roman"/>
                <a:cs typeface="Times New Roman"/>
              </a:rPr>
              <a:t> </a:t>
            </a:r>
            <a:r>
              <a:rPr sz="2100" dirty="0">
                <a:solidFill>
                  <a:srgbClr val="050505"/>
                </a:solidFill>
                <a:latin typeface="Times New Roman"/>
                <a:cs typeface="Times New Roman"/>
              </a:rPr>
              <a:t>OK,</a:t>
            </a:r>
            <a:r>
              <a:rPr sz="2100" spc="90" dirty="0">
                <a:solidFill>
                  <a:srgbClr val="050505"/>
                </a:solidFill>
                <a:latin typeface="Times New Roman"/>
                <a:cs typeface="Times New Roman"/>
              </a:rPr>
              <a:t> </a:t>
            </a:r>
            <a:r>
              <a:rPr sz="2000" dirty="0">
                <a:solidFill>
                  <a:srgbClr val="050505"/>
                </a:solidFill>
                <a:latin typeface="Times New Roman"/>
                <a:cs typeface="Times New Roman"/>
              </a:rPr>
              <a:t>a</a:t>
            </a:r>
            <a:r>
              <a:rPr sz="2000" spc="130" dirty="0">
                <a:solidFill>
                  <a:srgbClr val="050505"/>
                </a:solidFill>
                <a:latin typeface="Times New Roman"/>
                <a:cs typeface="Times New Roman"/>
              </a:rPr>
              <a:t> </a:t>
            </a:r>
            <a:r>
              <a:rPr sz="2000" spc="95" dirty="0">
                <a:solidFill>
                  <a:srgbClr val="050505"/>
                </a:solidFill>
                <a:latin typeface="Times New Roman"/>
                <a:cs typeface="Times New Roman"/>
              </a:rPr>
              <a:t>and</a:t>
            </a:r>
            <a:r>
              <a:rPr sz="2000" spc="60" dirty="0">
                <a:solidFill>
                  <a:srgbClr val="050505"/>
                </a:solidFill>
                <a:latin typeface="Times New Roman"/>
                <a:cs typeface="Times New Roman"/>
              </a:rPr>
              <a:t> </a:t>
            </a:r>
            <a:r>
              <a:rPr sz="2000" spc="100" dirty="0">
                <a:solidFill>
                  <a:srgbClr val="050505"/>
                </a:solidFill>
                <a:latin typeface="Times New Roman"/>
                <a:cs typeface="Times New Roman"/>
              </a:rPr>
              <a:t>b</a:t>
            </a:r>
            <a:r>
              <a:rPr sz="2000" spc="80" dirty="0">
                <a:solidFill>
                  <a:srgbClr val="050505"/>
                </a:solidFill>
                <a:latin typeface="Times New Roman"/>
                <a:cs typeface="Times New Roman"/>
              </a:rPr>
              <a:t> </a:t>
            </a:r>
            <a:r>
              <a:rPr sz="2000" spc="90" dirty="0">
                <a:solidFill>
                  <a:srgbClr val="050505"/>
                </a:solidFill>
                <a:latin typeface="Times New Roman"/>
                <a:cs typeface="Times New Roman"/>
              </a:rPr>
              <a:t>may</a:t>
            </a:r>
            <a:r>
              <a:rPr sz="2000" spc="120" dirty="0">
                <a:solidFill>
                  <a:srgbClr val="050505"/>
                </a:solidFill>
                <a:latin typeface="Times New Roman"/>
                <a:cs typeface="Times New Roman"/>
              </a:rPr>
              <a:t> </a:t>
            </a:r>
            <a:r>
              <a:rPr sz="2000" spc="70" dirty="0">
                <a:solidFill>
                  <a:srgbClr val="050505"/>
                </a:solidFill>
                <a:latin typeface="Times New Roman"/>
                <a:cs typeface="Times New Roman"/>
              </a:rPr>
              <a:t>be</a:t>
            </a:r>
            <a:r>
              <a:rPr sz="2000" spc="145" dirty="0">
                <a:solidFill>
                  <a:srgbClr val="050505"/>
                </a:solidFill>
                <a:latin typeface="Times New Roman"/>
                <a:cs typeface="Times New Roman"/>
              </a:rPr>
              <a:t> </a:t>
            </a:r>
            <a:r>
              <a:rPr sz="2000" spc="75" dirty="0">
                <a:solidFill>
                  <a:srgbClr val="050505"/>
                </a:solidFill>
                <a:latin typeface="Times New Roman"/>
                <a:cs typeface="Times New Roman"/>
              </a:rPr>
              <a:t>accessed</a:t>
            </a:r>
            <a:r>
              <a:rPr sz="2000" spc="105" dirty="0">
                <a:solidFill>
                  <a:srgbClr val="050505"/>
                </a:solidFill>
                <a:latin typeface="Times New Roman"/>
                <a:cs typeface="Times New Roman"/>
              </a:rPr>
              <a:t> </a:t>
            </a:r>
            <a:r>
              <a:rPr sz="2000" spc="65" dirty="0">
                <a:solidFill>
                  <a:srgbClr val="050505"/>
                </a:solidFill>
                <a:latin typeface="Times New Roman"/>
                <a:cs typeface="Times New Roman"/>
              </a:rPr>
              <a:t>directly</a:t>
            </a:r>
            <a:endParaRPr sz="2000">
              <a:latin typeface="Times New Roman"/>
              <a:cs typeface="Times New Roman"/>
            </a:endParaRPr>
          </a:p>
        </p:txBody>
      </p:sp>
      <p:sp>
        <p:nvSpPr>
          <p:cNvPr id="8" name="object 8"/>
          <p:cNvSpPr txBox="1"/>
          <p:nvPr/>
        </p:nvSpPr>
        <p:spPr>
          <a:xfrm>
            <a:off x="870130" y="3841410"/>
            <a:ext cx="9124769" cy="3032882"/>
          </a:xfrm>
          <a:prstGeom prst="rect">
            <a:avLst/>
          </a:prstGeom>
        </p:spPr>
        <p:txBody>
          <a:bodyPr vert="horz" wrap="square" lIns="0" tIns="120650" rIns="0" bIns="0" rtlCol="0">
            <a:spAutoFit/>
          </a:bodyPr>
          <a:lstStyle/>
          <a:p>
            <a:pPr marL="12700">
              <a:lnSpc>
                <a:spcPct val="100000"/>
              </a:lnSpc>
              <a:spcBef>
                <a:spcPts val="950"/>
              </a:spcBef>
            </a:pPr>
            <a:r>
              <a:rPr sz="2100" i="1" spc="50" dirty="0">
                <a:solidFill>
                  <a:srgbClr val="050505"/>
                </a:solidFill>
                <a:latin typeface="Arial"/>
                <a:cs typeface="Arial"/>
              </a:rPr>
              <a:t>II</a:t>
            </a:r>
            <a:r>
              <a:rPr sz="2100" i="1" spc="10" dirty="0">
                <a:solidFill>
                  <a:srgbClr val="050505"/>
                </a:solidFill>
                <a:latin typeface="Arial"/>
                <a:cs typeface="Arial"/>
              </a:rPr>
              <a:t> </a:t>
            </a:r>
            <a:r>
              <a:rPr sz="2000" spc="75" dirty="0">
                <a:solidFill>
                  <a:srgbClr val="050505"/>
                </a:solidFill>
                <a:latin typeface="Times New Roman"/>
                <a:cs typeface="Times New Roman"/>
              </a:rPr>
              <a:t>This</a:t>
            </a:r>
            <a:r>
              <a:rPr sz="2000" spc="140" dirty="0">
                <a:solidFill>
                  <a:srgbClr val="050505"/>
                </a:solidFill>
                <a:latin typeface="Times New Roman"/>
                <a:cs typeface="Times New Roman"/>
              </a:rPr>
              <a:t> </a:t>
            </a:r>
            <a:r>
              <a:rPr sz="2000" spc="55" dirty="0">
                <a:solidFill>
                  <a:srgbClr val="050505"/>
                </a:solidFill>
                <a:latin typeface="Times New Roman"/>
                <a:cs typeface="Times New Roman"/>
              </a:rPr>
              <a:t>is</a:t>
            </a:r>
            <a:r>
              <a:rPr sz="2000" spc="50" dirty="0">
                <a:solidFill>
                  <a:srgbClr val="050505"/>
                </a:solidFill>
                <a:latin typeface="Times New Roman"/>
                <a:cs typeface="Times New Roman"/>
              </a:rPr>
              <a:t> </a:t>
            </a:r>
            <a:r>
              <a:rPr sz="2000" spc="80" dirty="0">
                <a:solidFill>
                  <a:srgbClr val="050505"/>
                </a:solidFill>
                <a:latin typeface="Times New Roman"/>
                <a:cs typeface="Times New Roman"/>
              </a:rPr>
              <a:t>not</a:t>
            </a:r>
            <a:r>
              <a:rPr sz="2000" spc="85" dirty="0">
                <a:solidFill>
                  <a:srgbClr val="050505"/>
                </a:solidFill>
                <a:latin typeface="Times New Roman"/>
                <a:cs typeface="Times New Roman"/>
              </a:rPr>
              <a:t> </a:t>
            </a:r>
            <a:r>
              <a:rPr sz="2100" dirty="0">
                <a:solidFill>
                  <a:srgbClr val="050505"/>
                </a:solidFill>
                <a:latin typeface="Times New Roman"/>
                <a:cs typeface="Times New Roman"/>
              </a:rPr>
              <a:t>OK</a:t>
            </a:r>
            <a:r>
              <a:rPr sz="2100" spc="65" dirty="0">
                <a:solidFill>
                  <a:srgbClr val="050505"/>
                </a:solidFill>
                <a:latin typeface="Times New Roman"/>
                <a:cs typeface="Times New Roman"/>
              </a:rPr>
              <a:t> </a:t>
            </a:r>
            <a:r>
              <a:rPr sz="2000" dirty="0">
                <a:solidFill>
                  <a:srgbClr val="050505"/>
                </a:solidFill>
                <a:latin typeface="Times New Roman"/>
                <a:cs typeface="Times New Roman"/>
              </a:rPr>
              <a:t>and</a:t>
            </a:r>
            <a:r>
              <a:rPr sz="2000" spc="305" dirty="0">
                <a:solidFill>
                  <a:srgbClr val="050505"/>
                </a:solidFill>
                <a:latin typeface="Times New Roman"/>
                <a:cs typeface="Times New Roman"/>
              </a:rPr>
              <a:t> </a:t>
            </a:r>
            <a:r>
              <a:rPr sz="2000" spc="70" dirty="0">
                <a:solidFill>
                  <a:srgbClr val="050505"/>
                </a:solidFill>
                <a:latin typeface="Times New Roman"/>
                <a:cs typeface="Times New Roman"/>
              </a:rPr>
              <a:t>will</a:t>
            </a:r>
            <a:r>
              <a:rPr sz="2000" spc="85" dirty="0">
                <a:solidFill>
                  <a:srgbClr val="050505"/>
                </a:solidFill>
                <a:latin typeface="Times New Roman"/>
                <a:cs typeface="Times New Roman"/>
              </a:rPr>
              <a:t> </a:t>
            </a:r>
            <a:r>
              <a:rPr sz="2000" spc="75" dirty="0">
                <a:solidFill>
                  <a:srgbClr val="050505"/>
                </a:solidFill>
                <a:latin typeface="Times New Roman"/>
                <a:cs typeface="Times New Roman"/>
              </a:rPr>
              <a:t>cause</a:t>
            </a:r>
            <a:r>
              <a:rPr sz="2000" spc="135" dirty="0">
                <a:solidFill>
                  <a:srgbClr val="050505"/>
                </a:solidFill>
                <a:latin typeface="Times New Roman"/>
                <a:cs typeface="Times New Roman"/>
              </a:rPr>
              <a:t> </a:t>
            </a:r>
            <a:r>
              <a:rPr sz="2000" spc="80" dirty="0">
                <a:solidFill>
                  <a:srgbClr val="050505"/>
                </a:solidFill>
                <a:latin typeface="Times New Roman"/>
                <a:cs typeface="Times New Roman"/>
              </a:rPr>
              <a:t>an</a:t>
            </a:r>
            <a:r>
              <a:rPr sz="2000" spc="45" dirty="0">
                <a:solidFill>
                  <a:srgbClr val="050505"/>
                </a:solidFill>
                <a:latin typeface="Times New Roman"/>
                <a:cs typeface="Times New Roman"/>
              </a:rPr>
              <a:t> </a:t>
            </a:r>
            <a:r>
              <a:rPr sz="2000" spc="65" dirty="0">
                <a:solidFill>
                  <a:srgbClr val="050505"/>
                </a:solidFill>
                <a:latin typeface="Times New Roman"/>
                <a:cs typeface="Times New Roman"/>
              </a:rPr>
              <a:t>error</a:t>
            </a:r>
            <a:endParaRPr sz="2000" dirty="0">
              <a:latin typeface="Times New Roman"/>
              <a:cs typeface="Times New Roman"/>
            </a:endParaRPr>
          </a:p>
          <a:p>
            <a:pPr marL="95885" marR="969010" indent="-13335">
              <a:lnSpc>
                <a:spcPct val="131800"/>
              </a:lnSpc>
              <a:spcBef>
                <a:spcPts val="50"/>
              </a:spcBef>
              <a:tabLst>
                <a:tab pos="2704465" algn="l"/>
              </a:tabLst>
            </a:pPr>
            <a:r>
              <a:rPr sz="2100" i="1" spc="55" dirty="0">
                <a:solidFill>
                  <a:srgbClr val="050505"/>
                </a:solidFill>
                <a:latin typeface="Arial"/>
                <a:cs typeface="Arial"/>
              </a:rPr>
              <a:t>II</a:t>
            </a:r>
            <a:r>
              <a:rPr sz="2100" i="1" spc="20" dirty="0">
                <a:solidFill>
                  <a:srgbClr val="050505"/>
                </a:solidFill>
                <a:latin typeface="Arial"/>
                <a:cs typeface="Arial"/>
              </a:rPr>
              <a:t> </a:t>
            </a:r>
            <a:r>
              <a:rPr sz="2000" spc="85" dirty="0">
                <a:solidFill>
                  <a:srgbClr val="050505"/>
                </a:solidFill>
                <a:latin typeface="Times New Roman"/>
                <a:cs typeface="Times New Roman"/>
              </a:rPr>
              <a:t>ob.c</a:t>
            </a:r>
            <a:r>
              <a:rPr sz="2000" spc="25" dirty="0">
                <a:solidFill>
                  <a:srgbClr val="050505"/>
                </a:solidFill>
                <a:latin typeface="Times New Roman"/>
                <a:cs typeface="Times New Roman"/>
              </a:rPr>
              <a:t> </a:t>
            </a:r>
            <a:r>
              <a:rPr sz="2000" spc="-535" dirty="0">
                <a:solidFill>
                  <a:srgbClr val="050505"/>
                </a:solidFill>
                <a:latin typeface="Times New Roman"/>
                <a:cs typeface="Times New Roman"/>
              </a:rPr>
              <a:t>==</a:t>
            </a:r>
            <a:r>
              <a:rPr sz="2000" spc="145" dirty="0">
                <a:solidFill>
                  <a:srgbClr val="050505"/>
                </a:solidFill>
                <a:latin typeface="Times New Roman"/>
                <a:cs typeface="Times New Roman"/>
              </a:rPr>
              <a:t> </a:t>
            </a:r>
            <a:r>
              <a:rPr sz="2000" spc="75" dirty="0">
                <a:solidFill>
                  <a:srgbClr val="050505"/>
                </a:solidFill>
                <a:latin typeface="Times New Roman"/>
                <a:cs typeface="Times New Roman"/>
              </a:rPr>
              <a:t>100;</a:t>
            </a:r>
            <a:r>
              <a:rPr sz="2000" spc="-65" dirty="0">
                <a:solidFill>
                  <a:srgbClr val="050505"/>
                </a:solidFill>
                <a:latin typeface="Times New Roman"/>
                <a:cs typeface="Times New Roman"/>
              </a:rPr>
              <a:t> </a:t>
            </a:r>
            <a:r>
              <a:rPr sz="2100" i="1" spc="50" dirty="0">
                <a:solidFill>
                  <a:srgbClr val="050505"/>
                </a:solidFill>
                <a:latin typeface="Arial"/>
                <a:cs typeface="Arial"/>
              </a:rPr>
              <a:t>II</a:t>
            </a:r>
            <a:r>
              <a:rPr sz="2100" i="1" spc="40" dirty="0">
                <a:solidFill>
                  <a:srgbClr val="050505"/>
                </a:solidFill>
                <a:latin typeface="Arial"/>
                <a:cs typeface="Arial"/>
              </a:rPr>
              <a:t> </a:t>
            </a:r>
            <a:r>
              <a:rPr sz="2000" spc="60" dirty="0">
                <a:solidFill>
                  <a:srgbClr val="050505"/>
                </a:solidFill>
                <a:latin typeface="Times New Roman"/>
                <a:cs typeface="Times New Roman"/>
              </a:rPr>
              <a:t>Error!</a:t>
            </a:r>
            <a:r>
              <a:rPr sz="2000" dirty="0">
                <a:solidFill>
                  <a:srgbClr val="050505"/>
                </a:solidFill>
                <a:latin typeface="Times New Roman"/>
                <a:cs typeface="Times New Roman"/>
              </a:rPr>
              <a:t>	You</a:t>
            </a:r>
            <a:r>
              <a:rPr sz="2000" spc="70" dirty="0">
                <a:solidFill>
                  <a:srgbClr val="050505"/>
                </a:solidFill>
                <a:latin typeface="Times New Roman"/>
                <a:cs typeface="Times New Roman"/>
              </a:rPr>
              <a:t> must</a:t>
            </a:r>
            <a:r>
              <a:rPr sz="2000" spc="165" dirty="0">
                <a:solidFill>
                  <a:srgbClr val="050505"/>
                </a:solidFill>
                <a:latin typeface="Times New Roman"/>
                <a:cs typeface="Times New Roman"/>
              </a:rPr>
              <a:t> </a:t>
            </a:r>
            <a:r>
              <a:rPr sz="2000" spc="70" dirty="0">
                <a:solidFill>
                  <a:srgbClr val="050505"/>
                </a:solidFill>
                <a:latin typeface="Times New Roman"/>
                <a:cs typeface="Times New Roman"/>
              </a:rPr>
              <a:t>access</a:t>
            </a:r>
            <a:r>
              <a:rPr sz="2000" spc="100" dirty="0">
                <a:solidFill>
                  <a:srgbClr val="050505"/>
                </a:solidFill>
                <a:latin typeface="Times New Roman"/>
                <a:cs typeface="Times New Roman"/>
              </a:rPr>
              <a:t> </a:t>
            </a:r>
            <a:r>
              <a:rPr sz="2000" spc="75" dirty="0">
                <a:solidFill>
                  <a:srgbClr val="050505"/>
                </a:solidFill>
                <a:latin typeface="Times New Roman"/>
                <a:cs typeface="Times New Roman"/>
              </a:rPr>
              <a:t>c</a:t>
            </a:r>
            <a:r>
              <a:rPr sz="2000" spc="105" dirty="0">
                <a:solidFill>
                  <a:srgbClr val="050505"/>
                </a:solidFill>
                <a:latin typeface="Times New Roman"/>
                <a:cs typeface="Times New Roman"/>
              </a:rPr>
              <a:t> </a:t>
            </a:r>
            <a:r>
              <a:rPr sz="2000" spc="80" dirty="0">
                <a:solidFill>
                  <a:srgbClr val="050505"/>
                </a:solidFill>
                <a:latin typeface="Times New Roman"/>
                <a:cs typeface="Times New Roman"/>
              </a:rPr>
              <a:t>through</a:t>
            </a:r>
            <a:r>
              <a:rPr sz="2000" spc="150" dirty="0">
                <a:solidFill>
                  <a:srgbClr val="050505"/>
                </a:solidFill>
                <a:latin typeface="Times New Roman"/>
                <a:cs typeface="Times New Roman"/>
              </a:rPr>
              <a:t> </a:t>
            </a:r>
            <a:r>
              <a:rPr sz="2000" spc="50" dirty="0">
                <a:solidFill>
                  <a:srgbClr val="050505"/>
                </a:solidFill>
                <a:latin typeface="Times New Roman"/>
                <a:cs typeface="Times New Roman"/>
              </a:rPr>
              <a:t>its</a:t>
            </a:r>
            <a:r>
              <a:rPr sz="2000" spc="55" dirty="0">
                <a:solidFill>
                  <a:srgbClr val="050505"/>
                </a:solidFill>
                <a:latin typeface="Times New Roman"/>
                <a:cs typeface="Times New Roman"/>
              </a:rPr>
              <a:t> </a:t>
            </a:r>
            <a:r>
              <a:rPr sz="2000" spc="60" dirty="0">
                <a:solidFill>
                  <a:srgbClr val="050505"/>
                </a:solidFill>
                <a:latin typeface="Times New Roman"/>
                <a:cs typeface="Times New Roman"/>
              </a:rPr>
              <a:t>methods </a:t>
            </a:r>
            <a:r>
              <a:rPr lang="en-US" sz="2000" spc="60" dirty="0">
                <a:solidFill>
                  <a:srgbClr val="050505"/>
                </a:solidFill>
                <a:latin typeface="Times New Roman"/>
                <a:cs typeface="Times New Roman"/>
              </a:rPr>
              <a:t>because its declared private</a:t>
            </a:r>
          </a:p>
          <a:p>
            <a:pPr marL="95885" marR="969010" indent="-13335">
              <a:lnSpc>
                <a:spcPct val="131800"/>
              </a:lnSpc>
              <a:spcBef>
                <a:spcPts val="50"/>
              </a:spcBef>
              <a:tabLst>
                <a:tab pos="2704465" algn="l"/>
              </a:tabLst>
            </a:pPr>
            <a:r>
              <a:rPr sz="2000" spc="105" dirty="0" err="1">
                <a:solidFill>
                  <a:srgbClr val="050505"/>
                </a:solidFill>
                <a:latin typeface="Times New Roman"/>
                <a:cs typeface="Times New Roman"/>
              </a:rPr>
              <a:t>ob.setc</a:t>
            </a:r>
            <a:r>
              <a:rPr sz="2000" spc="105" dirty="0">
                <a:solidFill>
                  <a:srgbClr val="050505"/>
                </a:solidFill>
                <a:latin typeface="Times New Roman"/>
                <a:cs typeface="Times New Roman"/>
              </a:rPr>
              <a:t>(l00);</a:t>
            </a:r>
            <a:r>
              <a:rPr sz="2000" spc="45" dirty="0">
                <a:solidFill>
                  <a:srgbClr val="050505"/>
                </a:solidFill>
                <a:latin typeface="Times New Roman"/>
                <a:cs typeface="Times New Roman"/>
              </a:rPr>
              <a:t> </a:t>
            </a:r>
            <a:r>
              <a:rPr sz="2100" i="1" spc="75" dirty="0">
                <a:solidFill>
                  <a:srgbClr val="050505"/>
                </a:solidFill>
                <a:latin typeface="Arial"/>
                <a:cs typeface="Arial"/>
              </a:rPr>
              <a:t>II</a:t>
            </a:r>
            <a:r>
              <a:rPr sz="2100" i="1" spc="-30" dirty="0">
                <a:solidFill>
                  <a:srgbClr val="050505"/>
                </a:solidFill>
                <a:latin typeface="Arial"/>
                <a:cs typeface="Arial"/>
              </a:rPr>
              <a:t> </a:t>
            </a:r>
            <a:r>
              <a:rPr sz="2150" b="1" spc="-25" dirty="0">
                <a:solidFill>
                  <a:srgbClr val="050505"/>
                </a:solidFill>
                <a:latin typeface="Times New Roman"/>
                <a:cs typeface="Times New Roman"/>
              </a:rPr>
              <a:t>OK</a:t>
            </a:r>
            <a:endParaRPr sz="2150" dirty="0">
              <a:latin typeface="Times New Roman"/>
              <a:cs typeface="Times New Roman"/>
            </a:endParaRPr>
          </a:p>
          <a:p>
            <a:pPr marL="98425">
              <a:lnSpc>
                <a:spcPct val="100000"/>
              </a:lnSpc>
              <a:spcBef>
                <a:spcPts val="940"/>
              </a:spcBef>
            </a:pPr>
            <a:r>
              <a:rPr sz="2000" spc="80" dirty="0">
                <a:solidFill>
                  <a:srgbClr val="050505"/>
                </a:solidFill>
                <a:latin typeface="Times New Roman"/>
                <a:cs typeface="Times New Roman"/>
              </a:rPr>
              <a:t>System.out.println("a,</a:t>
            </a:r>
            <a:r>
              <a:rPr sz="2000" spc="40" dirty="0">
                <a:solidFill>
                  <a:srgbClr val="050505"/>
                </a:solidFill>
                <a:latin typeface="Times New Roman"/>
                <a:cs typeface="Times New Roman"/>
              </a:rPr>
              <a:t> </a:t>
            </a:r>
            <a:r>
              <a:rPr sz="2000" spc="75" dirty="0">
                <a:solidFill>
                  <a:srgbClr val="050505"/>
                </a:solidFill>
                <a:latin typeface="Times New Roman"/>
                <a:cs typeface="Times New Roman"/>
              </a:rPr>
              <a:t>b,</a:t>
            </a:r>
            <a:r>
              <a:rPr sz="2000" spc="60" dirty="0">
                <a:solidFill>
                  <a:srgbClr val="050505"/>
                </a:solidFill>
                <a:latin typeface="Times New Roman"/>
                <a:cs typeface="Times New Roman"/>
              </a:rPr>
              <a:t> </a:t>
            </a:r>
            <a:r>
              <a:rPr sz="2000" spc="95" dirty="0">
                <a:solidFill>
                  <a:srgbClr val="050505"/>
                </a:solidFill>
                <a:latin typeface="Times New Roman"/>
                <a:cs typeface="Times New Roman"/>
              </a:rPr>
              <a:t>and</a:t>
            </a:r>
            <a:r>
              <a:rPr sz="2000" spc="15" dirty="0">
                <a:solidFill>
                  <a:srgbClr val="050505"/>
                </a:solidFill>
                <a:latin typeface="Times New Roman"/>
                <a:cs typeface="Times New Roman"/>
              </a:rPr>
              <a:t> </a:t>
            </a:r>
            <a:r>
              <a:rPr sz="2000" spc="65" dirty="0">
                <a:solidFill>
                  <a:srgbClr val="050505"/>
                </a:solidFill>
                <a:latin typeface="Times New Roman"/>
                <a:cs typeface="Times New Roman"/>
              </a:rPr>
              <a:t>c:</a:t>
            </a:r>
            <a:r>
              <a:rPr sz="2000" spc="90" dirty="0">
                <a:solidFill>
                  <a:srgbClr val="050505"/>
                </a:solidFill>
                <a:latin typeface="Times New Roman"/>
                <a:cs typeface="Times New Roman"/>
              </a:rPr>
              <a:t> </a:t>
            </a:r>
            <a:r>
              <a:rPr sz="2000" spc="80" dirty="0">
                <a:solidFill>
                  <a:srgbClr val="050505"/>
                </a:solidFill>
                <a:latin typeface="Times New Roman"/>
                <a:cs typeface="Times New Roman"/>
              </a:rPr>
              <a:t>"</a:t>
            </a:r>
            <a:r>
              <a:rPr sz="2000" spc="55" dirty="0">
                <a:solidFill>
                  <a:srgbClr val="050505"/>
                </a:solidFill>
                <a:latin typeface="Times New Roman"/>
                <a:cs typeface="Times New Roman"/>
              </a:rPr>
              <a:t> </a:t>
            </a:r>
            <a:r>
              <a:rPr sz="2000" spc="254" dirty="0">
                <a:solidFill>
                  <a:srgbClr val="050505"/>
                </a:solidFill>
                <a:latin typeface="Times New Roman"/>
                <a:cs typeface="Times New Roman"/>
              </a:rPr>
              <a:t>+ob.a+</a:t>
            </a:r>
            <a:r>
              <a:rPr sz="2000" spc="175" dirty="0">
                <a:solidFill>
                  <a:srgbClr val="050505"/>
                </a:solidFill>
                <a:latin typeface="Times New Roman"/>
                <a:cs typeface="Times New Roman"/>
              </a:rPr>
              <a:t> </a:t>
            </a:r>
            <a:r>
              <a:rPr sz="2000" spc="80" dirty="0">
                <a:solidFill>
                  <a:srgbClr val="050505"/>
                </a:solidFill>
                <a:latin typeface="Times New Roman"/>
                <a:cs typeface="Times New Roman"/>
              </a:rPr>
              <a:t>"</a:t>
            </a:r>
            <a:r>
              <a:rPr sz="2000" spc="10" dirty="0">
                <a:solidFill>
                  <a:srgbClr val="050505"/>
                </a:solidFill>
                <a:latin typeface="Times New Roman"/>
                <a:cs typeface="Times New Roman"/>
              </a:rPr>
              <a:t> </a:t>
            </a:r>
            <a:r>
              <a:rPr sz="2000" spc="80" dirty="0">
                <a:solidFill>
                  <a:srgbClr val="050505"/>
                </a:solidFill>
                <a:latin typeface="Times New Roman"/>
                <a:cs typeface="Times New Roman"/>
              </a:rPr>
              <a:t>"</a:t>
            </a:r>
            <a:r>
              <a:rPr sz="2000" spc="30" dirty="0">
                <a:solidFill>
                  <a:srgbClr val="050505"/>
                </a:solidFill>
                <a:latin typeface="Times New Roman"/>
                <a:cs typeface="Times New Roman"/>
              </a:rPr>
              <a:t> </a:t>
            </a:r>
            <a:r>
              <a:rPr sz="2000" spc="110" dirty="0">
                <a:solidFill>
                  <a:srgbClr val="050505"/>
                </a:solidFill>
                <a:latin typeface="Times New Roman"/>
                <a:cs typeface="Times New Roman"/>
              </a:rPr>
              <a:t>+ </a:t>
            </a:r>
            <a:r>
              <a:rPr sz="2000" spc="75" dirty="0">
                <a:solidFill>
                  <a:srgbClr val="050505"/>
                </a:solidFill>
                <a:latin typeface="Times New Roman"/>
                <a:cs typeface="Times New Roman"/>
              </a:rPr>
              <a:t>ob.b</a:t>
            </a:r>
            <a:r>
              <a:rPr sz="2000" spc="65" dirty="0">
                <a:solidFill>
                  <a:srgbClr val="050505"/>
                </a:solidFill>
                <a:latin typeface="Times New Roman"/>
                <a:cs typeface="Times New Roman"/>
              </a:rPr>
              <a:t> </a:t>
            </a:r>
            <a:r>
              <a:rPr sz="2000" spc="100" dirty="0">
                <a:solidFill>
                  <a:srgbClr val="050505"/>
                </a:solidFill>
                <a:latin typeface="Times New Roman"/>
                <a:cs typeface="Times New Roman"/>
              </a:rPr>
              <a:t>+</a:t>
            </a:r>
            <a:r>
              <a:rPr sz="2000" spc="60" dirty="0">
                <a:solidFill>
                  <a:srgbClr val="050505"/>
                </a:solidFill>
                <a:latin typeface="Times New Roman"/>
                <a:cs typeface="Times New Roman"/>
              </a:rPr>
              <a:t> </a:t>
            </a:r>
            <a:r>
              <a:rPr sz="2000" spc="70" dirty="0">
                <a:solidFill>
                  <a:srgbClr val="050505"/>
                </a:solidFill>
                <a:latin typeface="Times New Roman"/>
                <a:cs typeface="Times New Roman"/>
              </a:rPr>
              <a:t>"</a:t>
            </a:r>
            <a:r>
              <a:rPr sz="2000" spc="75" dirty="0">
                <a:solidFill>
                  <a:srgbClr val="050505"/>
                </a:solidFill>
                <a:latin typeface="Times New Roman"/>
                <a:cs typeface="Times New Roman"/>
              </a:rPr>
              <a:t> </a:t>
            </a:r>
            <a:r>
              <a:rPr sz="2000" spc="70" dirty="0">
                <a:solidFill>
                  <a:srgbClr val="050505"/>
                </a:solidFill>
                <a:latin typeface="Times New Roman"/>
                <a:cs typeface="Times New Roman"/>
              </a:rPr>
              <a:t>"</a:t>
            </a:r>
            <a:r>
              <a:rPr sz="2000" spc="65" dirty="0">
                <a:solidFill>
                  <a:srgbClr val="050505"/>
                </a:solidFill>
                <a:latin typeface="Times New Roman"/>
                <a:cs typeface="Times New Roman"/>
              </a:rPr>
              <a:t> </a:t>
            </a:r>
            <a:r>
              <a:rPr sz="2000" spc="100" dirty="0">
                <a:solidFill>
                  <a:srgbClr val="050505"/>
                </a:solidFill>
                <a:latin typeface="Times New Roman"/>
                <a:cs typeface="Times New Roman"/>
              </a:rPr>
              <a:t>+</a:t>
            </a:r>
            <a:r>
              <a:rPr sz="2000" spc="45" dirty="0">
                <a:solidFill>
                  <a:srgbClr val="050505"/>
                </a:solidFill>
                <a:latin typeface="Times New Roman"/>
                <a:cs typeface="Times New Roman"/>
              </a:rPr>
              <a:t> </a:t>
            </a:r>
            <a:r>
              <a:rPr sz="2000" spc="55" dirty="0">
                <a:solidFill>
                  <a:srgbClr val="050505"/>
                </a:solidFill>
                <a:latin typeface="Times New Roman"/>
                <a:cs typeface="Times New Roman"/>
              </a:rPr>
              <a:t>ob.getc());</a:t>
            </a:r>
            <a:endParaRPr sz="2000" dirty="0">
              <a:latin typeface="Times New Roman"/>
              <a:cs typeface="Times New Roman"/>
            </a:endParaRPr>
          </a:p>
          <a:p>
            <a:pPr marL="44450">
              <a:lnSpc>
                <a:spcPct val="100000"/>
              </a:lnSpc>
              <a:spcBef>
                <a:spcPts val="1070"/>
              </a:spcBef>
            </a:pPr>
            <a:r>
              <a:rPr sz="1950" spc="60" dirty="0">
                <a:solidFill>
                  <a:srgbClr val="050505"/>
                </a:solidFill>
                <a:latin typeface="Arial"/>
                <a:cs typeface="Arial"/>
              </a:rPr>
              <a:t>}</a:t>
            </a:r>
            <a:endParaRPr sz="1950" dirty="0">
              <a:latin typeface="Arial"/>
              <a:cs typeface="Arial"/>
            </a:endParaRPr>
          </a:p>
          <a:p>
            <a:pPr marL="44450">
              <a:lnSpc>
                <a:spcPct val="100000"/>
              </a:lnSpc>
              <a:spcBef>
                <a:spcPts val="1005"/>
              </a:spcBef>
            </a:pPr>
            <a:r>
              <a:rPr sz="1950" spc="60" dirty="0">
                <a:solidFill>
                  <a:srgbClr val="050505"/>
                </a:solidFill>
                <a:latin typeface="Arial"/>
                <a:cs typeface="Arial"/>
              </a:rPr>
              <a:t>}</a:t>
            </a:r>
            <a:endParaRPr sz="1950" dirty="0">
              <a:latin typeface="Arial"/>
              <a:cs typeface="Arial"/>
            </a:endParaRPr>
          </a:p>
        </p:txBody>
      </p:sp>
    </p:spTree>
    <p:extLst>
      <p:ext uri="{BB962C8B-B14F-4D97-AF65-F5344CB8AC3E}">
        <p14:creationId xmlns:p14="http://schemas.microsoft.com/office/powerpoint/2010/main" val="429326395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563032" y="1506772"/>
            <a:ext cx="9557731" cy="245998"/>
          </a:xfrm>
          <a:prstGeom prst="rect">
            <a:avLst/>
          </a:prstGeom>
        </p:spPr>
      </p:pic>
      <p:sp>
        <p:nvSpPr>
          <p:cNvPr id="3" name="object 3"/>
          <p:cNvSpPr txBox="1">
            <a:spLocks noGrp="1"/>
          </p:cNvSpPr>
          <p:nvPr>
            <p:ph type="title"/>
          </p:nvPr>
        </p:nvSpPr>
        <p:spPr>
          <a:prstGeom prst="rect">
            <a:avLst/>
          </a:prstGeom>
        </p:spPr>
        <p:txBody>
          <a:bodyPr vert="horz" wrap="square" lIns="0" tIns="13970" rIns="0" bIns="0" rtlCol="0">
            <a:spAutoFit/>
          </a:bodyPr>
          <a:lstStyle/>
          <a:p>
            <a:pPr marL="24130">
              <a:lnSpc>
                <a:spcPct val="100000"/>
              </a:lnSpc>
              <a:spcBef>
                <a:spcPts val="110"/>
              </a:spcBef>
            </a:pPr>
            <a:r>
              <a:rPr sz="4400" dirty="0">
                <a:solidFill>
                  <a:srgbClr val="79645B"/>
                </a:solidFill>
                <a:latin typeface="Times New Roman"/>
                <a:cs typeface="Times New Roman"/>
              </a:rPr>
              <a:t>Static</a:t>
            </a:r>
            <a:r>
              <a:rPr sz="4400" spc="195" dirty="0">
                <a:solidFill>
                  <a:srgbClr val="79645B"/>
                </a:solidFill>
                <a:latin typeface="Times New Roman"/>
                <a:cs typeface="Times New Roman"/>
              </a:rPr>
              <a:t> </a:t>
            </a:r>
            <a:r>
              <a:rPr sz="4400" dirty="0">
                <a:solidFill>
                  <a:srgbClr val="79645B"/>
                </a:solidFill>
                <a:latin typeface="Times New Roman"/>
                <a:cs typeface="Times New Roman"/>
              </a:rPr>
              <a:t>Variables</a:t>
            </a:r>
            <a:r>
              <a:rPr sz="4400" spc="420" dirty="0">
                <a:solidFill>
                  <a:srgbClr val="79645B"/>
                </a:solidFill>
                <a:latin typeface="Times New Roman"/>
                <a:cs typeface="Times New Roman"/>
              </a:rPr>
              <a:t> </a:t>
            </a:r>
            <a:r>
              <a:rPr sz="4400" spc="80" dirty="0">
                <a:solidFill>
                  <a:srgbClr val="79645B"/>
                </a:solidFill>
                <a:latin typeface="Times New Roman"/>
                <a:cs typeface="Times New Roman"/>
              </a:rPr>
              <a:t>and</a:t>
            </a:r>
            <a:r>
              <a:rPr sz="4400" spc="185" dirty="0">
                <a:solidFill>
                  <a:srgbClr val="79645B"/>
                </a:solidFill>
                <a:latin typeface="Times New Roman"/>
                <a:cs typeface="Times New Roman"/>
              </a:rPr>
              <a:t> </a:t>
            </a:r>
            <a:r>
              <a:rPr sz="4400" spc="50" dirty="0">
                <a:solidFill>
                  <a:srgbClr val="79645B"/>
                </a:solidFill>
                <a:latin typeface="Times New Roman"/>
                <a:cs typeface="Times New Roman"/>
              </a:rPr>
              <a:t>Methods</a:t>
            </a:r>
            <a:endParaRPr sz="4400">
              <a:latin typeface="Times New Roman"/>
              <a:cs typeface="Times New Roman"/>
            </a:endParaRPr>
          </a:p>
        </p:txBody>
      </p:sp>
      <p:sp>
        <p:nvSpPr>
          <p:cNvPr id="4" name="object 4"/>
          <p:cNvSpPr txBox="1"/>
          <p:nvPr/>
        </p:nvSpPr>
        <p:spPr>
          <a:xfrm>
            <a:off x="670777" y="1752770"/>
            <a:ext cx="9677400" cy="4928272"/>
          </a:xfrm>
          <a:prstGeom prst="rect">
            <a:avLst/>
          </a:prstGeom>
        </p:spPr>
        <p:txBody>
          <a:bodyPr vert="horz" wrap="square" lIns="0" tIns="13970" rIns="0" bIns="0" rtlCol="0">
            <a:spAutoFit/>
          </a:bodyPr>
          <a:lstStyle/>
          <a:p>
            <a:pPr marL="358140" marR="5080" indent="-346075" algn="just">
              <a:lnSpc>
                <a:spcPts val="3620"/>
              </a:lnSpc>
              <a:spcBef>
                <a:spcPts val="110"/>
              </a:spcBef>
              <a:buClr>
                <a:srgbClr val="DA8044"/>
              </a:buClr>
              <a:buSzPct val="101724"/>
              <a:buFont typeface="Arial"/>
              <a:buChar char="□"/>
              <a:tabLst>
                <a:tab pos="358140" algn="l"/>
              </a:tabLst>
            </a:pPr>
            <a:r>
              <a:rPr sz="2900" b="1" dirty="0">
                <a:solidFill>
                  <a:srgbClr val="010101"/>
                </a:solidFill>
                <a:latin typeface="Times New Roman"/>
                <a:cs typeface="Times New Roman"/>
              </a:rPr>
              <a:t>Static</a:t>
            </a:r>
            <a:r>
              <a:rPr sz="2900" b="1" spc="80" dirty="0">
                <a:solidFill>
                  <a:srgbClr val="010101"/>
                </a:solidFill>
                <a:latin typeface="Times New Roman"/>
                <a:cs typeface="Times New Roman"/>
              </a:rPr>
              <a:t>  </a:t>
            </a:r>
            <a:r>
              <a:rPr sz="2900" b="1" dirty="0">
                <a:solidFill>
                  <a:srgbClr val="010101"/>
                </a:solidFill>
                <a:latin typeface="Times New Roman"/>
                <a:cs typeface="Times New Roman"/>
              </a:rPr>
              <a:t>Variables</a:t>
            </a:r>
            <a:r>
              <a:rPr sz="2900" b="1" spc="120" dirty="0">
                <a:solidFill>
                  <a:srgbClr val="010101"/>
                </a:solidFill>
                <a:latin typeface="Times New Roman"/>
                <a:cs typeface="Times New Roman"/>
              </a:rPr>
              <a:t>  </a:t>
            </a:r>
            <a:r>
              <a:rPr sz="2900" dirty="0">
                <a:solidFill>
                  <a:srgbClr val="010101"/>
                </a:solidFill>
                <a:latin typeface="Times New Roman"/>
                <a:cs typeface="Times New Roman"/>
              </a:rPr>
              <a:t>:</a:t>
            </a:r>
            <a:r>
              <a:rPr sz="2900" spc="280" dirty="0">
                <a:solidFill>
                  <a:srgbClr val="010101"/>
                </a:solidFill>
                <a:latin typeface="Times New Roman"/>
                <a:cs typeface="Times New Roman"/>
              </a:rPr>
              <a:t>   </a:t>
            </a:r>
            <a:r>
              <a:rPr sz="2900" spc="55" dirty="0">
                <a:solidFill>
                  <a:srgbClr val="010101"/>
                </a:solidFill>
                <a:latin typeface="Times New Roman"/>
                <a:cs typeface="Times New Roman"/>
              </a:rPr>
              <a:t>The  </a:t>
            </a:r>
            <a:r>
              <a:rPr sz="2900" dirty="0">
                <a:solidFill>
                  <a:srgbClr val="010101"/>
                </a:solidFill>
                <a:latin typeface="Times New Roman"/>
                <a:cs typeface="Times New Roman"/>
              </a:rPr>
              <a:t>static</a:t>
            </a:r>
            <a:r>
              <a:rPr sz="2900" spc="75" dirty="0">
                <a:solidFill>
                  <a:srgbClr val="010101"/>
                </a:solidFill>
                <a:latin typeface="Times New Roman"/>
                <a:cs typeface="Times New Roman"/>
              </a:rPr>
              <a:t>  </a:t>
            </a:r>
            <a:r>
              <a:rPr sz="2900" dirty="0">
                <a:solidFill>
                  <a:srgbClr val="010101"/>
                </a:solidFill>
                <a:latin typeface="Times New Roman"/>
                <a:cs typeface="Times New Roman"/>
              </a:rPr>
              <a:t>keyword</a:t>
            </a:r>
            <a:r>
              <a:rPr sz="2900" spc="130" dirty="0">
                <a:solidFill>
                  <a:srgbClr val="010101"/>
                </a:solidFill>
                <a:latin typeface="Times New Roman"/>
                <a:cs typeface="Times New Roman"/>
              </a:rPr>
              <a:t>  </a:t>
            </a:r>
            <a:r>
              <a:rPr sz="2900" dirty="0">
                <a:solidFill>
                  <a:srgbClr val="010101"/>
                </a:solidFill>
                <a:latin typeface="Times New Roman"/>
                <a:cs typeface="Times New Roman"/>
              </a:rPr>
              <a:t>is</a:t>
            </a:r>
            <a:r>
              <a:rPr sz="2900" spc="15" dirty="0">
                <a:solidFill>
                  <a:srgbClr val="010101"/>
                </a:solidFill>
                <a:latin typeface="Times New Roman"/>
                <a:cs typeface="Times New Roman"/>
              </a:rPr>
              <a:t>  </a:t>
            </a:r>
            <a:r>
              <a:rPr sz="2900" spc="50" dirty="0">
                <a:solidFill>
                  <a:srgbClr val="010101"/>
                </a:solidFill>
                <a:latin typeface="Times New Roman"/>
                <a:cs typeface="Times New Roman"/>
              </a:rPr>
              <a:t>used</a:t>
            </a:r>
            <a:r>
              <a:rPr sz="2900" spc="40" dirty="0">
                <a:solidFill>
                  <a:srgbClr val="010101"/>
                </a:solidFill>
                <a:latin typeface="Times New Roman"/>
                <a:cs typeface="Times New Roman"/>
              </a:rPr>
              <a:t>  </a:t>
            </a:r>
            <a:r>
              <a:rPr sz="2900" spc="-25" dirty="0">
                <a:solidFill>
                  <a:srgbClr val="010101"/>
                </a:solidFill>
                <a:latin typeface="Times New Roman"/>
                <a:cs typeface="Times New Roman"/>
              </a:rPr>
              <a:t>to </a:t>
            </a:r>
            <a:r>
              <a:rPr sz="2900" dirty="0">
                <a:solidFill>
                  <a:srgbClr val="010101"/>
                </a:solidFill>
                <a:latin typeface="Times New Roman"/>
                <a:cs typeface="Times New Roman"/>
              </a:rPr>
              <a:t>create</a:t>
            </a:r>
            <a:r>
              <a:rPr sz="2900" spc="620" dirty="0">
                <a:solidFill>
                  <a:srgbClr val="010101"/>
                </a:solidFill>
                <a:latin typeface="Times New Roman"/>
                <a:cs typeface="Times New Roman"/>
              </a:rPr>
              <a:t> </a:t>
            </a:r>
            <a:r>
              <a:rPr sz="2900" dirty="0">
                <a:solidFill>
                  <a:srgbClr val="010101"/>
                </a:solidFill>
                <a:latin typeface="Times New Roman"/>
                <a:cs typeface="Times New Roman"/>
              </a:rPr>
              <a:t>variables  that</a:t>
            </a:r>
            <a:r>
              <a:rPr sz="2900" spc="585" dirty="0">
                <a:solidFill>
                  <a:srgbClr val="010101"/>
                </a:solidFill>
                <a:latin typeface="Times New Roman"/>
                <a:cs typeface="Times New Roman"/>
              </a:rPr>
              <a:t> </a:t>
            </a:r>
            <a:r>
              <a:rPr sz="2900" dirty="0">
                <a:solidFill>
                  <a:srgbClr val="010101"/>
                </a:solidFill>
                <a:latin typeface="Times New Roman"/>
                <a:cs typeface="Times New Roman"/>
              </a:rPr>
              <a:t>will</a:t>
            </a:r>
            <a:r>
              <a:rPr sz="2900" spc="640" dirty="0">
                <a:solidFill>
                  <a:srgbClr val="010101"/>
                </a:solidFill>
                <a:latin typeface="Times New Roman"/>
                <a:cs typeface="Times New Roman"/>
              </a:rPr>
              <a:t> </a:t>
            </a:r>
            <a:r>
              <a:rPr sz="2900" dirty="0">
                <a:solidFill>
                  <a:srgbClr val="010101"/>
                </a:solidFill>
                <a:latin typeface="Times New Roman"/>
                <a:cs typeface="Times New Roman"/>
              </a:rPr>
              <a:t>exist</a:t>
            </a:r>
            <a:r>
              <a:rPr sz="2900" spc="645" dirty="0">
                <a:solidFill>
                  <a:srgbClr val="010101"/>
                </a:solidFill>
                <a:latin typeface="Times New Roman"/>
                <a:cs typeface="Times New Roman"/>
              </a:rPr>
              <a:t> </a:t>
            </a:r>
            <a:r>
              <a:rPr sz="2900" dirty="0">
                <a:solidFill>
                  <a:srgbClr val="010101"/>
                </a:solidFill>
                <a:latin typeface="Times New Roman"/>
                <a:cs typeface="Times New Roman"/>
              </a:rPr>
              <a:t>independently</a:t>
            </a:r>
            <a:r>
              <a:rPr sz="2900" spc="55" dirty="0">
                <a:solidFill>
                  <a:srgbClr val="010101"/>
                </a:solidFill>
                <a:latin typeface="Times New Roman"/>
                <a:cs typeface="Times New Roman"/>
              </a:rPr>
              <a:t>  </a:t>
            </a:r>
            <a:r>
              <a:rPr sz="2900" spc="60" dirty="0">
                <a:solidFill>
                  <a:srgbClr val="010101"/>
                </a:solidFill>
                <a:latin typeface="Times New Roman"/>
                <a:cs typeface="Times New Roman"/>
              </a:rPr>
              <a:t>of</a:t>
            </a:r>
            <a:r>
              <a:rPr sz="2900" spc="570" dirty="0">
                <a:solidFill>
                  <a:srgbClr val="010101"/>
                </a:solidFill>
                <a:latin typeface="Times New Roman"/>
                <a:cs typeface="Times New Roman"/>
              </a:rPr>
              <a:t> </a:t>
            </a:r>
            <a:r>
              <a:rPr sz="2900" spc="30" dirty="0">
                <a:solidFill>
                  <a:srgbClr val="010101"/>
                </a:solidFill>
                <a:latin typeface="Times New Roman"/>
                <a:cs typeface="Times New Roman"/>
              </a:rPr>
              <a:t>any</a:t>
            </a:r>
            <a:r>
              <a:rPr lang="en-US" sz="2900" spc="30" dirty="0">
                <a:solidFill>
                  <a:srgbClr val="010101"/>
                </a:solidFill>
                <a:latin typeface="Times New Roman"/>
                <a:cs typeface="Times New Roman"/>
              </a:rPr>
              <a:t> </a:t>
            </a:r>
            <a:r>
              <a:rPr sz="2900" dirty="0">
                <a:solidFill>
                  <a:srgbClr val="010101"/>
                </a:solidFill>
                <a:latin typeface="Times New Roman"/>
                <a:cs typeface="Times New Roman"/>
              </a:rPr>
              <a:t>instances</a:t>
            </a:r>
            <a:r>
              <a:rPr sz="2900" spc="325" dirty="0">
                <a:solidFill>
                  <a:srgbClr val="010101"/>
                </a:solidFill>
                <a:latin typeface="Times New Roman"/>
                <a:cs typeface="Times New Roman"/>
              </a:rPr>
              <a:t> </a:t>
            </a:r>
            <a:r>
              <a:rPr sz="2900" dirty="0">
                <a:solidFill>
                  <a:srgbClr val="010101"/>
                </a:solidFill>
                <a:latin typeface="Times New Roman"/>
                <a:cs typeface="Times New Roman"/>
              </a:rPr>
              <a:t>created</a:t>
            </a:r>
            <a:r>
              <a:rPr sz="2900" spc="300" dirty="0">
                <a:solidFill>
                  <a:srgbClr val="010101"/>
                </a:solidFill>
                <a:latin typeface="Times New Roman"/>
                <a:cs typeface="Times New Roman"/>
              </a:rPr>
              <a:t> </a:t>
            </a:r>
            <a:r>
              <a:rPr sz="2900" spc="55" dirty="0">
                <a:solidFill>
                  <a:srgbClr val="010101"/>
                </a:solidFill>
                <a:latin typeface="Times New Roman"/>
                <a:cs typeface="Times New Roman"/>
              </a:rPr>
              <a:t>for</a:t>
            </a:r>
            <a:r>
              <a:rPr sz="2900" spc="114" dirty="0">
                <a:solidFill>
                  <a:srgbClr val="010101"/>
                </a:solidFill>
                <a:latin typeface="Times New Roman"/>
                <a:cs typeface="Times New Roman"/>
              </a:rPr>
              <a:t> </a:t>
            </a:r>
            <a:r>
              <a:rPr sz="2900" spc="55" dirty="0">
                <a:solidFill>
                  <a:srgbClr val="010101"/>
                </a:solidFill>
                <a:latin typeface="Times New Roman"/>
                <a:cs typeface="Times New Roman"/>
              </a:rPr>
              <a:t>the</a:t>
            </a:r>
            <a:r>
              <a:rPr sz="2900" spc="155" dirty="0">
                <a:solidFill>
                  <a:srgbClr val="010101"/>
                </a:solidFill>
                <a:latin typeface="Times New Roman"/>
                <a:cs typeface="Times New Roman"/>
              </a:rPr>
              <a:t> </a:t>
            </a:r>
            <a:r>
              <a:rPr sz="2900" spc="-10" dirty="0">
                <a:solidFill>
                  <a:srgbClr val="010101"/>
                </a:solidFill>
                <a:latin typeface="Times New Roman"/>
                <a:cs typeface="Times New Roman"/>
              </a:rPr>
              <a:t>class.</a:t>
            </a:r>
            <a:endParaRPr lang="en-US" sz="2900" spc="-10" dirty="0">
              <a:solidFill>
                <a:srgbClr val="010101"/>
              </a:solidFill>
              <a:latin typeface="Times New Roman"/>
              <a:cs typeface="Times New Roman"/>
            </a:endParaRPr>
          </a:p>
          <a:p>
            <a:pPr marL="814070" indent="-457200" algn="just">
              <a:lnSpc>
                <a:spcPct val="100000"/>
              </a:lnSpc>
              <a:spcBef>
                <a:spcPts val="50"/>
              </a:spcBef>
              <a:buFont typeface="Courier New" panose="02070309020205020404" pitchFamily="49" charset="0"/>
              <a:buChar char="o"/>
            </a:pPr>
            <a:r>
              <a:rPr lang="en-US" sz="2800" spc="-10" dirty="0">
                <a:solidFill>
                  <a:srgbClr val="010101"/>
                </a:solidFill>
                <a:latin typeface="Times New Roman"/>
                <a:cs typeface="Times New Roman"/>
              </a:rPr>
              <a:t> Any member of the class declared with a keyword static is called as static member of the class.</a:t>
            </a:r>
          </a:p>
          <a:p>
            <a:pPr marL="814070" indent="-457200" algn="just">
              <a:lnSpc>
                <a:spcPct val="100000"/>
              </a:lnSpc>
              <a:spcBef>
                <a:spcPts val="50"/>
              </a:spcBef>
              <a:buFont typeface="Courier New" panose="02070309020205020404" pitchFamily="49" charset="0"/>
              <a:buChar char="o"/>
            </a:pPr>
            <a:r>
              <a:rPr lang="en-US" sz="2800" spc="-10" dirty="0">
                <a:solidFill>
                  <a:srgbClr val="010101"/>
                </a:solidFill>
                <a:latin typeface="Times New Roman"/>
                <a:cs typeface="Times New Roman"/>
              </a:rPr>
              <a:t>Static is always associated with class.</a:t>
            </a:r>
          </a:p>
          <a:p>
            <a:pPr marL="814070" indent="-457200" algn="just">
              <a:lnSpc>
                <a:spcPct val="100000"/>
              </a:lnSpc>
              <a:spcBef>
                <a:spcPts val="50"/>
              </a:spcBef>
              <a:buFont typeface="Courier New" panose="02070309020205020404" pitchFamily="49" charset="0"/>
              <a:buChar char="o"/>
            </a:pPr>
            <a:r>
              <a:rPr lang="en-US" sz="2800" spc="-10" dirty="0">
                <a:solidFill>
                  <a:srgbClr val="010101"/>
                </a:solidFill>
                <a:latin typeface="Times New Roman"/>
                <a:cs typeface="Times New Roman"/>
              </a:rPr>
              <a:t>Static members will be stored in static pool area.</a:t>
            </a:r>
          </a:p>
          <a:p>
            <a:pPr marL="814070" indent="-457200" algn="just">
              <a:spcBef>
                <a:spcPts val="50"/>
              </a:spcBef>
              <a:buFont typeface="Courier New" panose="02070309020205020404" pitchFamily="49" charset="0"/>
              <a:buChar char="o"/>
            </a:pPr>
            <a:r>
              <a:rPr lang="en-US" sz="2800" spc="-10" dirty="0">
                <a:solidFill>
                  <a:srgbClr val="010101"/>
                </a:solidFill>
                <a:latin typeface="Times New Roman"/>
                <a:cs typeface="Times New Roman"/>
              </a:rPr>
              <a:t>Static variables are also known as class variables.</a:t>
            </a:r>
          </a:p>
          <a:p>
            <a:pPr marL="814070" indent="-457200" algn="just">
              <a:spcBef>
                <a:spcPts val="50"/>
              </a:spcBef>
              <a:buFont typeface="Courier New" panose="02070309020205020404" pitchFamily="49" charset="0"/>
              <a:buChar char="o"/>
            </a:pPr>
            <a:r>
              <a:rPr lang="en-US" sz="2800" spc="-10" dirty="0">
                <a:solidFill>
                  <a:srgbClr val="010101"/>
                </a:solidFill>
                <a:latin typeface="Times New Roman"/>
                <a:cs typeface="Times New Roman"/>
              </a:rPr>
              <a:t>A static method can access only static members.</a:t>
            </a:r>
          </a:p>
          <a:p>
            <a:pPr marL="814070" indent="-457200" algn="just">
              <a:spcBef>
                <a:spcPts val="50"/>
              </a:spcBef>
              <a:buFont typeface="Courier New" panose="02070309020205020404" pitchFamily="49" charset="0"/>
              <a:buChar char="o"/>
            </a:pPr>
            <a:r>
              <a:rPr lang="en-US" sz="2800" spc="145" dirty="0">
                <a:solidFill>
                  <a:srgbClr val="010101"/>
                </a:solidFill>
                <a:latin typeface="Times New Roman"/>
                <a:cs typeface="Times New Roman"/>
              </a:rPr>
              <a:t>They cannot refer to this or super</a:t>
            </a:r>
          </a:p>
          <a:p>
            <a:pPr marL="814070" indent="-457200" algn="just">
              <a:spcBef>
                <a:spcPts val="50"/>
              </a:spcBef>
              <a:buFont typeface="Wingdings" panose="05000000000000000000" pitchFamily="2" charset="2"/>
              <a:buChar char="q"/>
            </a:pPr>
            <a:endParaRPr lang="en-US" sz="2800" spc="-10" dirty="0">
              <a:solidFill>
                <a:srgbClr val="010101"/>
              </a:solidFill>
              <a:latin typeface="Times New Roman"/>
              <a:cs typeface="Times New Roman"/>
            </a:endParaRPr>
          </a:p>
        </p:txBody>
      </p:sp>
    </p:spTree>
    <p:extLst>
      <p:ext uri="{BB962C8B-B14F-4D97-AF65-F5344CB8AC3E}">
        <p14:creationId xmlns:p14="http://schemas.microsoft.com/office/powerpoint/2010/main" val="3744597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63032" y="1506772"/>
            <a:ext cx="9557731" cy="245998"/>
          </a:xfrm>
          <a:prstGeom prst="rect">
            <a:avLst/>
          </a:prstGeom>
        </p:spPr>
      </p:pic>
      <p:sp>
        <p:nvSpPr>
          <p:cNvPr id="3" name="object 3"/>
          <p:cNvSpPr txBox="1">
            <a:spLocks noGrp="1"/>
          </p:cNvSpPr>
          <p:nvPr>
            <p:ph type="title"/>
          </p:nvPr>
        </p:nvSpPr>
        <p:spPr>
          <a:prstGeom prst="rect">
            <a:avLst/>
          </a:prstGeom>
        </p:spPr>
        <p:txBody>
          <a:bodyPr vert="horz" wrap="square" lIns="0" tIns="13970" rIns="0" bIns="0" rtlCol="0">
            <a:spAutoFit/>
          </a:bodyPr>
          <a:lstStyle/>
          <a:p>
            <a:pPr marL="24130">
              <a:lnSpc>
                <a:spcPct val="100000"/>
              </a:lnSpc>
              <a:spcBef>
                <a:spcPts val="110"/>
              </a:spcBef>
            </a:pPr>
            <a:r>
              <a:rPr sz="4400" dirty="0">
                <a:solidFill>
                  <a:srgbClr val="79645B"/>
                </a:solidFill>
                <a:latin typeface="Times New Roman"/>
                <a:cs typeface="Times New Roman"/>
              </a:rPr>
              <a:t>Static</a:t>
            </a:r>
            <a:r>
              <a:rPr sz="4400" spc="195" dirty="0">
                <a:solidFill>
                  <a:srgbClr val="79645B"/>
                </a:solidFill>
                <a:latin typeface="Times New Roman"/>
                <a:cs typeface="Times New Roman"/>
              </a:rPr>
              <a:t> </a:t>
            </a:r>
            <a:r>
              <a:rPr sz="4400" dirty="0">
                <a:solidFill>
                  <a:srgbClr val="79645B"/>
                </a:solidFill>
                <a:latin typeface="Times New Roman"/>
                <a:cs typeface="Times New Roman"/>
              </a:rPr>
              <a:t>Variables</a:t>
            </a:r>
            <a:r>
              <a:rPr sz="4400" spc="420" dirty="0">
                <a:solidFill>
                  <a:srgbClr val="79645B"/>
                </a:solidFill>
                <a:latin typeface="Times New Roman"/>
                <a:cs typeface="Times New Roman"/>
              </a:rPr>
              <a:t> </a:t>
            </a:r>
            <a:r>
              <a:rPr sz="4400" spc="80" dirty="0">
                <a:solidFill>
                  <a:srgbClr val="79645B"/>
                </a:solidFill>
                <a:latin typeface="Times New Roman"/>
                <a:cs typeface="Times New Roman"/>
              </a:rPr>
              <a:t>and</a:t>
            </a:r>
            <a:r>
              <a:rPr sz="4400" spc="185" dirty="0">
                <a:solidFill>
                  <a:srgbClr val="79645B"/>
                </a:solidFill>
                <a:latin typeface="Times New Roman"/>
                <a:cs typeface="Times New Roman"/>
              </a:rPr>
              <a:t> </a:t>
            </a:r>
            <a:r>
              <a:rPr sz="4400" spc="50" dirty="0">
                <a:solidFill>
                  <a:srgbClr val="79645B"/>
                </a:solidFill>
                <a:latin typeface="Times New Roman"/>
                <a:cs typeface="Times New Roman"/>
              </a:rPr>
              <a:t>Methods</a:t>
            </a:r>
            <a:endParaRPr sz="4400">
              <a:latin typeface="Times New Roman"/>
              <a:cs typeface="Times New Roman"/>
            </a:endParaRPr>
          </a:p>
        </p:txBody>
      </p:sp>
      <p:sp>
        <p:nvSpPr>
          <p:cNvPr id="4" name="object 4"/>
          <p:cNvSpPr txBox="1"/>
          <p:nvPr/>
        </p:nvSpPr>
        <p:spPr>
          <a:xfrm>
            <a:off x="774701" y="1783905"/>
            <a:ext cx="9346062" cy="5608843"/>
          </a:xfrm>
          <a:prstGeom prst="rect">
            <a:avLst/>
          </a:prstGeom>
        </p:spPr>
        <p:txBody>
          <a:bodyPr vert="horz" wrap="square" lIns="0" tIns="114935" rIns="0" bIns="0" rtlCol="0">
            <a:spAutoFit/>
          </a:bodyPr>
          <a:lstStyle/>
          <a:p>
            <a:pPr marL="356870" marR="15240" indent="-344805" algn="just">
              <a:lnSpc>
                <a:spcPct val="105000"/>
              </a:lnSpc>
              <a:spcBef>
                <a:spcPts val="670"/>
              </a:spcBef>
              <a:buClr>
                <a:srgbClr val="DA8044"/>
              </a:buClr>
              <a:buSzPct val="101724"/>
              <a:buFont typeface="Arial"/>
              <a:buChar char="□"/>
              <a:tabLst>
                <a:tab pos="356870" algn="l"/>
              </a:tabLst>
            </a:pPr>
            <a:r>
              <a:rPr lang="en-US" sz="2800" spc="-10" dirty="0">
                <a:solidFill>
                  <a:srgbClr val="010101"/>
                </a:solidFill>
                <a:latin typeface="Times New Roman"/>
                <a:cs typeface="Times New Roman"/>
              </a:rPr>
              <a:t>Only one copy of the static variable exists regardless of  the  number  of  instances  of  the  class. </a:t>
            </a:r>
          </a:p>
          <a:p>
            <a:pPr marL="356870" marR="15240" indent="-344805" algn="just">
              <a:lnSpc>
                <a:spcPct val="105000"/>
              </a:lnSpc>
              <a:spcBef>
                <a:spcPts val="670"/>
              </a:spcBef>
              <a:buClr>
                <a:srgbClr val="DA8044"/>
              </a:buClr>
              <a:buSzPct val="101724"/>
              <a:buFont typeface="Arial"/>
              <a:buChar char="□"/>
              <a:tabLst>
                <a:tab pos="356870" algn="l"/>
              </a:tabLst>
            </a:pPr>
            <a:r>
              <a:rPr lang="en-US" sz="2800" spc="-10" dirty="0">
                <a:solidFill>
                  <a:srgbClr val="010101"/>
                </a:solidFill>
                <a:latin typeface="Times New Roman"/>
                <a:cs typeface="Times New Roman"/>
              </a:rPr>
              <a:t>Java provides a separate block called SIB(static Initialization Block).</a:t>
            </a:r>
          </a:p>
          <a:p>
            <a:pPr marL="358140" indent="-345440" algn="just">
              <a:lnSpc>
                <a:spcPct val="100000"/>
              </a:lnSpc>
              <a:spcBef>
                <a:spcPts val="905"/>
              </a:spcBef>
              <a:buClr>
                <a:srgbClr val="D87E44"/>
              </a:buClr>
              <a:buSzPct val="103508"/>
              <a:buFont typeface="Arial"/>
              <a:buChar char="□"/>
              <a:tabLst>
                <a:tab pos="358140" algn="l"/>
              </a:tabLst>
            </a:pPr>
            <a:r>
              <a:rPr sz="2800" b="1" spc="-10" dirty="0">
                <a:solidFill>
                  <a:srgbClr val="010101"/>
                </a:solidFill>
                <a:latin typeface="Times New Roman"/>
                <a:cs typeface="Times New Roman"/>
              </a:rPr>
              <a:t>Static </a:t>
            </a:r>
            <a:r>
              <a:rPr lang="en-US" sz="2800" b="1" spc="-10" dirty="0">
                <a:solidFill>
                  <a:srgbClr val="010101"/>
                </a:solidFill>
                <a:latin typeface="Times New Roman"/>
                <a:cs typeface="Times New Roman"/>
              </a:rPr>
              <a:t>Initialization Block:</a:t>
            </a:r>
          </a:p>
          <a:p>
            <a:pPr marL="469900" indent="-457200" algn="just">
              <a:lnSpc>
                <a:spcPct val="100000"/>
              </a:lnSpc>
              <a:spcBef>
                <a:spcPts val="905"/>
              </a:spcBef>
              <a:buClr>
                <a:srgbClr val="D87E44"/>
              </a:buClr>
              <a:buSzPct val="103508"/>
              <a:buFont typeface="Courier New" panose="02070309020205020404" pitchFamily="49" charset="0"/>
              <a:buChar char="o"/>
              <a:tabLst>
                <a:tab pos="358140" algn="l"/>
              </a:tabLst>
            </a:pPr>
            <a:r>
              <a:rPr lang="en-US" sz="2800" spc="-10" dirty="0">
                <a:solidFill>
                  <a:srgbClr val="010101"/>
                </a:solidFill>
                <a:latin typeface="Times New Roman"/>
                <a:cs typeface="Times New Roman"/>
              </a:rPr>
              <a:t>Any block which is declared with a keyword static is called as static initialization block.</a:t>
            </a:r>
          </a:p>
          <a:p>
            <a:pPr marL="355600" indent="-342900" algn="just">
              <a:lnSpc>
                <a:spcPct val="100000"/>
              </a:lnSpc>
              <a:spcBef>
                <a:spcPts val="905"/>
              </a:spcBef>
              <a:buClr>
                <a:srgbClr val="D87E44"/>
              </a:buClr>
              <a:buSzPct val="103508"/>
              <a:buFont typeface="Courier New" panose="02070309020205020404" pitchFamily="49" charset="0"/>
              <a:buChar char="o"/>
              <a:tabLst>
                <a:tab pos="358140" algn="l"/>
              </a:tabLst>
            </a:pPr>
            <a:r>
              <a:rPr lang="en-US" sz="2800" spc="-10" dirty="0">
                <a:solidFill>
                  <a:srgbClr val="010101"/>
                </a:solidFill>
                <a:latin typeface="Times New Roman"/>
                <a:cs typeface="Times New Roman"/>
              </a:rPr>
              <a:t>	SIB is used to initialize static members.</a:t>
            </a:r>
          </a:p>
          <a:p>
            <a:pPr marL="355600" indent="-342900" algn="just">
              <a:lnSpc>
                <a:spcPct val="100000"/>
              </a:lnSpc>
              <a:spcBef>
                <a:spcPts val="905"/>
              </a:spcBef>
              <a:buClr>
                <a:srgbClr val="D87E44"/>
              </a:buClr>
              <a:buSzPct val="103508"/>
              <a:buFont typeface="Courier New" panose="02070309020205020404" pitchFamily="49" charset="0"/>
              <a:buChar char="o"/>
              <a:tabLst>
                <a:tab pos="358140" algn="l"/>
              </a:tabLst>
            </a:pPr>
            <a:r>
              <a:rPr lang="en-US" sz="2800" spc="-10" dirty="0">
                <a:solidFill>
                  <a:srgbClr val="010101"/>
                </a:solidFill>
                <a:latin typeface="Times New Roman"/>
                <a:cs typeface="Times New Roman"/>
              </a:rPr>
              <a:t>	Before main method SIB will get executed.</a:t>
            </a:r>
          </a:p>
          <a:p>
            <a:pPr marL="355600" indent="-342900" algn="just">
              <a:lnSpc>
                <a:spcPct val="100000"/>
              </a:lnSpc>
              <a:spcBef>
                <a:spcPts val="905"/>
              </a:spcBef>
              <a:buClr>
                <a:srgbClr val="D87E44"/>
              </a:buClr>
              <a:buSzPct val="103508"/>
              <a:buFont typeface="Courier New" panose="02070309020205020404" pitchFamily="49" charset="0"/>
              <a:buChar char="o"/>
              <a:tabLst>
                <a:tab pos="358140" algn="l"/>
              </a:tabLst>
            </a:pPr>
            <a:r>
              <a:rPr lang="en-US" sz="2800" spc="-10" dirty="0">
                <a:solidFill>
                  <a:srgbClr val="010101"/>
                </a:solidFill>
                <a:latin typeface="Times New Roman"/>
                <a:cs typeface="Times New Roman"/>
              </a:rPr>
              <a:t>	we can have N number of SIB, the order of execution is sequential.</a:t>
            </a:r>
            <a:endParaRPr sz="2800" spc="-10" dirty="0">
              <a:solidFill>
                <a:srgbClr val="010101"/>
              </a:solidFill>
              <a:latin typeface="Times New Roman"/>
              <a:cs typeface="Times New Roman"/>
            </a:endParaRPr>
          </a:p>
        </p:txBody>
      </p:sp>
    </p:spTree>
    <p:extLst>
      <p:ext uri="{BB962C8B-B14F-4D97-AF65-F5344CB8AC3E}">
        <p14:creationId xmlns:p14="http://schemas.microsoft.com/office/powerpoint/2010/main" val="1999931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05442" y="488892"/>
            <a:ext cx="8963660" cy="430530"/>
          </a:xfrm>
          <a:prstGeom prst="rect">
            <a:avLst/>
          </a:prstGeom>
        </p:spPr>
        <p:txBody>
          <a:bodyPr vert="horz" wrap="square" lIns="0" tIns="13335" rIns="0" bIns="0" rtlCol="0">
            <a:spAutoFit/>
          </a:bodyPr>
          <a:lstStyle/>
          <a:p>
            <a:pPr marL="12700">
              <a:lnSpc>
                <a:spcPct val="100000"/>
              </a:lnSpc>
              <a:spcBef>
                <a:spcPts val="105"/>
              </a:spcBef>
            </a:pPr>
            <a:r>
              <a:rPr sz="2650" b="1" dirty="0">
                <a:solidFill>
                  <a:srgbClr val="756259"/>
                </a:solidFill>
                <a:latin typeface="Times New Roman"/>
                <a:cs typeface="Times New Roman"/>
              </a:rPr>
              <a:t>Example:</a:t>
            </a:r>
            <a:r>
              <a:rPr sz="2650" b="1" spc="345" dirty="0">
                <a:solidFill>
                  <a:srgbClr val="756259"/>
                </a:solidFill>
                <a:latin typeface="Times New Roman"/>
                <a:cs typeface="Times New Roman"/>
              </a:rPr>
              <a:t> </a:t>
            </a:r>
            <a:r>
              <a:rPr sz="2650" b="1" spc="75" dirty="0">
                <a:solidFill>
                  <a:srgbClr val="756259"/>
                </a:solidFill>
                <a:latin typeface="Times New Roman"/>
                <a:cs typeface="Times New Roman"/>
              </a:rPr>
              <a:t>shows</a:t>
            </a:r>
            <a:r>
              <a:rPr sz="2650" b="1" spc="114" dirty="0">
                <a:solidFill>
                  <a:srgbClr val="756259"/>
                </a:solidFill>
                <a:latin typeface="Times New Roman"/>
                <a:cs typeface="Times New Roman"/>
              </a:rPr>
              <a:t> </a:t>
            </a:r>
            <a:r>
              <a:rPr sz="2650" b="1" spc="75" dirty="0">
                <a:solidFill>
                  <a:srgbClr val="756259"/>
                </a:solidFill>
                <a:latin typeface="Times New Roman"/>
                <a:cs typeface="Times New Roman"/>
              </a:rPr>
              <a:t>a</a:t>
            </a:r>
            <a:r>
              <a:rPr sz="2650" b="1" dirty="0">
                <a:solidFill>
                  <a:srgbClr val="756259"/>
                </a:solidFill>
                <a:latin typeface="Times New Roman"/>
                <a:cs typeface="Times New Roman"/>
              </a:rPr>
              <a:t> </a:t>
            </a:r>
            <a:r>
              <a:rPr sz="2650" b="1" spc="70" dirty="0">
                <a:solidFill>
                  <a:srgbClr val="756259"/>
                </a:solidFill>
                <a:latin typeface="Times New Roman"/>
                <a:cs typeface="Times New Roman"/>
              </a:rPr>
              <a:t>class</a:t>
            </a:r>
            <a:r>
              <a:rPr sz="2650" b="1" spc="90" dirty="0">
                <a:solidFill>
                  <a:srgbClr val="756259"/>
                </a:solidFill>
                <a:latin typeface="Times New Roman"/>
                <a:cs typeface="Times New Roman"/>
              </a:rPr>
              <a:t> </a:t>
            </a:r>
            <a:r>
              <a:rPr sz="2650" b="1" dirty="0">
                <a:solidFill>
                  <a:srgbClr val="756259"/>
                </a:solidFill>
                <a:latin typeface="Times New Roman"/>
                <a:cs typeface="Times New Roman"/>
              </a:rPr>
              <a:t>that</a:t>
            </a:r>
            <a:r>
              <a:rPr sz="2650" b="1" spc="50" dirty="0">
                <a:solidFill>
                  <a:srgbClr val="756259"/>
                </a:solidFill>
                <a:latin typeface="Times New Roman"/>
                <a:cs typeface="Times New Roman"/>
              </a:rPr>
              <a:t> </a:t>
            </a:r>
            <a:r>
              <a:rPr sz="2650" b="1" dirty="0">
                <a:solidFill>
                  <a:srgbClr val="756259"/>
                </a:solidFill>
                <a:latin typeface="Times New Roman"/>
                <a:cs typeface="Times New Roman"/>
              </a:rPr>
              <a:t>has</a:t>
            </a:r>
            <a:r>
              <a:rPr sz="2650" b="1" spc="75" dirty="0">
                <a:solidFill>
                  <a:srgbClr val="756259"/>
                </a:solidFill>
                <a:latin typeface="Times New Roman"/>
                <a:cs typeface="Times New Roman"/>
              </a:rPr>
              <a:t> </a:t>
            </a:r>
            <a:r>
              <a:rPr sz="2650" b="1" spc="50" dirty="0">
                <a:solidFill>
                  <a:srgbClr val="756259"/>
                </a:solidFill>
                <a:latin typeface="Times New Roman"/>
                <a:cs typeface="Times New Roman"/>
              </a:rPr>
              <a:t>a</a:t>
            </a:r>
            <a:r>
              <a:rPr sz="2650" b="1" spc="45" dirty="0">
                <a:solidFill>
                  <a:srgbClr val="756259"/>
                </a:solidFill>
                <a:latin typeface="Times New Roman"/>
                <a:cs typeface="Times New Roman"/>
              </a:rPr>
              <a:t> </a:t>
            </a:r>
            <a:r>
              <a:rPr sz="2650" b="1" dirty="0">
                <a:solidFill>
                  <a:srgbClr val="756259"/>
                </a:solidFill>
                <a:latin typeface="Times New Roman"/>
                <a:cs typeface="Times New Roman"/>
              </a:rPr>
              <a:t>static</a:t>
            </a:r>
            <a:r>
              <a:rPr sz="2650" b="1" spc="95" dirty="0">
                <a:solidFill>
                  <a:srgbClr val="756259"/>
                </a:solidFill>
                <a:latin typeface="Times New Roman"/>
                <a:cs typeface="Times New Roman"/>
              </a:rPr>
              <a:t> </a:t>
            </a:r>
            <a:r>
              <a:rPr sz="2650" b="1" dirty="0">
                <a:solidFill>
                  <a:srgbClr val="756259"/>
                </a:solidFill>
                <a:latin typeface="Times New Roman"/>
                <a:cs typeface="Times New Roman"/>
              </a:rPr>
              <a:t>method,</a:t>
            </a:r>
            <a:r>
              <a:rPr sz="2650" b="1" spc="330" dirty="0">
                <a:solidFill>
                  <a:srgbClr val="756259"/>
                </a:solidFill>
                <a:latin typeface="Times New Roman"/>
                <a:cs typeface="Times New Roman"/>
              </a:rPr>
              <a:t> </a:t>
            </a:r>
            <a:r>
              <a:rPr sz="2650" b="1" spc="80" dirty="0">
                <a:solidFill>
                  <a:srgbClr val="756259"/>
                </a:solidFill>
                <a:latin typeface="Times New Roman"/>
                <a:cs typeface="Times New Roman"/>
              </a:rPr>
              <a:t>some</a:t>
            </a:r>
            <a:r>
              <a:rPr sz="2650" b="1" spc="185" dirty="0">
                <a:solidFill>
                  <a:srgbClr val="756259"/>
                </a:solidFill>
                <a:latin typeface="Times New Roman"/>
                <a:cs typeface="Times New Roman"/>
              </a:rPr>
              <a:t> </a:t>
            </a:r>
            <a:r>
              <a:rPr sz="2650" b="1" spc="-10" dirty="0">
                <a:solidFill>
                  <a:srgbClr val="756259"/>
                </a:solidFill>
                <a:latin typeface="Times New Roman"/>
                <a:cs typeface="Times New Roman"/>
              </a:rPr>
              <a:t>static</a:t>
            </a:r>
            <a:endParaRPr sz="2650">
              <a:latin typeface="Times New Roman"/>
              <a:cs typeface="Times New Roman"/>
            </a:endParaRPr>
          </a:p>
        </p:txBody>
      </p:sp>
      <p:sp>
        <p:nvSpPr>
          <p:cNvPr id="3" name="object 3"/>
          <p:cNvSpPr txBox="1"/>
          <p:nvPr/>
        </p:nvSpPr>
        <p:spPr>
          <a:xfrm>
            <a:off x="805727" y="939356"/>
            <a:ext cx="6204585" cy="430530"/>
          </a:xfrm>
          <a:prstGeom prst="rect">
            <a:avLst/>
          </a:prstGeom>
        </p:spPr>
        <p:txBody>
          <a:bodyPr vert="horz" wrap="square" lIns="0" tIns="13335" rIns="0" bIns="0" rtlCol="0">
            <a:spAutoFit/>
          </a:bodyPr>
          <a:lstStyle/>
          <a:p>
            <a:pPr marL="12700">
              <a:lnSpc>
                <a:spcPct val="100000"/>
              </a:lnSpc>
              <a:spcBef>
                <a:spcPts val="105"/>
              </a:spcBef>
            </a:pPr>
            <a:r>
              <a:rPr sz="2650" b="1" dirty="0">
                <a:solidFill>
                  <a:srgbClr val="756259"/>
                </a:solidFill>
                <a:latin typeface="Times New Roman"/>
                <a:cs typeface="Times New Roman"/>
              </a:rPr>
              <a:t>variables,</a:t>
            </a:r>
            <a:r>
              <a:rPr sz="2650" b="1" spc="360" dirty="0">
                <a:solidFill>
                  <a:srgbClr val="756259"/>
                </a:solidFill>
                <a:latin typeface="Times New Roman"/>
                <a:cs typeface="Times New Roman"/>
              </a:rPr>
              <a:t> </a:t>
            </a:r>
            <a:r>
              <a:rPr sz="2650" b="1" dirty="0">
                <a:solidFill>
                  <a:srgbClr val="756259"/>
                </a:solidFill>
                <a:latin typeface="Times New Roman"/>
                <a:cs typeface="Times New Roman"/>
              </a:rPr>
              <a:t>and</a:t>
            </a:r>
            <a:r>
              <a:rPr sz="2650" b="1" spc="130" dirty="0">
                <a:solidFill>
                  <a:srgbClr val="756259"/>
                </a:solidFill>
                <a:latin typeface="Times New Roman"/>
                <a:cs typeface="Times New Roman"/>
              </a:rPr>
              <a:t> </a:t>
            </a:r>
            <a:r>
              <a:rPr sz="2650" b="1" spc="50" dirty="0">
                <a:solidFill>
                  <a:srgbClr val="756259"/>
                </a:solidFill>
                <a:latin typeface="Times New Roman"/>
                <a:cs typeface="Times New Roman"/>
              </a:rPr>
              <a:t>a</a:t>
            </a:r>
            <a:r>
              <a:rPr sz="2650" b="1" spc="155" dirty="0">
                <a:solidFill>
                  <a:srgbClr val="756259"/>
                </a:solidFill>
                <a:latin typeface="Times New Roman"/>
                <a:cs typeface="Times New Roman"/>
              </a:rPr>
              <a:t> </a:t>
            </a:r>
            <a:r>
              <a:rPr sz="2650" b="1" dirty="0">
                <a:solidFill>
                  <a:srgbClr val="756259"/>
                </a:solidFill>
                <a:latin typeface="Times New Roman"/>
                <a:cs typeface="Times New Roman"/>
              </a:rPr>
              <a:t>static</a:t>
            </a:r>
            <a:r>
              <a:rPr sz="2650" b="1" spc="355" dirty="0">
                <a:solidFill>
                  <a:srgbClr val="756259"/>
                </a:solidFill>
                <a:latin typeface="Times New Roman"/>
                <a:cs typeface="Times New Roman"/>
              </a:rPr>
              <a:t> </a:t>
            </a:r>
            <a:r>
              <a:rPr sz="2650" b="1" dirty="0">
                <a:solidFill>
                  <a:srgbClr val="756259"/>
                </a:solidFill>
                <a:latin typeface="Times New Roman"/>
                <a:cs typeface="Times New Roman"/>
              </a:rPr>
              <a:t>initialization</a:t>
            </a:r>
            <a:r>
              <a:rPr sz="2650" b="1" spc="-70" dirty="0">
                <a:solidFill>
                  <a:srgbClr val="756259"/>
                </a:solidFill>
                <a:latin typeface="Times New Roman"/>
                <a:cs typeface="Times New Roman"/>
              </a:rPr>
              <a:t> </a:t>
            </a:r>
            <a:r>
              <a:rPr sz="2650" b="1" spc="-10" dirty="0">
                <a:solidFill>
                  <a:srgbClr val="756259"/>
                </a:solidFill>
                <a:latin typeface="Times New Roman"/>
                <a:cs typeface="Times New Roman"/>
              </a:rPr>
              <a:t>block:</a:t>
            </a:r>
            <a:endParaRPr sz="2650">
              <a:latin typeface="Times New Roman"/>
              <a:cs typeface="Times New Roman"/>
            </a:endParaRPr>
          </a:p>
        </p:txBody>
      </p:sp>
      <p:sp>
        <p:nvSpPr>
          <p:cNvPr id="4" name="object 4"/>
          <p:cNvSpPr txBox="1"/>
          <p:nvPr/>
        </p:nvSpPr>
        <p:spPr>
          <a:xfrm>
            <a:off x="465950" y="989649"/>
            <a:ext cx="1980564" cy="1125855"/>
          </a:xfrm>
          <a:prstGeom prst="rect">
            <a:avLst/>
          </a:prstGeom>
        </p:spPr>
        <p:txBody>
          <a:bodyPr vert="horz" wrap="square" lIns="0" tIns="15240" rIns="0" bIns="0" rtlCol="0">
            <a:spAutoFit/>
          </a:bodyPr>
          <a:lstStyle/>
          <a:p>
            <a:pPr marL="38100">
              <a:lnSpc>
                <a:spcPct val="100000"/>
              </a:lnSpc>
              <a:spcBef>
                <a:spcPts val="120"/>
              </a:spcBef>
            </a:pPr>
            <a:r>
              <a:rPr sz="10800" spc="-277" baseline="7330" dirty="0">
                <a:solidFill>
                  <a:srgbClr val="DD7E42"/>
                </a:solidFill>
                <a:latin typeface="Arial"/>
                <a:cs typeface="Arial"/>
              </a:rPr>
              <a:t>-</a:t>
            </a:r>
            <a:r>
              <a:rPr sz="1700" spc="65" dirty="0">
                <a:solidFill>
                  <a:srgbClr val="0A0A0A"/>
                </a:solidFill>
                <a:latin typeface="Times New Roman"/>
                <a:cs typeface="Times New Roman"/>
              </a:rPr>
              <a:t>class</a:t>
            </a:r>
            <a:r>
              <a:rPr sz="1700" spc="70" dirty="0">
                <a:solidFill>
                  <a:srgbClr val="0A0A0A"/>
                </a:solidFill>
                <a:latin typeface="Times New Roman"/>
                <a:cs typeface="Times New Roman"/>
              </a:rPr>
              <a:t> </a:t>
            </a:r>
            <a:r>
              <a:rPr sz="1700" spc="65" dirty="0">
                <a:solidFill>
                  <a:srgbClr val="0A0A0A"/>
                </a:solidFill>
                <a:latin typeface="Times New Roman"/>
                <a:cs typeface="Times New Roman"/>
              </a:rPr>
              <a:t>UseStatic</a:t>
            </a:r>
            <a:r>
              <a:rPr sz="1700" spc="145" dirty="0">
                <a:solidFill>
                  <a:srgbClr val="0A0A0A"/>
                </a:solidFill>
                <a:latin typeface="Times New Roman"/>
                <a:cs typeface="Times New Roman"/>
              </a:rPr>
              <a:t> </a:t>
            </a:r>
            <a:r>
              <a:rPr sz="1700" spc="30" dirty="0">
                <a:solidFill>
                  <a:srgbClr val="0A0A0A"/>
                </a:solidFill>
                <a:latin typeface="Times New Roman"/>
                <a:cs typeface="Times New Roman"/>
              </a:rPr>
              <a:t>{</a:t>
            </a:r>
            <a:endParaRPr sz="1700" dirty="0">
              <a:latin typeface="Times New Roman"/>
              <a:cs typeface="Times New Roman"/>
            </a:endParaRPr>
          </a:p>
        </p:txBody>
      </p:sp>
      <p:sp>
        <p:nvSpPr>
          <p:cNvPr id="5" name="object 5"/>
          <p:cNvSpPr txBox="1"/>
          <p:nvPr/>
        </p:nvSpPr>
        <p:spPr>
          <a:xfrm>
            <a:off x="1695856" y="1885353"/>
            <a:ext cx="2247265" cy="1010285"/>
          </a:xfrm>
          <a:prstGeom prst="rect">
            <a:avLst/>
          </a:prstGeom>
        </p:spPr>
        <p:txBody>
          <a:bodyPr vert="horz" wrap="square" lIns="0" tIns="15875" rIns="0" bIns="0" rtlCol="0">
            <a:spAutoFit/>
          </a:bodyPr>
          <a:lstStyle/>
          <a:p>
            <a:pPr marL="13970" marR="802005">
              <a:lnSpc>
                <a:spcPct val="122300"/>
              </a:lnSpc>
              <a:spcBef>
                <a:spcPts val="125"/>
              </a:spcBef>
            </a:pPr>
            <a:r>
              <a:rPr sz="1700" spc="55" dirty="0">
                <a:solidFill>
                  <a:srgbClr val="0A0A0A"/>
                </a:solidFill>
                <a:latin typeface="Times New Roman"/>
                <a:cs typeface="Times New Roman"/>
              </a:rPr>
              <a:t>static</a:t>
            </a:r>
            <a:r>
              <a:rPr sz="1700" spc="110" dirty="0">
                <a:solidFill>
                  <a:srgbClr val="0A0A0A"/>
                </a:solidFill>
                <a:latin typeface="Times New Roman"/>
                <a:cs typeface="Times New Roman"/>
              </a:rPr>
              <a:t> </a:t>
            </a:r>
            <a:r>
              <a:rPr sz="1700" spc="50" dirty="0">
                <a:solidFill>
                  <a:srgbClr val="0A0A0A"/>
                </a:solidFill>
                <a:latin typeface="Times New Roman"/>
                <a:cs typeface="Times New Roman"/>
              </a:rPr>
              <a:t>int</a:t>
            </a:r>
            <a:r>
              <a:rPr sz="1700" spc="70" dirty="0">
                <a:solidFill>
                  <a:srgbClr val="0A0A0A"/>
                </a:solidFill>
                <a:latin typeface="Times New Roman"/>
                <a:cs typeface="Times New Roman"/>
              </a:rPr>
              <a:t> </a:t>
            </a:r>
            <a:r>
              <a:rPr sz="1700" spc="75" dirty="0">
                <a:solidFill>
                  <a:srgbClr val="0A0A0A"/>
                </a:solidFill>
                <a:latin typeface="Times New Roman"/>
                <a:cs typeface="Times New Roman"/>
              </a:rPr>
              <a:t>a</a:t>
            </a:r>
            <a:r>
              <a:rPr sz="1700" spc="5" dirty="0">
                <a:solidFill>
                  <a:srgbClr val="0A0A0A"/>
                </a:solidFill>
                <a:latin typeface="Times New Roman"/>
                <a:cs typeface="Times New Roman"/>
              </a:rPr>
              <a:t> </a:t>
            </a:r>
            <a:r>
              <a:rPr sz="1800" spc="100" dirty="0">
                <a:solidFill>
                  <a:srgbClr val="0A0A0A"/>
                </a:solidFill>
                <a:latin typeface="Times New Roman"/>
                <a:cs typeface="Times New Roman"/>
              </a:rPr>
              <a:t>=</a:t>
            </a:r>
            <a:r>
              <a:rPr sz="1800" spc="-25" dirty="0">
                <a:solidFill>
                  <a:srgbClr val="0A0A0A"/>
                </a:solidFill>
                <a:latin typeface="Times New Roman"/>
                <a:cs typeface="Times New Roman"/>
              </a:rPr>
              <a:t> </a:t>
            </a:r>
            <a:r>
              <a:rPr sz="1700" spc="35" dirty="0">
                <a:solidFill>
                  <a:srgbClr val="0A0A0A"/>
                </a:solidFill>
                <a:latin typeface="Times New Roman"/>
                <a:cs typeface="Times New Roman"/>
              </a:rPr>
              <a:t>3; </a:t>
            </a:r>
            <a:r>
              <a:rPr sz="1700" spc="55" dirty="0">
                <a:solidFill>
                  <a:srgbClr val="0A0A0A"/>
                </a:solidFill>
                <a:latin typeface="Times New Roman"/>
                <a:cs typeface="Times New Roman"/>
              </a:rPr>
              <a:t>static</a:t>
            </a:r>
            <a:r>
              <a:rPr sz="1700" spc="85" dirty="0">
                <a:solidFill>
                  <a:srgbClr val="0A0A0A"/>
                </a:solidFill>
                <a:latin typeface="Times New Roman"/>
                <a:cs typeface="Times New Roman"/>
              </a:rPr>
              <a:t> </a:t>
            </a:r>
            <a:r>
              <a:rPr sz="1700" spc="55" dirty="0">
                <a:solidFill>
                  <a:srgbClr val="0A0A0A"/>
                </a:solidFill>
                <a:latin typeface="Times New Roman"/>
                <a:cs typeface="Times New Roman"/>
              </a:rPr>
              <a:t>int</a:t>
            </a:r>
            <a:r>
              <a:rPr sz="1700" spc="70" dirty="0">
                <a:solidFill>
                  <a:srgbClr val="0A0A0A"/>
                </a:solidFill>
                <a:latin typeface="Times New Roman"/>
                <a:cs typeface="Times New Roman"/>
              </a:rPr>
              <a:t> </a:t>
            </a:r>
            <a:r>
              <a:rPr sz="1700" spc="25" dirty="0">
                <a:solidFill>
                  <a:srgbClr val="0A0A0A"/>
                </a:solidFill>
                <a:latin typeface="Times New Roman"/>
                <a:cs typeface="Times New Roman"/>
              </a:rPr>
              <a:t>b;</a:t>
            </a:r>
            <a:endParaRPr sz="1700" dirty="0">
              <a:latin typeface="Times New Roman"/>
              <a:cs typeface="Times New Roman"/>
            </a:endParaRPr>
          </a:p>
          <a:p>
            <a:pPr marL="12700">
              <a:lnSpc>
                <a:spcPct val="100000"/>
              </a:lnSpc>
              <a:spcBef>
                <a:spcPts val="400"/>
              </a:spcBef>
            </a:pPr>
            <a:r>
              <a:rPr sz="1800" b="1" dirty="0">
                <a:solidFill>
                  <a:srgbClr val="0A0A0A"/>
                </a:solidFill>
                <a:latin typeface="Times New Roman"/>
                <a:cs typeface="Times New Roman"/>
              </a:rPr>
              <a:t>static</a:t>
            </a:r>
            <a:r>
              <a:rPr sz="1800" b="1" spc="145" dirty="0">
                <a:solidFill>
                  <a:srgbClr val="0A0A0A"/>
                </a:solidFill>
                <a:latin typeface="Times New Roman"/>
                <a:cs typeface="Times New Roman"/>
              </a:rPr>
              <a:t> </a:t>
            </a:r>
            <a:r>
              <a:rPr sz="1800" b="1" dirty="0">
                <a:solidFill>
                  <a:srgbClr val="0A0A0A"/>
                </a:solidFill>
                <a:latin typeface="Times New Roman"/>
                <a:cs typeface="Times New Roman"/>
              </a:rPr>
              <a:t>void</a:t>
            </a:r>
            <a:r>
              <a:rPr sz="1800" b="1" spc="105" dirty="0">
                <a:solidFill>
                  <a:srgbClr val="0A0A0A"/>
                </a:solidFill>
                <a:latin typeface="Times New Roman"/>
                <a:cs typeface="Times New Roman"/>
              </a:rPr>
              <a:t> </a:t>
            </a:r>
            <a:r>
              <a:rPr sz="1800" b="1" dirty="0">
                <a:solidFill>
                  <a:srgbClr val="0A0A0A"/>
                </a:solidFill>
                <a:latin typeface="Times New Roman"/>
                <a:cs typeface="Times New Roman"/>
              </a:rPr>
              <a:t>fun(int</a:t>
            </a:r>
            <a:r>
              <a:rPr sz="1800" b="1" spc="75" dirty="0">
                <a:solidFill>
                  <a:srgbClr val="0A0A0A"/>
                </a:solidFill>
                <a:latin typeface="Times New Roman"/>
                <a:cs typeface="Times New Roman"/>
              </a:rPr>
              <a:t> </a:t>
            </a:r>
            <a:r>
              <a:rPr sz="1800" spc="50" dirty="0">
                <a:solidFill>
                  <a:srgbClr val="0A0A0A"/>
                </a:solidFill>
                <a:latin typeface="Times New Roman"/>
                <a:cs typeface="Times New Roman"/>
              </a:rPr>
              <a:t>x) </a:t>
            </a:r>
            <a:r>
              <a:rPr sz="1800" spc="10" dirty="0">
                <a:solidFill>
                  <a:srgbClr val="0A0A0A"/>
                </a:solidFill>
                <a:latin typeface="Times New Roman"/>
                <a:cs typeface="Times New Roman"/>
              </a:rPr>
              <a:t>{</a:t>
            </a:r>
            <a:endParaRPr sz="1800" dirty="0">
              <a:latin typeface="Times New Roman"/>
              <a:cs typeface="Times New Roman"/>
            </a:endParaRPr>
          </a:p>
        </p:txBody>
      </p:sp>
      <p:sp>
        <p:nvSpPr>
          <p:cNvPr id="6" name="object 6"/>
          <p:cNvSpPr txBox="1"/>
          <p:nvPr/>
        </p:nvSpPr>
        <p:spPr>
          <a:xfrm>
            <a:off x="3920719" y="2815308"/>
            <a:ext cx="2966085" cy="1000125"/>
          </a:xfrm>
          <a:prstGeom prst="rect">
            <a:avLst/>
          </a:prstGeom>
        </p:spPr>
        <p:txBody>
          <a:bodyPr vert="horz" wrap="square" lIns="0" tIns="13970" rIns="0" bIns="0" rtlCol="0">
            <a:spAutoFit/>
          </a:bodyPr>
          <a:lstStyle/>
          <a:p>
            <a:pPr marL="12700" marR="5080" algn="just">
              <a:lnSpc>
                <a:spcPct val="106400"/>
              </a:lnSpc>
              <a:spcBef>
                <a:spcPts val="110"/>
              </a:spcBef>
            </a:pPr>
            <a:r>
              <a:rPr sz="1700" spc="75" dirty="0">
                <a:solidFill>
                  <a:srgbClr val="0A0A0A"/>
                </a:solidFill>
                <a:latin typeface="Times New Roman"/>
                <a:cs typeface="Times New Roman"/>
              </a:rPr>
              <a:t>System.out.println("x</a:t>
            </a:r>
            <a:r>
              <a:rPr sz="1700" spc="-60" dirty="0">
                <a:solidFill>
                  <a:srgbClr val="0A0A0A"/>
                </a:solidFill>
                <a:latin typeface="Times New Roman"/>
                <a:cs typeface="Times New Roman"/>
              </a:rPr>
              <a:t> </a:t>
            </a:r>
            <a:r>
              <a:rPr sz="1800" spc="110" dirty="0">
                <a:solidFill>
                  <a:srgbClr val="0A0A0A"/>
                </a:solidFill>
                <a:latin typeface="Times New Roman"/>
                <a:cs typeface="Times New Roman"/>
              </a:rPr>
              <a:t>=</a:t>
            </a:r>
            <a:r>
              <a:rPr sz="1800" spc="15" dirty="0">
                <a:solidFill>
                  <a:srgbClr val="0A0A0A"/>
                </a:solidFill>
                <a:latin typeface="Times New Roman"/>
                <a:cs typeface="Times New Roman"/>
              </a:rPr>
              <a:t> </a:t>
            </a:r>
            <a:r>
              <a:rPr sz="1800" spc="80" dirty="0">
                <a:solidFill>
                  <a:srgbClr val="0A0A0A"/>
                </a:solidFill>
                <a:latin typeface="Times New Roman"/>
                <a:cs typeface="Times New Roman"/>
              </a:rPr>
              <a:t>"</a:t>
            </a:r>
            <a:r>
              <a:rPr sz="1800" spc="-80" dirty="0">
                <a:solidFill>
                  <a:srgbClr val="0A0A0A"/>
                </a:solidFill>
                <a:latin typeface="Times New Roman"/>
                <a:cs typeface="Times New Roman"/>
              </a:rPr>
              <a:t> </a:t>
            </a:r>
            <a:r>
              <a:rPr sz="2000" spc="25" dirty="0">
                <a:solidFill>
                  <a:srgbClr val="0A0A0A"/>
                </a:solidFill>
                <a:latin typeface="Arial"/>
                <a:cs typeface="Arial"/>
              </a:rPr>
              <a:t>+</a:t>
            </a:r>
            <a:r>
              <a:rPr sz="2000" spc="-140" dirty="0">
                <a:solidFill>
                  <a:srgbClr val="0A0A0A"/>
                </a:solidFill>
                <a:latin typeface="Arial"/>
                <a:cs typeface="Arial"/>
              </a:rPr>
              <a:t> </a:t>
            </a:r>
            <a:r>
              <a:rPr sz="1700" spc="40" dirty="0">
                <a:solidFill>
                  <a:srgbClr val="0A0A0A"/>
                </a:solidFill>
                <a:latin typeface="Times New Roman"/>
                <a:cs typeface="Times New Roman"/>
              </a:rPr>
              <a:t>x); </a:t>
            </a:r>
            <a:r>
              <a:rPr sz="1700" spc="75" dirty="0">
                <a:solidFill>
                  <a:srgbClr val="0A0A0A"/>
                </a:solidFill>
                <a:latin typeface="Times New Roman"/>
                <a:cs typeface="Times New Roman"/>
              </a:rPr>
              <a:t>System.out.println("a</a:t>
            </a:r>
            <a:r>
              <a:rPr sz="1700" spc="-35" dirty="0">
                <a:solidFill>
                  <a:srgbClr val="0A0A0A"/>
                </a:solidFill>
                <a:latin typeface="Times New Roman"/>
                <a:cs typeface="Times New Roman"/>
              </a:rPr>
              <a:t> </a:t>
            </a:r>
            <a:r>
              <a:rPr sz="1800" spc="90" dirty="0">
                <a:solidFill>
                  <a:srgbClr val="0A0A0A"/>
                </a:solidFill>
                <a:latin typeface="Times New Roman"/>
                <a:cs typeface="Times New Roman"/>
              </a:rPr>
              <a:t>=</a:t>
            </a:r>
            <a:r>
              <a:rPr sz="1800" spc="40" dirty="0">
                <a:solidFill>
                  <a:srgbClr val="0A0A0A"/>
                </a:solidFill>
                <a:latin typeface="Times New Roman"/>
                <a:cs typeface="Times New Roman"/>
              </a:rPr>
              <a:t> </a:t>
            </a:r>
            <a:r>
              <a:rPr sz="1800" spc="55" dirty="0">
                <a:solidFill>
                  <a:srgbClr val="0A0A0A"/>
                </a:solidFill>
                <a:latin typeface="Times New Roman"/>
                <a:cs typeface="Times New Roman"/>
              </a:rPr>
              <a:t>"</a:t>
            </a:r>
            <a:r>
              <a:rPr sz="1800" spc="-90" dirty="0">
                <a:solidFill>
                  <a:srgbClr val="0A0A0A"/>
                </a:solidFill>
                <a:latin typeface="Times New Roman"/>
                <a:cs typeface="Times New Roman"/>
              </a:rPr>
              <a:t> </a:t>
            </a:r>
            <a:r>
              <a:rPr sz="2000" spc="40" dirty="0">
                <a:solidFill>
                  <a:srgbClr val="0A0A0A"/>
                </a:solidFill>
                <a:latin typeface="Arial"/>
                <a:cs typeface="Arial"/>
              </a:rPr>
              <a:t>+</a:t>
            </a:r>
            <a:r>
              <a:rPr sz="2000" spc="-140" dirty="0">
                <a:solidFill>
                  <a:srgbClr val="0A0A0A"/>
                </a:solidFill>
                <a:latin typeface="Arial"/>
                <a:cs typeface="Arial"/>
              </a:rPr>
              <a:t> </a:t>
            </a:r>
            <a:r>
              <a:rPr sz="1700" spc="-25" dirty="0">
                <a:solidFill>
                  <a:srgbClr val="0A0A0A"/>
                </a:solidFill>
                <a:latin typeface="Times New Roman"/>
                <a:cs typeface="Times New Roman"/>
              </a:rPr>
              <a:t>a); </a:t>
            </a:r>
            <a:r>
              <a:rPr sz="1700" spc="75" dirty="0">
                <a:solidFill>
                  <a:srgbClr val="0A0A0A"/>
                </a:solidFill>
                <a:latin typeface="Times New Roman"/>
                <a:cs typeface="Times New Roman"/>
              </a:rPr>
              <a:t>System.out.println("b</a:t>
            </a:r>
            <a:r>
              <a:rPr sz="1700" spc="-20" dirty="0">
                <a:solidFill>
                  <a:srgbClr val="0A0A0A"/>
                </a:solidFill>
                <a:latin typeface="Times New Roman"/>
                <a:cs typeface="Times New Roman"/>
              </a:rPr>
              <a:t> </a:t>
            </a:r>
            <a:r>
              <a:rPr sz="1800" spc="110" dirty="0">
                <a:solidFill>
                  <a:srgbClr val="0A0A0A"/>
                </a:solidFill>
                <a:latin typeface="Times New Roman"/>
                <a:cs typeface="Times New Roman"/>
              </a:rPr>
              <a:t>=</a:t>
            </a:r>
            <a:r>
              <a:rPr sz="1800" spc="-20" dirty="0">
                <a:solidFill>
                  <a:srgbClr val="0A0A0A"/>
                </a:solidFill>
                <a:latin typeface="Times New Roman"/>
                <a:cs typeface="Times New Roman"/>
              </a:rPr>
              <a:t> </a:t>
            </a:r>
            <a:r>
              <a:rPr sz="1800" spc="80" dirty="0">
                <a:solidFill>
                  <a:srgbClr val="0A0A0A"/>
                </a:solidFill>
                <a:latin typeface="Times New Roman"/>
                <a:cs typeface="Times New Roman"/>
              </a:rPr>
              <a:t>"</a:t>
            </a:r>
            <a:r>
              <a:rPr sz="1800" spc="-95" dirty="0">
                <a:solidFill>
                  <a:srgbClr val="0A0A0A"/>
                </a:solidFill>
                <a:latin typeface="Times New Roman"/>
                <a:cs typeface="Times New Roman"/>
              </a:rPr>
              <a:t> </a:t>
            </a:r>
            <a:r>
              <a:rPr sz="2000" spc="125" dirty="0">
                <a:solidFill>
                  <a:srgbClr val="0A0A0A"/>
                </a:solidFill>
                <a:latin typeface="Arial"/>
                <a:cs typeface="Arial"/>
              </a:rPr>
              <a:t>+</a:t>
            </a:r>
            <a:r>
              <a:rPr sz="2000" spc="-225" dirty="0">
                <a:solidFill>
                  <a:srgbClr val="0A0A0A"/>
                </a:solidFill>
                <a:latin typeface="Arial"/>
                <a:cs typeface="Arial"/>
              </a:rPr>
              <a:t> </a:t>
            </a:r>
            <a:r>
              <a:rPr sz="1700" spc="40" dirty="0">
                <a:solidFill>
                  <a:srgbClr val="0A0A0A"/>
                </a:solidFill>
                <a:latin typeface="Times New Roman"/>
                <a:cs typeface="Times New Roman"/>
              </a:rPr>
              <a:t>b);</a:t>
            </a:r>
            <a:endParaRPr sz="1700" dirty="0">
              <a:latin typeface="Times New Roman"/>
              <a:cs typeface="Times New Roman"/>
            </a:endParaRPr>
          </a:p>
        </p:txBody>
      </p:sp>
      <p:sp>
        <p:nvSpPr>
          <p:cNvPr id="7" name="object 7"/>
          <p:cNvSpPr txBox="1"/>
          <p:nvPr/>
        </p:nvSpPr>
        <p:spPr>
          <a:xfrm>
            <a:off x="1608632" y="3617936"/>
            <a:ext cx="6862268" cy="1309333"/>
          </a:xfrm>
          <a:prstGeom prst="rect">
            <a:avLst/>
          </a:prstGeom>
        </p:spPr>
        <p:txBody>
          <a:bodyPr vert="horz" wrap="square" lIns="0" tIns="69850" rIns="0" bIns="0" rtlCol="0">
            <a:spAutoFit/>
          </a:bodyPr>
          <a:lstStyle/>
          <a:p>
            <a:pPr marL="1106805">
              <a:lnSpc>
                <a:spcPct val="100000"/>
              </a:lnSpc>
              <a:spcBef>
                <a:spcPts val="550"/>
              </a:spcBef>
            </a:pPr>
            <a:r>
              <a:rPr lang="en-US" sz="1700" spc="60" dirty="0">
                <a:solidFill>
                  <a:srgbClr val="0A0A0A"/>
                </a:solidFill>
                <a:latin typeface="Arial"/>
                <a:cs typeface="Arial"/>
              </a:rPr>
              <a:t>                 </a:t>
            </a:r>
            <a:r>
              <a:rPr sz="1700" spc="60" dirty="0">
                <a:solidFill>
                  <a:srgbClr val="0A0A0A"/>
                </a:solidFill>
                <a:latin typeface="Arial"/>
                <a:cs typeface="Arial"/>
              </a:rPr>
              <a:t>}</a:t>
            </a:r>
            <a:endParaRPr sz="1700" dirty="0">
              <a:latin typeface="Arial"/>
              <a:cs typeface="Arial"/>
            </a:endParaRPr>
          </a:p>
          <a:p>
            <a:pPr marL="12700">
              <a:lnSpc>
                <a:spcPct val="100000"/>
              </a:lnSpc>
              <a:spcBef>
                <a:spcPts val="450"/>
              </a:spcBef>
            </a:pPr>
            <a:r>
              <a:rPr sz="1700" spc="55" dirty="0">
                <a:solidFill>
                  <a:srgbClr val="0A0A0A"/>
                </a:solidFill>
                <a:latin typeface="Times New Roman"/>
                <a:cs typeface="Times New Roman"/>
              </a:rPr>
              <a:t>static</a:t>
            </a:r>
            <a:r>
              <a:rPr sz="1700" spc="100" dirty="0">
                <a:solidFill>
                  <a:srgbClr val="0A0A0A"/>
                </a:solidFill>
                <a:latin typeface="Times New Roman"/>
                <a:cs typeface="Times New Roman"/>
              </a:rPr>
              <a:t> </a:t>
            </a:r>
            <a:r>
              <a:rPr sz="1700" spc="20" dirty="0">
                <a:solidFill>
                  <a:srgbClr val="0A0A0A"/>
                </a:solidFill>
                <a:latin typeface="Times New Roman"/>
                <a:cs typeface="Times New Roman"/>
              </a:rPr>
              <a:t>{</a:t>
            </a:r>
            <a:endParaRPr sz="1700" dirty="0">
              <a:latin typeface="Times New Roman"/>
              <a:cs typeface="Times New Roman"/>
            </a:endParaRPr>
          </a:p>
          <a:p>
            <a:pPr marL="970915">
              <a:lnSpc>
                <a:spcPct val="100000"/>
              </a:lnSpc>
              <a:spcBef>
                <a:spcPts val="500"/>
              </a:spcBef>
            </a:pPr>
            <a:r>
              <a:rPr sz="1700" spc="70" dirty="0">
                <a:solidFill>
                  <a:srgbClr val="0A0A0A"/>
                </a:solidFill>
                <a:latin typeface="Times New Roman"/>
                <a:cs typeface="Times New Roman"/>
              </a:rPr>
              <a:t>System.out.println("Static</a:t>
            </a:r>
            <a:r>
              <a:rPr sz="1700" spc="45" dirty="0">
                <a:solidFill>
                  <a:srgbClr val="0A0A0A"/>
                </a:solidFill>
                <a:latin typeface="Times New Roman"/>
                <a:cs typeface="Times New Roman"/>
              </a:rPr>
              <a:t> </a:t>
            </a:r>
            <a:r>
              <a:rPr sz="1700" spc="75" dirty="0">
                <a:solidFill>
                  <a:srgbClr val="0A0A0A"/>
                </a:solidFill>
                <a:latin typeface="Times New Roman"/>
                <a:cs typeface="Times New Roman"/>
              </a:rPr>
              <a:t>block</a:t>
            </a:r>
            <a:r>
              <a:rPr lang="en-US" sz="1700" spc="75" dirty="0">
                <a:solidFill>
                  <a:srgbClr val="0A0A0A"/>
                </a:solidFill>
                <a:latin typeface="Times New Roman"/>
                <a:cs typeface="Times New Roman"/>
              </a:rPr>
              <a:t>1</a:t>
            </a:r>
            <a:r>
              <a:rPr sz="1700" spc="130" dirty="0">
                <a:solidFill>
                  <a:srgbClr val="0A0A0A"/>
                </a:solidFill>
                <a:latin typeface="Times New Roman"/>
                <a:cs typeface="Times New Roman"/>
              </a:rPr>
              <a:t> </a:t>
            </a:r>
            <a:r>
              <a:rPr sz="1700" spc="50" dirty="0">
                <a:solidFill>
                  <a:srgbClr val="0A0A0A"/>
                </a:solidFill>
                <a:latin typeface="Times New Roman"/>
                <a:cs typeface="Times New Roman"/>
              </a:rPr>
              <a:t>initialized.");</a:t>
            </a:r>
            <a:endParaRPr lang="en-US" sz="1700" spc="50" dirty="0">
              <a:solidFill>
                <a:srgbClr val="0A0A0A"/>
              </a:solidFill>
              <a:latin typeface="Times New Roman"/>
              <a:cs typeface="Times New Roman"/>
            </a:endParaRPr>
          </a:p>
          <a:p>
            <a:pPr marL="970915">
              <a:lnSpc>
                <a:spcPct val="100000"/>
              </a:lnSpc>
              <a:spcBef>
                <a:spcPts val="500"/>
              </a:spcBef>
            </a:pPr>
            <a:r>
              <a:rPr lang="en-US" sz="1700" spc="50" dirty="0">
                <a:solidFill>
                  <a:srgbClr val="0A0A0A"/>
                </a:solidFill>
                <a:latin typeface="Times New Roman"/>
                <a:cs typeface="Times New Roman"/>
              </a:rPr>
              <a:t>b=a*4;</a:t>
            </a:r>
            <a:endParaRPr sz="1700" dirty="0">
              <a:latin typeface="Times New Roman"/>
              <a:cs typeface="Times New Roman"/>
            </a:endParaRPr>
          </a:p>
        </p:txBody>
      </p:sp>
      <p:sp>
        <p:nvSpPr>
          <p:cNvPr id="8" name="object 8"/>
          <p:cNvSpPr txBox="1"/>
          <p:nvPr/>
        </p:nvSpPr>
        <p:spPr>
          <a:xfrm>
            <a:off x="2719274" y="5053856"/>
            <a:ext cx="939165" cy="300990"/>
          </a:xfrm>
          <a:prstGeom prst="rect">
            <a:avLst/>
          </a:prstGeom>
        </p:spPr>
        <p:txBody>
          <a:bodyPr vert="horz" wrap="square" lIns="0" tIns="13335" rIns="0" bIns="0" rtlCol="0">
            <a:spAutoFit/>
          </a:bodyPr>
          <a:lstStyle/>
          <a:p>
            <a:pPr marL="12700">
              <a:lnSpc>
                <a:spcPct val="100000"/>
              </a:lnSpc>
              <a:spcBef>
                <a:spcPts val="105"/>
              </a:spcBef>
              <a:tabLst>
                <a:tab pos="733425" algn="l"/>
              </a:tabLst>
            </a:pPr>
            <a:r>
              <a:rPr sz="1700" spc="90" dirty="0">
                <a:solidFill>
                  <a:srgbClr val="0A0A0A"/>
                </a:solidFill>
                <a:latin typeface="Times New Roman"/>
                <a:cs typeface="Times New Roman"/>
              </a:rPr>
              <a:t>b</a:t>
            </a:r>
            <a:r>
              <a:rPr sz="1700" spc="50" dirty="0">
                <a:solidFill>
                  <a:srgbClr val="0A0A0A"/>
                </a:solidFill>
                <a:latin typeface="Times New Roman"/>
                <a:cs typeface="Times New Roman"/>
              </a:rPr>
              <a:t> </a:t>
            </a:r>
            <a:r>
              <a:rPr sz="1800" spc="70" dirty="0">
                <a:solidFill>
                  <a:srgbClr val="0A0A0A"/>
                </a:solidFill>
                <a:latin typeface="Times New Roman"/>
                <a:cs typeface="Times New Roman"/>
              </a:rPr>
              <a:t>=a*</a:t>
            </a:r>
            <a:r>
              <a:rPr sz="1800" dirty="0">
                <a:solidFill>
                  <a:srgbClr val="0A0A0A"/>
                </a:solidFill>
                <a:latin typeface="Times New Roman"/>
                <a:cs typeface="Times New Roman"/>
              </a:rPr>
              <a:t>	</a:t>
            </a:r>
            <a:r>
              <a:rPr sz="1700" spc="-25" dirty="0">
                <a:solidFill>
                  <a:srgbClr val="0A0A0A"/>
                </a:solidFill>
                <a:latin typeface="Times New Roman"/>
                <a:cs typeface="Times New Roman"/>
              </a:rPr>
              <a:t>4·</a:t>
            </a:r>
            <a:endParaRPr sz="1700">
              <a:latin typeface="Times New Roman"/>
              <a:cs typeface="Times New Roman"/>
            </a:endParaRPr>
          </a:p>
        </p:txBody>
      </p:sp>
      <p:sp>
        <p:nvSpPr>
          <p:cNvPr id="9" name="object 9"/>
          <p:cNvSpPr txBox="1"/>
          <p:nvPr/>
        </p:nvSpPr>
        <p:spPr>
          <a:xfrm>
            <a:off x="3567329" y="5200817"/>
            <a:ext cx="72390" cy="300990"/>
          </a:xfrm>
          <a:prstGeom prst="rect">
            <a:avLst/>
          </a:prstGeom>
        </p:spPr>
        <p:txBody>
          <a:bodyPr vert="horz" wrap="square" lIns="0" tIns="13335" rIns="0" bIns="0" rtlCol="0">
            <a:spAutoFit/>
          </a:bodyPr>
          <a:lstStyle/>
          <a:p>
            <a:pPr marL="12700">
              <a:lnSpc>
                <a:spcPct val="100000"/>
              </a:lnSpc>
              <a:spcBef>
                <a:spcPts val="105"/>
              </a:spcBef>
            </a:pPr>
            <a:r>
              <a:rPr sz="1800" spc="20" dirty="0">
                <a:solidFill>
                  <a:srgbClr val="0A0A0A"/>
                </a:solidFill>
                <a:latin typeface="Arial"/>
                <a:cs typeface="Arial"/>
              </a:rPr>
              <a:t>'</a:t>
            </a:r>
            <a:endParaRPr sz="1800">
              <a:latin typeface="Arial"/>
              <a:cs typeface="Arial"/>
            </a:endParaRPr>
          </a:p>
        </p:txBody>
      </p:sp>
      <p:sp>
        <p:nvSpPr>
          <p:cNvPr id="10" name="object 10"/>
          <p:cNvSpPr txBox="1"/>
          <p:nvPr/>
        </p:nvSpPr>
        <p:spPr>
          <a:xfrm>
            <a:off x="1468932" y="4762898"/>
            <a:ext cx="7167068" cy="1643399"/>
          </a:xfrm>
          <a:prstGeom prst="rect">
            <a:avLst/>
          </a:prstGeom>
        </p:spPr>
        <p:txBody>
          <a:bodyPr vert="horz" wrap="square" lIns="0" tIns="73025" rIns="0" bIns="0" rtlCol="0">
            <a:spAutoFit/>
          </a:bodyPr>
          <a:lstStyle/>
          <a:p>
            <a:pPr marL="85090">
              <a:lnSpc>
                <a:spcPct val="100000"/>
              </a:lnSpc>
              <a:spcBef>
                <a:spcPts val="575"/>
              </a:spcBef>
            </a:pPr>
            <a:r>
              <a:rPr lang="en-US" sz="1700" spc="40" dirty="0">
                <a:solidFill>
                  <a:srgbClr val="0A0A0A"/>
                </a:solidFill>
                <a:latin typeface="Arial"/>
                <a:cs typeface="Arial"/>
              </a:rPr>
              <a:t>}</a:t>
            </a:r>
          </a:p>
          <a:p>
            <a:pPr marL="13970">
              <a:lnSpc>
                <a:spcPct val="100000"/>
              </a:lnSpc>
              <a:spcBef>
                <a:spcPts val="475"/>
              </a:spcBef>
            </a:pPr>
            <a:endParaRPr lang="en-US" sz="1700" spc="65" dirty="0">
              <a:solidFill>
                <a:srgbClr val="0A0A0A"/>
              </a:solidFill>
              <a:latin typeface="Times New Roman"/>
              <a:cs typeface="Times New Roman"/>
            </a:endParaRPr>
          </a:p>
          <a:p>
            <a:pPr marL="13970">
              <a:lnSpc>
                <a:spcPct val="100000"/>
              </a:lnSpc>
              <a:spcBef>
                <a:spcPts val="475"/>
              </a:spcBef>
            </a:pPr>
            <a:r>
              <a:rPr sz="1700" spc="65" dirty="0">
                <a:solidFill>
                  <a:srgbClr val="0A0A0A"/>
                </a:solidFill>
                <a:latin typeface="Times New Roman"/>
                <a:cs typeface="Times New Roman"/>
              </a:rPr>
              <a:t>public</a:t>
            </a:r>
            <a:r>
              <a:rPr sz="1700" spc="70" dirty="0">
                <a:solidFill>
                  <a:srgbClr val="0A0A0A"/>
                </a:solidFill>
                <a:latin typeface="Times New Roman"/>
                <a:cs typeface="Times New Roman"/>
              </a:rPr>
              <a:t> </a:t>
            </a:r>
            <a:r>
              <a:rPr sz="1700" spc="55" dirty="0">
                <a:solidFill>
                  <a:srgbClr val="0A0A0A"/>
                </a:solidFill>
                <a:latin typeface="Times New Roman"/>
                <a:cs typeface="Times New Roman"/>
              </a:rPr>
              <a:t>static</a:t>
            </a:r>
            <a:r>
              <a:rPr sz="1700" spc="105" dirty="0">
                <a:solidFill>
                  <a:srgbClr val="0A0A0A"/>
                </a:solidFill>
                <a:latin typeface="Times New Roman"/>
                <a:cs typeface="Times New Roman"/>
              </a:rPr>
              <a:t> </a:t>
            </a:r>
            <a:r>
              <a:rPr sz="1700" spc="75" dirty="0">
                <a:solidFill>
                  <a:srgbClr val="0A0A0A"/>
                </a:solidFill>
                <a:latin typeface="Times New Roman"/>
                <a:cs typeface="Times New Roman"/>
              </a:rPr>
              <a:t>void</a:t>
            </a:r>
            <a:r>
              <a:rPr sz="1700" spc="70" dirty="0">
                <a:solidFill>
                  <a:srgbClr val="0A0A0A"/>
                </a:solidFill>
                <a:latin typeface="Times New Roman"/>
                <a:cs typeface="Times New Roman"/>
              </a:rPr>
              <a:t> </a:t>
            </a:r>
            <a:r>
              <a:rPr sz="1700" spc="65" dirty="0">
                <a:solidFill>
                  <a:srgbClr val="0A0A0A"/>
                </a:solidFill>
                <a:latin typeface="Times New Roman"/>
                <a:cs typeface="Times New Roman"/>
              </a:rPr>
              <a:t>main(String</a:t>
            </a:r>
            <a:r>
              <a:rPr sz="1700" spc="195" dirty="0">
                <a:solidFill>
                  <a:srgbClr val="0A0A0A"/>
                </a:solidFill>
                <a:latin typeface="Times New Roman"/>
                <a:cs typeface="Times New Roman"/>
              </a:rPr>
              <a:t> </a:t>
            </a:r>
            <a:r>
              <a:rPr sz="1700" spc="55" dirty="0">
                <a:solidFill>
                  <a:srgbClr val="0A0A0A"/>
                </a:solidFill>
                <a:latin typeface="Times New Roman"/>
                <a:cs typeface="Times New Roman"/>
              </a:rPr>
              <a:t>args[])</a:t>
            </a:r>
            <a:r>
              <a:rPr sz="1700" spc="114" dirty="0">
                <a:solidFill>
                  <a:srgbClr val="0A0A0A"/>
                </a:solidFill>
                <a:latin typeface="Times New Roman"/>
                <a:cs typeface="Times New Roman"/>
              </a:rPr>
              <a:t> </a:t>
            </a:r>
            <a:r>
              <a:rPr sz="1700" spc="20" dirty="0">
                <a:solidFill>
                  <a:srgbClr val="0A0A0A"/>
                </a:solidFill>
                <a:latin typeface="Times New Roman"/>
                <a:cs typeface="Times New Roman"/>
              </a:rPr>
              <a:t>{</a:t>
            </a:r>
            <a:endParaRPr sz="1700" dirty="0">
              <a:latin typeface="Times New Roman"/>
              <a:cs typeface="Times New Roman"/>
            </a:endParaRPr>
          </a:p>
          <a:p>
            <a:pPr marL="12700">
              <a:lnSpc>
                <a:spcPct val="100000"/>
              </a:lnSpc>
              <a:spcBef>
                <a:spcPts val="400"/>
              </a:spcBef>
            </a:pPr>
            <a:r>
              <a:rPr sz="1800" b="1" spc="-10" dirty="0">
                <a:solidFill>
                  <a:srgbClr val="0A0A0A"/>
                </a:solidFill>
                <a:latin typeface="Times New Roman"/>
                <a:cs typeface="Times New Roman"/>
              </a:rPr>
              <a:t>fun(42);</a:t>
            </a:r>
            <a:endParaRPr lang="en-US" sz="1800" b="1" spc="-10" dirty="0">
              <a:solidFill>
                <a:srgbClr val="0A0A0A"/>
              </a:solidFill>
              <a:latin typeface="Times New Roman"/>
              <a:cs typeface="Times New Roman"/>
            </a:endParaRPr>
          </a:p>
          <a:p>
            <a:pPr marL="12700">
              <a:lnSpc>
                <a:spcPct val="100000"/>
              </a:lnSpc>
              <a:spcBef>
                <a:spcPts val="400"/>
              </a:spcBef>
            </a:pPr>
            <a:r>
              <a:rPr lang="en-US" b="1" spc="-10" dirty="0">
                <a:solidFill>
                  <a:srgbClr val="0A0A0A"/>
                </a:solidFill>
                <a:latin typeface="Times New Roman"/>
                <a:cs typeface="Times New Roman"/>
              </a:rPr>
              <a:t>}//end of main  }//end of class</a:t>
            </a:r>
            <a:endParaRPr sz="1800" dirty="0">
              <a:latin typeface="Times New Roman"/>
              <a:cs typeface="Times New Roman"/>
            </a:endParaRPr>
          </a:p>
        </p:txBody>
      </p:sp>
      <p:sp>
        <p:nvSpPr>
          <p:cNvPr id="13" name="TextBox 12"/>
          <p:cNvSpPr txBox="1"/>
          <p:nvPr/>
        </p:nvSpPr>
        <p:spPr>
          <a:xfrm>
            <a:off x="6489700" y="6216650"/>
            <a:ext cx="3657600" cy="646331"/>
          </a:xfrm>
          <a:prstGeom prst="rect">
            <a:avLst/>
          </a:prstGeom>
          <a:noFill/>
        </p:spPr>
        <p:txBody>
          <a:bodyPr wrap="square" rtlCol="0">
            <a:spAutoFit/>
          </a:bodyPr>
          <a:lstStyle/>
          <a:p>
            <a:r>
              <a:rPr lang="en-US" dirty="0">
                <a:solidFill>
                  <a:srgbClr val="FF0000"/>
                </a:solidFill>
              </a:rPr>
              <a:t>Output: Static Block1 is initialized</a:t>
            </a:r>
          </a:p>
          <a:p>
            <a:r>
              <a:rPr lang="en-US" dirty="0">
                <a:solidFill>
                  <a:srgbClr val="FF0000"/>
                </a:solidFill>
              </a:rPr>
              <a:t>X=42   a=3   b=12</a:t>
            </a:r>
            <a:endParaRPr lang="en-IN" dirty="0">
              <a:solidFill>
                <a:srgbClr val="FF0000"/>
              </a:solidFill>
            </a:endParaRPr>
          </a:p>
        </p:txBody>
      </p:sp>
    </p:spTree>
    <p:extLst>
      <p:ext uri="{BB962C8B-B14F-4D97-AF65-F5344CB8AC3E}">
        <p14:creationId xmlns:p14="http://schemas.microsoft.com/office/powerpoint/2010/main" val="97225470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63032" y="1506772"/>
            <a:ext cx="9557731" cy="245998"/>
          </a:xfrm>
          <a:prstGeom prst="rect">
            <a:avLst/>
          </a:prstGeom>
        </p:spPr>
      </p:pic>
      <p:sp>
        <p:nvSpPr>
          <p:cNvPr id="3" name="object 3"/>
          <p:cNvSpPr txBox="1">
            <a:spLocks noGrp="1"/>
          </p:cNvSpPr>
          <p:nvPr>
            <p:ph type="title"/>
          </p:nvPr>
        </p:nvSpPr>
        <p:spPr>
          <a:prstGeom prst="rect">
            <a:avLst/>
          </a:prstGeom>
        </p:spPr>
        <p:txBody>
          <a:bodyPr vert="horz" wrap="square" lIns="0" tIns="13970" rIns="0" bIns="0" rtlCol="0">
            <a:spAutoFit/>
          </a:bodyPr>
          <a:lstStyle/>
          <a:p>
            <a:pPr marL="22225">
              <a:lnSpc>
                <a:spcPct val="100000"/>
              </a:lnSpc>
              <a:spcBef>
                <a:spcPts val="110"/>
              </a:spcBef>
            </a:pPr>
            <a:r>
              <a:rPr sz="4450" dirty="0">
                <a:solidFill>
                  <a:srgbClr val="79675D"/>
                </a:solidFill>
                <a:latin typeface="Times New Roman"/>
                <a:cs typeface="Times New Roman"/>
              </a:rPr>
              <a:t>Continue</a:t>
            </a:r>
            <a:r>
              <a:rPr sz="4450" spc="-355" dirty="0">
                <a:solidFill>
                  <a:srgbClr val="79675D"/>
                </a:solidFill>
                <a:latin typeface="Times New Roman"/>
                <a:cs typeface="Times New Roman"/>
              </a:rPr>
              <a:t> </a:t>
            </a:r>
            <a:r>
              <a:rPr sz="4450" spc="-25" dirty="0">
                <a:solidFill>
                  <a:srgbClr val="79675D"/>
                </a:solidFill>
                <a:latin typeface="Times New Roman"/>
                <a:cs typeface="Times New Roman"/>
              </a:rPr>
              <a:t>...</a:t>
            </a:r>
            <a:endParaRPr sz="4450">
              <a:latin typeface="Times New Roman"/>
              <a:cs typeface="Times New Roman"/>
            </a:endParaRPr>
          </a:p>
        </p:txBody>
      </p:sp>
      <p:sp>
        <p:nvSpPr>
          <p:cNvPr id="4" name="object 4"/>
          <p:cNvSpPr txBox="1"/>
          <p:nvPr/>
        </p:nvSpPr>
        <p:spPr>
          <a:xfrm>
            <a:off x="880983" y="2118007"/>
            <a:ext cx="8780780" cy="3106491"/>
          </a:xfrm>
          <a:prstGeom prst="rect">
            <a:avLst/>
          </a:prstGeom>
        </p:spPr>
        <p:txBody>
          <a:bodyPr vert="horz" wrap="square" lIns="0" tIns="13335" rIns="0" bIns="0" rtlCol="0">
            <a:spAutoFit/>
          </a:bodyPr>
          <a:lstStyle/>
          <a:p>
            <a:pPr marL="14604">
              <a:lnSpc>
                <a:spcPts val="2370"/>
              </a:lnSpc>
              <a:spcBef>
                <a:spcPts val="105"/>
              </a:spcBef>
              <a:tabLst>
                <a:tab pos="3162300" algn="l"/>
              </a:tabLst>
            </a:pPr>
            <a:r>
              <a:rPr sz="2150" spc="80" dirty="0">
                <a:solidFill>
                  <a:srgbClr val="050505"/>
                </a:solidFill>
                <a:latin typeface="Times New Roman"/>
                <a:cs typeface="Times New Roman"/>
              </a:rPr>
              <a:t>As</a:t>
            </a:r>
            <a:r>
              <a:rPr sz="2150" spc="365" dirty="0">
                <a:solidFill>
                  <a:srgbClr val="050505"/>
                </a:solidFill>
                <a:latin typeface="Times New Roman"/>
                <a:cs typeface="Times New Roman"/>
              </a:rPr>
              <a:t> </a:t>
            </a:r>
            <a:r>
              <a:rPr sz="2150" spc="60" dirty="0">
                <a:solidFill>
                  <a:srgbClr val="050505"/>
                </a:solidFill>
                <a:latin typeface="Times New Roman"/>
                <a:cs typeface="Times New Roman"/>
              </a:rPr>
              <a:t>soon</a:t>
            </a:r>
            <a:r>
              <a:rPr sz="2150" spc="415" dirty="0">
                <a:solidFill>
                  <a:srgbClr val="050505"/>
                </a:solidFill>
                <a:latin typeface="Times New Roman"/>
                <a:cs typeface="Times New Roman"/>
              </a:rPr>
              <a:t> </a:t>
            </a:r>
            <a:r>
              <a:rPr sz="2150" spc="65" dirty="0">
                <a:solidFill>
                  <a:srgbClr val="050505"/>
                </a:solidFill>
                <a:latin typeface="Times New Roman"/>
                <a:cs typeface="Times New Roman"/>
              </a:rPr>
              <a:t>as</a:t>
            </a:r>
            <a:r>
              <a:rPr sz="2150" spc="355" dirty="0">
                <a:solidFill>
                  <a:srgbClr val="050505"/>
                </a:solidFill>
                <a:latin typeface="Times New Roman"/>
                <a:cs typeface="Times New Roman"/>
              </a:rPr>
              <a:t> </a:t>
            </a:r>
            <a:r>
              <a:rPr sz="2150" dirty="0">
                <a:solidFill>
                  <a:srgbClr val="050505"/>
                </a:solidFill>
                <a:latin typeface="Times New Roman"/>
                <a:cs typeface="Times New Roman"/>
              </a:rPr>
              <a:t>the</a:t>
            </a:r>
            <a:r>
              <a:rPr sz="2150" spc="365" dirty="0">
                <a:solidFill>
                  <a:srgbClr val="050505"/>
                </a:solidFill>
                <a:latin typeface="Times New Roman"/>
                <a:cs typeface="Times New Roman"/>
              </a:rPr>
              <a:t> </a:t>
            </a:r>
            <a:r>
              <a:rPr sz="2150" spc="-10" dirty="0">
                <a:solidFill>
                  <a:srgbClr val="050505"/>
                </a:solidFill>
                <a:latin typeface="Times New Roman"/>
                <a:cs typeface="Times New Roman"/>
              </a:rPr>
              <a:t>UseStatic</a:t>
            </a:r>
            <a:r>
              <a:rPr sz="2150" dirty="0">
                <a:solidFill>
                  <a:srgbClr val="050505"/>
                </a:solidFill>
                <a:latin typeface="Times New Roman"/>
                <a:cs typeface="Times New Roman"/>
              </a:rPr>
              <a:t>	</a:t>
            </a:r>
            <a:r>
              <a:rPr sz="2150" spc="50" dirty="0">
                <a:solidFill>
                  <a:srgbClr val="050505"/>
                </a:solidFill>
                <a:latin typeface="Times New Roman"/>
                <a:cs typeface="Times New Roman"/>
              </a:rPr>
              <a:t>class</a:t>
            </a:r>
            <a:r>
              <a:rPr sz="2150" spc="420" dirty="0">
                <a:solidFill>
                  <a:srgbClr val="050505"/>
                </a:solidFill>
                <a:latin typeface="Times New Roman"/>
                <a:cs typeface="Times New Roman"/>
              </a:rPr>
              <a:t> </a:t>
            </a:r>
            <a:r>
              <a:rPr sz="2150" dirty="0">
                <a:solidFill>
                  <a:srgbClr val="050505"/>
                </a:solidFill>
                <a:latin typeface="Times New Roman"/>
                <a:cs typeface="Times New Roman"/>
              </a:rPr>
              <a:t>is</a:t>
            </a:r>
            <a:r>
              <a:rPr sz="2150" spc="459" dirty="0">
                <a:solidFill>
                  <a:srgbClr val="050505"/>
                </a:solidFill>
                <a:latin typeface="Times New Roman"/>
                <a:cs typeface="Times New Roman"/>
              </a:rPr>
              <a:t> </a:t>
            </a:r>
            <a:r>
              <a:rPr sz="2150" dirty="0">
                <a:solidFill>
                  <a:srgbClr val="050505"/>
                </a:solidFill>
                <a:latin typeface="Times New Roman"/>
                <a:cs typeface="Times New Roman"/>
              </a:rPr>
              <a:t>loaded,</a:t>
            </a:r>
            <a:r>
              <a:rPr sz="2150" spc="10" dirty="0">
                <a:solidFill>
                  <a:srgbClr val="050505"/>
                </a:solidFill>
                <a:latin typeface="Times New Roman"/>
                <a:cs typeface="Times New Roman"/>
              </a:rPr>
              <a:t>  </a:t>
            </a:r>
            <a:r>
              <a:rPr sz="2150" dirty="0">
                <a:solidFill>
                  <a:srgbClr val="050505"/>
                </a:solidFill>
                <a:latin typeface="Times New Roman"/>
                <a:cs typeface="Times New Roman"/>
              </a:rPr>
              <a:t>all</a:t>
            </a:r>
            <a:r>
              <a:rPr sz="2150" spc="395" dirty="0">
                <a:solidFill>
                  <a:srgbClr val="050505"/>
                </a:solidFill>
                <a:latin typeface="Times New Roman"/>
                <a:cs typeface="Times New Roman"/>
              </a:rPr>
              <a:t> </a:t>
            </a:r>
            <a:r>
              <a:rPr sz="2150" spc="80" dirty="0">
                <a:solidFill>
                  <a:srgbClr val="050505"/>
                </a:solidFill>
                <a:latin typeface="Times New Roman"/>
                <a:cs typeface="Times New Roman"/>
              </a:rPr>
              <a:t>of</a:t>
            </a:r>
            <a:r>
              <a:rPr sz="2150" spc="395" dirty="0">
                <a:solidFill>
                  <a:srgbClr val="050505"/>
                </a:solidFill>
                <a:latin typeface="Times New Roman"/>
                <a:cs typeface="Times New Roman"/>
              </a:rPr>
              <a:t> </a:t>
            </a:r>
            <a:r>
              <a:rPr sz="2150" spc="55" dirty="0">
                <a:solidFill>
                  <a:srgbClr val="050505"/>
                </a:solidFill>
                <a:latin typeface="Times New Roman"/>
                <a:cs typeface="Times New Roman"/>
              </a:rPr>
              <a:t>the</a:t>
            </a:r>
            <a:r>
              <a:rPr sz="2150" spc="455" dirty="0">
                <a:solidFill>
                  <a:srgbClr val="050505"/>
                </a:solidFill>
                <a:latin typeface="Times New Roman"/>
                <a:cs typeface="Times New Roman"/>
              </a:rPr>
              <a:t> </a:t>
            </a:r>
            <a:r>
              <a:rPr sz="2150" dirty="0">
                <a:solidFill>
                  <a:srgbClr val="050505"/>
                </a:solidFill>
                <a:latin typeface="Times New Roman"/>
                <a:cs typeface="Times New Roman"/>
              </a:rPr>
              <a:t>static</a:t>
            </a:r>
            <a:r>
              <a:rPr sz="2150" spc="459" dirty="0">
                <a:solidFill>
                  <a:srgbClr val="050505"/>
                </a:solidFill>
                <a:latin typeface="Times New Roman"/>
                <a:cs typeface="Times New Roman"/>
              </a:rPr>
              <a:t> </a:t>
            </a:r>
            <a:r>
              <a:rPr sz="2150" spc="50" dirty="0">
                <a:solidFill>
                  <a:srgbClr val="050505"/>
                </a:solidFill>
                <a:latin typeface="Times New Roman"/>
                <a:cs typeface="Times New Roman"/>
              </a:rPr>
              <a:t>statements</a:t>
            </a:r>
            <a:r>
              <a:rPr sz="2150" spc="520" dirty="0">
                <a:solidFill>
                  <a:srgbClr val="050505"/>
                </a:solidFill>
                <a:latin typeface="Times New Roman"/>
                <a:cs typeface="Times New Roman"/>
              </a:rPr>
              <a:t> </a:t>
            </a:r>
            <a:r>
              <a:rPr sz="2150" spc="30" dirty="0">
                <a:solidFill>
                  <a:srgbClr val="050505"/>
                </a:solidFill>
                <a:latin typeface="Times New Roman"/>
                <a:cs typeface="Times New Roman"/>
              </a:rPr>
              <a:t>are</a:t>
            </a:r>
            <a:endParaRPr sz="2150" dirty="0">
              <a:latin typeface="Times New Roman"/>
              <a:cs typeface="Times New Roman"/>
            </a:endParaRPr>
          </a:p>
          <a:p>
            <a:pPr marL="15240">
              <a:lnSpc>
                <a:spcPts val="2430"/>
              </a:lnSpc>
            </a:pPr>
            <a:r>
              <a:rPr sz="2200" spc="-20" dirty="0">
                <a:solidFill>
                  <a:srgbClr val="050505"/>
                </a:solidFill>
                <a:latin typeface="Times New Roman"/>
                <a:cs typeface="Times New Roman"/>
              </a:rPr>
              <a:t>run.</a:t>
            </a:r>
            <a:endParaRPr sz="2200" dirty="0">
              <a:latin typeface="Times New Roman"/>
              <a:cs typeface="Times New Roman"/>
            </a:endParaRPr>
          </a:p>
          <a:p>
            <a:pPr marL="12700">
              <a:lnSpc>
                <a:spcPct val="100000"/>
              </a:lnSpc>
              <a:spcBef>
                <a:spcPts val="355"/>
              </a:spcBef>
            </a:pPr>
            <a:r>
              <a:rPr sz="2150" dirty="0">
                <a:solidFill>
                  <a:srgbClr val="050505"/>
                </a:solidFill>
                <a:latin typeface="Times New Roman"/>
                <a:cs typeface="Times New Roman"/>
              </a:rPr>
              <a:t>First,</a:t>
            </a:r>
            <a:r>
              <a:rPr sz="2150" spc="170" dirty="0">
                <a:solidFill>
                  <a:srgbClr val="050505"/>
                </a:solidFill>
                <a:latin typeface="Times New Roman"/>
                <a:cs typeface="Times New Roman"/>
              </a:rPr>
              <a:t> </a:t>
            </a:r>
            <a:r>
              <a:rPr sz="2150" spc="55" dirty="0">
                <a:solidFill>
                  <a:srgbClr val="050505"/>
                </a:solidFill>
                <a:latin typeface="Times New Roman"/>
                <a:cs typeface="Times New Roman"/>
              </a:rPr>
              <a:t>a</a:t>
            </a:r>
            <a:r>
              <a:rPr sz="2150" spc="100" dirty="0">
                <a:solidFill>
                  <a:srgbClr val="050505"/>
                </a:solidFill>
                <a:latin typeface="Times New Roman"/>
                <a:cs typeface="Times New Roman"/>
              </a:rPr>
              <a:t> </a:t>
            </a:r>
            <a:r>
              <a:rPr sz="2150" spc="60" dirty="0">
                <a:solidFill>
                  <a:srgbClr val="050505"/>
                </a:solidFill>
                <a:latin typeface="Times New Roman"/>
                <a:cs typeface="Times New Roman"/>
              </a:rPr>
              <a:t>is</a:t>
            </a:r>
            <a:r>
              <a:rPr sz="2150" spc="70" dirty="0">
                <a:solidFill>
                  <a:srgbClr val="050505"/>
                </a:solidFill>
                <a:latin typeface="Times New Roman"/>
                <a:cs typeface="Times New Roman"/>
              </a:rPr>
              <a:t> </a:t>
            </a:r>
            <a:r>
              <a:rPr sz="2150" spc="50" dirty="0">
                <a:solidFill>
                  <a:srgbClr val="050505"/>
                </a:solidFill>
                <a:latin typeface="Times New Roman"/>
                <a:cs typeface="Times New Roman"/>
              </a:rPr>
              <a:t>set</a:t>
            </a:r>
            <a:r>
              <a:rPr sz="2150" spc="55" dirty="0">
                <a:solidFill>
                  <a:srgbClr val="050505"/>
                </a:solidFill>
                <a:latin typeface="Times New Roman"/>
                <a:cs typeface="Times New Roman"/>
              </a:rPr>
              <a:t> to</a:t>
            </a:r>
            <a:r>
              <a:rPr sz="2150" spc="100" dirty="0">
                <a:solidFill>
                  <a:srgbClr val="050505"/>
                </a:solidFill>
                <a:latin typeface="Times New Roman"/>
                <a:cs typeface="Times New Roman"/>
              </a:rPr>
              <a:t> </a:t>
            </a:r>
            <a:r>
              <a:rPr sz="2150" spc="45" dirty="0">
                <a:solidFill>
                  <a:srgbClr val="050505"/>
                </a:solidFill>
                <a:latin typeface="Times New Roman"/>
                <a:cs typeface="Times New Roman"/>
              </a:rPr>
              <a:t>3,</a:t>
            </a:r>
            <a:endParaRPr sz="2150" dirty="0">
              <a:latin typeface="Times New Roman"/>
              <a:cs typeface="Times New Roman"/>
            </a:endParaRPr>
          </a:p>
          <a:p>
            <a:pPr marL="14604" marR="13335" indent="-635">
              <a:lnSpc>
                <a:spcPts val="2210"/>
              </a:lnSpc>
              <a:spcBef>
                <a:spcPts val="745"/>
              </a:spcBef>
            </a:pPr>
            <a:r>
              <a:rPr sz="2150" spc="60" dirty="0">
                <a:solidFill>
                  <a:srgbClr val="050505"/>
                </a:solidFill>
                <a:latin typeface="Times New Roman"/>
                <a:cs typeface="Times New Roman"/>
              </a:rPr>
              <a:t>then</a:t>
            </a:r>
            <a:r>
              <a:rPr sz="2150" spc="190" dirty="0">
                <a:solidFill>
                  <a:srgbClr val="050505"/>
                </a:solidFill>
                <a:latin typeface="Times New Roman"/>
                <a:cs typeface="Times New Roman"/>
              </a:rPr>
              <a:t> </a:t>
            </a:r>
            <a:r>
              <a:rPr sz="2150" spc="55" dirty="0">
                <a:solidFill>
                  <a:srgbClr val="050505"/>
                </a:solidFill>
                <a:latin typeface="Times New Roman"/>
                <a:cs typeface="Times New Roman"/>
              </a:rPr>
              <a:t>the</a:t>
            </a:r>
            <a:r>
              <a:rPr sz="2150" spc="220" dirty="0">
                <a:solidFill>
                  <a:srgbClr val="050505"/>
                </a:solidFill>
                <a:latin typeface="Times New Roman"/>
                <a:cs typeface="Times New Roman"/>
              </a:rPr>
              <a:t> </a:t>
            </a:r>
            <a:r>
              <a:rPr sz="2150" dirty="0">
                <a:solidFill>
                  <a:srgbClr val="050505"/>
                </a:solidFill>
                <a:latin typeface="Times New Roman"/>
                <a:cs typeface="Times New Roman"/>
              </a:rPr>
              <a:t>static</a:t>
            </a:r>
            <a:r>
              <a:rPr sz="2150" spc="254" dirty="0">
                <a:solidFill>
                  <a:srgbClr val="050505"/>
                </a:solidFill>
                <a:latin typeface="Times New Roman"/>
                <a:cs typeface="Times New Roman"/>
              </a:rPr>
              <a:t> </a:t>
            </a:r>
            <a:r>
              <a:rPr sz="2150" spc="55" dirty="0">
                <a:solidFill>
                  <a:srgbClr val="050505"/>
                </a:solidFill>
                <a:latin typeface="Times New Roman"/>
                <a:cs typeface="Times New Roman"/>
              </a:rPr>
              <a:t>block</a:t>
            </a:r>
            <a:r>
              <a:rPr sz="2150" spc="250" dirty="0">
                <a:solidFill>
                  <a:srgbClr val="050505"/>
                </a:solidFill>
                <a:latin typeface="Times New Roman"/>
                <a:cs typeface="Times New Roman"/>
              </a:rPr>
              <a:t> </a:t>
            </a:r>
            <a:r>
              <a:rPr sz="2150" spc="50" dirty="0">
                <a:solidFill>
                  <a:srgbClr val="050505"/>
                </a:solidFill>
                <a:latin typeface="Times New Roman"/>
                <a:cs typeface="Times New Roman"/>
              </a:rPr>
              <a:t>executes,</a:t>
            </a:r>
            <a:r>
              <a:rPr sz="2150" spc="229" dirty="0">
                <a:solidFill>
                  <a:srgbClr val="050505"/>
                </a:solidFill>
                <a:latin typeface="Times New Roman"/>
                <a:cs typeface="Times New Roman"/>
              </a:rPr>
              <a:t> </a:t>
            </a:r>
            <a:r>
              <a:rPr sz="2150" spc="60" dirty="0">
                <a:solidFill>
                  <a:srgbClr val="050505"/>
                </a:solidFill>
                <a:latin typeface="Times New Roman"/>
                <a:cs typeface="Times New Roman"/>
              </a:rPr>
              <a:t>which</a:t>
            </a:r>
            <a:r>
              <a:rPr sz="2150" spc="245" dirty="0">
                <a:solidFill>
                  <a:srgbClr val="050505"/>
                </a:solidFill>
                <a:latin typeface="Times New Roman"/>
                <a:cs typeface="Times New Roman"/>
              </a:rPr>
              <a:t> </a:t>
            </a:r>
            <a:r>
              <a:rPr sz="2150" spc="50" dirty="0">
                <a:solidFill>
                  <a:srgbClr val="050505"/>
                </a:solidFill>
                <a:latin typeface="Times New Roman"/>
                <a:cs typeface="Times New Roman"/>
              </a:rPr>
              <a:t>prints</a:t>
            </a:r>
            <a:r>
              <a:rPr sz="2150" spc="195" dirty="0">
                <a:solidFill>
                  <a:srgbClr val="050505"/>
                </a:solidFill>
                <a:latin typeface="Times New Roman"/>
                <a:cs typeface="Times New Roman"/>
              </a:rPr>
              <a:t> </a:t>
            </a:r>
            <a:r>
              <a:rPr sz="2150" spc="65" dirty="0">
                <a:solidFill>
                  <a:srgbClr val="050505"/>
                </a:solidFill>
                <a:latin typeface="Times New Roman"/>
                <a:cs typeface="Times New Roman"/>
              </a:rPr>
              <a:t>a</a:t>
            </a:r>
            <a:r>
              <a:rPr sz="2150" spc="210" dirty="0">
                <a:solidFill>
                  <a:srgbClr val="050505"/>
                </a:solidFill>
                <a:latin typeface="Times New Roman"/>
                <a:cs typeface="Times New Roman"/>
              </a:rPr>
              <a:t> </a:t>
            </a:r>
            <a:r>
              <a:rPr sz="2150" spc="45" dirty="0">
                <a:solidFill>
                  <a:srgbClr val="050505"/>
                </a:solidFill>
                <a:latin typeface="Times New Roman"/>
                <a:cs typeface="Times New Roman"/>
              </a:rPr>
              <a:t>message</a:t>
            </a:r>
            <a:r>
              <a:rPr sz="2150" spc="310" dirty="0">
                <a:solidFill>
                  <a:srgbClr val="050505"/>
                </a:solidFill>
                <a:latin typeface="Times New Roman"/>
                <a:cs typeface="Times New Roman"/>
              </a:rPr>
              <a:t> </a:t>
            </a:r>
            <a:r>
              <a:rPr sz="2150" spc="70" dirty="0">
                <a:solidFill>
                  <a:srgbClr val="050505"/>
                </a:solidFill>
                <a:latin typeface="Times New Roman"/>
                <a:cs typeface="Times New Roman"/>
              </a:rPr>
              <a:t>and</a:t>
            </a:r>
            <a:r>
              <a:rPr sz="2150" spc="220" dirty="0">
                <a:solidFill>
                  <a:srgbClr val="050505"/>
                </a:solidFill>
                <a:latin typeface="Times New Roman"/>
                <a:cs typeface="Times New Roman"/>
              </a:rPr>
              <a:t> </a:t>
            </a:r>
            <a:r>
              <a:rPr sz="2150" spc="60" dirty="0">
                <a:solidFill>
                  <a:srgbClr val="050505"/>
                </a:solidFill>
                <a:latin typeface="Times New Roman"/>
                <a:cs typeface="Times New Roman"/>
              </a:rPr>
              <a:t>then</a:t>
            </a:r>
            <a:r>
              <a:rPr sz="2150" spc="185" dirty="0">
                <a:solidFill>
                  <a:srgbClr val="050505"/>
                </a:solidFill>
                <a:latin typeface="Times New Roman"/>
                <a:cs typeface="Times New Roman"/>
              </a:rPr>
              <a:t> </a:t>
            </a:r>
            <a:r>
              <a:rPr sz="2150" spc="-10" dirty="0">
                <a:solidFill>
                  <a:srgbClr val="050505"/>
                </a:solidFill>
                <a:latin typeface="Times New Roman"/>
                <a:cs typeface="Times New Roman"/>
              </a:rPr>
              <a:t>initializes </a:t>
            </a:r>
            <a:r>
              <a:rPr sz="2150" spc="105" dirty="0">
                <a:solidFill>
                  <a:srgbClr val="050505"/>
                </a:solidFill>
                <a:latin typeface="Times New Roman"/>
                <a:cs typeface="Times New Roman"/>
              </a:rPr>
              <a:t>b</a:t>
            </a:r>
            <a:r>
              <a:rPr sz="2150" spc="30" dirty="0">
                <a:solidFill>
                  <a:srgbClr val="050505"/>
                </a:solidFill>
                <a:latin typeface="Times New Roman"/>
                <a:cs typeface="Times New Roman"/>
              </a:rPr>
              <a:t> </a:t>
            </a:r>
            <a:r>
              <a:rPr sz="2150" spc="50" dirty="0">
                <a:solidFill>
                  <a:srgbClr val="050505"/>
                </a:solidFill>
                <a:latin typeface="Times New Roman"/>
                <a:cs typeface="Times New Roman"/>
              </a:rPr>
              <a:t>to </a:t>
            </a:r>
            <a:r>
              <a:rPr sz="2150" spc="70" dirty="0">
                <a:solidFill>
                  <a:srgbClr val="050505"/>
                </a:solidFill>
                <a:latin typeface="Times New Roman"/>
                <a:cs typeface="Times New Roman"/>
              </a:rPr>
              <a:t>a*4</a:t>
            </a:r>
            <a:r>
              <a:rPr sz="2150" spc="5" dirty="0">
                <a:solidFill>
                  <a:srgbClr val="050505"/>
                </a:solidFill>
                <a:latin typeface="Times New Roman"/>
                <a:cs typeface="Times New Roman"/>
              </a:rPr>
              <a:t> </a:t>
            </a:r>
            <a:r>
              <a:rPr sz="2150" spc="70" dirty="0">
                <a:solidFill>
                  <a:srgbClr val="050505"/>
                </a:solidFill>
                <a:latin typeface="Times New Roman"/>
                <a:cs typeface="Times New Roman"/>
              </a:rPr>
              <a:t>or</a:t>
            </a:r>
            <a:r>
              <a:rPr sz="2150" spc="65" dirty="0">
                <a:solidFill>
                  <a:srgbClr val="050505"/>
                </a:solidFill>
                <a:latin typeface="Times New Roman"/>
                <a:cs typeface="Times New Roman"/>
              </a:rPr>
              <a:t> </a:t>
            </a:r>
            <a:r>
              <a:rPr sz="2150" spc="45" dirty="0">
                <a:solidFill>
                  <a:srgbClr val="050505"/>
                </a:solidFill>
                <a:latin typeface="Times New Roman"/>
                <a:cs typeface="Times New Roman"/>
              </a:rPr>
              <a:t>12.</a:t>
            </a:r>
            <a:endParaRPr sz="2150" dirty="0">
              <a:latin typeface="Times New Roman"/>
              <a:cs typeface="Times New Roman"/>
            </a:endParaRPr>
          </a:p>
          <a:p>
            <a:pPr marL="14604" marR="5080" indent="635" algn="just">
              <a:lnSpc>
                <a:spcPct val="85300"/>
              </a:lnSpc>
              <a:spcBef>
                <a:spcPts val="755"/>
              </a:spcBef>
            </a:pPr>
            <a:r>
              <a:rPr sz="2150" spc="75" dirty="0">
                <a:solidFill>
                  <a:srgbClr val="050505"/>
                </a:solidFill>
                <a:latin typeface="Times New Roman"/>
                <a:cs typeface="Times New Roman"/>
              </a:rPr>
              <a:t>Then</a:t>
            </a:r>
            <a:r>
              <a:rPr sz="2150" spc="525" dirty="0">
                <a:solidFill>
                  <a:srgbClr val="050505"/>
                </a:solidFill>
                <a:latin typeface="Times New Roman"/>
                <a:cs typeface="Times New Roman"/>
              </a:rPr>
              <a:t> </a:t>
            </a:r>
            <a:r>
              <a:rPr sz="2150" spc="60" dirty="0">
                <a:solidFill>
                  <a:srgbClr val="050505"/>
                </a:solidFill>
                <a:latin typeface="Times New Roman"/>
                <a:cs typeface="Times New Roman"/>
              </a:rPr>
              <a:t>main(</a:t>
            </a:r>
            <a:r>
              <a:rPr sz="2150" spc="10" dirty="0">
                <a:solidFill>
                  <a:srgbClr val="050505"/>
                </a:solidFill>
                <a:latin typeface="Times New Roman"/>
                <a:cs typeface="Times New Roman"/>
              </a:rPr>
              <a:t>  </a:t>
            </a:r>
            <a:r>
              <a:rPr sz="2150" dirty="0">
                <a:solidFill>
                  <a:srgbClr val="050505"/>
                </a:solidFill>
                <a:latin typeface="Times New Roman"/>
                <a:cs typeface="Times New Roman"/>
              </a:rPr>
              <a:t>)  </a:t>
            </a:r>
            <a:r>
              <a:rPr sz="2150" spc="60" dirty="0">
                <a:solidFill>
                  <a:srgbClr val="050505"/>
                </a:solidFill>
                <a:latin typeface="Times New Roman"/>
                <a:cs typeface="Times New Roman"/>
              </a:rPr>
              <a:t>is</a:t>
            </a:r>
            <a:r>
              <a:rPr sz="2150" spc="450" dirty="0">
                <a:solidFill>
                  <a:srgbClr val="050505"/>
                </a:solidFill>
                <a:latin typeface="Times New Roman"/>
                <a:cs typeface="Times New Roman"/>
              </a:rPr>
              <a:t> </a:t>
            </a:r>
            <a:r>
              <a:rPr sz="2150" spc="55" dirty="0">
                <a:solidFill>
                  <a:srgbClr val="050505"/>
                </a:solidFill>
                <a:latin typeface="Times New Roman"/>
                <a:cs typeface="Times New Roman"/>
              </a:rPr>
              <a:t>called,</a:t>
            </a:r>
            <a:r>
              <a:rPr sz="2150" spc="5" dirty="0">
                <a:solidFill>
                  <a:srgbClr val="050505"/>
                </a:solidFill>
                <a:latin typeface="Times New Roman"/>
                <a:cs typeface="Times New Roman"/>
              </a:rPr>
              <a:t>  </a:t>
            </a:r>
            <a:r>
              <a:rPr sz="2150" spc="50" dirty="0">
                <a:solidFill>
                  <a:srgbClr val="050505"/>
                </a:solidFill>
                <a:latin typeface="Times New Roman"/>
                <a:cs typeface="Times New Roman"/>
              </a:rPr>
              <a:t>which</a:t>
            </a:r>
            <a:r>
              <a:rPr sz="2150" spc="35" dirty="0">
                <a:solidFill>
                  <a:srgbClr val="050505"/>
                </a:solidFill>
                <a:latin typeface="Times New Roman"/>
                <a:cs typeface="Times New Roman"/>
              </a:rPr>
              <a:t>  </a:t>
            </a:r>
            <a:r>
              <a:rPr sz="2150" dirty="0">
                <a:solidFill>
                  <a:srgbClr val="050505"/>
                </a:solidFill>
                <a:latin typeface="Times New Roman"/>
                <a:cs typeface="Times New Roman"/>
              </a:rPr>
              <a:t>calls</a:t>
            </a:r>
            <a:r>
              <a:rPr sz="2150" spc="5" dirty="0">
                <a:solidFill>
                  <a:srgbClr val="050505"/>
                </a:solidFill>
                <a:latin typeface="Times New Roman"/>
                <a:cs typeface="Times New Roman"/>
              </a:rPr>
              <a:t>  </a:t>
            </a:r>
            <a:r>
              <a:rPr sz="2150" spc="60" dirty="0">
                <a:solidFill>
                  <a:srgbClr val="050505"/>
                </a:solidFill>
                <a:latin typeface="Times New Roman"/>
                <a:cs typeface="Times New Roman"/>
              </a:rPr>
              <a:t>fun(</a:t>
            </a:r>
            <a:r>
              <a:rPr sz="2150" spc="530" dirty="0">
                <a:solidFill>
                  <a:srgbClr val="050505"/>
                </a:solidFill>
                <a:latin typeface="Times New Roman"/>
                <a:cs typeface="Times New Roman"/>
              </a:rPr>
              <a:t> </a:t>
            </a:r>
            <a:r>
              <a:rPr sz="2150" spc="50" dirty="0">
                <a:solidFill>
                  <a:srgbClr val="050505"/>
                </a:solidFill>
                <a:latin typeface="Times New Roman"/>
                <a:cs typeface="Times New Roman"/>
              </a:rPr>
              <a:t>),</a:t>
            </a:r>
            <a:r>
              <a:rPr sz="2150" spc="495" dirty="0">
                <a:solidFill>
                  <a:srgbClr val="050505"/>
                </a:solidFill>
                <a:latin typeface="Times New Roman"/>
                <a:cs typeface="Times New Roman"/>
              </a:rPr>
              <a:t> </a:t>
            </a:r>
            <a:r>
              <a:rPr sz="2150" spc="55" dirty="0">
                <a:solidFill>
                  <a:srgbClr val="050505"/>
                </a:solidFill>
                <a:latin typeface="Times New Roman"/>
                <a:cs typeface="Times New Roman"/>
              </a:rPr>
              <a:t>passing</a:t>
            </a:r>
            <a:r>
              <a:rPr sz="2150" spc="525" dirty="0">
                <a:solidFill>
                  <a:srgbClr val="050505"/>
                </a:solidFill>
                <a:latin typeface="Times New Roman"/>
                <a:cs typeface="Times New Roman"/>
              </a:rPr>
              <a:t> </a:t>
            </a:r>
            <a:r>
              <a:rPr sz="2150" spc="85" dirty="0">
                <a:solidFill>
                  <a:srgbClr val="050505"/>
                </a:solidFill>
                <a:latin typeface="Times New Roman"/>
                <a:cs typeface="Times New Roman"/>
              </a:rPr>
              <a:t>42</a:t>
            </a:r>
            <a:r>
              <a:rPr sz="2150" spc="509" dirty="0">
                <a:solidFill>
                  <a:srgbClr val="050505"/>
                </a:solidFill>
                <a:latin typeface="Times New Roman"/>
                <a:cs typeface="Times New Roman"/>
              </a:rPr>
              <a:t> </a:t>
            </a:r>
            <a:r>
              <a:rPr sz="2150" spc="75" dirty="0">
                <a:solidFill>
                  <a:srgbClr val="050505"/>
                </a:solidFill>
                <a:latin typeface="Times New Roman"/>
                <a:cs typeface="Times New Roman"/>
              </a:rPr>
              <a:t>to</a:t>
            </a:r>
            <a:r>
              <a:rPr sz="2150" spc="490" dirty="0">
                <a:solidFill>
                  <a:srgbClr val="050505"/>
                </a:solidFill>
                <a:latin typeface="Times New Roman"/>
                <a:cs typeface="Times New Roman"/>
              </a:rPr>
              <a:t> </a:t>
            </a:r>
            <a:r>
              <a:rPr sz="2150" spc="60" dirty="0">
                <a:solidFill>
                  <a:srgbClr val="050505"/>
                </a:solidFill>
                <a:latin typeface="Times New Roman"/>
                <a:cs typeface="Times New Roman"/>
              </a:rPr>
              <a:t>x.</a:t>
            </a:r>
            <a:endParaRPr lang="en-US" sz="2150" spc="60" dirty="0">
              <a:solidFill>
                <a:srgbClr val="050505"/>
              </a:solidFill>
              <a:latin typeface="Times New Roman"/>
              <a:cs typeface="Times New Roman"/>
            </a:endParaRPr>
          </a:p>
          <a:p>
            <a:pPr marL="14604" marR="5080" indent="635" algn="just">
              <a:lnSpc>
                <a:spcPct val="85300"/>
              </a:lnSpc>
              <a:spcBef>
                <a:spcPts val="755"/>
              </a:spcBef>
            </a:pPr>
            <a:r>
              <a:rPr sz="2150" spc="60" dirty="0">
                <a:solidFill>
                  <a:srgbClr val="050505"/>
                </a:solidFill>
                <a:latin typeface="Times New Roman"/>
                <a:cs typeface="Times New Roman"/>
              </a:rPr>
              <a:t>The</a:t>
            </a:r>
            <a:r>
              <a:rPr sz="2150" spc="20" dirty="0">
                <a:solidFill>
                  <a:srgbClr val="050505"/>
                </a:solidFill>
                <a:latin typeface="Times New Roman"/>
                <a:cs typeface="Times New Roman"/>
              </a:rPr>
              <a:t>  </a:t>
            </a:r>
            <a:r>
              <a:rPr sz="2150" spc="-10" dirty="0">
                <a:solidFill>
                  <a:srgbClr val="050505"/>
                </a:solidFill>
                <a:latin typeface="Times New Roman"/>
                <a:cs typeface="Times New Roman"/>
              </a:rPr>
              <a:t>three </a:t>
            </a:r>
            <a:r>
              <a:rPr sz="2150" dirty="0">
                <a:solidFill>
                  <a:srgbClr val="050505"/>
                </a:solidFill>
                <a:latin typeface="Times New Roman"/>
                <a:cs typeface="Times New Roman"/>
              </a:rPr>
              <a:t>println(</a:t>
            </a:r>
            <a:r>
              <a:rPr sz="2150" spc="310" dirty="0">
                <a:solidFill>
                  <a:srgbClr val="050505"/>
                </a:solidFill>
                <a:latin typeface="Times New Roman"/>
                <a:cs typeface="Times New Roman"/>
              </a:rPr>
              <a:t> </a:t>
            </a:r>
            <a:r>
              <a:rPr sz="2150" dirty="0">
                <a:solidFill>
                  <a:srgbClr val="050505"/>
                </a:solidFill>
                <a:latin typeface="Times New Roman"/>
                <a:cs typeface="Times New Roman"/>
              </a:rPr>
              <a:t>)</a:t>
            </a:r>
            <a:r>
              <a:rPr sz="2150" spc="240" dirty="0">
                <a:solidFill>
                  <a:srgbClr val="050505"/>
                </a:solidFill>
                <a:latin typeface="Times New Roman"/>
                <a:cs typeface="Times New Roman"/>
              </a:rPr>
              <a:t> </a:t>
            </a:r>
            <a:r>
              <a:rPr sz="2150" spc="50" dirty="0">
                <a:solidFill>
                  <a:srgbClr val="050505"/>
                </a:solidFill>
                <a:latin typeface="Times New Roman"/>
                <a:cs typeface="Times New Roman"/>
              </a:rPr>
              <a:t>statements</a:t>
            </a:r>
            <a:r>
              <a:rPr sz="2150" spc="320" dirty="0">
                <a:solidFill>
                  <a:srgbClr val="050505"/>
                </a:solidFill>
                <a:latin typeface="Times New Roman"/>
                <a:cs typeface="Times New Roman"/>
              </a:rPr>
              <a:t> </a:t>
            </a:r>
            <a:r>
              <a:rPr sz="2150" dirty="0">
                <a:solidFill>
                  <a:srgbClr val="050505"/>
                </a:solidFill>
                <a:latin typeface="Times New Roman"/>
                <a:cs typeface="Times New Roman"/>
              </a:rPr>
              <a:t>refer</a:t>
            </a:r>
            <a:r>
              <a:rPr sz="2150" spc="300" dirty="0">
                <a:solidFill>
                  <a:srgbClr val="050505"/>
                </a:solidFill>
                <a:latin typeface="Times New Roman"/>
                <a:cs typeface="Times New Roman"/>
              </a:rPr>
              <a:t> </a:t>
            </a:r>
            <a:r>
              <a:rPr sz="2150" spc="65" dirty="0">
                <a:solidFill>
                  <a:srgbClr val="050505"/>
                </a:solidFill>
                <a:latin typeface="Times New Roman"/>
                <a:cs typeface="Times New Roman"/>
              </a:rPr>
              <a:t>to</a:t>
            </a:r>
            <a:r>
              <a:rPr sz="2150" spc="200" dirty="0">
                <a:solidFill>
                  <a:srgbClr val="050505"/>
                </a:solidFill>
                <a:latin typeface="Times New Roman"/>
                <a:cs typeface="Times New Roman"/>
              </a:rPr>
              <a:t> </a:t>
            </a:r>
            <a:r>
              <a:rPr sz="2150" spc="65" dirty="0">
                <a:solidFill>
                  <a:srgbClr val="050505"/>
                </a:solidFill>
                <a:latin typeface="Times New Roman"/>
                <a:cs typeface="Times New Roman"/>
              </a:rPr>
              <a:t>the</a:t>
            </a:r>
            <a:r>
              <a:rPr sz="2150" spc="229" dirty="0">
                <a:solidFill>
                  <a:srgbClr val="050505"/>
                </a:solidFill>
                <a:latin typeface="Times New Roman"/>
                <a:cs typeface="Times New Roman"/>
              </a:rPr>
              <a:t> </a:t>
            </a:r>
            <a:r>
              <a:rPr sz="2150" spc="60" dirty="0">
                <a:solidFill>
                  <a:srgbClr val="050505"/>
                </a:solidFill>
                <a:latin typeface="Times New Roman"/>
                <a:cs typeface="Times New Roman"/>
              </a:rPr>
              <a:t>two</a:t>
            </a:r>
            <a:r>
              <a:rPr sz="2150" spc="270" dirty="0">
                <a:solidFill>
                  <a:srgbClr val="050505"/>
                </a:solidFill>
                <a:latin typeface="Times New Roman"/>
                <a:cs typeface="Times New Roman"/>
              </a:rPr>
              <a:t> </a:t>
            </a:r>
            <a:r>
              <a:rPr sz="2150" dirty="0">
                <a:solidFill>
                  <a:srgbClr val="050505"/>
                </a:solidFill>
                <a:latin typeface="Times New Roman"/>
                <a:cs typeface="Times New Roman"/>
              </a:rPr>
              <a:t>static</a:t>
            </a:r>
            <a:r>
              <a:rPr sz="2150" spc="265" dirty="0">
                <a:solidFill>
                  <a:srgbClr val="050505"/>
                </a:solidFill>
                <a:latin typeface="Times New Roman"/>
                <a:cs typeface="Times New Roman"/>
              </a:rPr>
              <a:t> </a:t>
            </a:r>
            <a:r>
              <a:rPr sz="2150" dirty="0">
                <a:solidFill>
                  <a:srgbClr val="050505"/>
                </a:solidFill>
                <a:latin typeface="Times New Roman"/>
                <a:cs typeface="Times New Roman"/>
              </a:rPr>
              <a:t>variables</a:t>
            </a:r>
            <a:r>
              <a:rPr sz="2150" spc="340" dirty="0">
                <a:solidFill>
                  <a:srgbClr val="050505"/>
                </a:solidFill>
                <a:latin typeface="Times New Roman"/>
                <a:cs typeface="Times New Roman"/>
              </a:rPr>
              <a:t> </a:t>
            </a:r>
            <a:r>
              <a:rPr sz="2150" spc="55" dirty="0">
                <a:solidFill>
                  <a:srgbClr val="050505"/>
                </a:solidFill>
                <a:latin typeface="Times New Roman"/>
                <a:cs typeface="Times New Roman"/>
              </a:rPr>
              <a:t>a</a:t>
            </a:r>
            <a:r>
              <a:rPr sz="2150" spc="190" dirty="0">
                <a:solidFill>
                  <a:srgbClr val="050505"/>
                </a:solidFill>
                <a:latin typeface="Times New Roman"/>
                <a:cs typeface="Times New Roman"/>
              </a:rPr>
              <a:t> </a:t>
            </a:r>
            <a:r>
              <a:rPr sz="2150" spc="70" dirty="0">
                <a:solidFill>
                  <a:srgbClr val="050505"/>
                </a:solidFill>
                <a:latin typeface="Times New Roman"/>
                <a:cs typeface="Times New Roman"/>
              </a:rPr>
              <a:t>and</a:t>
            </a:r>
            <a:r>
              <a:rPr sz="2150" spc="285" dirty="0">
                <a:solidFill>
                  <a:srgbClr val="050505"/>
                </a:solidFill>
                <a:latin typeface="Times New Roman"/>
                <a:cs typeface="Times New Roman"/>
              </a:rPr>
              <a:t> </a:t>
            </a:r>
            <a:r>
              <a:rPr sz="2150" spc="60" dirty="0">
                <a:solidFill>
                  <a:srgbClr val="050505"/>
                </a:solidFill>
                <a:latin typeface="Times New Roman"/>
                <a:cs typeface="Times New Roman"/>
              </a:rPr>
              <a:t>b,</a:t>
            </a:r>
            <a:r>
              <a:rPr sz="2150" spc="204" dirty="0">
                <a:solidFill>
                  <a:srgbClr val="050505"/>
                </a:solidFill>
                <a:latin typeface="Times New Roman"/>
                <a:cs typeface="Times New Roman"/>
              </a:rPr>
              <a:t> </a:t>
            </a:r>
            <a:r>
              <a:rPr sz="2150" spc="60" dirty="0">
                <a:solidFill>
                  <a:srgbClr val="050505"/>
                </a:solidFill>
                <a:latin typeface="Times New Roman"/>
                <a:cs typeface="Times New Roman"/>
              </a:rPr>
              <a:t>as</a:t>
            </a:r>
            <a:r>
              <a:rPr sz="2150" spc="200" dirty="0">
                <a:solidFill>
                  <a:srgbClr val="050505"/>
                </a:solidFill>
                <a:latin typeface="Times New Roman"/>
                <a:cs typeface="Times New Roman"/>
              </a:rPr>
              <a:t> </a:t>
            </a:r>
            <a:r>
              <a:rPr sz="2150" spc="50" dirty="0">
                <a:solidFill>
                  <a:srgbClr val="050505"/>
                </a:solidFill>
                <a:latin typeface="Times New Roman"/>
                <a:cs typeface="Times New Roman"/>
              </a:rPr>
              <a:t>well</a:t>
            </a:r>
            <a:r>
              <a:rPr sz="2150" spc="300" dirty="0">
                <a:solidFill>
                  <a:srgbClr val="050505"/>
                </a:solidFill>
                <a:latin typeface="Times New Roman"/>
                <a:cs typeface="Times New Roman"/>
              </a:rPr>
              <a:t> </a:t>
            </a:r>
            <a:r>
              <a:rPr sz="2150" spc="60" dirty="0">
                <a:solidFill>
                  <a:srgbClr val="050505"/>
                </a:solidFill>
                <a:latin typeface="Times New Roman"/>
                <a:cs typeface="Times New Roman"/>
              </a:rPr>
              <a:t>as</a:t>
            </a:r>
            <a:r>
              <a:rPr sz="2150" spc="195" dirty="0">
                <a:solidFill>
                  <a:srgbClr val="050505"/>
                </a:solidFill>
                <a:latin typeface="Times New Roman"/>
                <a:cs typeface="Times New Roman"/>
              </a:rPr>
              <a:t> </a:t>
            </a:r>
            <a:r>
              <a:rPr sz="2150" spc="40" dirty="0">
                <a:solidFill>
                  <a:srgbClr val="050505"/>
                </a:solidFill>
                <a:latin typeface="Times New Roman"/>
                <a:cs typeface="Times New Roman"/>
              </a:rPr>
              <a:t>to </a:t>
            </a:r>
            <a:r>
              <a:rPr sz="2150" spc="55" dirty="0">
                <a:solidFill>
                  <a:srgbClr val="050505"/>
                </a:solidFill>
                <a:latin typeface="Times New Roman"/>
                <a:cs typeface="Times New Roman"/>
              </a:rPr>
              <a:t>the</a:t>
            </a:r>
            <a:r>
              <a:rPr sz="2150" spc="260" dirty="0">
                <a:solidFill>
                  <a:srgbClr val="050505"/>
                </a:solidFill>
                <a:latin typeface="Times New Roman"/>
                <a:cs typeface="Times New Roman"/>
              </a:rPr>
              <a:t> </a:t>
            </a:r>
            <a:r>
              <a:rPr sz="2150" dirty="0">
                <a:solidFill>
                  <a:srgbClr val="050505"/>
                </a:solidFill>
                <a:latin typeface="Times New Roman"/>
                <a:cs typeface="Times New Roman"/>
              </a:rPr>
              <a:t>local</a:t>
            </a:r>
            <a:r>
              <a:rPr sz="2150" spc="254" dirty="0">
                <a:solidFill>
                  <a:srgbClr val="050505"/>
                </a:solidFill>
                <a:latin typeface="Times New Roman"/>
                <a:cs typeface="Times New Roman"/>
              </a:rPr>
              <a:t> </a:t>
            </a:r>
            <a:r>
              <a:rPr sz="2150" dirty="0">
                <a:solidFill>
                  <a:srgbClr val="050505"/>
                </a:solidFill>
                <a:latin typeface="Times New Roman"/>
                <a:cs typeface="Times New Roman"/>
              </a:rPr>
              <a:t>variable</a:t>
            </a:r>
            <a:r>
              <a:rPr sz="2150" spc="350" dirty="0">
                <a:solidFill>
                  <a:srgbClr val="050505"/>
                </a:solidFill>
                <a:latin typeface="Times New Roman"/>
                <a:cs typeface="Times New Roman"/>
              </a:rPr>
              <a:t> </a:t>
            </a:r>
            <a:r>
              <a:rPr sz="2150" spc="35" dirty="0">
                <a:solidFill>
                  <a:srgbClr val="050505"/>
                </a:solidFill>
                <a:latin typeface="Times New Roman"/>
                <a:cs typeface="Times New Roman"/>
              </a:rPr>
              <a:t>x.</a:t>
            </a:r>
            <a:endParaRPr sz="2150" dirty="0">
              <a:latin typeface="Times New Roman"/>
              <a:cs typeface="Times New Roman"/>
            </a:endParaRPr>
          </a:p>
          <a:p>
            <a:pPr>
              <a:lnSpc>
                <a:spcPct val="100000"/>
              </a:lnSpc>
              <a:spcBef>
                <a:spcPts val="35"/>
              </a:spcBef>
            </a:pPr>
            <a:endParaRPr sz="2550" dirty="0">
              <a:latin typeface="Times New Roman"/>
              <a:cs typeface="Times New Roman"/>
            </a:endParaRPr>
          </a:p>
        </p:txBody>
      </p:sp>
    </p:spTree>
    <p:extLst>
      <p:ext uri="{BB962C8B-B14F-4D97-AF65-F5344CB8AC3E}">
        <p14:creationId xmlns:p14="http://schemas.microsoft.com/office/powerpoint/2010/main" val="116846984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63032" y="1506772"/>
            <a:ext cx="9557731" cy="245998"/>
          </a:xfrm>
          <a:prstGeom prst="rect">
            <a:avLst/>
          </a:prstGeom>
        </p:spPr>
      </p:pic>
      <p:sp>
        <p:nvSpPr>
          <p:cNvPr id="3" name="object 3"/>
          <p:cNvSpPr txBox="1">
            <a:spLocks noGrp="1"/>
          </p:cNvSpPr>
          <p:nvPr>
            <p:ph type="title"/>
          </p:nvPr>
        </p:nvSpPr>
        <p:spPr>
          <a:prstGeom prst="rect">
            <a:avLst/>
          </a:prstGeom>
        </p:spPr>
        <p:txBody>
          <a:bodyPr vert="horz" wrap="square" lIns="0" tIns="13970" rIns="0" bIns="0" rtlCol="0">
            <a:spAutoFit/>
          </a:bodyPr>
          <a:lstStyle/>
          <a:p>
            <a:pPr marL="22225">
              <a:lnSpc>
                <a:spcPct val="100000"/>
              </a:lnSpc>
              <a:spcBef>
                <a:spcPts val="110"/>
              </a:spcBef>
            </a:pPr>
            <a:r>
              <a:rPr sz="4450" dirty="0">
                <a:solidFill>
                  <a:srgbClr val="79675D"/>
                </a:solidFill>
                <a:latin typeface="Times New Roman"/>
                <a:cs typeface="Times New Roman"/>
              </a:rPr>
              <a:t>Continue</a:t>
            </a:r>
            <a:r>
              <a:rPr sz="4450" spc="-355" dirty="0">
                <a:solidFill>
                  <a:srgbClr val="79675D"/>
                </a:solidFill>
                <a:latin typeface="Times New Roman"/>
                <a:cs typeface="Times New Roman"/>
              </a:rPr>
              <a:t> </a:t>
            </a:r>
            <a:r>
              <a:rPr sz="4450" spc="-25" dirty="0">
                <a:solidFill>
                  <a:srgbClr val="79675D"/>
                </a:solidFill>
                <a:latin typeface="Times New Roman"/>
                <a:cs typeface="Times New Roman"/>
              </a:rPr>
              <a:t>...</a:t>
            </a:r>
            <a:endParaRPr sz="4450">
              <a:latin typeface="Times New Roman"/>
              <a:cs typeface="Times New Roman"/>
            </a:endParaRPr>
          </a:p>
        </p:txBody>
      </p:sp>
      <p:sp>
        <p:nvSpPr>
          <p:cNvPr id="4" name="object 4"/>
          <p:cNvSpPr txBox="1"/>
          <p:nvPr/>
        </p:nvSpPr>
        <p:spPr>
          <a:xfrm>
            <a:off x="877170" y="2420983"/>
            <a:ext cx="8790305" cy="3744595"/>
          </a:xfrm>
          <a:prstGeom prst="rect">
            <a:avLst/>
          </a:prstGeom>
        </p:spPr>
        <p:txBody>
          <a:bodyPr vert="horz" wrap="square" lIns="0" tIns="15875" rIns="0" bIns="0" rtlCol="0">
            <a:spAutoFit/>
          </a:bodyPr>
          <a:lstStyle/>
          <a:p>
            <a:pPr marL="351790" marR="12065" indent="-339725" algn="just">
              <a:lnSpc>
                <a:spcPct val="104800"/>
              </a:lnSpc>
              <a:spcBef>
                <a:spcPts val="125"/>
              </a:spcBef>
              <a:buSzPct val="97916"/>
              <a:buFont typeface="Arial"/>
              <a:buChar char="□"/>
              <a:tabLst>
                <a:tab pos="351790" algn="l"/>
                <a:tab pos="353695" algn="l"/>
              </a:tabLst>
            </a:pPr>
            <a:r>
              <a:rPr sz="2400" dirty="0">
                <a:solidFill>
                  <a:srgbClr val="DA8044"/>
                </a:solidFill>
                <a:latin typeface="Times New Roman"/>
                <a:cs typeface="Times New Roman"/>
              </a:rPr>
              <a:t>	</a:t>
            </a:r>
            <a:r>
              <a:rPr sz="2400" dirty="0">
                <a:solidFill>
                  <a:srgbClr val="030303"/>
                </a:solidFill>
                <a:latin typeface="Times New Roman"/>
                <a:cs typeface="Times New Roman"/>
              </a:rPr>
              <a:t>Outside</a:t>
            </a:r>
            <a:r>
              <a:rPr sz="2400" spc="355" dirty="0">
                <a:solidFill>
                  <a:srgbClr val="030303"/>
                </a:solidFill>
                <a:latin typeface="Times New Roman"/>
                <a:cs typeface="Times New Roman"/>
              </a:rPr>
              <a:t> </a:t>
            </a:r>
            <a:r>
              <a:rPr sz="2400" spc="50" dirty="0">
                <a:solidFill>
                  <a:srgbClr val="030303"/>
                </a:solidFill>
                <a:latin typeface="Times New Roman"/>
                <a:cs typeface="Times New Roman"/>
              </a:rPr>
              <a:t>of</a:t>
            </a:r>
            <a:r>
              <a:rPr sz="2400" spc="200" dirty="0">
                <a:solidFill>
                  <a:srgbClr val="030303"/>
                </a:solidFill>
                <a:latin typeface="Times New Roman"/>
                <a:cs typeface="Times New Roman"/>
              </a:rPr>
              <a:t> </a:t>
            </a:r>
            <a:r>
              <a:rPr sz="2400" dirty="0">
                <a:solidFill>
                  <a:srgbClr val="030303"/>
                </a:solidFill>
                <a:latin typeface="Times New Roman"/>
                <a:cs typeface="Times New Roman"/>
              </a:rPr>
              <a:t>the</a:t>
            </a:r>
            <a:r>
              <a:rPr sz="2400" spc="220" dirty="0">
                <a:solidFill>
                  <a:srgbClr val="030303"/>
                </a:solidFill>
                <a:latin typeface="Times New Roman"/>
                <a:cs typeface="Times New Roman"/>
              </a:rPr>
              <a:t> </a:t>
            </a:r>
            <a:r>
              <a:rPr sz="2400" dirty="0">
                <a:solidFill>
                  <a:srgbClr val="030303"/>
                </a:solidFill>
                <a:latin typeface="Times New Roman"/>
                <a:cs typeface="Times New Roman"/>
              </a:rPr>
              <a:t>class</a:t>
            </a:r>
            <a:r>
              <a:rPr sz="2400" spc="245" dirty="0">
                <a:solidFill>
                  <a:srgbClr val="030303"/>
                </a:solidFill>
                <a:latin typeface="Times New Roman"/>
                <a:cs typeface="Times New Roman"/>
              </a:rPr>
              <a:t> </a:t>
            </a:r>
            <a:r>
              <a:rPr sz="2400" dirty="0">
                <a:solidFill>
                  <a:srgbClr val="030303"/>
                </a:solidFill>
                <a:latin typeface="Times New Roman"/>
                <a:cs typeface="Times New Roman"/>
              </a:rPr>
              <a:t>in</a:t>
            </a:r>
            <a:r>
              <a:rPr sz="2400" spc="155" dirty="0">
                <a:solidFill>
                  <a:srgbClr val="030303"/>
                </a:solidFill>
                <a:latin typeface="Times New Roman"/>
                <a:cs typeface="Times New Roman"/>
              </a:rPr>
              <a:t> </a:t>
            </a:r>
            <a:r>
              <a:rPr sz="2400" dirty="0">
                <a:solidFill>
                  <a:srgbClr val="030303"/>
                </a:solidFill>
                <a:latin typeface="Times New Roman"/>
                <a:cs typeface="Times New Roman"/>
              </a:rPr>
              <a:t>which</a:t>
            </a:r>
            <a:r>
              <a:rPr sz="2400" spc="330" dirty="0">
                <a:solidFill>
                  <a:srgbClr val="030303"/>
                </a:solidFill>
                <a:latin typeface="Times New Roman"/>
                <a:cs typeface="Times New Roman"/>
              </a:rPr>
              <a:t> </a:t>
            </a:r>
            <a:r>
              <a:rPr sz="2400" dirty="0">
                <a:solidFill>
                  <a:srgbClr val="030303"/>
                </a:solidFill>
                <a:latin typeface="Times New Roman"/>
                <a:cs typeface="Times New Roman"/>
              </a:rPr>
              <a:t>they</a:t>
            </a:r>
            <a:r>
              <a:rPr sz="2400" spc="190" dirty="0">
                <a:solidFill>
                  <a:srgbClr val="030303"/>
                </a:solidFill>
                <a:latin typeface="Times New Roman"/>
                <a:cs typeface="Times New Roman"/>
              </a:rPr>
              <a:t> </a:t>
            </a:r>
            <a:r>
              <a:rPr sz="2400" dirty="0">
                <a:solidFill>
                  <a:srgbClr val="030303"/>
                </a:solidFill>
                <a:latin typeface="Times New Roman"/>
                <a:cs typeface="Times New Roman"/>
              </a:rPr>
              <a:t>are</a:t>
            </a:r>
            <a:r>
              <a:rPr sz="2400" spc="204" dirty="0">
                <a:solidFill>
                  <a:srgbClr val="030303"/>
                </a:solidFill>
                <a:latin typeface="Times New Roman"/>
                <a:cs typeface="Times New Roman"/>
              </a:rPr>
              <a:t> </a:t>
            </a:r>
            <a:r>
              <a:rPr sz="2400" dirty="0">
                <a:solidFill>
                  <a:srgbClr val="030303"/>
                </a:solidFill>
                <a:latin typeface="Times New Roman"/>
                <a:cs typeface="Times New Roman"/>
              </a:rPr>
              <a:t>defined,</a:t>
            </a:r>
            <a:r>
              <a:rPr sz="2400" spc="340" dirty="0">
                <a:solidFill>
                  <a:srgbClr val="030303"/>
                </a:solidFill>
                <a:latin typeface="Times New Roman"/>
                <a:cs typeface="Times New Roman"/>
              </a:rPr>
              <a:t> </a:t>
            </a:r>
            <a:r>
              <a:rPr sz="2400" dirty="0">
                <a:solidFill>
                  <a:srgbClr val="030303"/>
                </a:solidFill>
                <a:latin typeface="Times New Roman"/>
                <a:cs typeface="Times New Roman"/>
              </a:rPr>
              <a:t>static</a:t>
            </a:r>
            <a:r>
              <a:rPr sz="2400" spc="280" dirty="0">
                <a:solidFill>
                  <a:srgbClr val="030303"/>
                </a:solidFill>
                <a:latin typeface="Times New Roman"/>
                <a:cs typeface="Times New Roman"/>
              </a:rPr>
              <a:t> </a:t>
            </a:r>
            <a:r>
              <a:rPr sz="2400" dirty="0">
                <a:solidFill>
                  <a:srgbClr val="030303"/>
                </a:solidFill>
                <a:latin typeface="Times New Roman"/>
                <a:cs typeface="Times New Roman"/>
              </a:rPr>
              <a:t>methods</a:t>
            </a:r>
            <a:r>
              <a:rPr sz="2400" spc="325" dirty="0">
                <a:solidFill>
                  <a:srgbClr val="030303"/>
                </a:solidFill>
                <a:latin typeface="Times New Roman"/>
                <a:cs typeface="Times New Roman"/>
              </a:rPr>
              <a:t> </a:t>
            </a:r>
            <a:r>
              <a:rPr sz="2400" spc="-25" dirty="0">
                <a:solidFill>
                  <a:srgbClr val="030303"/>
                </a:solidFill>
                <a:latin typeface="Times New Roman"/>
                <a:cs typeface="Times New Roman"/>
              </a:rPr>
              <a:t>and </a:t>
            </a:r>
            <a:r>
              <a:rPr sz="2400" dirty="0">
                <a:solidFill>
                  <a:srgbClr val="030303"/>
                </a:solidFill>
                <a:latin typeface="Times New Roman"/>
                <a:cs typeface="Times New Roman"/>
              </a:rPr>
              <a:t>variables</a:t>
            </a:r>
            <a:r>
              <a:rPr sz="2400" spc="390" dirty="0">
                <a:solidFill>
                  <a:srgbClr val="030303"/>
                </a:solidFill>
                <a:latin typeface="Times New Roman"/>
                <a:cs typeface="Times New Roman"/>
              </a:rPr>
              <a:t> </a:t>
            </a:r>
            <a:r>
              <a:rPr sz="2400" dirty="0">
                <a:solidFill>
                  <a:srgbClr val="030303"/>
                </a:solidFill>
                <a:latin typeface="Times New Roman"/>
                <a:cs typeface="Times New Roman"/>
              </a:rPr>
              <a:t>can</a:t>
            </a:r>
            <a:r>
              <a:rPr sz="2400" spc="265" dirty="0">
                <a:solidFill>
                  <a:srgbClr val="030303"/>
                </a:solidFill>
                <a:latin typeface="Times New Roman"/>
                <a:cs typeface="Times New Roman"/>
              </a:rPr>
              <a:t> </a:t>
            </a:r>
            <a:r>
              <a:rPr sz="2400" spc="50" dirty="0">
                <a:solidFill>
                  <a:srgbClr val="030303"/>
                </a:solidFill>
                <a:latin typeface="Times New Roman"/>
                <a:cs typeface="Times New Roman"/>
              </a:rPr>
              <a:t>be</a:t>
            </a:r>
            <a:r>
              <a:rPr sz="2400" spc="250" dirty="0">
                <a:solidFill>
                  <a:srgbClr val="030303"/>
                </a:solidFill>
                <a:latin typeface="Times New Roman"/>
                <a:cs typeface="Times New Roman"/>
              </a:rPr>
              <a:t> </a:t>
            </a:r>
            <a:r>
              <a:rPr sz="2400" dirty="0">
                <a:solidFill>
                  <a:srgbClr val="030303"/>
                </a:solidFill>
                <a:latin typeface="Times New Roman"/>
                <a:cs typeface="Times New Roman"/>
              </a:rPr>
              <a:t>used</a:t>
            </a:r>
            <a:r>
              <a:rPr sz="2400" spc="360" dirty="0">
                <a:solidFill>
                  <a:srgbClr val="030303"/>
                </a:solidFill>
                <a:latin typeface="Times New Roman"/>
                <a:cs typeface="Times New Roman"/>
              </a:rPr>
              <a:t> </a:t>
            </a:r>
            <a:r>
              <a:rPr sz="2400" dirty="0">
                <a:solidFill>
                  <a:srgbClr val="030303"/>
                </a:solidFill>
                <a:latin typeface="Times New Roman"/>
                <a:cs typeface="Times New Roman"/>
              </a:rPr>
              <a:t>independently</a:t>
            </a:r>
            <a:r>
              <a:rPr sz="2400" spc="430" dirty="0">
                <a:solidFill>
                  <a:srgbClr val="030303"/>
                </a:solidFill>
                <a:latin typeface="Times New Roman"/>
                <a:cs typeface="Times New Roman"/>
              </a:rPr>
              <a:t> </a:t>
            </a:r>
            <a:r>
              <a:rPr sz="2400" spc="50" dirty="0">
                <a:solidFill>
                  <a:srgbClr val="030303"/>
                </a:solidFill>
                <a:latin typeface="Times New Roman"/>
                <a:cs typeface="Times New Roman"/>
              </a:rPr>
              <a:t>of</a:t>
            </a:r>
            <a:r>
              <a:rPr sz="2400" spc="204" dirty="0">
                <a:solidFill>
                  <a:srgbClr val="030303"/>
                </a:solidFill>
                <a:latin typeface="Times New Roman"/>
                <a:cs typeface="Times New Roman"/>
              </a:rPr>
              <a:t> </a:t>
            </a:r>
            <a:r>
              <a:rPr sz="2400" spc="55" dirty="0">
                <a:solidFill>
                  <a:srgbClr val="030303"/>
                </a:solidFill>
                <a:latin typeface="Times New Roman"/>
                <a:cs typeface="Times New Roman"/>
              </a:rPr>
              <a:t>any</a:t>
            </a:r>
            <a:r>
              <a:rPr sz="2400" spc="280" dirty="0">
                <a:solidFill>
                  <a:srgbClr val="030303"/>
                </a:solidFill>
                <a:latin typeface="Times New Roman"/>
                <a:cs typeface="Times New Roman"/>
              </a:rPr>
              <a:t> </a:t>
            </a:r>
            <a:r>
              <a:rPr sz="2400" dirty="0">
                <a:solidFill>
                  <a:srgbClr val="030303"/>
                </a:solidFill>
                <a:latin typeface="Times New Roman"/>
                <a:cs typeface="Times New Roman"/>
              </a:rPr>
              <a:t>object.</a:t>
            </a:r>
            <a:r>
              <a:rPr sz="2400" spc="340" dirty="0">
                <a:solidFill>
                  <a:srgbClr val="030303"/>
                </a:solidFill>
                <a:latin typeface="Times New Roman"/>
                <a:cs typeface="Times New Roman"/>
              </a:rPr>
              <a:t> </a:t>
            </a:r>
            <a:r>
              <a:rPr sz="2400" dirty="0">
                <a:solidFill>
                  <a:srgbClr val="030303"/>
                </a:solidFill>
                <a:latin typeface="Times New Roman"/>
                <a:cs typeface="Times New Roman"/>
              </a:rPr>
              <a:t>To</a:t>
            </a:r>
            <a:r>
              <a:rPr sz="2400" spc="245" dirty="0">
                <a:solidFill>
                  <a:srgbClr val="030303"/>
                </a:solidFill>
                <a:latin typeface="Times New Roman"/>
                <a:cs typeface="Times New Roman"/>
              </a:rPr>
              <a:t> </a:t>
            </a:r>
            <a:r>
              <a:rPr sz="2400" spc="60" dirty="0">
                <a:solidFill>
                  <a:srgbClr val="030303"/>
                </a:solidFill>
                <a:latin typeface="Times New Roman"/>
                <a:cs typeface="Times New Roman"/>
              </a:rPr>
              <a:t>do</a:t>
            </a:r>
            <a:r>
              <a:rPr sz="2400" spc="250" dirty="0">
                <a:solidFill>
                  <a:srgbClr val="030303"/>
                </a:solidFill>
                <a:latin typeface="Times New Roman"/>
                <a:cs typeface="Times New Roman"/>
              </a:rPr>
              <a:t> </a:t>
            </a:r>
            <a:r>
              <a:rPr sz="2400" dirty="0">
                <a:solidFill>
                  <a:srgbClr val="030303"/>
                </a:solidFill>
                <a:latin typeface="Times New Roman"/>
                <a:cs typeface="Times New Roman"/>
              </a:rPr>
              <a:t>so,</a:t>
            </a:r>
            <a:r>
              <a:rPr sz="2400" spc="245" dirty="0">
                <a:solidFill>
                  <a:srgbClr val="030303"/>
                </a:solidFill>
                <a:latin typeface="Times New Roman"/>
                <a:cs typeface="Times New Roman"/>
              </a:rPr>
              <a:t> </a:t>
            </a:r>
            <a:r>
              <a:rPr sz="2400" spc="-25" dirty="0">
                <a:solidFill>
                  <a:srgbClr val="030303"/>
                </a:solidFill>
                <a:latin typeface="Times New Roman"/>
                <a:cs typeface="Times New Roman"/>
              </a:rPr>
              <a:t>you </a:t>
            </a:r>
            <a:r>
              <a:rPr sz="2400" dirty="0">
                <a:solidFill>
                  <a:srgbClr val="030303"/>
                </a:solidFill>
                <a:latin typeface="Times New Roman"/>
                <a:cs typeface="Times New Roman"/>
              </a:rPr>
              <a:t>need</a:t>
            </a:r>
            <a:r>
              <a:rPr sz="2400" spc="65" dirty="0">
                <a:solidFill>
                  <a:srgbClr val="030303"/>
                </a:solidFill>
                <a:latin typeface="Times New Roman"/>
                <a:cs typeface="Times New Roman"/>
              </a:rPr>
              <a:t>  </a:t>
            </a:r>
            <a:r>
              <a:rPr sz="2400" dirty="0">
                <a:solidFill>
                  <a:srgbClr val="030303"/>
                </a:solidFill>
                <a:latin typeface="Times New Roman"/>
                <a:cs typeface="Times New Roman"/>
              </a:rPr>
              <a:t>only</a:t>
            </a:r>
            <a:r>
              <a:rPr sz="2400" spc="55" dirty="0">
                <a:solidFill>
                  <a:srgbClr val="030303"/>
                </a:solidFill>
                <a:latin typeface="Times New Roman"/>
                <a:cs typeface="Times New Roman"/>
              </a:rPr>
              <a:t>  </a:t>
            </a:r>
            <a:r>
              <a:rPr sz="2400" dirty="0">
                <a:solidFill>
                  <a:srgbClr val="030303"/>
                </a:solidFill>
                <a:latin typeface="Times New Roman"/>
                <a:cs typeface="Times New Roman"/>
              </a:rPr>
              <a:t>specify</a:t>
            </a:r>
            <a:r>
              <a:rPr sz="2400" spc="40" dirty="0">
                <a:solidFill>
                  <a:srgbClr val="030303"/>
                </a:solidFill>
                <a:latin typeface="Times New Roman"/>
                <a:cs typeface="Times New Roman"/>
              </a:rPr>
              <a:t>  </a:t>
            </a:r>
            <a:r>
              <a:rPr sz="2400" dirty="0">
                <a:solidFill>
                  <a:srgbClr val="030303"/>
                </a:solidFill>
                <a:latin typeface="Times New Roman"/>
                <a:cs typeface="Times New Roman"/>
              </a:rPr>
              <a:t>the</a:t>
            </a:r>
            <a:r>
              <a:rPr sz="2400" spc="20" dirty="0">
                <a:solidFill>
                  <a:srgbClr val="030303"/>
                </a:solidFill>
                <a:latin typeface="Times New Roman"/>
                <a:cs typeface="Times New Roman"/>
              </a:rPr>
              <a:t>  </a:t>
            </a:r>
            <a:r>
              <a:rPr sz="2400" dirty="0">
                <a:solidFill>
                  <a:srgbClr val="030303"/>
                </a:solidFill>
                <a:latin typeface="Times New Roman"/>
                <a:cs typeface="Times New Roman"/>
              </a:rPr>
              <a:t>name</a:t>
            </a:r>
            <a:r>
              <a:rPr sz="2400" spc="55" dirty="0">
                <a:solidFill>
                  <a:srgbClr val="030303"/>
                </a:solidFill>
                <a:latin typeface="Times New Roman"/>
                <a:cs typeface="Times New Roman"/>
              </a:rPr>
              <a:t>  </a:t>
            </a:r>
            <a:r>
              <a:rPr sz="2400" spc="50" dirty="0">
                <a:solidFill>
                  <a:srgbClr val="030303"/>
                </a:solidFill>
                <a:latin typeface="Times New Roman"/>
                <a:cs typeface="Times New Roman"/>
              </a:rPr>
              <a:t>of</a:t>
            </a:r>
            <a:r>
              <a:rPr sz="2400" spc="575" dirty="0">
                <a:solidFill>
                  <a:srgbClr val="030303"/>
                </a:solidFill>
                <a:latin typeface="Times New Roman"/>
                <a:cs typeface="Times New Roman"/>
              </a:rPr>
              <a:t> </a:t>
            </a:r>
            <a:r>
              <a:rPr sz="2400" dirty="0">
                <a:solidFill>
                  <a:srgbClr val="030303"/>
                </a:solidFill>
                <a:latin typeface="Times New Roman"/>
                <a:cs typeface="Times New Roman"/>
              </a:rPr>
              <a:t>their</a:t>
            </a:r>
            <a:r>
              <a:rPr sz="2400" spc="40" dirty="0">
                <a:solidFill>
                  <a:srgbClr val="030303"/>
                </a:solidFill>
                <a:latin typeface="Times New Roman"/>
                <a:cs typeface="Times New Roman"/>
              </a:rPr>
              <a:t>  </a:t>
            </a:r>
            <a:r>
              <a:rPr sz="2400" dirty="0">
                <a:solidFill>
                  <a:srgbClr val="030303"/>
                </a:solidFill>
                <a:latin typeface="Times New Roman"/>
                <a:cs typeface="Times New Roman"/>
              </a:rPr>
              <a:t>class</a:t>
            </a:r>
            <a:r>
              <a:rPr sz="2400" spc="30" dirty="0">
                <a:solidFill>
                  <a:srgbClr val="030303"/>
                </a:solidFill>
                <a:latin typeface="Times New Roman"/>
                <a:cs typeface="Times New Roman"/>
              </a:rPr>
              <a:t>  </a:t>
            </a:r>
            <a:r>
              <a:rPr sz="2400" dirty="0">
                <a:solidFill>
                  <a:srgbClr val="030303"/>
                </a:solidFill>
                <a:latin typeface="Times New Roman"/>
                <a:cs typeface="Times New Roman"/>
              </a:rPr>
              <a:t>followed</a:t>
            </a:r>
            <a:r>
              <a:rPr sz="2400" spc="70" dirty="0">
                <a:solidFill>
                  <a:srgbClr val="030303"/>
                </a:solidFill>
                <a:latin typeface="Times New Roman"/>
                <a:cs typeface="Times New Roman"/>
              </a:rPr>
              <a:t>  </a:t>
            </a:r>
            <a:r>
              <a:rPr sz="2400" dirty="0">
                <a:solidFill>
                  <a:srgbClr val="030303"/>
                </a:solidFill>
                <a:latin typeface="Times New Roman"/>
                <a:cs typeface="Times New Roman"/>
              </a:rPr>
              <a:t>by</a:t>
            </a:r>
            <a:r>
              <a:rPr sz="2400" spc="30" dirty="0">
                <a:solidFill>
                  <a:srgbClr val="030303"/>
                </a:solidFill>
                <a:latin typeface="Times New Roman"/>
                <a:cs typeface="Times New Roman"/>
              </a:rPr>
              <a:t>  </a:t>
            </a:r>
            <a:r>
              <a:rPr sz="2400" dirty="0">
                <a:solidFill>
                  <a:srgbClr val="030303"/>
                </a:solidFill>
                <a:latin typeface="Times New Roman"/>
                <a:cs typeface="Times New Roman"/>
              </a:rPr>
              <a:t>the</a:t>
            </a:r>
            <a:r>
              <a:rPr sz="2400" spc="595" dirty="0">
                <a:solidFill>
                  <a:srgbClr val="030303"/>
                </a:solidFill>
                <a:latin typeface="Times New Roman"/>
                <a:cs typeface="Times New Roman"/>
              </a:rPr>
              <a:t> </a:t>
            </a:r>
            <a:r>
              <a:rPr sz="2400" spc="-25" dirty="0">
                <a:solidFill>
                  <a:srgbClr val="030303"/>
                </a:solidFill>
                <a:latin typeface="Times New Roman"/>
                <a:cs typeface="Times New Roman"/>
              </a:rPr>
              <a:t>dot </a:t>
            </a:r>
            <a:r>
              <a:rPr sz="2400" spc="-10" dirty="0">
                <a:solidFill>
                  <a:srgbClr val="030303"/>
                </a:solidFill>
                <a:latin typeface="Times New Roman"/>
                <a:cs typeface="Times New Roman"/>
              </a:rPr>
              <a:t>operator.</a:t>
            </a:r>
            <a:endParaRPr sz="2400">
              <a:latin typeface="Times New Roman"/>
              <a:cs typeface="Times New Roman"/>
            </a:endParaRPr>
          </a:p>
          <a:p>
            <a:pPr marL="353060" marR="5080" indent="-340995" algn="just">
              <a:lnSpc>
                <a:spcPct val="103899"/>
              </a:lnSpc>
              <a:spcBef>
                <a:spcPts val="780"/>
              </a:spcBef>
              <a:buClr>
                <a:srgbClr val="DA8044"/>
              </a:buClr>
              <a:buSzPct val="97916"/>
              <a:buFont typeface="Arial"/>
              <a:buChar char="□"/>
              <a:tabLst>
                <a:tab pos="354965" algn="l"/>
              </a:tabLst>
            </a:pPr>
            <a:r>
              <a:rPr sz="2400" spc="55" dirty="0">
                <a:solidFill>
                  <a:srgbClr val="030303"/>
                </a:solidFill>
                <a:latin typeface="Times New Roman"/>
                <a:cs typeface="Times New Roman"/>
              </a:rPr>
              <a:t>For</a:t>
            </a:r>
            <a:r>
              <a:rPr sz="2400" spc="310" dirty="0">
                <a:solidFill>
                  <a:srgbClr val="030303"/>
                </a:solidFill>
                <a:latin typeface="Times New Roman"/>
                <a:cs typeface="Times New Roman"/>
              </a:rPr>
              <a:t> </a:t>
            </a:r>
            <a:r>
              <a:rPr sz="2400" dirty="0">
                <a:solidFill>
                  <a:srgbClr val="030303"/>
                </a:solidFill>
                <a:latin typeface="Times New Roman"/>
                <a:cs typeface="Times New Roman"/>
              </a:rPr>
              <a:t>example,</a:t>
            </a:r>
            <a:r>
              <a:rPr sz="2400" spc="450" dirty="0">
                <a:solidFill>
                  <a:srgbClr val="030303"/>
                </a:solidFill>
                <a:latin typeface="Times New Roman"/>
                <a:cs typeface="Times New Roman"/>
              </a:rPr>
              <a:t> </a:t>
            </a:r>
            <a:r>
              <a:rPr sz="2400" spc="50" dirty="0">
                <a:solidFill>
                  <a:srgbClr val="030303"/>
                </a:solidFill>
                <a:latin typeface="Times New Roman"/>
                <a:cs typeface="Times New Roman"/>
              </a:rPr>
              <a:t>if</a:t>
            </a:r>
            <a:r>
              <a:rPr sz="2400" spc="265" dirty="0">
                <a:solidFill>
                  <a:srgbClr val="030303"/>
                </a:solidFill>
                <a:latin typeface="Times New Roman"/>
                <a:cs typeface="Times New Roman"/>
              </a:rPr>
              <a:t> </a:t>
            </a:r>
            <a:r>
              <a:rPr sz="2400" dirty="0">
                <a:solidFill>
                  <a:srgbClr val="030303"/>
                </a:solidFill>
                <a:latin typeface="Times New Roman"/>
                <a:cs typeface="Times New Roman"/>
              </a:rPr>
              <a:t>you</a:t>
            </a:r>
            <a:r>
              <a:rPr sz="2400" spc="375" dirty="0">
                <a:solidFill>
                  <a:srgbClr val="030303"/>
                </a:solidFill>
                <a:latin typeface="Times New Roman"/>
                <a:cs typeface="Times New Roman"/>
              </a:rPr>
              <a:t> </a:t>
            </a:r>
            <a:r>
              <a:rPr sz="2400" dirty="0">
                <a:solidFill>
                  <a:srgbClr val="030303"/>
                </a:solidFill>
                <a:latin typeface="Times New Roman"/>
                <a:cs typeface="Times New Roman"/>
              </a:rPr>
              <a:t>wish</a:t>
            </a:r>
            <a:r>
              <a:rPr sz="2400" spc="370" dirty="0">
                <a:solidFill>
                  <a:srgbClr val="030303"/>
                </a:solidFill>
                <a:latin typeface="Times New Roman"/>
                <a:cs typeface="Times New Roman"/>
              </a:rPr>
              <a:t> </a:t>
            </a:r>
            <a:r>
              <a:rPr sz="2400" spc="55" dirty="0">
                <a:solidFill>
                  <a:srgbClr val="030303"/>
                </a:solidFill>
                <a:latin typeface="Times New Roman"/>
                <a:cs typeface="Times New Roman"/>
              </a:rPr>
              <a:t>to</a:t>
            </a:r>
            <a:r>
              <a:rPr sz="2400" spc="290" dirty="0">
                <a:solidFill>
                  <a:srgbClr val="030303"/>
                </a:solidFill>
                <a:latin typeface="Times New Roman"/>
                <a:cs typeface="Times New Roman"/>
              </a:rPr>
              <a:t> </a:t>
            </a:r>
            <a:r>
              <a:rPr sz="2400" dirty="0">
                <a:solidFill>
                  <a:srgbClr val="030303"/>
                </a:solidFill>
                <a:latin typeface="Times New Roman"/>
                <a:cs typeface="Times New Roman"/>
              </a:rPr>
              <a:t>call</a:t>
            </a:r>
            <a:r>
              <a:rPr sz="2400" spc="305" dirty="0">
                <a:solidFill>
                  <a:srgbClr val="030303"/>
                </a:solidFill>
                <a:latin typeface="Times New Roman"/>
                <a:cs typeface="Times New Roman"/>
              </a:rPr>
              <a:t> </a:t>
            </a:r>
            <a:r>
              <a:rPr sz="2400" spc="85" dirty="0">
                <a:solidFill>
                  <a:srgbClr val="030303"/>
                </a:solidFill>
                <a:latin typeface="Times New Roman"/>
                <a:cs typeface="Times New Roman"/>
              </a:rPr>
              <a:t>a</a:t>
            </a:r>
            <a:r>
              <a:rPr sz="2400" spc="260" dirty="0">
                <a:solidFill>
                  <a:srgbClr val="030303"/>
                </a:solidFill>
                <a:latin typeface="Times New Roman"/>
                <a:cs typeface="Times New Roman"/>
              </a:rPr>
              <a:t> </a:t>
            </a:r>
            <a:r>
              <a:rPr sz="2400" dirty="0">
                <a:solidFill>
                  <a:srgbClr val="030303"/>
                </a:solidFill>
                <a:latin typeface="Times New Roman"/>
                <a:cs typeface="Times New Roman"/>
              </a:rPr>
              <a:t>static</a:t>
            </a:r>
            <a:r>
              <a:rPr sz="2400" spc="335" dirty="0">
                <a:solidFill>
                  <a:srgbClr val="030303"/>
                </a:solidFill>
                <a:latin typeface="Times New Roman"/>
                <a:cs typeface="Times New Roman"/>
              </a:rPr>
              <a:t> </a:t>
            </a:r>
            <a:r>
              <a:rPr sz="2400" dirty="0">
                <a:solidFill>
                  <a:srgbClr val="030303"/>
                </a:solidFill>
                <a:latin typeface="Times New Roman"/>
                <a:cs typeface="Times New Roman"/>
              </a:rPr>
              <a:t>method</a:t>
            </a:r>
            <a:r>
              <a:rPr sz="2400" spc="434" dirty="0">
                <a:solidFill>
                  <a:srgbClr val="030303"/>
                </a:solidFill>
                <a:latin typeface="Times New Roman"/>
                <a:cs typeface="Times New Roman"/>
              </a:rPr>
              <a:t> </a:t>
            </a:r>
            <a:r>
              <a:rPr sz="2400" dirty="0">
                <a:solidFill>
                  <a:srgbClr val="030303"/>
                </a:solidFill>
                <a:latin typeface="Times New Roman"/>
                <a:cs typeface="Times New Roman"/>
              </a:rPr>
              <a:t>from</a:t>
            </a:r>
            <a:r>
              <a:rPr sz="2400" spc="330" dirty="0">
                <a:solidFill>
                  <a:srgbClr val="030303"/>
                </a:solidFill>
                <a:latin typeface="Times New Roman"/>
                <a:cs typeface="Times New Roman"/>
              </a:rPr>
              <a:t> </a:t>
            </a:r>
            <a:r>
              <a:rPr sz="2400" dirty="0">
                <a:solidFill>
                  <a:srgbClr val="030303"/>
                </a:solidFill>
                <a:latin typeface="Times New Roman"/>
                <a:cs typeface="Times New Roman"/>
              </a:rPr>
              <a:t>outside</a:t>
            </a:r>
            <a:r>
              <a:rPr sz="2400" spc="425" dirty="0">
                <a:solidFill>
                  <a:srgbClr val="030303"/>
                </a:solidFill>
                <a:latin typeface="Times New Roman"/>
                <a:cs typeface="Times New Roman"/>
              </a:rPr>
              <a:t> </a:t>
            </a:r>
            <a:r>
              <a:rPr sz="2400" spc="-25" dirty="0">
                <a:solidFill>
                  <a:srgbClr val="030303"/>
                </a:solidFill>
                <a:latin typeface="Times New Roman"/>
                <a:cs typeface="Times New Roman"/>
              </a:rPr>
              <a:t>its 	</a:t>
            </a:r>
            <a:r>
              <a:rPr sz="2400" dirty="0">
                <a:solidFill>
                  <a:srgbClr val="030303"/>
                </a:solidFill>
                <a:latin typeface="Times New Roman"/>
                <a:cs typeface="Times New Roman"/>
              </a:rPr>
              <a:t>class,</a:t>
            </a:r>
            <a:r>
              <a:rPr sz="2400" spc="180" dirty="0">
                <a:solidFill>
                  <a:srgbClr val="030303"/>
                </a:solidFill>
                <a:latin typeface="Times New Roman"/>
                <a:cs typeface="Times New Roman"/>
              </a:rPr>
              <a:t> </a:t>
            </a:r>
            <a:r>
              <a:rPr sz="2400" dirty="0">
                <a:solidFill>
                  <a:srgbClr val="030303"/>
                </a:solidFill>
                <a:latin typeface="Times New Roman"/>
                <a:cs typeface="Times New Roman"/>
              </a:rPr>
              <a:t>you</a:t>
            </a:r>
            <a:r>
              <a:rPr sz="2400" spc="170" dirty="0">
                <a:solidFill>
                  <a:srgbClr val="030303"/>
                </a:solidFill>
                <a:latin typeface="Times New Roman"/>
                <a:cs typeface="Times New Roman"/>
              </a:rPr>
              <a:t> </a:t>
            </a:r>
            <a:r>
              <a:rPr sz="2400" dirty="0">
                <a:solidFill>
                  <a:srgbClr val="030303"/>
                </a:solidFill>
                <a:latin typeface="Times New Roman"/>
                <a:cs typeface="Times New Roman"/>
              </a:rPr>
              <a:t>can</a:t>
            </a:r>
            <a:r>
              <a:rPr sz="2400" spc="114" dirty="0">
                <a:solidFill>
                  <a:srgbClr val="030303"/>
                </a:solidFill>
                <a:latin typeface="Times New Roman"/>
                <a:cs typeface="Times New Roman"/>
              </a:rPr>
              <a:t> </a:t>
            </a:r>
            <a:r>
              <a:rPr sz="2400" spc="60" dirty="0">
                <a:solidFill>
                  <a:srgbClr val="030303"/>
                </a:solidFill>
                <a:latin typeface="Times New Roman"/>
                <a:cs typeface="Times New Roman"/>
              </a:rPr>
              <a:t>do</a:t>
            </a:r>
            <a:r>
              <a:rPr sz="2400" spc="135" dirty="0">
                <a:solidFill>
                  <a:srgbClr val="030303"/>
                </a:solidFill>
                <a:latin typeface="Times New Roman"/>
                <a:cs typeface="Times New Roman"/>
              </a:rPr>
              <a:t> </a:t>
            </a:r>
            <a:r>
              <a:rPr sz="2400" spc="60" dirty="0">
                <a:solidFill>
                  <a:srgbClr val="030303"/>
                </a:solidFill>
                <a:latin typeface="Times New Roman"/>
                <a:cs typeface="Times New Roman"/>
              </a:rPr>
              <a:t>so</a:t>
            </a:r>
            <a:r>
              <a:rPr sz="2400" spc="120" dirty="0">
                <a:solidFill>
                  <a:srgbClr val="030303"/>
                </a:solidFill>
                <a:latin typeface="Times New Roman"/>
                <a:cs typeface="Times New Roman"/>
              </a:rPr>
              <a:t> </a:t>
            </a:r>
            <a:r>
              <a:rPr sz="2400" dirty="0">
                <a:solidFill>
                  <a:srgbClr val="030303"/>
                </a:solidFill>
                <a:latin typeface="Times New Roman"/>
                <a:cs typeface="Times New Roman"/>
              </a:rPr>
              <a:t>using</a:t>
            </a:r>
            <a:r>
              <a:rPr sz="2400" spc="215" dirty="0">
                <a:solidFill>
                  <a:srgbClr val="030303"/>
                </a:solidFill>
                <a:latin typeface="Times New Roman"/>
                <a:cs typeface="Times New Roman"/>
              </a:rPr>
              <a:t> </a:t>
            </a:r>
            <a:r>
              <a:rPr sz="2400" dirty="0">
                <a:solidFill>
                  <a:srgbClr val="030303"/>
                </a:solidFill>
                <a:latin typeface="Times New Roman"/>
                <a:cs typeface="Times New Roman"/>
              </a:rPr>
              <a:t>the</a:t>
            </a:r>
            <a:r>
              <a:rPr sz="2400" spc="160" dirty="0">
                <a:solidFill>
                  <a:srgbClr val="030303"/>
                </a:solidFill>
                <a:latin typeface="Times New Roman"/>
                <a:cs typeface="Times New Roman"/>
              </a:rPr>
              <a:t> </a:t>
            </a:r>
            <a:r>
              <a:rPr sz="2400" spc="50" dirty="0">
                <a:solidFill>
                  <a:srgbClr val="030303"/>
                </a:solidFill>
                <a:latin typeface="Times New Roman"/>
                <a:cs typeface="Times New Roman"/>
              </a:rPr>
              <a:t>fallowing</a:t>
            </a:r>
            <a:r>
              <a:rPr sz="2400" spc="190" dirty="0">
                <a:solidFill>
                  <a:srgbClr val="030303"/>
                </a:solidFill>
                <a:latin typeface="Times New Roman"/>
                <a:cs typeface="Times New Roman"/>
              </a:rPr>
              <a:t> </a:t>
            </a:r>
            <a:r>
              <a:rPr sz="2400" dirty="0">
                <a:solidFill>
                  <a:srgbClr val="030303"/>
                </a:solidFill>
                <a:latin typeface="Times New Roman"/>
                <a:cs typeface="Times New Roman"/>
              </a:rPr>
              <a:t>general</a:t>
            </a:r>
            <a:r>
              <a:rPr sz="2400" spc="200" dirty="0">
                <a:solidFill>
                  <a:srgbClr val="030303"/>
                </a:solidFill>
                <a:latin typeface="Times New Roman"/>
                <a:cs typeface="Times New Roman"/>
              </a:rPr>
              <a:t> </a:t>
            </a:r>
            <a:r>
              <a:rPr sz="2400" spc="-10" dirty="0">
                <a:solidFill>
                  <a:srgbClr val="030303"/>
                </a:solidFill>
                <a:latin typeface="Times New Roman"/>
                <a:cs typeface="Times New Roman"/>
              </a:rPr>
              <a:t>form:</a:t>
            </a:r>
            <a:endParaRPr sz="2400">
              <a:latin typeface="Times New Roman"/>
              <a:cs typeface="Times New Roman"/>
            </a:endParaRPr>
          </a:p>
          <a:p>
            <a:pPr marL="434975" algn="just">
              <a:lnSpc>
                <a:spcPct val="100000"/>
              </a:lnSpc>
              <a:spcBef>
                <a:spcPts val="765"/>
              </a:spcBef>
            </a:pPr>
            <a:r>
              <a:rPr sz="2400" spc="50" dirty="0">
                <a:solidFill>
                  <a:srgbClr val="ED080A"/>
                </a:solidFill>
                <a:latin typeface="Times New Roman"/>
                <a:cs typeface="Times New Roman"/>
              </a:rPr>
              <a:t>classname.method(</a:t>
            </a:r>
            <a:r>
              <a:rPr sz="2400" spc="-35" dirty="0">
                <a:solidFill>
                  <a:srgbClr val="ED080A"/>
                </a:solidFill>
                <a:latin typeface="Times New Roman"/>
                <a:cs typeface="Times New Roman"/>
              </a:rPr>
              <a:t> </a:t>
            </a:r>
            <a:r>
              <a:rPr sz="2400" dirty="0">
                <a:solidFill>
                  <a:srgbClr val="ED080A"/>
                </a:solidFill>
                <a:latin typeface="Times New Roman"/>
                <a:cs typeface="Times New Roman"/>
              </a:rPr>
              <a:t>)</a:t>
            </a:r>
            <a:r>
              <a:rPr sz="2400" spc="90" dirty="0">
                <a:solidFill>
                  <a:srgbClr val="ED080A"/>
                </a:solidFill>
                <a:latin typeface="Times New Roman"/>
                <a:cs typeface="Times New Roman"/>
              </a:rPr>
              <a:t> </a:t>
            </a:r>
            <a:r>
              <a:rPr sz="2400" spc="-50" dirty="0">
                <a:solidFill>
                  <a:srgbClr val="ED080A"/>
                </a:solidFill>
                <a:latin typeface="Times New Roman"/>
                <a:cs typeface="Times New Roman"/>
              </a:rPr>
              <a:t>;</a:t>
            </a:r>
            <a:endParaRPr sz="2400">
              <a:latin typeface="Times New Roman"/>
              <a:cs typeface="Times New Roman"/>
            </a:endParaRPr>
          </a:p>
          <a:p>
            <a:pPr marL="353695" marR="15240" indent="-341630" algn="just">
              <a:lnSpc>
                <a:spcPct val="104800"/>
              </a:lnSpc>
              <a:spcBef>
                <a:spcPts val="730"/>
              </a:spcBef>
              <a:buClr>
                <a:srgbClr val="DA8044"/>
              </a:buClr>
              <a:buSzPct val="97916"/>
              <a:buFont typeface="Arial"/>
              <a:buChar char="□"/>
              <a:tabLst>
                <a:tab pos="353695" algn="l"/>
              </a:tabLst>
            </a:pPr>
            <a:r>
              <a:rPr sz="2400" dirty="0">
                <a:solidFill>
                  <a:srgbClr val="030303"/>
                </a:solidFill>
                <a:latin typeface="Times New Roman"/>
                <a:cs typeface="Times New Roman"/>
              </a:rPr>
              <a:t>Here,</a:t>
            </a:r>
            <a:r>
              <a:rPr sz="2400" spc="125" dirty="0">
                <a:solidFill>
                  <a:srgbClr val="030303"/>
                </a:solidFill>
                <a:latin typeface="Times New Roman"/>
                <a:cs typeface="Times New Roman"/>
              </a:rPr>
              <a:t>  </a:t>
            </a:r>
            <a:r>
              <a:rPr sz="2400" dirty="0">
                <a:solidFill>
                  <a:srgbClr val="030303"/>
                </a:solidFill>
                <a:latin typeface="Times New Roman"/>
                <a:cs typeface="Times New Roman"/>
              </a:rPr>
              <a:t>classname</a:t>
            </a:r>
            <a:r>
              <a:rPr sz="2400" spc="180" dirty="0">
                <a:solidFill>
                  <a:srgbClr val="030303"/>
                </a:solidFill>
                <a:latin typeface="Times New Roman"/>
                <a:cs typeface="Times New Roman"/>
              </a:rPr>
              <a:t>  </a:t>
            </a:r>
            <a:r>
              <a:rPr sz="2400" dirty="0">
                <a:solidFill>
                  <a:srgbClr val="030303"/>
                </a:solidFill>
                <a:latin typeface="Times New Roman"/>
                <a:cs typeface="Times New Roman"/>
              </a:rPr>
              <a:t>is</a:t>
            </a:r>
            <a:r>
              <a:rPr sz="2400" spc="45" dirty="0">
                <a:solidFill>
                  <a:srgbClr val="030303"/>
                </a:solidFill>
                <a:latin typeface="Times New Roman"/>
                <a:cs typeface="Times New Roman"/>
              </a:rPr>
              <a:t>  </a:t>
            </a:r>
            <a:r>
              <a:rPr sz="2400" dirty="0">
                <a:solidFill>
                  <a:srgbClr val="030303"/>
                </a:solidFill>
                <a:latin typeface="Times New Roman"/>
                <a:cs typeface="Times New Roman"/>
              </a:rPr>
              <a:t>the</a:t>
            </a:r>
            <a:r>
              <a:rPr sz="2400" spc="95" dirty="0">
                <a:solidFill>
                  <a:srgbClr val="030303"/>
                </a:solidFill>
                <a:latin typeface="Times New Roman"/>
                <a:cs typeface="Times New Roman"/>
              </a:rPr>
              <a:t>  </a:t>
            </a:r>
            <a:r>
              <a:rPr sz="2400" dirty="0">
                <a:solidFill>
                  <a:srgbClr val="030303"/>
                </a:solidFill>
                <a:latin typeface="Times New Roman"/>
                <a:cs typeface="Times New Roman"/>
              </a:rPr>
              <a:t>name</a:t>
            </a:r>
            <a:r>
              <a:rPr sz="2400" spc="140" dirty="0">
                <a:solidFill>
                  <a:srgbClr val="030303"/>
                </a:solidFill>
                <a:latin typeface="Times New Roman"/>
                <a:cs typeface="Times New Roman"/>
              </a:rPr>
              <a:t>  </a:t>
            </a:r>
            <a:r>
              <a:rPr sz="2400" spc="50" dirty="0">
                <a:solidFill>
                  <a:srgbClr val="030303"/>
                </a:solidFill>
                <a:latin typeface="Times New Roman"/>
                <a:cs typeface="Times New Roman"/>
              </a:rPr>
              <a:t>of</a:t>
            </a:r>
            <a:r>
              <a:rPr sz="2400" spc="65" dirty="0">
                <a:solidFill>
                  <a:srgbClr val="030303"/>
                </a:solidFill>
                <a:latin typeface="Times New Roman"/>
                <a:cs typeface="Times New Roman"/>
              </a:rPr>
              <a:t>  </a:t>
            </a:r>
            <a:r>
              <a:rPr sz="2400" dirty="0">
                <a:solidFill>
                  <a:srgbClr val="030303"/>
                </a:solidFill>
                <a:latin typeface="Times New Roman"/>
                <a:cs typeface="Times New Roman"/>
              </a:rPr>
              <a:t>the</a:t>
            </a:r>
            <a:r>
              <a:rPr sz="2400" spc="100" dirty="0">
                <a:solidFill>
                  <a:srgbClr val="030303"/>
                </a:solidFill>
                <a:latin typeface="Times New Roman"/>
                <a:cs typeface="Times New Roman"/>
              </a:rPr>
              <a:t>  </a:t>
            </a:r>
            <a:r>
              <a:rPr sz="2400" dirty="0">
                <a:solidFill>
                  <a:srgbClr val="030303"/>
                </a:solidFill>
                <a:latin typeface="Times New Roman"/>
                <a:cs typeface="Times New Roman"/>
              </a:rPr>
              <a:t>class</a:t>
            </a:r>
            <a:r>
              <a:rPr sz="2400" spc="75" dirty="0">
                <a:solidFill>
                  <a:srgbClr val="030303"/>
                </a:solidFill>
                <a:latin typeface="Times New Roman"/>
                <a:cs typeface="Times New Roman"/>
              </a:rPr>
              <a:t>  </a:t>
            </a:r>
            <a:r>
              <a:rPr sz="2400" spc="55" dirty="0">
                <a:solidFill>
                  <a:srgbClr val="030303"/>
                </a:solidFill>
                <a:latin typeface="Times New Roman"/>
                <a:cs typeface="Times New Roman"/>
              </a:rPr>
              <a:t>in</a:t>
            </a:r>
            <a:r>
              <a:rPr sz="2400" spc="75" dirty="0">
                <a:solidFill>
                  <a:srgbClr val="030303"/>
                </a:solidFill>
                <a:latin typeface="Times New Roman"/>
                <a:cs typeface="Times New Roman"/>
              </a:rPr>
              <a:t>  </a:t>
            </a:r>
            <a:r>
              <a:rPr sz="2400" dirty="0">
                <a:solidFill>
                  <a:srgbClr val="030303"/>
                </a:solidFill>
                <a:latin typeface="Times New Roman"/>
                <a:cs typeface="Times New Roman"/>
              </a:rPr>
              <a:t>which</a:t>
            </a:r>
            <a:r>
              <a:rPr sz="2400" spc="135" dirty="0">
                <a:solidFill>
                  <a:srgbClr val="030303"/>
                </a:solidFill>
                <a:latin typeface="Times New Roman"/>
                <a:cs typeface="Times New Roman"/>
              </a:rPr>
              <a:t>  </a:t>
            </a:r>
            <a:r>
              <a:rPr sz="2400" dirty="0">
                <a:solidFill>
                  <a:srgbClr val="030303"/>
                </a:solidFill>
                <a:latin typeface="Times New Roman"/>
                <a:cs typeface="Times New Roman"/>
              </a:rPr>
              <a:t>the</a:t>
            </a:r>
            <a:r>
              <a:rPr sz="2400" spc="85" dirty="0">
                <a:solidFill>
                  <a:srgbClr val="030303"/>
                </a:solidFill>
                <a:latin typeface="Times New Roman"/>
                <a:cs typeface="Times New Roman"/>
              </a:rPr>
              <a:t>  </a:t>
            </a:r>
            <a:r>
              <a:rPr sz="2400" spc="-10" dirty="0">
                <a:solidFill>
                  <a:srgbClr val="030303"/>
                </a:solidFill>
                <a:latin typeface="Times New Roman"/>
                <a:cs typeface="Times New Roman"/>
              </a:rPr>
              <a:t>static </a:t>
            </a:r>
            <a:r>
              <a:rPr sz="2400" dirty="0">
                <a:solidFill>
                  <a:srgbClr val="030303"/>
                </a:solidFill>
                <a:latin typeface="Times New Roman"/>
                <a:cs typeface="Times New Roman"/>
              </a:rPr>
              <a:t>method</a:t>
            </a:r>
            <a:r>
              <a:rPr sz="2400" spc="335" dirty="0">
                <a:solidFill>
                  <a:srgbClr val="030303"/>
                </a:solidFill>
                <a:latin typeface="Times New Roman"/>
                <a:cs typeface="Times New Roman"/>
              </a:rPr>
              <a:t> </a:t>
            </a:r>
            <a:r>
              <a:rPr sz="2400" dirty="0">
                <a:solidFill>
                  <a:srgbClr val="030303"/>
                </a:solidFill>
                <a:latin typeface="Times New Roman"/>
                <a:cs typeface="Times New Roman"/>
              </a:rPr>
              <a:t>is</a:t>
            </a:r>
            <a:r>
              <a:rPr sz="2400" spc="114" dirty="0">
                <a:solidFill>
                  <a:srgbClr val="030303"/>
                </a:solidFill>
                <a:latin typeface="Times New Roman"/>
                <a:cs typeface="Times New Roman"/>
              </a:rPr>
              <a:t> </a:t>
            </a:r>
            <a:r>
              <a:rPr sz="2400" spc="-10" dirty="0">
                <a:solidFill>
                  <a:srgbClr val="030303"/>
                </a:solidFill>
                <a:latin typeface="Times New Roman"/>
                <a:cs typeface="Times New Roman"/>
              </a:rPr>
              <a:t>declared.</a:t>
            </a:r>
            <a:endParaRPr sz="2400">
              <a:latin typeface="Times New Roman"/>
              <a:cs typeface="Times New Roman"/>
            </a:endParaRPr>
          </a:p>
        </p:txBody>
      </p:sp>
    </p:spTree>
    <p:extLst>
      <p:ext uri="{BB962C8B-B14F-4D97-AF65-F5344CB8AC3E}">
        <p14:creationId xmlns:p14="http://schemas.microsoft.com/office/powerpoint/2010/main" val="425099486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86201" y="559976"/>
            <a:ext cx="4956175" cy="705485"/>
          </a:xfrm>
          <a:prstGeom prst="rect">
            <a:avLst/>
          </a:prstGeom>
        </p:spPr>
        <p:txBody>
          <a:bodyPr vert="horz" wrap="square" lIns="0" tIns="13970" rIns="0" bIns="0" rtlCol="0">
            <a:spAutoFit/>
          </a:bodyPr>
          <a:lstStyle/>
          <a:p>
            <a:pPr marL="12700">
              <a:lnSpc>
                <a:spcPct val="100000"/>
              </a:lnSpc>
              <a:spcBef>
                <a:spcPts val="110"/>
              </a:spcBef>
              <a:tabLst>
                <a:tab pos="2893060" algn="l"/>
              </a:tabLst>
            </a:pPr>
            <a:r>
              <a:rPr sz="4450" dirty="0">
                <a:solidFill>
                  <a:srgbClr val="79665D"/>
                </a:solidFill>
                <a:latin typeface="Times New Roman"/>
                <a:cs typeface="Times New Roman"/>
              </a:rPr>
              <a:t>Continue</a:t>
            </a:r>
            <a:r>
              <a:rPr sz="4450" spc="-355" dirty="0">
                <a:solidFill>
                  <a:srgbClr val="79665D"/>
                </a:solidFill>
                <a:latin typeface="Times New Roman"/>
                <a:cs typeface="Times New Roman"/>
              </a:rPr>
              <a:t> </a:t>
            </a:r>
            <a:r>
              <a:rPr sz="4450" spc="-25" dirty="0">
                <a:solidFill>
                  <a:srgbClr val="79665D"/>
                </a:solidFill>
                <a:latin typeface="Times New Roman"/>
                <a:cs typeface="Times New Roman"/>
              </a:rPr>
              <a:t>...</a:t>
            </a:r>
            <a:r>
              <a:rPr sz="4450" dirty="0">
                <a:solidFill>
                  <a:srgbClr val="79665D"/>
                </a:solidFill>
                <a:latin typeface="Times New Roman"/>
                <a:cs typeface="Times New Roman"/>
              </a:rPr>
              <a:t>	</a:t>
            </a:r>
            <a:r>
              <a:rPr sz="4450" spc="-10" dirty="0">
                <a:solidFill>
                  <a:srgbClr val="79665D"/>
                </a:solidFill>
                <a:latin typeface="Times New Roman"/>
                <a:cs typeface="Times New Roman"/>
              </a:rPr>
              <a:t>Example</a:t>
            </a:r>
            <a:endParaRPr sz="4450">
              <a:latin typeface="Times New Roman"/>
              <a:cs typeface="Times New Roman"/>
            </a:endParaRPr>
          </a:p>
        </p:txBody>
      </p:sp>
      <p:sp>
        <p:nvSpPr>
          <p:cNvPr id="3" name="object 3"/>
          <p:cNvSpPr txBox="1"/>
          <p:nvPr/>
        </p:nvSpPr>
        <p:spPr>
          <a:xfrm>
            <a:off x="512756" y="995686"/>
            <a:ext cx="654685" cy="1125855"/>
          </a:xfrm>
          <a:prstGeom prst="rect">
            <a:avLst/>
          </a:prstGeom>
        </p:spPr>
        <p:txBody>
          <a:bodyPr vert="horz" wrap="square" lIns="0" tIns="15240" rIns="0" bIns="0" rtlCol="0">
            <a:spAutoFit/>
          </a:bodyPr>
          <a:lstStyle/>
          <a:p>
            <a:pPr marL="12700">
              <a:lnSpc>
                <a:spcPct val="100000"/>
              </a:lnSpc>
              <a:spcBef>
                <a:spcPts val="120"/>
              </a:spcBef>
            </a:pPr>
            <a:r>
              <a:rPr sz="7200" spc="65" dirty="0">
                <a:solidFill>
                  <a:srgbClr val="DD7E42"/>
                </a:solidFill>
                <a:latin typeface="Times New Roman"/>
                <a:cs typeface="Times New Roman"/>
              </a:rPr>
              <a:t>-</a:t>
            </a:r>
            <a:r>
              <a:rPr sz="7200" spc="15" dirty="0">
                <a:solidFill>
                  <a:srgbClr val="DD7E42"/>
                </a:solidFill>
                <a:latin typeface="Times New Roman"/>
                <a:cs typeface="Times New Roman"/>
              </a:rPr>
              <a:t>-</a:t>
            </a:r>
            <a:endParaRPr sz="7200">
              <a:latin typeface="Times New Roman"/>
              <a:cs typeface="Times New Roman"/>
            </a:endParaRPr>
          </a:p>
        </p:txBody>
      </p:sp>
      <p:sp>
        <p:nvSpPr>
          <p:cNvPr id="4" name="object 4"/>
          <p:cNvSpPr txBox="1"/>
          <p:nvPr/>
        </p:nvSpPr>
        <p:spPr>
          <a:xfrm>
            <a:off x="883855" y="1758767"/>
            <a:ext cx="8734425" cy="5863015"/>
          </a:xfrm>
          <a:prstGeom prst="rect">
            <a:avLst/>
          </a:prstGeom>
        </p:spPr>
        <p:txBody>
          <a:bodyPr vert="horz" wrap="square" lIns="0" tIns="53340" rIns="0" bIns="0" rtlCol="0">
            <a:spAutoFit/>
          </a:bodyPr>
          <a:lstStyle/>
          <a:p>
            <a:pPr marL="12700">
              <a:lnSpc>
                <a:spcPct val="100000"/>
              </a:lnSpc>
              <a:spcBef>
                <a:spcPts val="420"/>
              </a:spcBef>
            </a:pPr>
            <a:r>
              <a:rPr sz="2550" dirty="0">
                <a:solidFill>
                  <a:srgbClr val="030303"/>
                </a:solidFill>
                <a:latin typeface="Times New Roman"/>
                <a:cs typeface="Times New Roman"/>
              </a:rPr>
              <a:t>class</a:t>
            </a:r>
            <a:r>
              <a:rPr sz="2550" spc="175" dirty="0">
                <a:solidFill>
                  <a:srgbClr val="030303"/>
                </a:solidFill>
                <a:latin typeface="Times New Roman"/>
                <a:cs typeface="Times New Roman"/>
              </a:rPr>
              <a:t> </a:t>
            </a:r>
            <a:r>
              <a:rPr sz="2550" dirty="0">
                <a:solidFill>
                  <a:srgbClr val="F20505"/>
                </a:solidFill>
                <a:latin typeface="Times New Roman"/>
                <a:cs typeface="Times New Roman"/>
              </a:rPr>
              <a:t>StaticDemo</a:t>
            </a:r>
            <a:r>
              <a:rPr sz="2550" spc="150" dirty="0">
                <a:solidFill>
                  <a:srgbClr val="F20505"/>
                </a:solidFill>
                <a:latin typeface="Times New Roman"/>
                <a:cs typeface="Times New Roman"/>
              </a:rPr>
              <a:t> </a:t>
            </a:r>
            <a:r>
              <a:rPr sz="2550" spc="35" dirty="0">
                <a:solidFill>
                  <a:srgbClr val="F20505"/>
                </a:solidFill>
                <a:latin typeface="Times New Roman"/>
                <a:cs typeface="Times New Roman"/>
              </a:rPr>
              <a:t>{</a:t>
            </a:r>
            <a:endParaRPr sz="2550" dirty="0">
              <a:latin typeface="Times New Roman"/>
              <a:cs typeface="Times New Roman"/>
            </a:endParaRPr>
          </a:p>
          <a:p>
            <a:pPr marL="969010" marR="4824730">
              <a:lnSpc>
                <a:spcPct val="108800"/>
              </a:lnSpc>
              <a:spcBef>
                <a:spcPts val="50"/>
              </a:spcBef>
            </a:pPr>
            <a:r>
              <a:rPr sz="2450" b="1" spc="50" dirty="0">
                <a:solidFill>
                  <a:srgbClr val="F20505"/>
                </a:solidFill>
                <a:latin typeface="Times New Roman"/>
                <a:cs typeface="Times New Roman"/>
              </a:rPr>
              <a:t>static</a:t>
            </a:r>
            <a:r>
              <a:rPr sz="2450" b="1" spc="114" dirty="0">
                <a:solidFill>
                  <a:srgbClr val="F20505"/>
                </a:solidFill>
                <a:latin typeface="Times New Roman"/>
                <a:cs typeface="Times New Roman"/>
              </a:rPr>
              <a:t> </a:t>
            </a:r>
            <a:r>
              <a:rPr sz="2450" b="1" spc="65" dirty="0">
                <a:solidFill>
                  <a:srgbClr val="F20505"/>
                </a:solidFill>
                <a:latin typeface="Times New Roman"/>
                <a:cs typeface="Times New Roman"/>
              </a:rPr>
              <a:t>int</a:t>
            </a:r>
            <a:r>
              <a:rPr sz="2450" b="1" spc="55" dirty="0">
                <a:solidFill>
                  <a:srgbClr val="F20505"/>
                </a:solidFill>
                <a:latin typeface="Times New Roman"/>
                <a:cs typeface="Times New Roman"/>
              </a:rPr>
              <a:t> </a:t>
            </a:r>
            <a:r>
              <a:rPr sz="2450" b="1" spc="95" dirty="0">
                <a:solidFill>
                  <a:srgbClr val="F20505"/>
                </a:solidFill>
                <a:latin typeface="Times New Roman"/>
                <a:cs typeface="Times New Roman"/>
              </a:rPr>
              <a:t>a</a:t>
            </a:r>
            <a:r>
              <a:rPr sz="2450" b="1" spc="10" dirty="0">
                <a:solidFill>
                  <a:srgbClr val="F20505"/>
                </a:solidFill>
                <a:latin typeface="Times New Roman"/>
                <a:cs typeface="Times New Roman"/>
              </a:rPr>
              <a:t> </a:t>
            </a:r>
            <a:r>
              <a:rPr sz="2450" b="1" spc="110" dirty="0">
                <a:solidFill>
                  <a:srgbClr val="F20505"/>
                </a:solidFill>
                <a:latin typeface="Times New Roman"/>
                <a:cs typeface="Times New Roman"/>
              </a:rPr>
              <a:t>=</a:t>
            </a:r>
            <a:r>
              <a:rPr sz="2450" b="1" spc="25" dirty="0">
                <a:solidFill>
                  <a:srgbClr val="F20505"/>
                </a:solidFill>
                <a:latin typeface="Times New Roman"/>
                <a:cs typeface="Times New Roman"/>
              </a:rPr>
              <a:t> </a:t>
            </a:r>
            <a:r>
              <a:rPr sz="2450" b="1" spc="50" dirty="0">
                <a:solidFill>
                  <a:srgbClr val="F20505"/>
                </a:solidFill>
                <a:latin typeface="Times New Roman"/>
                <a:cs typeface="Times New Roman"/>
              </a:rPr>
              <a:t>42; static</a:t>
            </a:r>
            <a:r>
              <a:rPr sz="2450" b="1" spc="114" dirty="0">
                <a:solidFill>
                  <a:srgbClr val="F20505"/>
                </a:solidFill>
                <a:latin typeface="Times New Roman"/>
                <a:cs typeface="Times New Roman"/>
              </a:rPr>
              <a:t> </a:t>
            </a:r>
            <a:r>
              <a:rPr sz="2450" b="1" spc="65" dirty="0">
                <a:solidFill>
                  <a:srgbClr val="F20505"/>
                </a:solidFill>
                <a:latin typeface="Times New Roman"/>
                <a:cs typeface="Times New Roman"/>
              </a:rPr>
              <a:t>int</a:t>
            </a:r>
            <a:r>
              <a:rPr sz="2450" b="1" spc="40" dirty="0">
                <a:solidFill>
                  <a:srgbClr val="F20505"/>
                </a:solidFill>
                <a:latin typeface="Times New Roman"/>
                <a:cs typeface="Times New Roman"/>
              </a:rPr>
              <a:t> </a:t>
            </a:r>
            <a:r>
              <a:rPr sz="2450" b="1" spc="105" dirty="0">
                <a:solidFill>
                  <a:srgbClr val="F20505"/>
                </a:solidFill>
                <a:latin typeface="Times New Roman"/>
                <a:cs typeface="Times New Roman"/>
              </a:rPr>
              <a:t>b</a:t>
            </a:r>
            <a:r>
              <a:rPr sz="2450" b="1" spc="30" dirty="0">
                <a:solidFill>
                  <a:srgbClr val="F20505"/>
                </a:solidFill>
                <a:latin typeface="Times New Roman"/>
                <a:cs typeface="Times New Roman"/>
              </a:rPr>
              <a:t> </a:t>
            </a:r>
            <a:r>
              <a:rPr sz="2500" b="1" spc="95" dirty="0">
                <a:solidFill>
                  <a:srgbClr val="F20505"/>
                </a:solidFill>
                <a:latin typeface="Times New Roman"/>
                <a:cs typeface="Times New Roman"/>
              </a:rPr>
              <a:t>=</a:t>
            </a:r>
            <a:r>
              <a:rPr sz="2500" b="1" spc="-15" dirty="0">
                <a:solidFill>
                  <a:srgbClr val="F20505"/>
                </a:solidFill>
                <a:latin typeface="Times New Roman"/>
                <a:cs typeface="Times New Roman"/>
              </a:rPr>
              <a:t> </a:t>
            </a:r>
            <a:r>
              <a:rPr sz="2450" b="1" spc="50" dirty="0">
                <a:solidFill>
                  <a:srgbClr val="F20505"/>
                </a:solidFill>
                <a:latin typeface="Times New Roman"/>
                <a:cs typeface="Times New Roman"/>
              </a:rPr>
              <a:t>99; </a:t>
            </a:r>
            <a:r>
              <a:rPr sz="2450" b="1" dirty="0">
                <a:solidFill>
                  <a:srgbClr val="F20505"/>
                </a:solidFill>
                <a:latin typeface="Times New Roman"/>
                <a:cs typeface="Times New Roman"/>
              </a:rPr>
              <a:t>static</a:t>
            </a:r>
            <a:r>
              <a:rPr sz="2450" b="1" spc="260" dirty="0">
                <a:solidFill>
                  <a:srgbClr val="F20505"/>
                </a:solidFill>
                <a:latin typeface="Times New Roman"/>
                <a:cs typeface="Times New Roman"/>
              </a:rPr>
              <a:t> </a:t>
            </a:r>
            <a:r>
              <a:rPr sz="2450" b="1" spc="60" dirty="0">
                <a:solidFill>
                  <a:srgbClr val="F20505"/>
                </a:solidFill>
                <a:latin typeface="Times New Roman"/>
                <a:cs typeface="Times New Roman"/>
              </a:rPr>
              <a:t>void</a:t>
            </a:r>
            <a:r>
              <a:rPr sz="2450" b="1" spc="170" dirty="0">
                <a:solidFill>
                  <a:srgbClr val="F20505"/>
                </a:solidFill>
                <a:latin typeface="Times New Roman"/>
                <a:cs typeface="Times New Roman"/>
              </a:rPr>
              <a:t> </a:t>
            </a:r>
            <a:r>
              <a:rPr sz="2450" b="1" spc="55" dirty="0">
                <a:solidFill>
                  <a:srgbClr val="F20505"/>
                </a:solidFill>
                <a:latin typeface="Times New Roman"/>
                <a:cs typeface="Times New Roman"/>
              </a:rPr>
              <a:t>callme()</a:t>
            </a:r>
            <a:r>
              <a:rPr sz="2450" b="1" spc="275" dirty="0">
                <a:solidFill>
                  <a:srgbClr val="F20505"/>
                </a:solidFill>
                <a:latin typeface="Times New Roman"/>
                <a:cs typeface="Times New Roman"/>
              </a:rPr>
              <a:t> </a:t>
            </a:r>
            <a:r>
              <a:rPr sz="2450" spc="20" dirty="0">
                <a:solidFill>
                  <a:srgbClr val="F20505"/>
                </a:solidFill>
                <a:latin typeface="Times New Roman"/>
                <a:cs typeface="Times New Roman"/>
              </a:rPr>
              <a:t>{</a:t>
            </a:r>
            <a:endParaRPr sz="2450" dirty="0">
              <a:latin typeface="Times New Roman"/>
              <a:cs typeface="Times New Roman"/>
            </a:endParaRPr>
          </a:p>
          <a:p>
            <a:pPr marL="3844925">
              <a:lnSpc>
                <a:spcPct val="100000"/>
              </a:lnSpc>
              <a:spcBef>
                <a:spcPts val="5"/>
              </a:spcBef>
              <a:tabLst>
                <a:tab pos="7265670" algn="l"/>
              </a:tabLst>
            </a:pPr>
            <a:r>
              <a:rPr sz="2550" dirty="0">
                <a:solidFill>
                  <a:srgbClr val="030303"/>
                </a:solidFill>
                <a:latin typeface="Times New Roman"/>
                <a:cs typeface="Times New Roman"/>
              </a:rPr>
              <a:t>System.out.println("a</a:t>
            </a:r>
            <a:r>
              <a:rPr sz="2550" spc="270" dirty="0">
                <a:solidFill>
                  <a:srgbClr val="030303"/>
                </a:solidFill>
                <a:latin typeface="Times New Roman"/>
                <a:cs typeface="Times New Roman"/>
              </a:rPr>
              <a:t> </a:t>
            </a:r>
            <a:r>
              <a:rPr sz="2350" spc="-615" dirty="0">
                <a:solidFill>
                  <a:srgbClr val="030303"/>
                </a:solidFill>
                <a:latin typeface="Times New Roman"/>
                <a:cs typeface="Times New Roman"/>
              </a:rPr>
              <a:t>==</a:t>
            </a:r>
            <a:r>
              <a:rPr sz="2350" spc="455" dirty="0">
                <a:solidFill>
                  <a:srgbClr val="030303"/>
                </a:solidFill>
                <a:latin typeface="Times New Roman"/>
                <a:cs typeface="Times New Roman"/>
              </a:rPr>
              <a:t> </a:t>
            </a:r>
            <a:r>
              <a:rPr sz="2350" spc="-495" dirty="0">
                <a:solidFill>
                  <a:srgbClr val="030303"/>
                </a:solidFill>
                <a:latin typeface="Times New Roman"/>
                <a:cs typeface="Times New Roman"/>
              </a:rPr>
              <a:t>"</a:t>
            </a:r>
            <a:r>
              <a:rPr sz="2350" dirty="0">
                <a:solidFill>
                  <a:srgbClr val="030303"/>
                </a:solidFill>
                <a:latin typeface="Times New Roman"/>
                <a:cs typeface="Times New Roman"/>
              </a:rPr>
              <a:t>	</a:t>
            </a:r>
            <a:r>
              <a:rPr sz="2800" spc="95" dirty="0">
                <a:solidFill>
                  <a:srgbClr val="030303"/>
                </a:solidFill>
                <a:latin typeface="Arial"/>
                <a:cs typeface="Arial"/>
              </a:rPr>
              <a:t>+</a:t>
            </a:r>
            <a:r>
              <a:rPr sz="2800" spc="-254" dirty="0">
                <a:solidFill>
                  <a:srgbClr val="030303"/>
                </a:solidFill>
                <a:latin typeface="Arial"/>
                <a:cs typeface="Arial"/>
              </a:rPr>
              <a:t> </a:t>
            </a:r>
            <a:r>
              <a:rPr sz="2400" b="1" spc="70" dirty="0">
                <a:solidFill>
                  <a:srgbClr val="F20505"/>
                </a:solidFill>
                <a:latin typeface="Times New Roman"/>
                <a:cs typeface="Times New Roman"/>
              </a:rPr>
              <a:t>a</a:t>
            </a:r>
            <a:r>
              <a:rPr sz="2400" b="1" spc="70" dirty="0">
                <a:solidFill>
                  <a:srgbClr val="030303"/>
                </a:solidFill>
                <a:latin typeface="Times New Roman"/>
                <a:cs typeface="Times New Roman"/>
              </a:rPr>
              <a:t>);</a:t>
            </a:r>
            <a:endParaRPr sz="2400" dirty="0">
              <a:latin typeface="Times New Roman"/>
              <a:cs typeface="Times New Roman"/>
            </a:endParaRPr>
          </a:p>
          <a:p>
            <a:pPr marL="1948814">
              <a:lnSpc>
                <a:spcPct val="100000"/>
              </a:lnSpc>
              <a:spcBef>
                <a:spcPts val="235"/>
              </a:spcBef>
            </a:pPr>
            <a:r>
              <a:rPr sz="2450" spc="80" dirty="0">
                <a:solidFill>
                  <a:srgbClr val="030303"/>
                </a:solidFill>
                <a:latin typeface="Arial"/>
                <a:cs typeface="Arial"/>
              </a:rPr>
              <a:t>}</a:t>
            </a:r>
            <a:endParaRPr sz="2450" dirty="0">
              <a:latin typeface="Arial"/>
              <a:cs typeface="Arial"/>
            </a:endParaRPr>
          </a:p>
          <a:p>
            <a:pPr marL="20320">
              <a:lnSpc>
                <a:spcPct val="100000"/>
              </a:lnSpc>
              <a:spcBef>
                <a:spcPts val="455"/>
              </a:spcBef>
            </a:pPr>
            <a:r>
              <a:rPr sz="2300" spc="75" dirty="0">
                <a:solidFill>
                  <a:srgbClr val="F20505"/>
                </a:solidFill>
                <a:latin typeface="Arial"/>
                <a:cs typeface="Arial"/>
              </a:rPr>
              <a:t>}</a:t>
            </a:r>
            <a:endParaRPr sz="2300" dirty="0">
              <a:latin typeface="Arial"/>
              <a:cs typeface="Arial"/>
            </a:endParaRPr>
          </a:p>
          <a:p>
            <a:pPr marL="12700">
              <a:lnSpc>
                <a:spcPct val="100000"/>
              </a:lnSpc>
              <a:spcBef>
                <a:spcPts val="235"/>
              </a:spcBef>
            </a:pPr>
            <a:r>
              <a:rPr sz="2550" dirty="0">
                <a:solidFill>
                  <a:srgbClr val="030303"/>
                </a:solidFill>
                <a:latin typeface="Times New Roman"/>
                <a:cs typeface="Times New Roman"/>
              </a:rPr>
              <a:t>class</a:t>
            </a:r>
            <a:r>
              <a:rPr sz="2550" spc="155" dirty="0">
                <a:solidFill>
                  <a:srgbClr val="030303"/>
                </a:solidFill>
                <a:latin typeface="Times New Roman"/>
                <a:cs typeface="Times New Roman"/>
              </a:rPr>
              <a:t> </a:t>
            </a:r>
            <a:r>
              <a:rPr sz="2550" dirty="0">
                <a:solidFill>
                  <a:srgbClr val="030303"/>
                </a:solidFill>
                <a:latin typeface="Times New Roman"/>
                <a:cs typeface="Times New Roman"/>
              </a:rPr>
              <a:t>StaticByName</a:t>
            </a:r>
            <a:r>
              <a:rPr sz="2550" spc="345" dirty="0">
                <a:solidFill>
                  <a:srgbClr val="030303"/>
                </a:solidFill>
                <a:latin typeface="Times New Roman"/>
                <a:cs typeface="Times New Roman"/>
              </a:rPr>
              <a:t> </a:t>
            </a:r>
            <a:r>
              <a:rPr sz="2550" spc="70" dirty="0">
                <a:solidFill>
                  <a:srgbClr val="030303"/>
                </a:solidFill>
                <a:latin typeface="Times New Roman"/>
                <a:cs typeface="Times New Roman"/>
              </a:rPr>
              <a:t>{</a:t>
            </a:r>
            <a:endParaRPr sz="2550" dirty="0">
              <a:latin typeface="Times New Roman"/>
              <a:cs typeface="Times New Roman"/>
            </a:endParaRPr>
          </a:p>
          <a:p>
            <a:pPr marL="2886075">
              <a:lnSpc>
                <a:spcPct val="100000"/>
              </a:lnSpc>
              <a:spcBef>
                <a:spcPts val="160"/>
              </a:spcBef>
            </a:pPr>
            <a:r>
              <a:rPr sz="2550" dirty="0">
                <a:solidFill>
                  <a:srgbClr val="030303"/>
                </a:solidFill>
                <a:latin typeface="Times New Roman"/>
                <a:cs typeface="Times New Roman"/>
              </a:rPr>
              <a:t>public</a:t>
            </a:r>
            <a:r>
              <a:rPr sz="2550" spc="170" dirty="0">
                <a:solidFill>
                  <a:srgbClr val="030303"/>
                </a:solidFill>
                <a:latin typeface="Times New Roman"/>
                <a:cs typeface="Times New Roman"/>
              </a:rPr>
              <a:t> </a:t>
            </a:r>
            <a:r>
              <a:rPr sz="2550" dirty="0">
                <a:solidFill>
                  <a:srgbClr val="030303"/>
                </a:solidFill>
                <a:latin typeface="Times New Roman"/>
                <a:cs typeface="Times New Roman"/>
              </a:rPr>
              <a:t>static</a:t>
            </a:r>
            <a:r>
              <a:rPr sz="2550" spc="140" dirty="0">
                <a:solidFill>
                  <a:srgbClr val="030303"/>
                </a:solidFill>
                <a:latin typeface="Times New Roman"/>
                <a:cs typeface="Times New Roman"/>
              </a:rPr>
              <a:t> </a:t>
            </a:r>
            <a:r>
              <a:rPr sz="2550" dirty="0">
                <a:solidFill>
                  <a:srgbClr val="030303"/>
                </a:solidFill>
                <a:latin typeface="Times New Roman"/>
                <a:cs typeface="Times New Roman"/>
              </a:rPr>
              <a:t>void</a:t>
            </a:r>
            <a:r>
              <a:rPr sz="2550" spc="130" dirty="0">
                <a:solidFill>
                  <a:srgbClr val="030303"/>
                </a:solidFill>
                <a:latin typeface="Times New Roman"/>
                <a:cs typeface="Times New Roman"/>
              </a:rPr>
              <a:t> </a:t>
            </a:r>
            <a:r>
              <a:rPr sz="2550" dirty="0">
                <a:solidFill>
                  <a:srgbClr val="030303"/>
                </a:solidFill>
                <a:latin typeface="Times New Roman"/>
                <a:cs typeface="Times New Roman"/>
              </a:rPr>
              <a:t>main(String</a:t>
            </a:r>
            <a:r>
              <a:rPr sz="2550" spc="330" dirty="0">
                <a:solidFill>
                  <a:srgbClr val="030303"/>
                </a:solidFill>
                <a:latin typeface="Times New Roman"/>
                <a:cs typeface="Times New Roman"/>
              </a:rPr>
              <a:t> </a:t>
            </a:r>
            <a:r>
              <a:rPr sz="2550" dirty="0">
                <a:solidFill>
                  <a:srgbClr val="030303"/>
                </a:solidFill>
                <a:latin typeface="Times New Roman"/>
                <a:cs typeface="Times New Roman"/>
              </a:rPr>
              <a:t>args[])</a:t>
            </a:r>
            <a:r>
              <a:rPr sz="2550" spc="190" dirty="0">
                <a:solidFill>
                  <a:srgbClr val="030303"/>
                </a:solidFill>
                <a:latin typeface="Times New Roman"/>
                <a:cs typeface="Times New Roman"/>
              </a:rPr>
              <a:t> </a:t>
            </a:r>
            <a:endParaRPr lang="en-US" sz="2550" spc="190" dirty="0">
              <a:solidFill>
                <a:srgbClr val="030303"/>
              </a:solidFill>
              <a:latin typeface="Times New Roman"/>
              <a:cs typeface="Times New Roman"/>
            </a:endParaRPr>
          </a:p>
          <a:p>
            <a:pPr marL="2886075">
              <a:lnSpc>
                <a:spcPct val="100000"/>
              </a:lnSpc>
              <a:spcBef>
                <a:spcPts val="160"/>
              </a:spcBef>
            </a:pPr>
            <a:r>
              <a:rPr lang="en-US" sz="2550" spc="70" dirty="0">
                <a:solidFill>
                  <a:srgbClr val="030303"/>
                </a:solidFill>
                <a:latin typeface="Times New Roman"/>
                <a:cs typeface="Times New Roman"/>
              </a:rPr>
              <a:t>	</a:t>
            </a:r>
            <a:r>
              <a:rPr sz="2550" spc="70" dirty="0">
                <a:solidFill>
                  <a:srgbClr val="030303"/>
                </a:solidFill>
                <a:latin typeface="Times New Roman"/>
                <a:cs typeface="Times New Roman"/>
              </a:rPr>
              <a:t>{</a:t>
            </a:r>
            <a:endParaRPr sz="2550" dirty="0">
              <a:latin typeface="Times New Roman"/>
              <a:cs typeface="Times New Roman"/>
            </a:endParaRPr>
          </a:p>
          <a:p>
            <a:pPr marL="2887980">
              <a:lnSpc>
                <a:spcPct val="100000"/>
              </a:lnSpc>
              <a:spcBef>
                <a:spcPts val="285"/>
              </a:spcBef>
            </a:pPr>
            <a:r>
              <a:rPr sz="2450" b="1" spc="60" dirty="0">
                <a:solidFill>
                  <a:srgbClr val="F20505"/>
                </a:solidFill>
                <a:latin typeface="Times New Roman"/>
                <a:cs typeface="Times New Roman"/>
              </a:rPr>
              <a:t>StaticDemo.callme();</a:t>
            </a:r>
            <a:endParaRPr sz="2450" dirty="0">
              <a:latin typeface="Times New Roman"/>
              <a:cs typeface="Times New Roman"/>
            </a:endParaRPr>
          </a:p>
          <a:p>
            <a:pPr marL="2887345">
              <a:lnSpc>
                <a:spcPct val="100000"/>
              </a:lnSpc>
              <a:spcBef>
                <a:spcPts val="60"/>
              </a:spcBef>
              <a:tabLst>
                <a:tab pos="6320790" algn="l"/>
              </a:tabLst>
            </a:pPr>
            <a:r>
              <a:rPr sz="2550" dirty="0">
                <a:solidFill>
                  <a:srgbClr val="030303"/>
                </a:solidFill>
                <a:latin typeface="Times New Roman"/>
                <a:cs typeface="Times New Roman"/>
              </a:rPr>
              <a:t>System.out.println("b</a:t>
            </a:r>
            <a:r>
              <a:rPr sz="2550" spc="235" dirty="0">
                <a:solidFill>
                  <a:srgbClr val="030303"/>
                </a:solidFill>
                <a:latin typeface="Times New Roman"/>
                <a:cs typeface="Times New Roman"/>
              </a:rPr>
              <a:t> </a:t>
            </a:r>
            <a:r>
              <a:rPr sz="2350" spc="-615" dirty="0">
                <a:solidFill>
                  <a:srgbClr val="030303"/>
                </a:solidFill>
                <a:latin typeface="Times New Roman"/>
                <a:cs typeface="Times New Roman"/>
              </a:rPr>
              <a:t>=</a:t>
            </a:r>
            <a:r>
              <a:rPr sz="2350" spc="500" dirty="0">
                <a:solidFill>
                  <a:srgbClr val="030303"/>
                </a:solidFill>
                <a:latin typeface="Times New Roman"/>
                <a:cs typeface="Times New Roman"/>
              </a:rPr>
              <a:t> </a:t>
            </a:r>
            <a:r>
              <a:rPr sz="2350" spc="-495" dirty="0">
                <a:solidFill>
                  <a:srgbClr val="030303"/>
                </a:solidFill>
                <a:latin typeface="Times New Roman"/>
                <a:cs typeface="Times New Roman"/>
              </a:rPr>
              <a:t>"</a:t>
            </a:r>
            <a:r>
              <a:rPr sz="2350" dirty="0">
                <a:solidFill>
                  <a:srgbClr val="030303"/>
                </a:solidFill>
                <a:latin typeface="Times New Roman"/>
                <a:cs typeface="Times New Roman"/>
              </a:rPr>
              <a:t>	</a:t>
            </a:r>
            <a:r>
              <a:rPr sz="2750" spc="125" dirty="0">
                <a:solidFill>
                  <a:srgbClr val="030303"/>
                </a:solidFill>
                <a:latin typeface="Arial"/>
                <a:cs typeface="Arial"/>
              </a:rPr>
              <a:t>+</a:t>
            </a:r>
            <a:r>
              <a:rPr sz="2750" spc="-180" dirty="0">
                <a:solidFill>
                  <a:srgbClr val="030303"/>
                </a:solidFill>
                <a:latin typeface="Arial"/>
                <a:cs typeface="Arial"/>
              </a:rPr>
              <a:t> </a:t>
            </a:r>
            <a:r>
              <a:rPr sz="2450" b="1" spc="50" dirty="0">
                <a:solidFill>
                  <a:srgbClr val="F20505"/>
                </a:solidFill>
                <a:latin typeface="Times New Roman"/>
                <a:cs typeface="Times New Roman"/>
              </a:rPr>
              <a:t>StaticDemo.b</a:t>
            </a:r>
            <a:r>
              <a:rPr sz="2450" b="1" spc="-385" dirty="0">
                <a:solidFill>
                  <a:srgbClr val="F20505"/>
                </a:solidFill>
                <a:latin typeface="Times New Roman"/>
                <a:cs typeface="Times New Roman"/>
              </a:rPr>
              <a:t> </a:t>
            </a:r>
            <a:r>
              <a:rPr sz="2450" spc="-25" dirty="0">
                <a:solidFill>
                  <a:srgbClr val="030303"/>
                </a:solidFill>
                <a:latin typeface="Times New Roman"/>
                <a:cs typeface="Times New Roman"/>
              </a:rPr>
              <a:t>);</a:t>
            </a:r>
            <a:endParaRPr sz="2450" dirty="0">
              <a:latin typeface="Times New Roman"/>
              <a:cs typeface="Times New Roman"/>
            </a:endParaRPr>
          </a:p>
          <a:p>
            <a:pPr marL="2529840">
              <a:lnSpc>
                <a:spcPct val="100000"/>
              </a:lnSpc>
              <a:spcBef>
                <a:spcPts val="244"/>
              </a:spcBef>
            </a:pPr>
            <a:r>
              <a:rPr lang="en-US" sz="2450" spc="80" dirty="0">
                <a:solidFill>
                  <a:srgbClr val="030303"/>
                </a:solidFill>
                <a:latin typeface="Arial"/>
                <a:cs typeface="Arial"/>
              </a:rPr>
              <a:t> 		</a:t>
            </a:r>
            <a:r>
              <a:rPr sz="2450" spc="80" dirty="0">
                <a:solidFill>
                  <a:srgbClr val="030303"/>
                </a:solidFill>
                <a:latin typeface="Arial"/>
                <a:cs typeface="Arial"/>
              </a:rPr>
              <a:t>}</a:t>
            </a:r>
            <a:endParaRPr lang="en-US" sz="2450" spc="80" dirty="0">
              <a:solidFill>
                <a:srgbClr val="030303"/>
              </a:solidFill>
              <a:latin typeface="Arial"/>
              <a:cs typeface="Arial"/>
            </a:endParaRPr>
          </a:p>
          <a:p>
            <a:pPr marL="2529840">
              <a:lnSpc>
                <a:spcPct val="100000"/>
              </a:lnSpc>
              <a:spcBef>
                <a:spcPts val="244"/>
              </a:spcBef>
            </a:pPr>
            <a:r>
              <a:rPr lang="en-US" sz="2450" spc="80" dirty="0">
                <a:solidFill>
                  <a:srgbClr val="030303"/>
                </a:solidFill>
                <a:latin typeface="Arial"/>
                <a:cs typeface="Arial"/>
              </a:rPr>
              <a:t>}</a:t>
            </a:r>
            <a:endParaRPr sz="2450" dirty="0">
              <a:latin typeface="Arial"/>
              <a:cs typeface="Arial"/>
            </a:endParaRPr>
          </a:p>
        </p:txBody>
      </p:sp>
    </p:spTree>
    <p:extLst>
      <p:ext uri="{BB962C8B-B14F-4D97-AF65-F5344CB8AC3E}">
        <p14:creationId xmlns:p14="http://schemas.microsoft.com/office/powerpoint/2010/main" val="369092391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63032" y="1506772"/>
            <a:ext cx="9557731" cy="245998"/>
          </a:xfrm>
          <a:prstGeom prst="rect">
            <a:avLst/>
          </a:prstGeom>
        </p:spPr>
      </p:pic>
      <p:sp>
        <p:nvSpPr>
          <p:cNvPr id="3" name="object 3"/>
          <p:cNvSpPr txBox="1">
            <a:spLocks noGrp="1"/>
          </p:cNvSpPr>
          <p:nvPr>
            <p:ph type="title"/>
          </p:nvPr>
        </p:nvSpPr>
        <p:spPr>
          <a:prstGeom prst="rect">
            <a:avLst/>
          </a:prstGeom>
        </p:spPr>
        <p:txBody>
          <a:bodyPr vert="horz" wrap="square" lIns="0" tIns="13970" rIns="0" bIns="0" rtlCol="0">
            <a:spAutoFit/>
          </a:bodyPr>
          <a:lstStyle/>
          <a:p>
            <a:pPr marL="22225">
              <a:lnSpc>
                <a:spcPct val="100000"/>
              </a:lnSpc>
              <a:spcBef>
                <a:spcPts val="110"/>
              </a:spcBef>
            </a:pPr>
            <a:r>
              <a:rPr sz="4450" b="1" dirty="0">
                <a:solidFill>
                  <a:srgbClr val="79675D"/>
                </a:solidFill>
                <a:latin typeface="Times New Roman"/>
                <a:cs typeface="Times New Roman"/>
              </a:rPr>
              <a:t>Introducing</a:t>
            </a:r>
            <a:r>
              <a:rPr sz="4450" b="1" spc="740" dirty="0">
                <a:solidFill>
                  <a:srgbClr val="79675D"/>
                </a:solidFill>
                <a:latin typeface="Times New Roman"/>
                <a:cs typeface="Times New Roman"/>
              </a:rPr>
              <a:t> </a:t>
            </a:r>
            <a:r>
              <a:rPr sz="4450" b="1" spc="-10" dirty="0">
                <a:solidFill>
                  <a:srgbClr val="79675D"/>
                </a:solidFill>
                <a:latin typeface="Times New Roman"/>
                <a:cs typeface="Times New Roman"/>
              </a:rPr>
              <a:t>final</a:t>
            </a:r>
            <a:endParaRPr sz="4450">
              <a:latin typeface="Times New Roman"/>
              <a:cs typeface="Times New Roman"/>
            </a:endParaRPr>
          </a:p>
        </p:txBody>
      </p:sp>
      <p:sp>
        <p:nvSpPr>
          <p:cNvPr id="4" name="object 4"/>
          <p:cNvSpPr txBox="1"/>
          <p:nvPr/>
        </p:nvSpPr>
        <p:spPr>
          <a:xfrm>
            <a:off x="1279563" y="1801587"/>
            <a:ext cx="8841199" cy="4319259"/>
          </a:xfrm>
          <a:prstGeom prst="rect">
            <a:avLst/>
          </a:prstGeom>
        </p:spPr>
        <p:txBody>
          <a:bodyPr vert="horz" wrap="square" lIns="0" tIns="100330" rIns="0" bIns="0" rtlCol="0">
            <a:spAutoFit/>
          </a:bodyPr>
          <a:lstStyle/>
          <a:p>
            <a:pPr marL="353060" indent="-340360">
              <a:lnSpc>
                <a:spcPct val="100000"/>
              </a:lnSpc>
              <a:spcBef>
                <a:spcPts val="790"/>
              </a:spcBef>
              <a:buClr>
                <a:srgbClr val="DA7E46"/>
              </a:buClr>
              <a:buSzPct val="105882"/>
              <a:buFont typeface="Arial"/>
              <a:buChar char="□"/>
              <a:tabLst>
                <a:tab pos="353060" algn="l"/>
              </a:tabLst>
            </a:pPr>
            <a:r>
              <a:rPr sz="2550" spc="55" dirty="0">
                <a:solidFill>
                  <a:srgbClr val="010101"/>
                </a:solidFill>
                <a:latin typeface="Times New Roman"/>
                <a:cs typeface="Times New Roman"/>
              </a:rPr>
              <a:t>A</a:t>
            </a:r>
            <a:r>
              <a:rPr sz="2550" spc="70" dirty="0">
                <a:solidFill>
                  <a:srgbClr val="010101"/>
                </a:solidFill>
                <a:latin typeface="Times New Roman"/>
                <a:cs typeface="Times New Roman"/>
              </a:rPr>
              <a:t> </a:t>
            </a:r>
            <a:r>
              <a:rPr sz="2550" spc="85" dirty="0">
                <a:solidFill>
                  <a:srgbClr val="010101"/>
                </a:solidFill>
                <a:latin typeface="Times New Roman"/>
                <a:cs typeface="Times New Roman"/>
              </a:rPr>
              <a:t>variable</a:t>
            </a:r>
            <a:r>
              <a:rPr sz="2550" spc="260" dirty="0">
                <a:solidFill>
                  <a:srgbClr val="010101"/>
                </a:solidFill>
                <a:latin typeface="Times New Roman"/>
                <a:cs typeface="Times New Roman"/>
              </a:rPr>
              <a:t> </a:t>
            </a:r>
            <a:r>
              <a:rPr sz="2550" spc="114" dirty="0">
                <a:solidFill>
                  <a:srgbClr val="010101"/>
                </a:solidFill>
                <a:latin typeface="Times New Roman"/>
                <a:cs typeface="Times New Roman"/>
              </a:rPr>
              <a:t>can</a:t>
            </a:r>
            <a:r>
              <a:rPr sz="2550" spc="65" dirty="0">
                <a:solidFill>
                  <a:srgbClr val="010101"/>
                </a:solidFill>
                <a:latin typeface="Times New Roman"/>
                <a:cs typeface="Times New Roman"/>
              </a:rPr>
              <a:t> </a:t>
            </a:r>
            <a:r>
              <a:rPr sz="2550" spc="114" dirty="0">
                <a:solidFill>
                  <a:srgbClr val="010101"/>
                </a:solidFill>
                <a:latin typeface="Times New Roman"/>
                <a:cs typeface="Times New Roman"/>
              </a:rPr>
              <a:t>be</a:t>
            </a:r>
            <a:r>
              <a:rPr sz="2550" spc="95" dirty="0">
                <a:solidFill>
                  <a:srgbClr val="010101"/>
                </a:solidFill>
                <a:latin typeface="Times New Roman"/>
                <a:cs typeface="Times New Roman"/>
              </a:rPr>
              <a:t> </a:t>
            </a:r>
            <a:r>
              <a:rPr sz="2550" spc="105" dirty="0">
                <a:solidFill>
                  <a:srgbClr val="010101"/>
                </a:solidFill>
                <a:latin typeface="Times New Roman"/>
                <a:cs typeface="Times New Roman"/>
              </a:rPr>
              <a:t>declared</a:t>
            </a:r>
            <a:r>
              <a:rPr sz="2550" spc="135" dirty="0">
                <a:solidFill>
                  <a:srgbClr val="010101"/>
                </a:solidFill>
                <a:latin typeface="Times New Roman"/>
                <a:cs typeface="Times New Roman"/>
              </a:rPr>
              <a:t> </a:t>
            </a:r>
            <a:r>
              <a:rPr sz="2550" spc="100" dirty="0">
                <a:solidFill>
                  <a:srgbClr val="010101"/>
                </a:solidFill>
                <a:latin typeface="Times New Roman"/>
                <a:cs typeface="Times New Roman"/>
              </a:rPr>
              <a:t>as</a:t>
            </a:r>
            <a:r>
              <a:rPr sz="2550" spc="114" dirty="0">
                <a:solidFill>
                  <a:srgbClr val="010101"/>
                </a:solidFill>
                <a:latin typeface="Times New Roman"/>
                <a:cs typeface="Times New Roman"/>
              </a:rPr>
              <a:t> </a:t>
            </a:r>
            <a:r>
              <a:rPr sz="2550" spc="75" dirty="0">
                <a:solidFill>
                  <a:srgbClr val="010101"/>
                </a:solidFill>
                <a:latin typeface="Times New Roman"/>
                <a:cs typeface="Times New Roman"/>
              </a:rPr>
              <a:t>final.</a:t>
            </a:r>
            <a:endParaRPr sz="2550" dirty="0">
              <a:latin typeface="Times New Roman"/>
              <a:cs typeface="Times New Roman"/>
            </a:endParaRPr>
          </a:p>
          <a:p>
            <a:pPr marL="353060" indent="-340360">
              <a:lnSpc>
                <a:spcPct val="100000"/>
              </a:lnSpc>
              <a:spcBef>
                <a:spcPts val="860"/>
              </a:spcBef>
              <a:buClr>
                <a:srgbClr val="DA7E46"/>
              </a:buClr>
              <a:buSzPct val="105882"/>
              <a:buFont typeface="Arial"/>
              <a:buChar char="□"/>
              <a:tabLst>
                <a:tab pos="353060" algn="l"/>
              </a:tabLst>
            </a:pPr>
            <a:r>
              <a:rPr sz="2550" spc="125" dirty="0">
                <a:solidFill>
                  <a:srgbClr val="010101"/>
                </a:solidFill>
                <a:latin typeface="Times New Roman"/>
                <a:cs typeface="Times New Roman"/>
              </a:rPr>
              <a:t>Doing</a:t>
            </a:r>
            <a:r>
              <a:rPr sz="2550" spc="135" dirty="0">
                <a:solidFill>
                  <a:srgbClr val="010101"/>
                </a:solidFill>
                <a:latin typeface="Times New Roman"/>
                <a:cs typeface="Times New Roman"/>
              </a:rPr>
              <a:t> </a:t>
            </a:r>
            <a:r>
              <a:rPr sz="2550" spc="110" dirty="0">
                <a:solidFill>
                  <a:srgbClr val="010101"/>
                </a:solidFill>
                <a:latin typeface="Times New Roman"/>
                <a:cs typeface="Times New Roman"/>
              </a:rPr>
              <a:t>so</a:t>
            </a:r>
            <a:r>
              <a:rPr sz="2550" spc="70" dirty="0">
                <a:solidFill>
                  <a:srgbClr val="010101"/>
                </a:solidFill>
                <a:latin typeface="Times New Roman"/>
                <a:cs typeface="Times New Roman"/>
              </a:rPr>
              <a:t> </a:t>
            </a:r>
            <a:r>
              <a:rPr sz="2550" spc="90" dirty="0">
                <a:solidFill>
                  <a:srgbClr val="010101"/>
                </a:solidFill>
                <a:latin typeface="Times New Roman"/>
                <a:cs typeface="Times New Roman"/>
              </a:rPr>
              <a:t>prevents</a:t>
            </a:r>
            <a:r>
              <a:rPr sz="2550" spc="245" dirty="0">
                <a:solidFill>
                  <a:srgbClr val="010101"/>
                </a:solidFill>
                <a:latin typeface="Times New Roman"/>
                <a:cs typeface="Times New Roman"/>
              </a:rPr>
              <a:t> </a:t>
            </a:r>
            <a:r>
              <a:rPr sz="2550" spc="65" dirty="0">
                <a:solidFill>
                  <a:srgbClr val="010101"/>
                </a:solidFill>
                <a:latin typeface="Times New Roman"/>
                <a:cs typeface="Times New Roman"/>
              </a:rPr>
              <a:t>its</a:t>
            </a:r>
            <a:r>
              <a:rPr sz="2550" spc="145" dirty="0">
                <a:solidFill>
                  <a:srgbClr val="010101"/>
                </a:solidFill>
                <a:latin typeface="Times New Roman"/>
                <a:cs typeface="Times New Roman"/>
              </a:rPr>
              <a:t> </a:t>
            </a:r>
            <a:r>
              <a:rPr sz="2550" spc="90" dirty="0">
                <a:solidFill>
                  <a:srgbClr val="010101"/>
                </a:solidFill>
                <a:latin typeface="Times New Roman"/>
                <a:cs typeface="Times New Roman"/>
              </a:rPr>
              <a:t>contents</a:t>
            </a:r>
            <a:r>
              <a:rPr sz="2550" spc="195" dirty="0">
                <a:solidFill>
                  <a:srgbClr val="010101"/>
                </a:solidFill>
                <a:latin typeface="Times New Roman"/>
                <a:cs typeface="Times New Roman"/>
              </a:rPr>
              <a:t> </a:t>
            </a:r>
            <a:r>
              <a:rPr sz="2550" spc="105" dirty="0">
                <a:solidFill>
                  <a:srgbClr val="010101"/>
                </a:solidFill>
                <a:latin typeface="Times New Roman"/>
                <a:cs typeface="Times New Roman"/>
              </a:rPr>
              <a:t>from</a:t>
            </a:r>
            <a:r>
              <a:rPr sz="2550" spc="180" dirty="0">
                <a:solidFill>
                  <a:srgbClr val="010101"/>
                </a:solidFill>
                <a:latin typeface="Times New Roman"/>
                <a:cs typeface="Times New Roman"/>
              </a:rPr>
              <a:t> </a:t>
            </a:r>
            <a:r>
              <a:rPr sz="2550" spc="110" dirty="0">
                <a:solidFill>
                  <a:srgbClr val="010101"/>
                </a:solidFill>
                <a:latin typeface="Times New Roman"/>
                <a:cs typeface="Times New Roman"/>
              </a:rPr>
              <a:t>being</a:t>
            </a:r>
            <a:r>
              <a:rPr sz="2550" spc="85" dirty="0">
                <a:solidFill>
                  <a:srgbClr val="010101"/>
                </a:solidFill>
                <a:latin typeface="Times New Roman"/>
                <a:cs typeface="Times New Roman"/>
              </a:rPr>
              <a:t> modified.</a:t>
            </a:r>
            <a:endParaRPr sz="2550" dirty="0">
              <a:latin typeface="Times New Roman"/>
              <a:cs typeface="Times New Roman"/>
            </a:endParaRPr>
          </a:p>
          <a:p>
            <a:pPr marL="354965" indent="-342265">
              <a:lnSpc>
                <a:spcPct val="100000"/>
              </a:lnSpc>
              <a:spcBef>
                <a:spcPts val="885"/>
              </a:spcBef>
              <a:buClr>
                <a:srgbClr val="DA7E46"/>
              </a:buClr>
              <a:buSzPct val="105882"/>
              <a:buFont typeface="Arial"/>
              <a:buChar char="□"/>
              <a:tabLst>
                <a:tab pos="354965" algn="l"/>
              </a:tabLst>
            </a:pPr>
            <a:r>
              <a:rPr sz="2550" dirty="0">
                <a:solidFill>
                  <a:srgbClr val="010101"/>
                </a:solidFill>
                <a:latin typeface="Times New Roman"/>
                <a:cs typeface="Times New Roman"/>
              </a:rPr>
              <a:t>You</a:t>
            </a:r>
            <a:r>
              <a:rPr sz="2550" spc="165" dirty="0">
                <a:solidFill>
                  <a:srgbClr val="010101"/>
                </a:solidFill>
                <a:latin typeface="Times New Roman"/>
                <a:cs typeface="Times New Roman"/>
              </a:rPr>
              <a:t> </a:t>
            </a:r>
            <a:r>
              <a:rPr sz="2550" spc="105" dirty="0">
                <a:solidFill>
                  <a:srgbClr val="010101"/>
                </a:solidFill>
                <a:latin typeface="Times New Roman"/>
                <a:cs typeface="Times New Roman"/>
              </a:rPr>
              <a:t>must</a:t>
            </a:r>
            <a:r>
              <a:rPr sz="2550" spc="160" dirty="0">
                <a:solidFill>
                  <a:srgbClr val="010101"/>
                </a:solidFill>
                <a:latin typeface="Times New Roman"/>
                <a:cs typeface="Times New Roman"/>
              </a:rPr>
              <a:t> </a:t>
            </a:r>
            <a:r>
              <a:rPr sz="2550" spc="80" dirty="0">
                <a:solidFill>
                  <a:srgbClr val="010101"/>
                </a:solidFill>
                <a:latin typeface="Times New Roman"/>
                <a:cs typeface="Times New Roman"/>
              </a:rPr>
              <a:t>initialize</a:t>
            </a:r>
            <a:r>
              <a:rPr sz="2550" spc="200" dirty="0">
                <a:solidFill>
                  <a:srgbClr val="010101"/>
                </a:solidFill>
                <a:latin typeface="Times New Roman"/>
                <a:cs typeface="Times New Roman"/>
              </a:rPr>
              <a:t> </a:t>
            </a:r>
            <a:r>
              <a:rPr sz="2550" spc="110" dirty="0">
                <a:solidFill>
                  <a:srgbClr val="010101"/>
                </a:solidFill>
                <a:latin typeface="Times New Roman"/>
                <a:cs typeface="Times New Roman"/>
              </a:rPr>
              <a:t>a</a:t>
            </a:r>
            <a:r>
              <a:rPr sz="2550" spc="90" dirty="0">
                <a:solidFill>
                  <a:srgbClr val="010101"/>
                </a:solidFill>
                <a:latin typeface="Times New Roman"/>
                <a:cs typeface="Times New Roman"/>
              </a:rPr>
              <a:t> </a:t>
            </a:r>
            <a:r>
              <a:rPr sz="2550" spc="85" dirty="0">
                <a:solidFill>
                  <a:srgbClr val="010101"/>
                </a:solidFill>
                <a:latin typeface="Times New Roman"/>
                <a:cs typeface="Times New Roman"/>
              </a:rPr>
              <a:t>final</a:t>
            </a:r>
            <a:r>
              <a:rPr sz="2550" spc="130" dirty="0">
                <a:solidFill>
                  <a:srgbClr val="010101"/>
                </a:solidFill>
                <a:latin typeface="Times New Roman"/>
                <a:cs typeface="Times New Roman"/>
              </a:rPr>
              <a:t> </a:t>
            </a:r>
            <a:r>
              <a:rPr sz="2550" spc="85" dirty="0">
                <a:solidFill>
                  <a:srgbClr val="010101"/>
                </a:solidFill>
                <a:latin typeface="Times New Roman"/>
                <a:cs typeface="Times New Roman"/>
              </a:rPr>
              <a:t>variable</a:t>
            </a:r>
            <a:r>
              <a:rPr sz="2550" spc="229" dirty="0">
                <a:solidFill>
                  <a:srgbClr val="010101"/>
                </a:solidFill>
                <a:latin typeface="Times New Roman"/>
                <a:cs typeface="Times New Roman"/>
              </a:rPr>
              <a:t> </a:t>
            </a:r>
            <a:r>
              <a:rPr sz="2550" spc="135" dirty="0">
                <a:solidFill>
                  <a:srgbClr val="010101"/>
                </a:solidFill>
                <a:latin typeface="Times New Roman"/>
                <a:cs typeface="Times New Roman"/>
              </a:rPr>
              <a:t>when</a:t>
            </a:r>
            <a:r>
              <a:rPr sz="2550" spc="155" dirty="0">
                <a:solidFill>
                  <a:srgbClr val="010101"/>
                </a:solidFill>
                <a:latin typeface="Times New Roman"/>
                <a:cs typeface="Times New Roman"/>
              </a:rPr>
              <a:t> </a:t>
            </a:r>
            <a:r>
              <a:rPr sz="2550" spc="65" dirty="0">
                <a:solidFill>
                  <a:srgbClr val="010101"/>
                </a:solidFill>
                <a:latin typeface="Times New Roman"/>
                <a:cs typeface="Times New Roman"/>
              </a:rPr>
              <a:t>it</a:t>
            </a:r>
            <a:r>
              <a:rPr sz="2550" spc="120" dirty="0">
                <a:solidFill>
                  <a:srgbClr val="010101"/>
                </a:solidFill>
                <a:latin typeface="Times New Roman"/>
                <a:cs typeface="Times New Roman"/>
              </a:rPr>
              <a:t> </a:t>
            </a:r>
            <a:r>
              <a:rPr sz="2550" spc="80" dirty="0">
                <a:solidFill>
                  <a:srgbClr val="010101"/>
                </a:solidFill>
                <a:latin typeface="Times New Roman"/>
                <a:cs typeface="Times New Roman"/>
              </a:rPr>
              <a:t>is</a:t>
            </a:r>
            <a:r>
              <a:rPr sz="2550" spc="60" dirty="0">
                <a:solidFill>
                  <a:srgbClr val="010101"/>
                </a:solidFill>
                <a:latin typeface="Times New Roman"/>
                <a:cs typeface="Times New Roman"/>
              </a:rPr>
              <a:t> </a:t>
            </a:r>
            <a:r>
              <a:rPr sz="2550" spc="90" dirty="0">
                <a:solidFill>
                  <a:srgbClr val="010101"/>
                </a:solidFill>
                <a:latin typeface="Times New Roman"/>
                <a:cs typeface="Times New Roman"/>
              </a:rPr>
              <a:t>declared.</a:t>
            </a:r>
            <a:endParaRPr sz="2550" dirty="0">
              <a:latin typeface="Times New Roman"/>
              <a:cs typeface="Times New Roman"/>
            </a:endParaRPr>
          </a:p>
          <a:p>
            <a:pPr marL="354330">
              <a:lnSpc>
                <a:spcPct val="100000"/>
              </a:lnSpc>
              <a:spcBef>
                <a:spcPts val="305"/>
              </a:spcBef>
            </a:pPr>
            <a:r>
              <a:rPr sz="2550" spc="114" dirty="0">
                <a:solidFill>
                  <a:srgbClr val="010101"/>
                </a:solidFill>
                <a:latin typeface="Times New Roman"/>
                <a:cs typeface="Times New Roman"/>
              </a:rPr>
              <a:t>For</a:t>
            </a:r>
            <a:r>
              <a:rPr sz="2550" spc="85" dirty="0">
                <a:solidFill>
                  <a:srgbClr val="010101"/>
                </a:solidFill>
                <a:latin typeface="Times New Roman"/>
                <a:cs typeface="Times New Roman"/>
              </a:rPr>
              <a:t> </a:t>
            </a:r>
            <a:r>
              <a:rPr sz="2550" spc="100" dirty="0">
                <a:solidFill>
                  <a:srgbClr val="010101"/>
                </a:solidFill>
                <a:latin typeface="Times New Roman"/>
                <a:cs typeface="Times New Roman"/>
              </a:rPr>
              <a:t>example:</a:t>
            </a:r>
            <a:endParaRPr lang="en-US" sz="2550" dirty="0">
              <a:latin typeface="Times New Roman"/>
              <a:cs typeface="Times New Roman"/>
            </a:endParaRPr>
          </a:p>
          <a:p>
            <a:pPr marL="354330">
              <a:lnSpc>
                <a:spcPct val="100000"/>
              </a:lnSpc>
              <a:spcBef>
                <a:spcPts val="305"/>
              </a:spcBef>
            </a:pPr>
            <a:r>
              <a:rPr lang="en-US" sz="2550" spc="85" dirty="0">
                <a:solidFill>
                  <a:srgbClr val="010101"/>
                </a:solidFill>
                <a:latin typeface="Times New Roman"/>
                <a:cs typeface="Times New Roman"/>
              </a:rPr>
              <a:t>	</a:t>
            </a:r>
            <a:r>
              <a:rPr sz="2550" spc="85" dirty="0">
                <a:solidFill>
                  <a:srgbClr val="010101"/>
                </a:solidFill>
                <a:latin typeface="Times New Roman"/>
                <a:cs typeface="Times New Roman"/>
              </a:rPr>
              <a:t>final</a:t>
            </a:r>
            <a:r>
              <a:rPr sz="2550" spc="35" dirty="0">
                <a:solidFill>
                  <a:srgbClr val="010101"/>
                </a:solidFill>
                <a:latin typeface="Times New Roman"/>
                <a:cs typeface="Times New Roman"/>
              </a:rPr>
              <a:t> </a:t>
            </a:r>
            <a:r>
              <a:rPr sz="2550" spc="75" dirty="0" err="1">
                <a:solidFill>
                  <a:srgbClr val="010101"/>
                </a:solidFill>
                <a:latin typeface="Times New Roman"/>
                <a:cs typeface="Times New Roman"/>
              </a:rPr>
              <a:t>int</a:t>
            </a:r>
            <a:r>
              <a:rPr sz="2550" spc="25" dirty="0">
                <a:solidFill>
                  <a:srgbClr val="010101"/>
                </a:solidFill>
                <a:latin typeface="Times New Roman"/>
                <a:cs typeface="Times New Roman"/>
              </a:rPr>
              <a:t> </a:t>
            </a:r>
            <a:r>
              <a:rPr sz="2550" spc="-100" dirty="0">
                <a:solidFill>
                  <a:srgbClr val="010101"/>
                </a:solidFill>
                <a:latin typeface="Times New Roman"/>
                <a:cs typeface="Times New Roman"/>
              </a:rPr>
              <a:t>SIZE=</a:t>
            </a:r>
            <a:r>
              <a:rPr sz="2550" spc="150" dirty="0">
                <a:solidFill>
                  <a:srgbClr val="010101"/>
                </a:solidFill>
                <a:latin typeface="Times New Roman"/>
                <a:cs typeface="Times New Roman"/>
              </a:rPr>
              <a:t> </a:t>
            </a:r>
            <a:r>
              <a:rPr sz="2550" spc="-25" dirty="0">
                <a:solidFill>
                  <a:srgbClr val="010101"/>
                </a:solidFill>
                <a:latin typeface="Times New Roman"/>
                <a:cs typeface="Times New Roman"/>
              </a:rPr>
              <a:t>1O;</a:t>
            </a:r>
            <a:endParaRPr sz="2550" dirty="0">
              <a:latin typeface="Times New Roman"/>
              <a:cs typeface="Times New Roman"/>
            </a:endParaRPr>
          </a:p>
          <a:p>
            <a:pPr marL="12700">
              <a:lnSpc>
                <a:spcPct val="100000"/>
              </a:lnSpc>
              <a:spcBef>
                <a:spcPts val="885"/>
              </a:spcBef>
              <a:buClr>
                <a:srgbClr val="DA7E46"/>
              </a:buClr>
              <a:buSzPct val="105882"/>
              <a:tabLst>
                <a:tab pos="356235" algn="l"/>
              </a:tabLst>
            </a:pPr>
            <a:r>
              <a:rPr lang="en-US" sz="2550" spc="85" dirty="0">
                <a:solidFill>
                  <a:srgbClr val="010101"/>
                </a:solidFill>
                <a:latin typeface="Times New Roman"/>
                <a:cs typeface="Times New Roman"/>
              </a:rPr>
              <a:t>		</a:t>
            </a:r>
            <a:r>
              <a:rPr sz="2550" spc="85" dirty="0">
                <a:solidFill>
                  <a:srgbClr val="010101"/>
                </a:solidFill>
                <a:latin typeface="Times New Roman"/>
                <a:cs typeface="Times New Roman"/>
              </a:rPr>
              <a:t>final</a:t>
            </a:r>
            <a:r>
              <a:rPr sz="2550" spc="120" dirty="0">
                <a:solidFill>
                  <a:srgbClr val="010101"/>
                </a:solidFill>
                <a:latin typeface="Times New Roman"/>
                <a:cs typeface="Times New Roman"/>
              </a:rPr>
              <a:t> </a:t>
            </a:r>
            <a:r>
              <a:rPr sz="2550" spc="110" dirty="0">
                <a:solidFill>
                  <a:srgbClr val="010101"/>
                </a:solidFill>
                <a:latin typeface="Times New Roman"/>
                <a:cs typeface="Times New Roman"/>
              </a:rPr>
              <a:t>double</a:t>
            </a:r>
            <a:r>
              <a:rPr sz="2550" spc="125" dirty="0">
                <a:solidFill>
                  <a:srgbClr val="010101"/>
                </a:solidFill>
                <a:latin typeface="Times New Roman"/>
                <a:cs typeface="Times New Roman"/>
              </a:rPr>
              <a:t> </a:t>
            </a:r>
            <a:r>
              <a:rPr sz="2550" spc="-290" dirty="0">
                <a:solidFill>
                  <a:srgbClr val="010101"/>
                </a:solidFill>
                <a:latin typeface="Times New Roman"/>
                <a:cs typeface="Times New Roman"/>
              </a:rPr>
              <a:t>PI=</a:t>
            </a:r>
            <a:r>
              <a:rPr sz="2550" spc="200" dirty="0">
                <a:solidFill>
                  <a:srgbClr val="010101"/>
                </a:solidFill>
                <a:latin typeface="Times New Roman"/>
                <a:cs typeface="Times New Roman"/>
              </a:rPr>
              <a:t> </a:t>
            </a:r>
            <a:r>
              <a:rPr sz="2550" spc="85" dirty="0">
                <a:solidFill>
                  <a:srgbClr val="010101"/>
                </a:solidFill>
                <a:latin typeface="Times New Roman"/>
                <a:cs typeface="Times New Roman"/>
              </a:rPr>
              <a:t>3.14;</a:t>
            </a:r>
            <a:endParaRPr sz="2550" dirty="0">
              <a:latin typeface="Times New Roman"/>
              <a:cs typeface="Times New Roman"/>
            </a:endParaRPr>
          </a:p>
          <a:p>
            <a:pPr marL="12700">
              <a:lnSpc>
                <a:spcPct val="100000"/>
              </a:lnSpc>
              <a:spcBef>
                <a:spcPts val="910"/>
              </a:spcBef>
              <a:buClr>
                <a:srgbClr val="DA7E46"/>
              </a:buClr>
              <a:buSzPct val="105882"/>
              <a:tabLst>
                <a:tab pos="356235" algn="l"/>
              </a:tabLst>
            </a:pPr>
            <a:r>
              <a:rPr lang="en-US" sz="2550" spc="85" dirty="0">
                <a:solidFill>
                  <a:srgbClr val="010101"/>
                </a:solidFill>
                <a:latin typeface="Times New Roman"/>
                <a:cs typeface="Times New Roman"/>
              </a:rPr>
              <a:t>		</a:t>
            </a:r>
            <a:r>
              <a:rPr sz="2550" spc="85" dirty="0">
                <a:solidFill>
                  <a:srgbClr val="010101"/>
                </a:solidFill>
                <a:latin typeface="Times New Roman"/>
                <a:cs typeface="Times New Roman"/>
              </a:rPr>
              <a:t>final</a:t>
            </a:r>
            <a:r>
              <a:rPr sz="2550" spc="65" dirty="0">
                <a:solidFill>
                  <a:srgbClr val="010101"/>
                </a:solidFill>
                <a:latin typeface="Times New Roman"/>
                <a:cs typeface="Times New Roman"/>
              </a:rPr>
              <a:t> </a:t>
            </a:r>
            <a:r>
              <a:rPr sz="2550" spc="85" dirty="0" err="1">
                <a:solidFill>
                  <a:srgbClr val="010101"/>
                </a:solidFill>
                <a:latin typeface="Times New Roman"/>
                <a:cs typeface="Times New Roman"/>
              </a:rPr>
              <a:t>int</a:t>
            </a:r>
            <a:r>
              <a:rPr sz="2550" spc="50" dirty="0">
                <a:solidFill>
                  <a:srgbClr val="010101"/>
                </a:solidFill>
                <a:latin typeface="Times New Roman"/>
                <a:cs typeface="Times New Roman"/>
              </a:rPr>
              <a:t> </a:t>
            </a:r>
            <a:r>
              <a:rPr sz="2550" dirty="0">
                <a:solidFill>
                  <a:srgbClr val="010101"/>
                </a:solidFill>
                <a:latin typeface="Times New Roman"/>
                <a:cs typeface="Times New Roman"/>
              </a:rPr>
              <a:t>QUIT=</a:t>
            </a:r>
            <a:r>
              <a:rPr sz="2550" spc="170" dirty="0">
                <a:solidFill>
                  <a:srgbClr val="010101"/>
                </a:solidFill>
                <a:latin typeface="Times New Roman"/>
                <a:cs typeface="Times New Roman"/>
              </a:rPr>
              <a:t> </a:t>
            </a:r>
            <a:r>
              <a:rPr sz="2550" spc="-25" dirty="0">
                <a:solidFill>
                  <a:srgbClr val="010101"/>
                </a:solidFill>
                <a:latin typeface="Times New Roman"/>
                <a:cs typeface="Times New Roman"/>
              </a:rPr>
              <a:t>5;</a:t>
            </a:r>
            <a:endParaRPr sz="2550" dirty="0">
              <a:latin typeface="Times New Roman"/>
              <a:cs typeface="Times New Roman"/>
            </a:endParaRPr>
          </a:p>
          <a:p>
            <a:pPr marL="354330" marR="154940" indent="-342265">
              <a:lnSpc>
                <a:spcPct val="109400"/>
              </a:lnSpc>
              <a:spcBef>
                <a:spcPts val="560"/>
              </a:spcBef>
              <a:buSzPct val="105882"/>
              <a:buFont typeface="Arial"/>
              <a:buChar char="□"/>
              <a:tabLst>
                <a:tab pos="354330" algn="l"/>
                <a:tab pos="357505" algn="l"/>
              </a:tabLst>
            </a:pPr>
            <a:r>
              <a:rPr sz="2550" dirty="0">
                <a:solidFill>
                  <a:srgbClr val="DA7E46"/>
                </a:solidFill>
                <a:latin typeface="Times New Roman"/>
                <a:cs typeface="Times New Roman"/>
              </a:rPr>
              <a:t>	</a:t>
            </a:r>
            <a:r>
              <a:rPr sz="2550" spc="100" dirty="0">
                <a:solidFill>
                  <a:srgbClr val="010101"/>
                </a:solidFill>
                <a:latin typeface="Times New Roman"/>
                <a:cs typeface="Times New Roman"/>
              </a:rPr>
              <a:t>Subsequent</a:t>
            </a:r>
            <a:r>
              <a:rPr sz="2550" spc="265" dirty="0">
                <a:solidFill>
                  <a:srgbClr val="010101"/>
                </a:solidFill>
                <a:latin typeface="Times New Roman"/>
                <a:cs typeface="Times New Roman"/>
              </a:rPr>
              <a:t> </a:t>
            </a:r>
            <a:r>
              <a:rPr sz="2550" spc="95" dirty="0">
                <a:solidFill>
                  <a:srgbClr val="010101"/>
                </a:solidFill>
                <a:latin typeface="Times New Roman"/>
                <a:cs typeface="Times New Roman"/>
              </a:rPr>
              <a:t>parts</a:t>
            </a:r>
            <a:r>
              <a:rPr sz="2550" spc="145" dirty="0">
                <a:solidFill>
                  <a:srgbClr val="010101"/>
                </a:solidFill>
                <a:latin typeface="Times New Roman"/>
                <a:cs typeface="Times New Roman"/>
              </a:rPr>
              <a:t> </a:t>
            </a:r>
            <a:r>
              <a:rPr sz="2550" spc="105" dirty="0">
                <a:solidFill>
                  <a:srgbClr val="010101"/>
                </a:solidFill>
                <a:latin typeface="Times New Roman"/>
                <a:cs typeface="Times New Roman"/>
              </a:rPr>
              <a:t>of</a:t>
            </a:r>
            <a:r>
              <a:rPr sz="2550" spc="45" dirty="0">
                <a:solidFill>
                  <a:srgbClr val="010101"/>
                </a:solidFill>
                <a:latin typeface="Times New Roman"/>
                <a:cs typeface="Times New Roman"/>
              </a:rPr>
              <a:t> </a:t>
            </a:r>
            <a:r>
              <a:rPr sz="2550" spc="114" dirty="0">
                <a:solidFill>
                  <a:srgbClr val="010101"/>
                </a:solidFill>
                <a:latin typeface="Times New Roman"/>
                <a:cs typeface="Times New Roman"/>
              </a:rPr>
              <a:t>your</a:t>
            </a:r>
            <a:r>
              <a:rPr sz="2550" spc="125" dirty="0">
                <a:solidFill>
                  <a:srgbClr val="010101"/>
                </a:solidFill>
                <a:latin typeface="Times New Roman"/>
                <a:cs typeface="Times New Roman"/>
              </a:rPr>
              <a:t> </a:t>
            </a:r>
            <a:r>
              <a:rPr sz="2550" spc="114" dirty="0">
                <a:solidFill>
                  <a:srgbClr val="010101"/>
                </a:solidFill>
                <a:latin typeface="Times New Roman"/>
                <a:cs typeface="Times New Roman"/>
              </a:rPr>
              <a:t>program</a:t>
            </a:r>
            <a:r>
              <a:rPr sz="2550" spc="170" dirty="0">
                <a:solidFill>
                  <a:srgbClr val="010101"/>
                </a:solidFill>
                <a:latin typeface="Times New Roman"/>
                <a:cs typeface="Times New Roman"/>
              </a:rPr>
              <a:t> </a:t>
            </a:r>
            <a:r>
              <a:rPr sz="2550" spc="114" dirty="0">
                <a:solidFill>
                  <a:srgbClr val="010101"/>
                </a:solidFill>
                <a:latin typeface="Times New Roman"/>
                <a:cs typeface="Times New Roman"/>
              </a:rPr>
              <a:t>can</a:t>
            </a:r>
            <a:r>
              <a:rPr sz="2550" spc="65" dirty="0">
                <a:solidFill>
                  <a:srgbClr val="010101"/>
                </a:solidFill>
                <a:latin typeface="Times New Roman"/>
                <a:cs typeface="Times New Roman"/>
              </a:rPr>
              <a:t> </a:t>
            </a:r>
            <a:r>
              <a:rPr sz="2550" spc="140" dirty="0">
                <a:solidFill>
                  <a:srgbClr val="010101"/>
                </a:solidFill>
                <a:latin typeface="Times New Roman"/>
                <a:cs typeface="Times New Roman"/>
              </a:rPr>
              <a:t>now</a:t>
            </a:r>
            <a:r>
              <a:rPr sz="2550" spc="100" dirty="0">
                <a:solidFill>
                  <a:srgbClr val="010101"/>
                </a:solidFill>
                <a:latin typeface="Times New Roman"/>
                <a:cs typeface="Times New Roman"/>
              </a:rPr>
              <a:t> </a:t>
            </a:r>
            <a:r>
              <a:rPr sz="2550" spc="110" dirty="0">
                <a:solidFill>
                  <a:srgbClr val="010101"/>
                </a:solidFill>
                <a:latin typeface="Times New Roman"/>
                <a:cs typeface="Times New Roman"/>
              </a:rPr>
              <a:t>use</a:t>
            </a:r>
            <a:r>
              <a:rPr sz="2550" spc="150" dirty="0">
                <a:solidFill>
                  <a:srgbClr val="010101"/>
                </a:solidFill>
                <a:latin typeface="Times New Roman"/>
                <a:cs typeface="Times New Roman"/>
              </a:rPr>
              <a:t> </a:t>
            </a:r>
            <a:r>
              <a:rPr sz="2550" spc="95" dirty="0">
                <a:solidFill>
                  <a:srgbClr val="010101"/>
                </a:solidFill>
                <a:latin typeface="Times New Roman"/>
                <a:cs typeface="Times New Roman"/>
              </a:rPr>
              <a:t>SIZE, </a:t>
            </a:r>
            <a:r>
              <a:rPr sz="2550" spc="100" dirty="0">
                <a:solidFill>
                  <a:srgbClr val="010101"/>
                </a:solidFill>
                <a:latin typeface="Times New Roman"/>
                <a:cs typeface="Times New Roman"/>
              </a:rPr>
              <a:t>PI</a:t>
            </a:r>
            <a:r>
              <a:rPr sz="2550" spc="120" dirty="0">
                <a:solidFill>
                  <a:srgbClr val="010101"/>
                </a:solidFill>
                <a:latin typeface="Times New Roman"/>
                <a:cs typeface="Times New Roman"/>
              </a:rPr>
              <a:t> </a:t>
            </a:r>
            <a:r>
              <a:rPr sz="2550" spc="70" dirty="0">
                <a:solidFill>
                  <a:srgbClr val="010101"/>
                </a:solidFill>
                <a:latin typeface="Times New Roman"/>
                <a:cs typeface="Times New Roman"/>
              </a:rPr>
              <a:t>etc.,</a:t>
            </a:r>
            <a:endParaRPr sz="2550" dirty="0">
              <a:latin typeface="Times New Roman"/>
              <a:cs typeface="Times New Roman"/>
            </a:endParaRPr>
          </a:p>
        </p:txBody>
      </p:sp>
    </p:spTree>
    <p:extLst>
      <p:ext uri="{BB962C8B-B14F-4D97-AF65-F5344CB8AC3E}">
        <p14:creationId xmlns:p14="http://schemas.microsoft.com/office/powerpoint/2010/main" val="203945274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63032" y="1506772"/>
            <a:ext cx="9557731" cy="245998"/>
          </a:xfrm>
          <a:prstGeom prst="rect">
            <a:avLst/>
          </a:prstGeom>
        </p:spPr>
      </p:pic>
      <p:sp>
        <p:nvSpPr>
          <p:cNvPr id="3" name="object 3"/>
          <p:cNvSpPr txBox="1">
            <a:spLocks noGrp="1"/>
          </p:cNvSpPr>
          <p:nvPr>
            <p:ph type="title"/>
          </p:nvPr>
        </p:nvSpPr>
        <p:spPr>
          <a:prstGeom prst="rect">
            <a:avLst/>
          </a:prstGeom>
        </p:spPr>
        <p:txBody>
          <a:bodyPr vert="horz" wrap="square" lIns="0" tIns="13970" rIns="0" bIns="0" rtlCol="0">
            <a:spAutoFit/>
          </a:bodyPr>
          <a:lstStyle/>
          <a:p>
            <a:pPr marL="24130">
              <a:lnSpc>
                <a:spcPct val="100000"/>
              </a:lnSpc>
              <a:spcBef>
                <a:spcPts val="110"/>
              </a:spcBef>
            </a:pPr>
            <a:r>
              <a:rPr sz="4450" dirty="0">
                <a:solidFill>
                  <a:srgbClr val="79675D"/>
                </a:solidFill>
                <a:latin typeface="Times New Roman"/>
                <a:cs typeface="Times New Roman"/>
              </a:rPr>
              <a:t>Students</a:t>
            </a:r>
            <a:r>
              <a:rPr sz="4450" spc="515" dirty="0">
                <a:solidFill>
                  <a:srgbClr val="79675D"/>
                </a:solidFill>
                <a:latin typeface="Times New Roman"/>
                <a:cs typeface="Times New Roman"/>
              </a:rPr>
              <a:t> </a:t>
            </a:r>
            <a:r>
              <a:rPr sz="4450" spc="-10" dirty="0">
                <a:solidFill>
                  <a:srgbClr val="79675D"/>
                </a:solidFill>
                <a:latin typeface="Times New Roman"/>
                <a:cs typeface="Times New Roman"/>
              </a:rPr>
              <a:t>details</a:t>
            </a:r>
            <a:endParaRPr sz="4450">
              <a:latin typeface="Times New Roman"/>
              <a:cs typeface="Times New Roman"/>
            </a:endParaRPr>
          </a:p>
        </p:txBody>
      </p:sp>
      <p:sp>
        <p:nvSpPr>
          <p:cNvPr id="4" name="object 4"/>
          <p:cNvSpPr txBox="1"/>
          <p:nvPr/>
        </p:nvSpPr>
        <p:spPr>
          <a:xfrm>
            <a:off x="1286219" y="1766680"/>
            <a:ext cx="4398010" cy="1783080"/>
          </a:xfrm>
          <a:prstGeom prst="rect">
            <a:avLst/>
          </a:prstGeom>
        </p:spPr>
        <p:txBody>
          <a:bodyPr vert="horz" wrap="square" lIns="0" tIns="64769" rIns="0" bIns="0" rtlCol="0">
            <a:spAutoFit/>
          </a:bodyPr>
          <a:lstStyle/>
          <a:p>
            <a:pPr marL="12700">
              <a:lnSpc>
                <a:spcPct val="100000"/>
              </a:lnSpc>
              <a:spcBef>
                <a:spcPts val="509"/>
              </a:spcBef>
            </a:pPr>
            <a:r>
              <a:rPr sz="2550" spc="105" dirty="0">
                <a:solidFill>
                  <a:srgbClr val="030303"/>
                </a:solidFill>
                <a:latin typeface="Times New Roman"/>
                <a:cs typeface="Times New Roman"/>
              </a:rPr>
              <a:t>class</a:t>
            </a:r>
            <a:r>
              <a:rPr sz="2550" spc="65" dirty="0">
                <a:solidFill>
                  <a:srgbClr val="030303"/>
                </a:solidFill>
                <a:latin typeface="Times New Roman"/>
                <a:cs typeface="Times New Roman"/>
              </a:rPr>
              <a:t> </a:t>
            </a:r>
            <a:r>
              <a:rPr sz="2550" spc="95" dirty="0">
                <a:solidFill>
                  <a:srgbClr val="030303"/>
                </a:solidFill>
                <a:latin typeface="Times New Roman"/>
                <a:cs typeface="Times New Roman"/>
              </a:rPr>
              <a:t>Student{</a:t>
            </a:r>
            <a:endParaRPr sz="2550">
              <a:latin typeface="Times New Roman"/>
              <a:cs typeface="Times New Roman"/>
            </a:endParaRPr>
          </a:p>
          <a:p>
            <a:pPr marL="974090" marR="1584960" indent="-2540">
              <a:lnSpc>
                <a:spcPct val="111800"/>
              </a:lnSpc>
              <a:spcBef>
                <a:spcPts val="50"/>
              </a:spcBef>
            </a:pPr>
            <a:r>
              <a:rPr sz="2550" spc="85" dirty="0">
                <a:solidFill>
                  <a:srgbClr val="030303"/>
                </a:solidFill>
                <a:latin typeface="Times New Roman"/>
                <a:cs typeface="Times New Roman"/>
              </a:rPr>
              <a:t>int</a:t>
            </a:r>
            <a:r>
              <a:rPr sz="2550" spc="75" dirty="0">
                <a:solidFill>
                  <a:srgbClr val="030303"/>
                </a:solidFill>
                <a:latin typeface="Times New Roman"/>
                <a:cs typeface="Times New Roman"/>
              </a:rPr>
              <a:t> </a:t>
            </a:r>
            <a:r>
              <a:rPr sz="2550" spc="80" dirty="0">
                <a:solidFill>
                  <a:srgbClr val="030303"/>
                </a:solidFill>
                <a:latin typeface="Times New Roman"/>
                <a:cs typeface="Times New Roman"/>
              </a:rPr>
              <a:t>rollno; </a:t>
            </a:r>
            <a:r>
              <a:rPr sz="2550" spc="100" dirty="0">
                <a:solidFill>
                  <a:srgbClr val="030303"/>
                </a:solidFill>
                <a:latin typeface="Times New Roman"/>
                <a:cs typeface="Times New Roman"/>
              </a:rPr>
              <a:t>String</a:t>
            </a:r>
            <a:r>
              <a:rPr sz="2550" spc="114" dirty="0">
                <a:solidFill>
                  <a:srgbClr val="030303"/>
                </a:solidFill>
                <a:latin typeface="Times New Roman"/>
                <a:cs typeface="Times New Roman"/>
              </a:rPr>
              <a:t> </a:t>
            </a:r>
            <a:r>
              <a:rPr sz="2550" spc="85" dirty="0">
                <a:solidFill>
                  <a:srgbClr val="030303"/>
                </a:solidFill>
                <a:latin typeface="Times New Roman"/>
                <a:cs typeface="Times New Roman"/>
              </a:rPr>
              <a:t>name;</a:t>
            </a:r>
            <a:endParaRPr sz="2550">
              <a:latin typeface="Times New Roman"/>
              <a:cs typeface="Times New Roman"/>
            </a:endParaRPr>
          </a:p>
          <a:p>
            <a:pPr marL="974090">
              <a:lnSpc>
                <a:spcPct val="100000"/>
              </a:lnSpc>
              <a:spcBef>
                <a:spcPts val="409"/>
              </a:spcBef>
            </a:pPr>
            <a:r>
              <a:rPr sz="2550" spc="85" dirty="0">
                <a:solidFill>
                  <a:srgbClr val="030303"/>
                </a:solidFill>
                <a:latin typeface="Times New Roman"/>
                <a:cs typeface="Times New Roman"/>
              </a:rPr>
              <a:t>Student(int</a:t>
            </a:r>
            <a:r>
              <a:rPr sz="2550" spc="285" dirty="0">
                <a:solidFill>
                  <a:srgbClr val="030303"/>
                </a:solidFill>
                <a:latin typeface="Times New Roman"/>
                <a:cs typeface="Times New Roman"/>
              </a:rPr>
              <a:t> </a:t>
            </a:r>
            <a:r>
              <a:rPr sz="2550" dirty="0">
                <a:solidFill>
                  <a:srgbClr val="030303"/>
                </a:solidFill>
                <a:latin typeface="Times New Roman"/>
                <a:cs typeface="Times New Roman"/>
              </a:rPr>
              <a:t>r,</a:t>
            </a:r>
            <a:r>
              <a:rPr sz="2550" spc="80" dirty="0">
                <a:solidFill>
                  <a:srgbClr val="030303"/>
                </a:solidFill>
                <a:latin typeface="Times New Roman"/>
                <a:cs typeface="Times New Roman"/>
              </a:rPr>
              <a:t> </a:t>
            </a:r>
            <a:r>
              <a:rPr sz="2550" spc="100" dirty="0">
                <a:solidFill>
                  <a:srgbClr val="030303"/>
                </a:solidFill>
                <a:latin typeface="Times New Roman"/>
                <a:cs typeface="Times New Roman"/>
              </a:rPr>
              <a:t>String</a:t>
            </a:r>
            <a:r>
              <a:rPr sz="2550" spc="150" dirty="0">
                <a:solidFill>
                  <a:srgbClr val="030303"/>
                </a:solidFill>
                <a:latin typeface="Times New Roman"/>
                <a:cs typeface="Times New Roman"/>
              </a:rPr>
              <a:t> </a:t>
            </a:r>
            <a:r>
              <a:rPr sz="2550" spc="100" dirty="0">
                <a:solidFill>
                  <a:srgbClr val="030303"/>
                </a:solidFill>
                <a:latin typeface="Times New Roman"/>
                <a:cs typeface="Times New Roman"/>
              </a:rPr>
              <a:t>n){</a:t>
            </a:r>
            <a:endParaRPr sz="2550">
              <a:latin typeface="Times New Roman"/>
              <a:cs typeface="Times New Roman"/>
            </a:endParaRPr>
          </a:p>
        </p:txBody>
      </p:sp>
      <p:sp>
        <p:nvSpPr>
          <p:cNvPr id="5" name="object 5"/>
          <p:cNvSpPr txBox="1"/>
          <p:nvPr/>
        </p:nvSpPr>
        <p:spPr>
          <a:xfrm>
            <a:off x="4162945" y="3568616"/>
            <a:ext cx="1301750" cy="415290"/>
          </a:xfrm>
          <a:prstGeom prst="rect">
            <a:avLst/>
          </a:prstGeom>
        </p:spPr>
        <p:txBody>
          <a:bodyPr vert="horz" wrap="square" lIns="0" tIns="13335" rIns="0" bIns="0" rtlCol="0">
            <a:spAutoFit/>
          </a:bodyPr>
          <a:lstStyle/>
          <a:p>
            <a:pPr marL="12700">
              <a:lnSpc>
                <a:spcPct val="100000"/>
              </a:lnSpc>
              <a:spcBef>
                <a:spcPts val="105"/>
              </a:spcBef>
            </a:pPr>
            <a:r>
              <a:rPr sz="2550" spc="-65" dirty="0">
                <a:solidFill>
                  <a:srgbClr val="030303"/>
                </a:solidFill>
                <a:latin typeface="Times New Roman"/>
                <a:cs typeface="Times New Roman"/>
              </a:rPr>
              <a:t>rollno==r·</a:t>
            </a:r>
            <a:endParaRPr sz="2550">
              <a:latin typeface="Times New Roman"/>
              <a:cs typeface="Times New Roman"/>
            </a:endParaRPr>
          </a:p>
        </p:txBody>
      </p:sp>
      <p:sp>
        <p:nvSpPr>
          <p:cNvPr id="6" name="object 6"/>
          <p:cNvSpPr txBox="1"/>
          <p:nvPr/>
        </p:nvSpPr>
        <p:spPr>
          <a:xfrm>
            <a:off x="5801465" y="3568616"/>
            <a:ext cx="1271270" cy="415290"/>
          </a:xfrm>
          <a:prstGeom prst="rect">
            <a:avLst/>
          </a:prstGeom>
        </p:spPr>
        <p:txBody>
          <a:bodyPr vert="horz" wrap="square" lIns="0" tIns="13335" rIns="0" bIns="0" rtlCol="0">
            <a:spAutoFit/>
          </a:bodyPr>
          <a:lstStyle/>
          <a:p>
            <a:pPr marL="12700">
              <a:lnSpc>
                <a:spcPct val="100000"/>
              </a:lnSpc>
              <a:spcBef>
                <a:spcPts val="105"/>
              </a:spcBef>
            </a:pPr>
            <a:r>
              <a:rPr sz="2550" spc="-90" dirty="0">
                <a:solidFill>
                  <a:srgbClr val="030303"/>
                </a:solidFill>
                <a:latin typeface="Times New Roman"/>
                <a:cs typeface="Times New Roman"/>
              </a:rPr>
              <a:t>name==n·</a:t>
            </a:r>
            <a:endParaRPr sz="2550">
              <a:latin typeface="Times New Roman"/>
              <a:cs typeface="Times New Roman"/>
            </a:endParaRPr>
          </a:p>
        </p:txBody>
      </p:sp>
      <p:sp>
        <p:nvSpPr>
          <p:cNvPr id="7" name="object 7"/>
          <p:cNvSpPr txBox="1"/>
          <p:nvPr/>
        </p:nvSpPr>
        <p:spPr>
          <a:xfrm>
            <a:off x="5299021" y="3744284"/>
            <a:ext cx="200025" cy="400050"/>
          </a:xfrm>
          <a:prstGeom prst="rect">
            <a:avLst/>
          </a:prstGeom>
        </p:spPr>
        <p:txBody>
          <a:bodyPr vert="horz" wrap="square" lIns="0" tIns="13335" rIns="0" bIns="0" rtlCol="0">
            <a:spAutoFit/>
          </a:bodyPr>
          <a:lstStyle/>
          <a:p>
            <a:pPr marL="12700">
              <a:lnSpc>
                <a:spcPct val="100000"/>
              </a:lnSpc>
              <a:spcBef>
                <a:spcPts val="105"/>
              </a:spcBef>
            </a:pPr>
            <a:r>
              <a:rPr sz="2450" spc="-100" dirty="0">
                <a:solidFill>
                  <a:srgbClr val="030303"/>
                </a:solidFill>
                <a:latin typeface="Courier New"/>
                <a:cs typeface="Courier New"/>
              </a:rPr>
              <a:t>'</a:t>
            </a:r>
            <a:endParaRPr sz="2450">
              <a:latin typeface="Courier New"/>
              <a:cs typeface="Courier New"/>
            </a:endParaRPr>
          </a:p>
        </p:txBody>
      </p:sp>
      <p:sp>
        <p:nvSpPr>
          <p:cNvPr id="8" name="object 8"/>
          <p:cNvSpPr txBox="1"/>
          <p:nvPr/>
        </p:nvSpPr>
        <p:spPr>
          <a:xfrm>
            <a:off x="6911670" y="3744284"/>
            <a:ext cx="200025" cy="400050"/>
          </a:xfrm>
          <a:prstGeom prst="rect">
            <a:avLst/>
          </a:prstGeom>
        </p:spPr>
        <p:txBody>
          <a:bodyPr vert="horz" wrap="square" lIns="0" tIns="13335" rIns="0" bIns="0" rtlCol="0">
            <a:spAutoFit/>
          </a:bodyPr>
          <a:lstStyle/>
          <a:p>
            <a:pPr marL="12700">
              <a:lnSpc>
                <a:spcPct val="100000"/>
              </a:lnSpc>
              <a:spcBef>
                <a:spcPts val="105"/>
              </a:spcBef>
            </a:pPr>
            <a:r>
              <a:rPr sz="2450" spc="-100" dirty="0">
                <a:solidFill>
                  <a:srgbClr val="030303"/>
                </a:solidFill>
                <a:latin typeface="Courier New"/>
                <a:cs typeface="Courier New"/>
              </a:rPr>
              <a:t>'</a:t>
            </a:r>
            <a:endParaRPr sz="2450">
              <a:latin typeface="Courier New"/>
              <a:cs typeface="Courier New"/>
            </a:endParaRPr>
          </a:p>
        </p:txBody>
      </p:sp>
      <p:sp>
        <p:nvSpPr>
          <p:cNvPr id="9" name="object 9"/>
          <p:cNvSpPr txBox="1"/>
          <p:nvPr/>
        </p:nvSpPr>
        <p:spPr>
          <a:xfrm>
            <a:off x="1377817" y="3968388"/>
            <a:ext cx="2211070" cy="894080"/>
          </a:xfrm>
          <a:prstGeom prst="rect">
            <a:avLst/>
          </a:prstGeom>
        </p:spPr>
        <p:txBody>
          <a:bodyPr vert="horz" wrap="square" lIns="0" tIns="54610" rIns="0" bIns="0" rtlCol="0">
            <a:spAutoFit/>
          </a:bodyPr>
          <a:lstStyle/>
          <a:p>
            <a:pPr marR="240029" algn="r">
              <a:lnSpc>
                <a:spcPct val="100000"/>
              </a:lnSpc>
              <a:spcBef>
                <a:spcPts val="430"/>
              </a:spcBef>
            </a:pPr>
            <a:r>
              <a:rPr sz="2600" spc="-60" dirty="0">
                <a:solidFill>
                  <a:srgbClr val="030303"/>
                </a:solidFill>
                <a:latin typeface="Arial"/>
                <a:cs typeface="Arial"/>
              </a:rPr>
              <a:t>}</a:t>
            </a:r>
            <a:endParaRPr sz="2600">
              <a:latin typeface="Arial"/>
              <a:cs typeface="Arial"/>
            </a:endParaRPr>
          </a:p>
          <a:p>
            <a:pPr marL="12700">
              <a:lnSpc>
                <a:spcPct val="100000"/>
              </a:lnSpc>
              <a:spcBef>
                <a:spcPts val="325"/>
              </a:spcBef>
            </a:pPr>
            <a:r>
              <a:rPr sz="2550" spc="110" dirty="0">
                <a:solidFill>
                  <a:srgbClr val="030303"/>
                </a:solidFill>
                <a:latin typeface="Times New Roman"/>
                <a:cs typeface="Times New Roman"/>
              </a:rPr>
              <a:t>void</a:t>
            </a:r>
            <a:r>
              <a:rPr sz="2550" spc="95" dirty="0">
                <a:solidFill>
                  <a:srgbClr val="030303"/>
                </a:solidFill>
                <a:latin typeface="Times New Roman"/>
                <a:cs typeface="Times New Roman"/>
              </a:rPr>
              <a:t> </a:t>
            </a:r>
            <a:r>
              <a:rPr sz="2550" spc="105" dirty="0">
                <a:solidFill>
                  <a:srgbClr val="030303"/>
                </a:solidFill>
                <a:latin typeface="Times New Roman"/>
                <a:cs typeface="Times New Roman"/>
              </a:rPr>
              <a:t>display(){</a:t>
            </a:r>
            <a:endParaRPr sz="2550">
              <a:latin typeface="Times New Roman"/>
              <a:cs typeface="Times New Roman"/>
            </a:endParaRPr>
          </a:p>
        </p:txBody>
      </p:sp>
      <p:sp>
        <p:nvSpPr>
          <p:cNvPr id="10" name="object 10"/>
          <p:cNvSpPr txBox="1"/>
          <p:nvPr/>
        </p:nvSpPr>
        <p:spPr>
          <a:xfrm>
            <a:off x="1309127" y="4837765"/>
            <a:ext cx="5861050" cy="1342390"/>
          </a:xfrm>
          <a:prstGeom prst="rect">
            <a:avLst/>
          </a:prstGeom>
        </p:spPr>
        <p:txBody>
          <a:bodyPr vert="horz" wrap="square" lIns="0" tIns="60325" rIns="0" bIns="0" rtlCol="0">
            <a:spAutoFit/>
          </a:bodyPr>
          <a:lstStyle/>
          <a:p>
            <a:pPr marL="443865">
              <a:lnSpc>
                <a:spcPct val="100000"/>
              </a:lnSpc>
              <a:spcBef>
                <a:spcPts val="475"/>
              </a:spcBef>
            </a:pPr>
            <a:r>
              <a:rPr sz="2550" spc="110" dirty="0">
                <a:solidFill>
                  <a:srgbClr val="030303"/>
                </a:solidFill>
                <a:latin typeface="Times New Roman"/>
                <a:cs typeface="Times New Roman"/>
              </a:rPr>
              <a:t>System.out.println(rollno+"</a:t>
            </a:r>
            <a:r>
              <a:rPr sz="2550" spc="50" dirty="0">
                <a:solidFill>
                  <a:srgbClr val="030303"/>
                </a:solidFill>
                <a:latin typeface="Times New Roman"/>
                <a:cs typeface="Times New Roman"/>
              </a:rPr>
              <a:t> </a:t>
            </a:r>
            <a:r>
              <a:rPr sz="2550" spc="105" dirty="0">
                <a:solidFill>
                  <a:srgbClr val="030303"/>
                </a:solidFill>
                <a:latin typeface="Times New Roman"/>
                <a:cs typeface="Times New Roman"/>
              </a:rPr>
              <a:t>"+name);</a:t>
            </a:r>
            <a:endParaRPr sz="2550">
              <a:latin typeface="Times New Roman"/>
              <a:cs typeface="Times New Roman"/>
            </a:endParaRPr>
          </a:p>
          <a:p>
            <a:pPr marL="373380">
              <a:lnSpc>
                <a:spcPct val="100000"/>
              </a:lnSpc>
              <a:spcBef>
                <a:spcPts val="390"/>
              </a:spcBef>
            </a:pPr>
            <a:r>
              <a:rPr sz="2600" spc="85" dirty="0">
                <a:solidFill>
                  <a:srgbClr val="030303"/>
                </a:solidFill>
                <a:latin typeface="Arial"/>
                <a:cs typeface="Arial"/>
              </a:rPr>
              <a:t>}</a:t>
            </a:r>
            <a:endParaRPr sz="2600">
              <a:latin typeface="Arial"/>
              <a:cs typeface="Arial"/>
            </a:endParaRPr>
          </a:p>
          <a:p>
            <a:pPr marL="12700">
              <a:lnSpc>
                <a:spcPct val="100000"/>
              </a:lnSpc>
              <a:spcBef>
                <a:spcPts val="300"/>
              </a:spcBef>
            </a:pPr>
            <a:r>
              <a:rPr sz="2600" spc="85" dirty="0">
                <a:solidFill>
                  <a:srgbClr val="030303"/>
                </a:solidFill>
                <a:latin typeface="Arial"/>
                <a:cs typeface="Arial"/>
              </a:rPr>
              <a:t>}</a:t>
            </a:r>
            <a:endParaRPr sz="2600">
              <a:latin typeface="Arial"/>
              <a:cs typeface="Arial"/>
            </a:endParaRPr>
          </a:p>
        </p:txBody>
      </p:sp>
    </p:spTree>
    <p:extLst>
      <p:ext uri="{BB962C8B-B14F-4D97-AF65-F5344CB8AC3E}">
        <p14:creationId xmlns:p14="http://schemas.microsoft.com/office/powerpoint/2010/main" val="337819628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63032" y="1506772"/>
            <a:ext cx="9557731" cy="245998"/>
          </a:xfrm>
          <a:prstGeom prst="rect">
            <a:avLst/>
          </a:prstGeom>
        </p:spPr>
      </p:pic>
      <p:sp>
        <p:nvSpPr>
          <p:cNvPr id="3" name="object 3"/>
          <p:cNvSpPr txBox="1">
            <a:spLocks noGrp="1"/>
          </p:cNvSpPr>
          <p:nvPr>
            <p:ph type="title"/>
          </p:nvPr>
        </p:nvSpPr>
        <p:spPr>
          <a:xfrm>
            <a:off x="1284659" y="1775595"/>
            <a:ext cx="6012180" cy="1041400"/>
          </a:xfrm>
          <a:prstGeom prst="rect">
            <a:avLst/>
          </a:prstGeom>
        </p:spPr>
        <p:txBody>
          <a:bodyPr vert="horz" wrap="square" lIns="0" tIns="78105" rIns="0" bIns="0" rtlCol="0">
            <a:spAutoFit/>
          </a:bodyPr>
          <a:lstStyle/>
          <a:p>
            <a:pPr marL="12700">
              <a:lnSpc>
                <a:spcPct val="100000"/>
              </a:lnSpc>
              <a:spcBef>
                <a:spcPts val="615"/>
              </a:spcBef>
            </a:pPr>
            <a:r>
              <a:rPr sz="2900" dirty="0">
                <a:solidFill>
                  <a:srgbClr val="010101"/>
                </a:solidFill>
                <a:latin typeface="Times New Roman"/>
                <a:cs typeface="Times New Roman"/>
              </a:rPr>
              <a:t>class</a:t>
            </a:r>
            <a:r>
              <a:rPr sz="2900" spc="250" dirty="0">
                <a:solidFill>
                  <a:srgbClr val="010101"/>
                </a:solidFill>
                <a:latin typeface="Times New Roman"/>
                <a:cs typeface="Times New Roman"/>
              </a:rPr>
              <a:t> </a:t>
            </a:r>
            <a:r>
              <a:rPr sz="2900" spc="45" dirty="0">
                <a:solidFill>
                  <a:srgbClr val="010101"/>
                </a:solidFill>
                <a:latin typeface="Times New Roman"/>
                <a:cs typeface="Times New Roman"/>
              </a:rPr>
              <a:t>Main{</a:t>
            </a:r>
            <a:endParaRPr sz="2900">
              <a:latin typeface="Times New Roman"/>
              <a:cs typeface="Times New Roman"/>
            </a:endParaRPr>
          </a:p>
          <a:p>
            <a:pPr marL="13970">
              <a:lnSpc>
                <a:spcPct val="100000"/>
              </a:lnSpc>
              <a:spcBef>
                <a:spcPts val="520"/>
              </a:spcBef>
            </a:pPr>
            <a:r>
              <a:rPr sz="2900" dirty="0">
                <a:solidFill>
                  <a:srgbClr val="010101"/>
                </a:solidFill>
                <a:latin typeface="Times New Roman"/>
                <a:cs typeface="Times New Roman"/>
              </a:rPr>
              <a:t>public</a:t>
            </a:r>
            <a:r>
              <a:rPr sz="2900" spc="390" dirty="0">
                <a:solidFill>
                  <a:srgbClr val="010101"/>
                </a:solidFill>
                <a:latin typeface="Times New Roman"/>
                <a:cs typeface="Times New Roman"/>
              </a:rPr>
              <a:t> </a:t>
            </a:r>
            <a:r>
              <a:rPr sz="2900" dirty="0">
                <a:solidFill>
                  <a:srgbClr val="010101"/>
                </a:solidFill>
                <a:latin typeface="Times New Roman"/>
                <a:cs typeface="Times New Roman"/>
              </a:rPr>
              <a:t>static</a:t>
            </a:r>
            <a:r>
              <a:rPr sz="2900" spc="300" dirty="0">
                <a:solidFill>
                  <a:srgbClr val="010101"/>
                </a:solidFill>
                <a:latin typeface="Times New Roman"/>
                <a:cs typeface="Times New Roman"/>
              </a:rPr>
              <a:t> </a:t>
            </a:r>
            <a:r>
              <a:rPr sz="2900" dirty="0">
                <a:solidFill>
                  <a:srgbClr val="010101"/>
                </a:solidFill>
                <a:latin typeface="Times New Roman"/>
                <a:cs typeface="Times New Roman"/>
              </a:rPr>
              <a:t>void</a:t>
            </a:r>
            <a:r>
              <a:rPr sz="2900" spc="350" dirty="0">
                <a:solidFill>
                  <a:srgbClr val="010101"/>
                </a:solidFill>
                <a:latin typeface="Times New Roman"/>
                <a:cs typeface="Times New Roman"/>
              </a:rPr>
              <a:t> </a:t>
            </a:r>
            <a:r>
              <a:rPr sz="2900" dirty="0">
                <a:solidFill>
                  <a:srgbClr val="010101"/>
                </a:solidFill>
                <a:latin typeface="Times New Roman"/>
                <a:cs typeface="Times New Roman"/>
              </a:rPr>
              <a:t>main(String[]</a:t>
            </a:r>
            <a:r>
              <a:rPr sz="2900" spc="455" dirty="0">
                <a:solidFill>
                  <a:srgbClr val="010101"/>
                </a:solidFill>
                <a:latin typeface="Times New Roman"/>
                <a:cs typeface="Times New Roman"/>
              </a:rPr>
              <a:t> </a:t>
            </a:r>
            <a:r>
              <a:rPr sz="2900" dirty="0">
                <a:solidFill>
                  <a:srgbClr val="010101"/>
                </a:solidFill>
                <a:latin typeface="Times New Roman"/>
                <a:cs typeface="Times New Roman"/>
              </a:rPr>
              <a:t>args)</a:t>
            </a:r>
            <a:r>
              <a:rPr sz="2900" spc="320" dirty="0">
                <a:solidFill>
                  <a:srgbClr val="010101"/>
                </a:solidFill>
                <a:latin typeface="Times New Roman"/>
                <a:cs typeface="Times New Roman"/>
              </a:rPr>
              <a:t> </a:t>
            </a:r>
            <a:r>
              <a:rPr sz="2900" spc="-50" dirty="0">
                <a:solidFill>
                  <a:srgbClr val="010101"/>
                </a:solidFill>
                <a:latin typeface="Times New Roman"/>
                <a:cs typeface="Times New Roman"/>
              </a:rPr>
              <a:t>{</a:t>
            </a:r>
            <a:endParaRPr sz="2900">
              <a:latin typeface="Times New Roman"/>
              <a:cs typeface="Times New Roman"/>
            </a:endParaRPr>
          </a:p>
        </p:txBody>
      </p:sp>
      <p:sp>
        <p:nvSpPr>
          <p:cNvPr id="4" name="object 4"/>
          <p:cNvSpPr txBox="1"/>
          <p:nvPr/>
        </p:nvSpPr>
        <p:spPr>
          <a:xfrm>
            <a:off x="1383267" y="2794728"/>
            <a:ext cx="5135880" cy="3599179"/>
          </a:xfrm>
          <a:prstGeom prst="rect">
            <a:avLst/>
          </a:prstGeom>
        </p:spPr>
        <p:txBody>
          <a:bodyPr vert="horz" wrap="square" lIns="0" tIns="10160" rIns="0" bIns="0" rtlCol="0">
            <a:spAutoFit/>
          </a:bodyPr>
          <a:lstStyle/>
          <a:p>
            <a:pPr marL="109855" marR="5080" indent="-97790">
              <a:lnSpc>
                <a:spcPct val="115399"/>
              </a:lnSpc>
              <a:spcBef>
                <a:spcPts val="80"/>
              </a:spcBef>
            </a:pPr>
            <a:r>
              <a:rPr sz="2900" dirty="0">
                <a:solidFill>
                  <a:srgbClr val="010101"/>
                </a:solidFill>
                <a:latin typeface="Times New Roman"/>
                <a:cs typeface="Times New Roman"/>
              </a:rPr>
              <a:t>Student</a:t>
            </a:r>
            <a:r>
              <a:rPr sz="2900" spc="270" dirty="0">
                <a:solidFill>
                  <a:srgbClr val="010101"/>
                </a:solidFill>
                <a:latin typeface="Times New Roman"/>
                <a:cs typeface="Times New Roman"/>
              </a:rPr>
              <a:t> </a:t>
            </a:r>
            <a:r>
              <a:rPr sz="2900" spc="-150" dirty="0">
                <a:solidFill>
                  <a:srgbClr val="010101"/>
                </a:solidFill>
                <a:latin typeface="Times New Roman"/>
                <a:cs typeface="Times New Roman"/>
              </a:rPr>
              <a:t>s[]==new</a:t>
            </a:r>
            <a:r>
              <a:rPr sz="2900" spc="355" dirty="0">
                <a:solidFill>
                  <a:srgbClr val="010101"/>
                </a:solidFill>
                <a:latin typeface="Times New Roman"/>
                <a:cs typeface="Times New Roman"/>
              </a:rPr>
              <a:t> </a:t>
            </a:r>
            <a:r>
              <a:rPr sz="2900" dirty="0">
                <a:solidFill>
                  <a:srgbClr val="010101"/>
                </a:solidFill>
                <a:latin typeface="Times New Roman"/>
                <a:cs typeface="Times New Roman"/>
              </a:rPr>
              <a:t>Student</a:t>
            </a:r>
            <a:r>
              <a:rPr sz="2900" spc="225" dirty="0">
                <a:solidFill>
                  <a:srgbClr val="010101"/>
                </a:solidFill>
                <a:latin typeface="Times New Roman"/>
                <a:cs typeface="Times New Roman"/>
              </a:rPr>
              <a:t> </a:t>
            </a:r>
            <a:r>
              <a:rPr sz="2900" spc="-20" dirty="0">
                <a:solidFill>
                  <a:srgbClr val="010101"/>
                </a:solidFill>
                <a:latin typeface="Times New Roman"/>
                <a:cs typeface="Times New Roman"/>
              </a:rPr>
              <a:t>[2]; </a:t>
            </a:r>
            <a:r>
              <a:rPr sz="2900" spc="-204" dirty="0">
                <a:solidFill>
                  <a:srgbClr val="010101"/>
                </a:solidFill>
                <a:latin typeface="Times New Roman"/>
                <a:cs typeface="Times New Roman"/>
              </a:rPr>
              <a:t>s[O]==new</a:t>
            </a:r>
            <a:r>
              <a:rPr sz="2900" spc="420" dirty="0">
                <a:solidFill>
                  <a:srgbClr val="010101"/>
                </a:solidFill>
                <a:latin typeface="Times New Roman"/>
                <a:cs typeface="Times New Roman"/>
              </a:rPr>
              <a:t> </a:t>
            </a:r>
            <a:r>
              <a:rPr sz="2900" dirty="0">
                <a:solidFill>
                  <a:srgbClr val="010101"/>
                </a:solidFill>
                <a:latin typeface="Times New Roman"/>
                <a:cs typeface="Times New Roman"/>
              </a:rPr>
              <a:t>Student(120,</a:t>
            </a:r>
            <a:r>
              <a:rPr sz="2900" spc="-420" dirty="0">
                <a:solidFill>
                  <a:srgbClr val="010101"/>
                </a:solidFill>
                <a:latin typeface="Times New Roman"/>
                <a:cs typeface="Times New Roman"/>
              </a:rPr>
              <a:t> </a:t>
            </a:r>
            <a:r>
              <a:rPr sz="2900" spc="-10" dirty="0">
                <a:solidFill>
                  <a:srgbClr val="010101"/>
                </a:solidFill>
                <a:latin typeface="Times New Roman"/>
                <a:cs typeface="Times New Roman"/>
              </a:rPr>
              <a:t>"Karan"); </a:t>
            </a:r>
            <a:r>
              <a:rPr sz="2900" dirty="0">
                <a:solidFill>
                  <a:srgbClr val="010101"/>
                </a:solidFill>
                <a:latin typeface="Times New Roman"/>
                <a:cs typeface="Times New Roman"/>
              </a:rPr>
              <a:t>s[l</a:t>
            </a:r>
            <a:r>
              <a:rPr sz="2900" spc="125" dirty="0">
                <a:solidFill>
                  <a:srgbClr val="010101"/>
                </a:solidFill>
                <a:latin typeface="Times New Roman"/>
                <a:cs typeface="Times New Roman"/>
              </a:rPr>
              <a:t> </a:t>
            </a:r>
            <a:r>
              <a:rPr sz="2900" spc="-225" dirty="0">
                <a:solidFill>
                  <a:srgbClr val="010101"/>
                </a:solidFill>
                <a:latin typeface="Times New Roman"/>
                <a:cs typeface="Times New Roman"/>
              </a:rPr>
              <a:t>]==new</a:t>
            </a:r>
            <a:r>
              <a:rPr sz="2900" spc="365" dirty="0">
                <a:solidFill>
                  <a:srgbClr val="010101"/>
                </a:solidFill>
                <a:latin typeface="Times New Roman"/>
                <a:cs typeface="Times New Roman"/>
              </a:rPr>
              <a:t> </a:t>
            </a:r>
            <a:r>
              <a:rPr sz="2900" dirty="0">
                <a:solidFill>
                  <a:srgbClr val="010101"/>
                </a:solidFill>
                <a:latin typeface="Times New Roman"/>
                <a:cs typeface="Times New Roman"/>
              </a:rPr>
              <a:t>Student(222,</a:t>
            </a:r>
            <a:r>
              <a:rPr sz="2900" spc="-415" dirty="0">
                <a:solidFill>
                  <a:srgbClr val="010101"/>
                </a:solidFill>
                <a:latin typeface="Times New Roman"/>
                <a:cs typeface="Times New Roman"/>
              </a:rPr>
              <a:t> </a:t>
            </a:r>
            <a:r>
              <a:rPr sz="2900" spc="-10" dirty="0">
                <a:solidFill>
                  <a:srgbClr val="010101"/>
                </a:solidFill>
                <a:latin typeface="Times New Roman"/>
                <a:cs typeface="Times New Roman"/>
              </a:rPr>
              <a:t>"Arjun"); s[O].display();</a:t>
            </a:r>
            <a:endParaRPr sz="2900">
              <a:latin typeface="Times New Roman"/>
              <a:cs typeface="Times New Roman"/>
            </a:endParaRPr>
          </a:p>
          <a:p>
            <a:pPr marL="205740">
              <a:lnSpc>
                <a:spcPct val="100000"/>
              </a:lnSpc>
              <a:spcBef>
                <a:spcPts val="520"/>
              </a:spcBef>
            </a:pPr>
            <a:r>
              <a:rPr sz="2900" spc="-10" dirty="0">
                <a:solidFill>
                  <a:srgbClr val="010101"/>
                </a:solidFill>
                <a:latin typeface="Times New Roman"/>
                <a:cs typeface="Times New Roman"/>
              </a:rPr>
              <a:t>s[1].display();</a:t>
            </a:r>
            <a:endParaRPr sz="2900">
              <a:latin typeface="Times New Roman"/>
              <a:cs typeface="Times New Roman"/>
            </a:endParaRPr>
          </a:p>
          <a:p>
            <a:pPr marL="132080">
              <a:lnSpc>
                <a:spcPct val="100000"/>
              </a:lnSpc>
              <a:spcBef>
                <a:spcPts val="645"/>
              </a:spcBef>
            </a:pPr>
            <a:r>
              <a:rPr sz="2850" spc="95" dirty="0">
                <a:solidFill>
                  <a:srgbClr val="010101"/>
                </a:solidFill>
                <a:latin typeface="Arial"/>
                <a:cs typeface="Arial"/>
              </a:rPr>
              <a:t>}</a:t>
            </a:r>
            <a:endParaRPr sz="2850">
              <a:latin typeface="Arial"/>
              <a:cs typeface="Arial"/>
            </a:endParaRPr>
          </a:p>
          <a:p>
            <a:pPr marL="132080">
              <a:lnSpc>
                <a:spcPct val="100000"/>
              </a:lnSpc>
              <a:spcBef>
                <a:spcPts val="605"/>
              </a:spcBef>
            </a:pPr>
            <a:r>
              <a:rPr sz="2850" spc="95" dirty="0">
                <a:solidFill>
                  <a:srgbClr val="010101"/>
                </a:solidFill>
                <a:latin typeface="Arial"/>
                <a:cs typeface="Arial"/>
              </a:rPr>
              <a:t>}</a:t>
            </a:r>
            <a:endParaRPr sz="2850">
              <a:latin typeface="Arial"/>
              <a:cs typeface="Arial"/>
            </a:endParaRPr>
          </a:p>
        </p:txBody>
      </p:sp>
    </p:spTree>
    <p:extLst>
      <p:ext uri="{BB962C8B-B14F-4D97-AF65-F5344CB8AC3E}">
        <p14:creationId xmlns:p14="http://schemas.microsoft.com/office/powerpoint/2010/main" val="277611913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tabLst>
                <a:tab pos="4550410" algn="l"/>
              </a:tabLst>
            </a:pPr>
            <a:r>
              <a:rPr dirty="0"/>
              <a:t>Java</a:t>
            </a:r>
            <a:r>
              <a:rPr spc="240" dirty="0"/>
              <a:t> </a:t>
            </a:r>
            <a:r>
              <a:rPr dirty="0"/>
              <a:t>User</a:t>
            </a:r>
            <a:r>
              <a:rPr spc="155" dirty="0"/>
              <a:t> </a:t>
            </a:r>
            <a:r>
              <a:rPr sz="4350" spc="170" dirty="0"/>
              <a:t>Input</a:t>
            </a:r>
            <a:r>
              <a:rPr sz="4350" spc="-90" dirty="0"/>
              <a:t> </a:t>
            </a:r>
            <a:r>
              <a:rPr sz="4350" spc="80" dirty="0"/>
              <a:t>-</a:t>
            </a:r>
            <a:r>
              <a:rPr sz="4350" dirty="0"/>
              <a:t>	</a:t>
            </a:r>
            <a:r>
              <a:rPr spc="290" dirty="0"/>
              <a:t>from</a:t>
            </a:r>
            <a:r>
              <a:rPr spc="285" dirty="0"/>
              <a:t> </a:t>
            </a:r>
            <a:r>
              <a:rPr spc="85" dirty="0"/>
              <a:t>key</a:t>
            </a:r>
            <a:r>
              <a:rPr spc="220" dirty="0"/>
              <a:t> </a:t>
            </a:r>
            <a:r>
              <a:rPr spc="195" dirty="0"/>
              <a:t>board</a:t>
            </a:r>
            <a:endParaRPr sz="4350"/>
          </a:p>
        </p:txBody>
      </p:sp>
      <p:sp>
        <p:nvSpPr>
          <p:cNvPr id="3" name="object 3"/>
          <p:cNvSpPr txBox="1"/>
          <p:nvPr/>
        </p:nvSpPr>
        <p:spPr>
          <a:xfrm>
            <a:off x="512756" y="995686"/>
            <a:ext cx="654685" cy="1125855"/>
          </a:xfrm>
          <a:prstGeom prst="rect">
            <a:avLst/>
          </a:prstGeom>
        </p:spPr>
        <p:txBody>
          <a:bodyPr vert="horz" wrap="square" lIns="0" tIns="15240" rIns="0" bIns="0" rtlCol="0">
            <a:spAutoFit/>
          </a:bodyPr>
          <a:lstStyle/>
          <a:p>
            <a:pPr marL="12700">
              <a:lnSpc>
                <a:spcPct val="100000"/>
              </a:lnSpc>
              <a:spcBef>
                <a:spcPts val="120"/>
              </a:spcBef>
            </a:pPr>
            <a:r>
              <a:rPr sz="7200" spc="65" dirty="0">
                <a:solidFill>
                  <a:srgbClr val="DD7E42"/>
                </a:solidFill>
                <a:latin typeface="Times New Roman"/>
                <a:cs typeface="Times New Roman"/>
              </a:rPr>
              <a:t>-</a:t>
            </a:r>
            <a:r>
              <a:rPr sz="7200" spc="15" dirty="0">
                <a:solidFill>
                  <a:srgbClr val="DD7E42"/>
                </a:solidFill>
                <a:latin typeface="Times New Roman"/>
                <a:cs typeface="Times New Roman"/>
              </a:rPr>
              <a:t>-</a:t>
            </a:r>
            <a:endParaRPr sz="7200">
              <a:latin typeface="Times New Roman"/>
              <a:cs typeface="Times New Roman"/>
            </a:endParaRPr>
          </a:p>
        </p:txBody>
      </p:sp>
      <p:sp>
        <p:nvSpPr>
          <p:cNvPr id="4" name="object 4"/>
          <p:cNvSpPr txBox="1"/>
          <p:nvPr/>
        </p:nvSpPr>
        <p:spPr>
          <a:xfrm>
            <a:off x="798240" y="1814526"/>
            <a:ext cx="8899525" cy="643255"/>
          </a:xfrm>
          <a:prstGeom prst="rect">
            <a:avLst/>
          </a:prstGeom>
        </p:spPr>
        <p:txBody>
          <a:bodyPr vert="horz" wrap="square" lIns="0" tIns="67945" rIns="0" bIns="0" rtlCol="0">
            <a:spAutoFit/>
          </a:bodyPr>
          <a:lstStyle/>
          <a:p>
            <a:pPr marL="356235" marR="5080" indent="-344170">
              <a:lnSpc>
                <a:spcPts val="2210"/>
              </a:lnSpc>
              <a:spcBef>
                <a:spcPts val="535"/>
              </a:spcBef>
              <a:buClr>
                <a:srgbClr val="DD7E42"/>
              </a:buClr>
              <a:buSzPct val="102272"/>
              <a:buFont typeface="Arial"/>
              <a:buChar char="□"/>
              <a:tabLst>
                <a:tab pos="356235" algn="l"/>
              </a:tabLst>
            </a:pPr>
            <a:r>
              <a:rPr sz="2200" dirty="0">
                <a:solidFill>
                  <a:srgbClr val="030303"/>
                </a:solidFill>
                <a:latin typeface="Times New Roman"/>
                <a:cs typeface="Times New Roman"/>
              </a:rPr>
              <a:t>The</a:t>
            </a:r>
            <a:r>
              <a:rPr sz="2200" spc="170" dirty="0">
                <a:solidFill>
                  <a:srgbClr val="030303"/>
                </a:solidFill>
                <a:latin typeface="Times New Roman"/>
                <a:cs typeface="Times New Roman"/>
              </a:rPr>
              <a:t> </a:t>
            </a:r>
            <a:r>
              <a:rPr sz="2200" dirty="0">
                <a:solidFill>
                  <a:srgbClr val="030303"/>
                </a:solidFill>
                <a:latin typeface="Times New Roman"/>
                <a:cs typeface="Times New Roman"/>
              </a:rPr>
              <a:t>Scanner</a:t>
            </a:r>
            <a:r>
              <a:rPr sz="2200" spc="195" dirty="0">
                <a:solidFill>
                  <a:srgbClr val="030303"/>
                </a:solidFill>
                <a:latin typeface="Times New Roman"/>
                <a:cs typeface="Times New Roman"/>
              </a:rPr>
              <a:t> </a:t>
            </a:r>
            <a:r>
              <a:rPr sz="2200" dirty="0">
                <a:solidFill>
                  <a:srgbClr val="030303"/>
                </a:solidFill>
                <a:latin typeface="Times New Roman"/>
                <a:cs typeface="Times New Roman"/>
              </a:rPr>
              <a:t>class</a:t>
            </a:r>
            <a:r>
              <a:rPr sz="2200" spc="180" dirty="0">
                <a:solidFill>
                  <a:srgbClr val="030303"/>
                </a:solidFill>
                <a:latin typeface="Times New Roman"/>
                <a:cs typeface="Times New Roman"/>
              </a:rPr>
              <a:t> </a:t>
            </a:r>
            <a:r>
              <a:rPr sz="2200" dirty="0">
                <a:solidFill>
                  <a:srgbClr val="030303"/>
                </a:solidFill>
                <a:latin typeface="Times New Roman"/>
                <a:cs typeface="Times New Roman"/>
              </a:rPr>
              <a:t>is</a:t>
            </a:r>
            <a:r>
              <a:rPr sz="2200" spc="100" dirty="0">
                <a:solidFill>
                  <a:srgbClr val="030303"/>
                </a:solidFill>
                <a:latin typeface="Times New Roman"/>
                <a:cs typeface="Times New Roman"/>
              </a:rPr>
              <a:t> </a:t>
            </a:r>
            <a:r>
              <a:rPr sz="2200" dirty="0">
                <a:solidFill>
                  <a:srgbClr val="030303"/>
                </a:solidFill>
                <a:latin typeface="Times New Roman"/>
                <a:cs typeface="Times New Roman"/>
              </a:rPr>
              <a:t>used</a:t>
            </a:r>
            <a:r>
              <a:rPr sz="2200" spc="175" dirty="0">
                <a:solidFill>
                  <a:srgbClr val="030303"/>
                </a:solidFill>
                <a:latin typeface="Times New Roman"/>
                <a:cs typeface="Times New Roman"/>
              </a:rPr>
              <a:t> </a:t>
            </a:r>
            <a:r>
              <a:rPr sz="2200" dirty="0">
                <a:solidFill>
                  <a:srgbClr val="030303"/>
                </a:solidFill>
                <a:latin typeface="Times New Roman"/>
                <a:cs typeface="Times New Roman"/>
              </a:rPr>
              <a:t>to</a:t>
            </a:r>
            <a:r>
              <a:rPr sz="2200" spc="155" dirty="0">
                <a:solidFill>
                  <a:srgbClr val="030303"/>
                </a:solidFill>
                <a:latin typeface="Times New Roman"/>
                <a:cs typeface="Times New Roman"/>
              </a:rPr>
              <a:t> </a:t>
            </a:r>
            <a:r>
              <a:rPr sz="2200" dirty="0">
                <a:solidFill>
                  <a:srgbClr val="030303"/>
                </a:solidFill>
                <a:latin typeface="Times New Roman"/>
                <a:cs typeface="Times New Roman"/>
              </a:rPr>
              <a:t>get</a:t>
            </a:r>
            <a:r>
              <a:rPr sz="2200" spc="190" dirty="0">
                <a:solidFill>
                  <a:srgbClr val="030303"/>
                </a:solidFill>
                <a:latin typeface="Times New Roman"/>
                <a:cs typeface="Times New Roman"/>
              </a:rPr>
              <a:t> </a:t>
            </a:r>
            <a:r>
              <a:rPr sz="2200" dirty="0">
                <a:solidFill>
                  <a:srgbClr val="030303"/>
                </a:solidFill>
                <a:latin typeface="Times New Roman"/>
                <a:cs typeface="Times New Roman"/>
              </a:rPr>
              <a:t>user</a:t>
            </a:r>
            <a:r>
              <a:rPr sz="2200" spc="114" dirty="0">
                <a:solidFill>
                  <a:srgbClr val="030303"/>
                </a:solidFill>
                <a:latin typeface="Times New Roman"/>
                <a:cs typeface="Times New Roman"/>
              </a:rPr>
              <a:t> </a:t>
            </a:r>
            <a:r>
              <a:rPr sz="2200" dirty="0">
                <a:solidFill>
                  <a:srgbClr val="030303"/>
                </a:solidFill>
                <a:latin typeface="Times New Roman"/>
                <a:cs typeface="Times New Roman"/>
              </a:rPr>
              <a:t>input,</a:t>
            </a:r>
            <a:r>
              <a:rPr sz="2200" spc="215" dirty="0">
                <a:solidFill>
                  <a:srgbClr val="030303"/>
                </a:solidFill>
                <a:latin typeface="Times New Roman"/>
                <a:cs typeface="Times New Roman"/>
              </a:rPr>
              <a:t> </a:t>
            </a:r>
            <a:r>
              <a:rPr sz="2200" dirty="0">
                <a:solidFill>
                  <a:srgbClr val="030303"/>
                </a:solidFill>
                <a:latin typeface="Times New Roman"/>
                <a:cs typeface="Times New Roman"/>
              </a:rPr>
              <a:t>and</a:t>
            </a:r>
            <a:r>
              <a:rPr sz="2200" spc="145" dirty="0">
                <a:solidFill>
                  <a:srgbClr val="030303"/>
                </a:solidFill>
                <a:latin typeface="Times New Roman"/>
                <a:cs typeface="Times New Roman"/>
              </a:rPr>
              <a:t> </a:t>
            </a:r>
            <a:r>
              <a:rPr sz="2200" dirty="0">
                <a:solidFill>
                  <a:srgbClr val="030303"/>
                </a:solidFill>
                <a:latin typeface="Times New Roman"/>
                <a:cs typeface="Times New Roman"/>
              </a:rPr>
              <a:t>it</a:t>
            </a:r>
            <a:r>
              <a:rPr sz="2200" spc="95" dirty="0">
                <a:solidFill>
                  <a:srgbClr val="030303"/>
                </a:solidFill>
                <a:latin typeface="Times New Roman"/>
                <a:cs typeface="Times New Roman"/>
              </a:rPr>
              <a:t> </a:t>
            </a:r>
            <a:r>
              <a:rPr sz="2200" spc="55" dirty="0">
                <a:solidFill>
                  <a:srgbClr val="030303"/>
                </a:solidFill>
                <a:latin typeface="Times New Roman"/>
                <a:cs typeface="Times New Roman"/>
              </a:rPr>
              <a:t>is</a:t>
            </a:r>
            <a:r>
              <a:rPr sz="2200" spc="90" dirty="0">
                <a:solidFill>
                  <a:srgbClr val="030303"/>
                </a:solidFill>
                <a:latin typeface="Times New Roman"/>
                <a:cs typeface="Times New Roman"/>
              </a:rPr>
              <a:t> </a:t>
            </a:r>
            <a:r>
              <a:rPr sz="2200" dirty="0">
                <a:solidFill>
                  <a:srgbClr val="030303"/>
                </a:solidFill>
                <a:latin typeface="Times New Roman"/>
                <a:cs typeface="Times New Roman"/>
              </a:rPr>
              <a:t>found</a:t>
            </a:r>
            <a:r>
              <a:rPr sz="2200" spc="175" dirty="0">
                <a:solidFill>
                  <a:srgbClr val="030303"/>
                </a:solidFill>
                <a:latin typeface="Times New Roman"/>
                <a:cs typeface="Times New Roman"/>
              </a:rPr>
              <a:t> </a:t>
            </a:r>
            <a:r>
              <a:rPr sz="2200" spc="55" dirty="0">
                <a:solidFill>
                  <a:srgbClr val="030303"/>
                </a:solidFill>
                <a:latin typeface="Times New Roman"/>
                <a:cs typeface="Times New Roman"/>
              </a:rPr>
              <a:t>in</a:t>
            </a:r>
            <a:r>
              <a:rPr sz="2200" spc="75" dirty="0">
                <a:solidFill>
                  <a:srgbClr val="030303"/>
                </a:solidFill>
                <a:latin typeface="Times New Roman"/>
                <a:cs typeface="Times New Roman"/>
              </a:rPr>
              <a:t> </a:t>
            </a:r>
            <a:r>
              <a:rPr sz="2200" dirty="0">
                <a:solidFill>
                  <a:srgbClr val="030303"/>
                </a:solidFill>
                <a:latin typeface="Times New Roman"/>
                <a:cs typeface="Times New Roman"/>
              </a:rPr>
              <a:t>the</a:t>
            </a:r>
            <a:r>
              <a:rPr sz="2200" spc="155" dirty="0">
                <a:solidFill>
                  <a:srgbClr val="030303"/>
                </a:solidFill>
                <a:latin typeface="Times New Roman"/>
                <a:cs typeface="Times New Roman"/>
              </a:rPr>
              <a:t> </a:t>
            </a:r>
            <a:r>
              <a:rPr sz="2200" spc="-10" dirty="0">
                <a:solidFill>
                  <a:srgbClr val="F00508"/>
                </a:solidFill>
                <a:latin typeface="Times New Roman"/>
                <a:cs typeface="Times New Roman"/>
              </a:rPr>
              <a:t>java.util package.</a:t>
            </a:r>
            <a:endParaRPr sz="2200">
              <a:latin typeface="Times New Roman"/>
              <a:cs typeface="Times New Roman"/>
            </a:endParaRPr>
          </a:p>
        </p:txBody>
      </p:sp>
      <p:sp>
        <p:nvSpPr>
          <p:cNvPr id="5" name="object 5"/>
          <p:cNvSpPr txBox="1"/>
          <p:nvPr/>
        </p:nvSpPr>
        <p:spPr>
          <a:xfrm>
            <a:off x="805580" y="2802458"/>
            <a:ext cx="5154930" cy="2274570"/>
          </a:xfrm>
          <a:prstGeom prst="rect">
            <a:avLst/>
          </a:prstGeom>
        </p:spPr>
        <p:txBody>
          <a:bodyPr vert="horz" wrap="square" lIns="0" tIns="53975" rIns="0" bIns="0" rtlCol="0">
            <a:spAutoFit/>
          </a:bodyPr>
          <a:lstStyle/>
          <a:p>
            <a:pPr marL="13970">
              <a:lnSpc>
                <a:spcPct val="100000"/>
              </a:lnSpc>
              <a:spcBef>
                <a:spcPts val="425"/>
              </a:spcBef>
            </a:pPr>
            <a:r>
              <a:rPr sz="2200" b="1" dirty="0">
                <a:solidFill>
                  <a:srgbClr val="F00508"/>
                </a:solidFill>
                <a:latin typeface="Times New Roman"/>
                <a:cs typeface="Times New Roman"/>
              </a:rPr>
              <a:t>import</a:t>
            </a:r>
            <a:r>
              <a:rPr sz="2200" b="1" spc="370" dirty="0">
                <a:solidFill>
                  <a:srgbClr val="F00508"/>
                </a:solidFill>
                <a:latin typeface="Times New Roman"/>
                <a:cs typeface="Times New Roman"/>
              </a:rPr>
              <a:t> </a:t>
            </a:r>
            <a:r>
              <a:rPr sz="2200" b="1" spc="-10" dirty="0">
                <a:solidFill>
                  <a:srgbClr val="F00508"/>
                </a:solidFill>
                <a:latin typeface="Times New Roman"/>
                <a:cs typeface="Times New Roman"/>
              </a:rPr>
              <a:t>java.util.Scanner;</a:t>
            </a:r>
            <a:endParaRPr sz="2200">
              <a:latin typeface="Times New Roman"/>
              <a:cs typeface="Times New Roman"/>
            </a:endParaRPr>
          </a:p>
          <a:p>
            <a:pPr marL="12700">
              <a:lnSpc>
                <a:spcPct val="100000"/>
              </a:lnSpc>
              <a:spcBef>
                <a:spcPts val="330"/>
              </a:spcBef>
            </a:pPr>
            <a:r>
              <a:rPr sz="2200" dirty="0">
                <a:solidFill>
                  <a:srgbClr val="030303"/>
                </a:solidFill>
                <a:latin typeface="Times New Roman"/>
                <a:cs typeface="Times New Roman"/>
              </a:rPr>
              <a:t>class</a:t>
            </a:r>
            <a:r>
              <a:rPr sz="2200" spc="229" dirty="0">
                <a:solidFill>
                  <a:srgbClr val="030303"/>
                </a:solidFill>
                <a:latin typeface="Times New Roman"/>
                <a:cs typeface="Times New Roman"/>
              </a:rPr>
              <a:t> </a:t>
            </a:r>
            <a:r>
              <a:rPr sz="2200" dirty="0">
                <a:solidFill>
                  <a:srgbClr val="030303"/>
                </a:solidFill>
                <a:latin typeface="Times New Roman"/>
                <a:cs typeface="Times New Roman"/>
              </a:rPr>
              <a:t>Main</a:t>
            </a:r>
            <a:r>
              <a:rPr sz="2200" spc="180" dirty="0">
                <a:solidFill>
                  <a:srgbClr val="030303"/>
                </a:solidFill>
                <a:latin typeface="Times New Roman"/>
                <a:cs typeface="Times New Roman"/>
              </a:rPr>
              <a:t> </a:t>
            </a:r>
            <a:r>
              <a:rPr sz="2200" spc="-50" dirty="0">
                <a:solidFill>
                  <a:srgbClr val="030303"/>
                </a:solidFill>
                <a:latin typeface="Times New Roman"/>
                <a:cs typeface="Times New Roman"/>
              </a:rPr>
              <a:t>{</a:t>
            </a:r>
            <a:endParaRPr sz="2200">
              <a:latin typeface="Times New Roman"/>
              <a:cs typeface="Times New Roman"/>
            </a:endParaRPr>
          </a:p>
          <a:p>
            <a:pPr marL="157480">
              <a:lnSpc>
                <a:spcPct val="100000"/>
              </a:lnSpc>
              <a:spcBef>
                <a:spcPts val="275"/>
              </a:spcBef>
            </a:pPr>
            <a:r>
              <a:rPr sz="2200" dirty="0">
                <a:solidFill>
                  <a:srgbClr val="030303"/>
                </a:solidFill>
                <a:latin typeface="Times New Roman"/>
                <a:cs typeface="Times New Roman"/>
              </a:rPr>
              <a:t>public</a:t>
            </a:r>
            <a:r>
              <a:rPr sz="2200" spc="245" dirty="0">
                <a:solidFill>
                  <a:srgbClr val="030303"/>
                </a:solidFill>
                <a:latin typeface="Times New Roman"/>
                <a:cs typeface="Times New Roman"/>
              </a:rPr>
              <a:t> </a:t>
            </a:r>
            <a:r>
              <a:rPr sz="2200" dirty="0">
                <a:solidFill>
                  <a:srgbClr val="030303"/>
                </a:solidFill>
                <a:latin typeface="Times New Roman"/>
                <a:cs typeface="Times New Roman"/>
              </a:rPr>
              <a:t>static</a:t>
            </a:r>
            <a:r>
              <a:rPr sz="2200" spc="200" dirty="0">
                <a:solidFill>
                  <a:srgbClr val="030303"/>
                </a:solidFill>
                <a:latin typeface="Times New Roman"/>
                <a:cs typeface="Times New Roman"/>
              </a:rPr>
              <a:t> </a:t>
            </a:r>
            <a:r>
              <a:rPr sz="2200" dirty="0">
                <a:solidFill>
                  <a:srgbClr val="030303"/>
                </a:solidFill>
                <a:latin typeface="Times New Roman"/>
                <a:cs typeface="Times New Roman"/>
              </a:rPr>
              <a:t>void</a:t>
            </a:r>
            <a:r>
              <a:rPr sz="2200" spc="185" dirty="0">
                <a:solidFill>
                  <a:srgbClr val="030303"/>
                </a:solidFill>
                <a:latin typeface="Times New Roman"/>
                <a:cs typeface="Times New Roman"/>
              </a:rPr>
              <a:t> </a:t>
            </a:r>
            <a:r>
              <a:rPr sz="2200" dirty="0">
                <a:solidFill>
                  <a:srgbClr val="030303"/>
                </a:solidFill>
                <a:latin typeface="Times New Roman"/>
                <a:cs typeface="Times New Roman"/>
              </a:rPr>
              <a:t>main(String[]</a:t>
            </a:r>
            <a:r>
              <a:rPr sz="2200" spc="515" dirty="0">
                <a:solidFill>
                  <a:srgbClr val="030303"/>
                </a:solidFill>
                <a:latin typeface="Times New Roman"/>
                <a:cs typeface="Times New Roman"/>
              </a:rPr>
              <a:t> </a:t>
            </a:r>
            <a:r>
              <a:rPr sz="2200" dirty="0">
                <a:solidFill>
                  <a:srgbClr val="030303"/>
                </a:solidFill>
                <a:latin typeface="Times New Roman"/>
                <a:cs typeface="Times New Roman"/>
              </a:rPr>
              <a:t>args)</a:t>
            </a:r>
            <a:r>
              <a:rPr sz="2200" spc="325" dirty="0">
                <a:solidFill>
                  <a:srgbClr val="030303"/>
                </a:solidFill>
                <a:latin typeface="Times New Roman"/>
                <a:cs typeface="Times New Roman"/>
              </a:rPr>
              <a:t> </a:t>
            </a:r>
            <a:r>
              <a:rPr sz="2200" spc="20" dirty="0">
                <a:solidFill>
                  <a:srgbClr val="030303"/>
                </a:solidFill>
                <a:latin typeface="Times New Roman"/>
                <a:cs typeface="Times New Roman"/>
              </a:rPr>
              <a:t>{</a:t>
            </a:r>
            <a:endParaRPr sz="2200">
              <a:latin typeface="Times New Roman"/>
              <a:cs typeface="Times New Roman"/>
            </a:endParaRPr>
          </a:p>
          <a:p>
            <a:pPr marL="304800">
              <a:lnSpc>
                <a:spcPct val="100000"/>
              </a:lnSpc>
              <a:spcBef>
                <a:spcPts val="330"/>
              </a:spcBef>
              <a:tabLst>
                <a:tab pos="1466850" algn="l"/>
                <a:tab pos="2024380" algn="l"/>
              </a:tabLst>
            </a:pPr>
            <a:r>
              <a:rPr sz="2200" b="1" spc="-10" dirty="0">
                <a:solidFill>
                  <a:srgbClr val="F00508"/>
                </a:solidFill>
                <a:latin typeface="Times New Roman"/>
                <a:cs typeface="Times New Roman"/>
              </a:rPr>
              <a:t>Scanner</a:t>
            </a:r>
            <a:r>
              <a:rPr sz="2200" b="1" dirty="0">
                <a:solidFill>
                  <a:srgbClr val="F00508"/>
                </a:solidFill>
                <a:latin typeface="Times New Roman"/>
                <a:cs typeface="Times New Roman"/>
              </a:rPr>
              <a:t>	</a:t>
            </a:r>
            <a:r>
              <a:rPr sz="2200" b="1" spc="-25" dirty="0">
                <a:solidFill>
                  <a:srgbClr val="F00508"/>
                </a:solidFill>
                <a:latin typeface="Times New Roman"/>
                <a:cs typeface="Times New Roman"/>
              </a:rPr>
              <a:t>in=</a:t>
            </a:r>
            <a:r>
              <a:rPr sz="2200" b="1" dirty="0">
                <a:solidFill>
                  <a:srgbClr val="F00508"/>
                </a:solidFill>
                <a:latin typeface="Times New Roman"/>
                <a:cs typeface="Times New Roman"/>
              </a:rPr>
              <a:t>	new</a:t>
            </a:r>
            <a:r>
              <a:rPr sz="2200" b="1" spc="320" dirty="0">
                <a:solidFill>
                  <a:srgbClr val="F00508"/>
                </a:solidFill>
                <a:latin typeface="Times New Roman"/>
                <a:cs typeface="Times New Roman"/>
              </a:rPr>
              <a:t> </a:t>
            </a:r>
            <a:r>
              <a:rPr sz="2200" b="1" spc="-10" dirty="0">
                <a:solidFill>
                  <a:srgbClr val="F00508"/>
                </a:solidFill>
                <a:latin typeface="Times New Roman"/>
                <a:cs typeface="Times New Roman"/>
              </a:rPr>
              <a:t>Scanner(System.in);</a:t>
            </a:r>
            <a:endParaRPr sz="2200">
              <a:latin typeface="Times New Roman"/>
              <a:cs typeface="Times New Roman"/>
            </a:endParaRPr>
          </a:p>
          <a:p>
            <a:pPr marL="307340" marR="513080">
              <a:lnSpc>
                <a:spcPct val="111500"/>
              </a:lnSpc>
            </a:pPr>
            <a:r>
              <a:rPr sz="2200" spc="30" dirty="0">
                <a:solidFill>
                  <a:srgbClr val="030303"/>
                </a:solidFill>
                <a:latin typeface="Times New Roman"/>
                <a:cs typeface="Times New Roman"/>
              </a:rPr>
              <a:t>System.out.println("Enter</a:t>
            </a:r>
            <a:r>
              <a:rPr sz="2200" spc="295" dirty="0">
                <a:solidFill>
                  <a:srgbClr val="030303"/>
                </a:solidFill>
                <a:latin typeface="Times New Roman"/>
                <a:cs typeface="Times New Roman"/>
              </a:rPr>
              <a:t> </a:t>
            </a:r>
            <a:r>
              <a:rPr sz="2200" spc="-10" dirty="0">
                <a:solidFill>
                  <a:srgbClr val="030303"/>
                </a:solidFill>
                <a:latin typeface="Times New Roman"/>
                <a:cs typeface="Times New Roman"/>
              </a:rPr>
              <a:t>Number"); </a:t>
            </a:r>
            <a:r>
              <a:rPr sz="2200" dirty="0">
                <a:solidFill>
                  <a:srgbClr val="030303"/>
                </a:solidFill>
                <a:latin typeface="Times New Roman"/>
                <a:cs typeface="Times New Roman"/>
              </a:rPr>
              <a:t>int</a:t>
            </a:r>
            <a:r>
              <a:rPr sz="2200" spc="145" dirty="0">
                <a:solidFill>
                  <a:srgbClr val="030303"/>
                </a:solidFill>
                <a:latin typeface="Times New Roman"/>
                <a:cs typeface="Times New Roman"/>
              </a:rPr>
              <a:t> </a:t>
            </a:r>
            <a:r>
              <a:rPr sz="2200" dirty="0">
                <a:solidFill>
                  <a:srgbClr val="030303"/>
                </a:solidFill>
                <a:latin typeface="Times New Roman"/>
                <a:cs typeface="Times New Roman"/>
              </a:rPr>
              <a:t>num=</a:t>
            </a:r>
            <a:r>
              <a:rPr sz="2200" spc="190" dirty="0">
                <a:solidFill>
                  <a:srgbClr val="030303"/>
                </a:solidFill>
                <a:latin typeface="Times New Roman"/>
                <a:cs typeface="Times New Roman"/>
              </a:rPr>
              <a:t> </a:t>
            </a:r>
            <a:r>
              <a:rPr sz="2200" b="1" spc="-10" dirty="0">
                <a:solidFill>
                  <a:srgbClr val="F00508"/>
                </a:solidFill>
                <a:latin typeface="Times New Roman"/>
                <a:cs typeface="Times New Roman"/>
              </a:rPr>
              <a:t>in.nextlnt();</a:t>
            </a:r>
            <a:endParaRPr sz="2200">
              <a:latin typeface="Times New Roman"/>
              <a:cs typeface="Times New Roman"/>
            </a:endParaRPr>
          </a:p>
        </p:txBody>
      </p:sp>
      <p:sp>
        <p:nvSpPr>
          <p:cNvPr id="6" name="object 6"/>
          <p:cNvSpPr txBox="1"/>
          <p:nvPr/>
        </p:nvSpPr>
        <p:spPr>
          <a:xfrm>
            <a:off x="6374749" y="2846440"/>
            <a:ext cx="3162300" cy="361950"/>
          </a:xfrm>
          <a:prstGeom prst="rect">
            <a:avLst/>
          </a:prstGeom>
        </p:spPr>
        <p:txBody>
          <a:bodyPr vert="horz" wrap="square" lIns="0" tIns="13335" rIns="0" bIns="0" rtlCol="0">
            <a:spAutoFit/>
          </a:bodyPr>
          <a:lstStyle/>
          <a:p>
            <a:pPr marL="12700">
              <a:lnSpc>
                <a:spcPct val="100000"/>
              </a:lnSpc>
              <a:spcBef>
                <a:spcPts val="105"/>
              </a:spcBef>
            </a:pPr>
            <a:r>
              <a:rPr sz="2200" i="1" spc="60" dirty="0">
                <a:solidFill>
                  <a:srgbClr val="030303"/>
                </a:solidFill>
                <a:latin typeface="Arial"/>
                <a:cs typeface="Arial"/>
              </a:rPr>
              <a:t>II</a:t>
            </a:r>
            <a:r>
              <a:rPr sz="2200" i="1" spc="140" dirty="0">
                <a:solidFill>
                  <a:srgbClr val="030303"/>
                </a:solidFill>
                <a:latin typeface="Arial"/>
                <a:cs typeface="Arial"/>
              </a:rPr>
              <a:t> </a:t>
            </a:r>
            <a:r>
              <a:rPr sz="2200" dirty="0">
                <a:solidFill>
                  <a:srgbClr val="030303"/>
                </a:solidFill>
                <a:latin typeface="Times New Roman"/>
                <a:cs typeface="Times New Roman"/>
              </a:rPr>
              <a:t>Import</a:t>
            </a:r>
            <a:r>
              <a:rPr sz="2200" spc="325" dirty="0">
                <a:solidFill>
                  <a:srgbClr val="030303"/>
                </a:solidFill>
                <a:latin typeface="Times New Roman"/>
                <a:cs typeface="Times New Roman"/>
              </a:rPr>
              <a:t> </a:t>
            </a:r>
            <a:r>
              <a:rPr sz="2200" dirty="0">
                <a:solidFill>
                  <a:srgbClr val="030303"/>
                </a:solidFill>
                <a:latin typeface="Times New Roman"/>
                <a:cs typeface="Times New Roman"/>
              </a:rPr>
              <a:t>the</a:t>
            </a:r>
            <a:r>
              <a:rPr sz="2200" spc="120" dirty="0">
                <a:solidFill>
                  <a:srgbClr val="030303"/>
                </a:solidFill>
                <a:latin typeface="Times New Roman"/>
                <a:cs typeface="Times New Roman"/>
              </a:rPr>
              <a:t> </a:t>
            </a:r>
            <a:r>
              <a:rPr sz="2200" dirty="0">
                <a:solidFill>
                  <a:srgbClr val="030303"/>
                </a:solidFill>
                <a:latin typeface="Times New Roman"/>
                <a:cs typeface="Times New Roman"/>
              </a:rPr>
              <a:t>Scanner</a:t>
            </a:r>
            <a:r>
              <a:rPr sz="2200" spc="220" dirty="0">
                <a:solidFill>
                  <a:srgbClr val="030303"/>
                </a:solidFill>
                <a:latin typeface="Times New Roman"/>
                <a:cs typeface="Times New Roman"/>
              </a:rPr>
              <a:t> </a:t>
            </a:r>
            <a:r>
              <a:rPr sz="2200" spc="-10" dirty="0">
                <a:solidFill>
                  <a:srgbClr val="030303"/>
                </a:solidFill>
                <a:latin typeface="Times New Roman"/>
                <a:cs typeface="Times New Roman"/>
              </a:rPr>
              <a:t>class</a:t>
            </a:r>
            <a:endParaRPr sz="2200">
              <a:latin typeface="Times New Roman"/>
              <a:cs typeface="Times New Roman"/>
            </a:endParaRPr>
          </a:p>
        </p:txBody>
      </p:sp>
      <p:sp>
        <p:nvSpPr>
          <p:cNvPr id="7" name="object 7"/>
          <p:cNvSpPr txBox="1"/>
          <p:nvPr/>
        </p:nvSpPr>
        <p:spPr>
          <a:xfrm>
            <a:off x="6425843" y="3967809"/>
            <a:ext cx="3037840" cy="361950"/>
          </a:xfrm>
          <a:prstGeom prst="rect">
            <a:avLst/>
          </a:prstGeom>
        </p:spPr>
        <p:txBody>
          <a:bodyPr vert="horz" wrap="square" lIns="0" tIns="13335" rIns="0" bIns="0" rtlCol="0">
            <a:spAutoFit/>
          </a:bodyPr>
          <a:lstStyle/>
          <a:p>
            <a:pPr marL="12700">
              <a:lnSpc>
                <a:spcPct val="100000"/>
              </a:lnSpc>
              <a:spcBef>
                <a:spcPts val="105"/>
              </a:spcBef>
            </a:pPr>
            <a:r>
              <a:rPr sz="2200" i="1" dirty="0">
                <a:solidFill>
                  <a:srgbClr val="030303"/>
                </a:solidFill>
                <a:latin typeface="Arial"/>
                <a:cs typeface="Arial"/>
              </a:rPr>
              <a:t>II</a:t>
            </a:r>
            <a:r>
              <a:rPr sz="2200" i="1" spc="180" dirty="0">
                <a:solidFill>
                  <a:srgbClr val="030303"/>
                </a:solidFill>
                <a:latin typeface="Arial"/>
                <a:cs typeface="Arial"/>
              </a:rPr>
              <a:t> </a:t>
            </a:r>
            <a:r>
              <a:rPr sz="2200" dirty="0">
                <a:solidFill>
                  <a:srgbClr val="030303"/>
                </a:solidFill>
                <a:latin typeface="Times New Roman"/>
                <a:cs typeface="Times New Roman"/>
              </a:rPr>
              <a:t>Create</a:t>
            </a:r>
            <a:r>
              <a:rPr sz="2200" spc="210" dirty="0">
                <a:solidFill>
                  <a:srgbClr val="030303"/>
                </a:solidFill>
                <a:latin typeface="Times New Roman"/>
                <a:cs typeface="Times New Roman"/>
              </a:rPr>
              <a:t> </a:t>
            </a:r>
            <a:r>
              <a:rPr sz="2200" spc="65" dirty="0">
                <a:solidFill>
                  <a:srgbClr val="030303"/>
                </a:solidFill>
                <a:latin typeface="Times New Roman"/>
                <a:cs typeface="Times New Roman"/>
              </a:rPr>
              <a:t>a</a:t>
            </a:r>
            <a:r>
              <a:rPr sz="2200" spc="105" dirty="0">
                <a:solidFill>
                  <a:srgbClr val="030303"/>
                </a:solidFill>
                <a:latin typeface="Times New Roman"/>
                <a:cs typeface="Times New Roman"/>
              </a:rPr>
              <a:t> </a:t>
            </a:r>
            <a:r>
              <a:rPr sz="2200" dirty="0">
                <a:solidFill>
                  <a:srgbClr val="030303"/>
                </a:solidFill>
                <a:latin typeface="Times New Roman"/>
                <a:cs typeface="Times New Roman"/>
              </a:rPr>
              <a:t>Scanner</a:t>
            </a:r>
            <a:r>
              <a:rPr sz="2200" spc="270" dirty="0">
                <a:solidFill>
                  <a:srgbClr val="030303"/>
                </a:solidFill>
                <a:latin typeface="Times New Roman"/>
                <a:cs typeface="Times New Roman"/>
              </a:rPr>
              <a:t> </a:t>
            </a:r>
            <a:r>
              <a:rPr sz="2200" spc="-10" dirty="0">
                <a:solidFill>
                  <a:srgbClr val="030303"/>
                </a:solidFill>
                <a:latin typeface="Times New Roman"/>
                <a:cs typeface="Times New Roman"/>
              </a:rPr>
              <a:t>object</a:t>
            </a:r>
            <a:endParaRPr sz="2200">
              <a:latin typeface="Times New Roman"/>
              <a:cs typeface="Times New Roman"/>
            </a:endParaRPr>
          </a:p>
        </p:txBody>
      </p:sp>
      <p:sp>
        <p:nvSpPr>
          <p:cNvPr id="8" name="object 8"/>
          <p:cNvSpPr txBox="1"/>
          <p:nvPr/>
        </p:nvSpPr>
        <p:spPr>
          <a:xfrm>
            <a:off x="6454583" y="4718582"/>
            <a:ext cx="2103755" cy="361950"/>
          </a:xfrm>
          <a:prstGeom prst="rect">
            <a:avLst/>
          </a:prstGeom>
        </p:spPr>
        <p:txBody>
          <a:bodyPr vert="horz" wrap="square" lIns="0" tIns="13335" rIns="0" bIns="0" rtlCol="0">
            <a:spAutoFit/>
          </a:bodyPr>
          <a:lstStyle/>
          <a:p>
            <a:pPr marL="12700">
              <a:lnSpc>
                <a:spcPct val="100000"/>
              </a:lnSpc>
              <a:spcBef>
                <a:spcPts val="105"/>
              </a:spcBef>
            </a:pPr>
            <a:r>
              <a:rPr sz="2200" i="1" dirty="0">
                <a:solidFill>
                  <a:srgbClr val="030303"/>
                </a:solidFill>
                <a:latin typeface="Arial"/>
                <a:cs typeface="Arial"/>
              </a:rPr>
              <a:t>II</a:t>
            </a:r>
            <a:r>
              <a:rPr sz="2200" i="1" spc="204" dirty="0">
                <a:solidFill>
                  <a:srgbClr val="030303"/>
                </a:solidFill>
                <a:latin typeface="Arial"/>
                <a:cs typeface="Arial"/>
              </a:rPr>
              <a:t> </a:t>
            </a:r>
            <a:r>
              <a:rPr sz="2200" dirty="0">
                <a:solidFill>
                  <a:srgbClr val="030303"/>
                </a:solidFill>
                <a:latin typeface="Times New Roman"/>
                <a:cs typeface="Times New Roman"/>
              </a:rPr>
              <a:t>Read</a:t>
            </a:r>
            <a:r>
              <a:rPr sz="2200" spc="185" dirty="0">
                <a:solidFill>
                  <a:srgbClr val="030303"/>
                </a:solidFill>
                <a:latin typeface="Times New Roman"/>
                <a:cs typeface="Times New Roman"/>
              </a:rPr>
              <a:t> </a:t>
            </a:r>
            <a:r>
              <a:rPr sz="2200" dirty="0">
                <a:solidFill>
                  <a:srgbClr val="030303"/>
                </a:solidFill>
                <a:latin typeface="Times New Roman"/>
                <a:cs typeface="Times New Roman"/>
              </a:rPr>
              <a:t>user</a:t>
            </a:r>
            <a:r>
              <a:rPr sz="2200" spc="160" dirty="0">
                <a:solidFill>
                  <a:srgbClr val="030303"/>
                </a:solidFill>
                <a:latin typeface="Times New Roman"/>
                <a:cs typeface="Times New Roman"/>
              </a:rPr>
              <a:t> </a:t>
            </a:r>
            <a:r>
              <a:rPr sz="2200" spc="-10" dirty="0">
                <a:solidFill>
                  <a:srgbClr val="030303"/>
                </a:solidFill>
                <a:latin typeface="Times New Roman"/>
                <a:cs typeface="Times New Roman"/>
              </a:rPr>
              <a:t>input</a:t>
            </a:r>
            <a:endParaRPr sz="2200">
              <a:latin typeface="Times New Roman"/>
              <a:cs typeface="Times New Roman"/>
            </a:endParaRPr>
          </a:p>
        </p:txBody>
      </p:sp>
      <p:sp>
        <p:nvSpPr>
          <p:cNvPr id="9" name="object 9"/>
          <p:cNvSpPr txBox="1"/>
          <p:nvPr/>
        </p:nvSpPr>
        <p:spPr>
          <a:xfrm>
            <a:off x="825347" y="5010862"/>
            <a:ext cx="7875905" cy="1187450"/>
          </a:xfrm>
          <a:prstGeom prst="rect">
            <a:avLst/>
          </a:prstGeom>
        </p:spPr>
        <p:txBody>
          <a:bodyPr vert="horz" wrap="square" lIns="0" tIns="59690" rIns="0" bIns="0" rtlCol="0">
            <a:spAutoFit/>
          </a:bodyPr>
          <a:lstStyle/>
          <a:p>
            <a:pPr marL="288290">
              <a:lnSpc>
                <a:spcPct val="100000"/>
              </a:lnSpc>
              <a:spcBef>
                <a:spcPts val="470"/>
              </a:spcBef>
              <a:tabLst>
                <a:tab pos="3369945" algn="l"/>
                <a:tab pos="5568315" algn="l"/>
              </a:tabLst>
            </a:pPr>
            <a:r>
              <a:rPr sz="2200" spc="-10" dirty="0">
                <a:solidFill>
                  <a:srgbClr val="030303"/>
                </a:solidFill>
                <a:latin typeface="Times New Roman"/>
                <a:cs typeface="Times New Roman"/>
              </a:rPr>
              <a:t>System.out.println("User</a:t>
            </a:r>
            <a:r>
              <a:rPr sz="2200" dirty="0">
                <a:solidFill>
                  <a:srgbClr val="030303"/>
                </a:solidFill>
                <a:latin typeface="Times New Roman"/>
                <a:cs typeface="Times New Roman"/>
              </a:rPr>
              <a:t>	num</a:t>
            </a:r>
            <a:r>
              <a:rPr sz="2200" spc="125" dirty="0">
                <a:solidFill>
                  <a:srgbClr val="030303"/>
                </a:solidFill>
                <a:latin typeface="Times New Roman"/>
                <a:cs typeface="Times New Roman"/>
              </a:rPr>
              <a:t> </a:t>
            </a:r>
            <a:r>
              <a:rPr sz="2200" dirty="0">
                <a:solidFill>
                  <a:srgbClr val="030303"/>
                </a:solidFill>
                <a:latin typeface="Times New Roman"/>
                <a:cs typeface="Times New Roman"/>
              </a:rPr>
              <a:t>is:</a:t>
            </a:r>
            <a:r>
              <a:rPr sz="2200" spc="85" dirty="0">
                <a:solidFill>
                  <a:srgbClr val="030303"/>
                </a:solidFill>
                <a:latin typeface="Times New Roman"/>
                <a:cs typeface="Times New Roman"/>
              </a:rPr>
              <a:t> </a:t>
            </a:r>
            <a:r>
              <a:rPr sz="2200" dirty="0">
                <a:solidFill>
                  <a:srgbClr val="030303"/>
                </a:solidFill>
                <a:latin typeface="Times New Roman"/>
                <a:cs typeface="Times New Roman"/>
              </a:rPr>
              <a:t>"</a:t>
            </a:r>
            <a:r>
              <a:rPr sz="2200" spc="-25" dirty="0">
                <a:solidFill>
                  <a:srgbClr val="030303"/>
                </a:solidFill>
                <a:latin typeface="Times New Roman"/>
                <a:cs typeface="Times New Roman"/>
              </a:rPr>
              <a:t> </a:t>
            </a:r>
            <a:r>
              <a:rPr sz="2450" spc="85" dirty="0">
                <a:solidFill>
                  <a:srgbClr val="030303"/>
                </a:solidFill>
                <a:latin typeface="Arial"/>
                <a:cs typeface="Arial"/>
              </a:rPr>
              <a:t>+</a:t>
            </a:r>
            <a:r>
              <a:rPr sz="2450" spc="-175" dirty="0">
                <a:solidFill>
                  <a:srgbClr val="030303"/>
                </a:solidFill>
                <a:latin typeface="Arial"/>
                <a:cs typeface="Arial"/>
              </a:rPr>
              <a:t> </a:t>
            </a:r>
            <a:r>
              <a:rPr sz="2200" spc="-10" dirty="0">
                <a:solidFill>
                  <a:srgbClr val="030303"/>
                </a:solidFill>
                <a:latin typeface="Times New Roman"/>
                <a:cs typeface="Times New Roman"/>
              </a:rPr>
              <a:t>num);</a:t>
            </a:r>
            <a:r>
              <a:rPr sz="2200" dirty="0">
                <a:solidFill>
                  <a:srgbClr val="030303"/>
                </a:solidFill>
                <a:latin typeface="Times New Roman"/>
                <a:cs typeface="Times New Roman"/>
              </a:rPr>
              <a:t>	</a:t>
            </a:r>
            <a:r>
              <a:rPr sz="2200" i="1" dirty="0">
                <a:solidFill>
                  <a:srgbClr val="030303"/>
                </a:solidFill>
                <a:latin typeface="Arial"/>
                <a:cs typeface="Arial"/>
              </a:rPr>
              <a:t>II</a:t>
            </a:r>
            <a:r>
              <a:rPr sz="2200" i="1" spc="220" dirty="0">
                <a:solidFill>
                  <a:srgbClr val="030303"/>
                </a:solidFill>
                <a:latin typeface="Arial"/>
                <a:cs typeface="Arial"/>
              </a:rPr>
              <a:t> </a:t>
            </a:r>
            <a:r>
              <a:rPr sz="2200" dirty="0">
                <a:solidFill>
                  <a:srgbClr val="030303"/>
                </a:solidFill>
                <a:latin typeface="Times New Roman"/>
                <a:cs typeface="Times New Roman"/>
              </a:rPr>
              <a:t>Output</a:t>
            </a:r>
            <a:r>
              <a:rPr sz="2200" spc="225" dirty="0">
                <a:solidFill>
                  <a:srgbClr val="030303"/>
                </a:solidFill>
                <a:latin typeface="Times New Roman"/>
                <a:cs typeface="Times New Roman"/>
              </a:rPr>
              <a:t> </a:t>
            </a:r>
            <a:r>
              <a:rPr sz="2200" dirty="0">
                <a:solidFill>
                  <a:srgbClr val="030303"/>
                </a:solidFill>
                <a:latin typeface="Times New Roman"/>
                <a:cs typeface="Times New Roman"/>
              </a:rPr>
              <a:t>user</a:t>
            </a:r>
            <a:r>
              <a:rPr sz="2200" spc="150" dirty="0">
                <a:solidFill>
                  <a:srgbClr val="030303"/>
                </a:solidFill>
                <a:latin typeface="Times New Roman"/>
                <a:cs typeface="Times New Roman"/>
              </a:rPr>
              <a:t> </a:t>
            </a:r>
            <a:r>
              <a:rPr sz="2200" spc="-10" dirty="0">
                <a:solidFill>
                  <a:srgbClr val="030303"/>
                </a:solidFill>
                <a:latin typeface="Times New Roman"/>
                <a:cs typeface="Times New Roman"/>
              </a:rPr>
              <a:t>input</a:t>
            </a:r>
            <a:endParaRPr sz="2200">
              <a:latin typeface="Times New Roman"/>
              <a:cs typeface="Times New Roman"/>
            </a:endParaRPr>
          </a:p>
          <a:p>
            <a:pPr marL="155575">
              <a:lnSpc>
                <a:spcPct val="100000"/>
              </a:lnSpc>
              <a:spcBef>
                <a:spcPts val="330"/>
              </a:spcBef>
            </a:pPr>
            <a:r>
              <a:rPr sz="2150" spc="20" dirty="0">
                <a:solidFill>
                  <a:srgbClr val="030303"/>
                </a:solidFill>
                <a:latin typeface="Arial"/>
                <a:cs typeface="Arial"/>
              </a:rPr>
              <a:t>}</a:t>
            </a:r>
            <a:endParaRPr sz="2150">
              <a:latin typeface="Arial"/>
              <a:cs typeface="Arial"/>
            </a:endParaRPr>
          </a:p>
          <a:p>
            <a:pPr marL="12700">
              <a:lnSpc>
                <a:spcPct val="100000"/>
              </a:lnSpc>
              <a:spcBef>
                <a:spcPts val="464"/>
              </a:spcBef>
            </a:pPr>
            <a:r>
              <a:rPr sz="2050" spc="70" dirty="0">
                <a:solidFill>
                  <a:srgbClr val="030303"/>
                </a:solidFill>
                <a:latin typeface="Arial"/>
                <a:cs typeface="Arial"/>
              </a:rPr>
              <a:t>}</a:t>
            </a:r>
            <a:endParaRPr sz="2050">
              <a:latin typeface="Arial"/>
              <a:cs typeface="Arial"/>
            </a:endParaRPr>
          </a:p>
        </p:txBody>
      </p:sp>
    </p:spTree>
    <p:extLst>
      <p:ext uri="{BB962C8B-B14F-4D97-AF65-F5344CB8AC3E}">
        <p14:creationId xmlns:p14="http://schemas.microsoft.com/office/powerpoint/2010/main" val="73713494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63032" y="1506772"/>
            <a:ext cx="9557731" cy="245998"/>
          </a:xfrm>
          <a:prstGeom prst="rect">
            <a:avLst/>
          </a:prstGeom>
        </p:spPr>
      </p:pic>
      <p:graphicFrame>
        <p:nvGraphicFramePr>
          <p:cNvPr id="3" name="object 3"/>
          <p:cNvGraphicFramePr>
            <a:graphicFrameLocks noGrp="1"/>
          </p:cNvGraphicFramePr>
          <p:nvPr/>
        </p:nvGraphicFramePr>
        <p:xfrm>
          <a:off x="1830798" y="2634528"/>
          <a:ext cx="5636260" cy="3023235"/>
        </p:xfrm>
        <a:graphic>
          <a:graphicData uri="http://schemas.openxmlformats.org/drawingml/2006/table">
            <a:tbl>
              <a:tblPr firstRow="1" bandRow="1">
                <a:tableStyleId>{2D5ABB26-0587-4C30-8999-92F81FD0307C}</a:tableStyleId>
              </a:tblPr>
              <a:tblGrid>
                <a:gridCol w="2296160">
                  <a:extLst>
                    <a:ext uri="{9D8B030D-6E8A-4147-A177-3AD203B41FA5}">
                      <a16:colId xmlns:a16="http://schemas.microsoft.com/office/drawing/2014/main" val="20000"/>
                    </a:ext>
                  </a:extLst>
                </a:gridCol>
                <a:gridCol w="3340100">
                  <a:extLst>
                    <a:ext uri="{9D8B030D-6E8A-4147-A177-3AD203B41FA5}">
                      <a16:colId xmlns:a16="http://schemas.microsoft.com/office/drawing/2014/main" val="20001"/>
                    </a:ext>
                  </a:extLst>
                </a:gridCol>
              </a:tblGrid>
              <a:tr h="302895">
                <a:tc>
                  <a:txBody>
                    <a:bodyPr/>
                    <a:lstStyle/>
                    <a:p>
                      <a:pPr marL="6985" algn="ctr">
                        <a:lnSpc>
                          <a:spcPts val="2200"/>
                        </a:lnSpc>
                      </a:pPr>
                      <a:r>
                        <a:rPr sz="1950" b="1" spc="-285" dirty="0">
                          <a:solidFill>
                            <a:srgbClr val="F00505"/>
                          </a:solidFill>
                          <a:latin typeface="Courier New"/>
                          <a:cs typeface="Courier New"/>
                        </a:rPr>
                        <a:t>Method</a:t>
                      </a:r>
                      <a:endParaRPr sz="1950">
                        <a:latin typeface="Courier New"/>
                        <a:cs typeface="Courier New"/>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035685">
                        <a:lnSpc>
                          <a:spcPts val="2175"/>
                        </a:lnSpc>
                      </a:pPr>
                      <a:r>
                        <a:rPr sz="1950" b="1" spc="-285" dirty="0">
                          <a:solidFill>
                            <a:srgbClr val="F00505"/>
                          </a:solidFill>
                          <a:latin typeface="Courier New"/>
                          <a:cs typeface="Courier New"/>
                        </a:rPr>
                        <a:t>Description</a:t>
                      </a:r>
                      <a:endParaRPr sz="1950">
                        <a:latin typeface="Courier New"/>
                        <a:cs typeface="Courier New"/>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02895">
                <a:tc>
                  <a:txBody>
                    <a:bodyPr/>
                    <a:lstStyle/>
                    <a:p>
                      <a:pPr marL="91440">
                        <a:lnSpc>
                          <a:spcPts val="2210"/>
                        </a:lnSpc>
                      </a:pPr>
                      <a:r>
                        <a:rPr sz="2000" spc="-315" dirty="0">
                          <a:solidFill>
                            <a:srgbClr val="050505"/>
                          </a:solidFill>
                          <a:latin typeface="Courier New"/>
                          <a:cs typeface="Courier New"/>
                        </a:rPr>
                        <a:t>nextBoolean()</a:t>
                      </a:r>
                      <a:endParaRPr sz="2000">
                        <a:latin typeface="Courier New"/>
                        <a:cs typeface="Courier New"/>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4615">
                        <a:lnSpc>
                          <a:spcPts val="2210"/>
                        </a:lnSpc>
                      </a:pPr>
                      <a:r>
                        <a:rPr sz="2000" spc="-295" dirty="0">
                          <a:solidFill>
                            <a:srgbClr val="050505"/>
                          </a:solidFill>
                          <a:latin typeface="Courier New"/>
                          <a:cs typeface="Courier New"/>
                        </a:rPr>
                        <a:t>Reads</a:t>
                      </a:r>
                      <a:r>
                        <a:rPr sz="2000" spc="-260" dirty="0">
                          <a:solidFill>
                            <a:srgbClr val="050505"/>
                          </a:solidFill>
                          <a:latin typeface="Courier New"/>
                          <a:cs typeface="Courier New"/>
                        </a:rPr>
                        <a:t> </a:t>
                      </a:r>
                      <a:r>
                        <a:rPr sz="2000" spc="-210" dirty="0">
                          <a:solidFill>
                            <a:srgbClr val="050505"/>
                          </a:solidFill>
                          <a:latin typeface="Courier New"/>
                          <a:cs typeface="Courier New"/>
                        </a:rPr>
                        <a:t>a</a:t>
                      </a:r>
                      <a:r>
                        <a:rPr sz="2000" spc="-335" dirty="0">
                          <a:solidFill>
                            <a:srgbClr val="050505"/>
                          </a:solidFill>
                          <a:latin typeface="Courier New"/>
                          <a:cs typeface="Courier New"/>
                        </a:rPr>
                        <a:t> </a:t>
                      </a:r>
                      <a:r>
                        <a:rPr sz="2000" spc="-305" dirty="0">
                          <a:solidFill>
                            <a:srgbClr val="050505"/>
                          </a:solidFill>
                          <a:latin typeface="Courier New"/>
                          <a:cs typeface="Courier New"/>
                        </a:rPr>
                        <a:t>boolean</a:t>
                      </a:r>
                      <a:endParaRPr sz="2000">
                        <a:latin typeface="Courier New"/>
                        <a:cs typeface="Courier New"/>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02895">
                <a:tc>
                  <a:txBody>
                    <a:bodyPr/>
                    <a:lstStyle/>
                    <a:p>
                      <a:pPr marL="91440">
                        <a:lnSpc>
                          <a:spcPts val="2185"/>
                        </a:lnSpc>
                      </a:pPr>
                      <a:r>
                        <a:rPr sz="2000" spc="-310" dirty="0">
                          <a:solidFill>
                            <a:srgbClr val="050505"/>
                          </a:solidFill>
                          <a:latin typeface="Courier New"/>
                          <a:cs typeface="Courier New"/>
                        </a:rPr>
                        <a:t>nextByte()</a:t>
                      </a:r>
                      <a:endParaRPr sz="2000">
                        <a:latin typeface="Courier New"/>
                        <a:cs typeface="Courier New"/>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4615">
                        <a:lnSpc>
                          <a:spcPts val="2210"/>
                        </a:lnSpc>
                      </a:pPr>
                      <a:r>
                        <a:rPr sz="2000" spc="-295" dirty="0">
                          <a:solidFill>
                            <a:srgbClr val="050505"/>
                          </a:solidFill>
                          <a:latin typeface="Courier New"/>
                          <a:cs typeface="Courier New"/>
                        </a:rPr>
                        <a:t>Reads</a:t>
                      </a:r>
                      <a:r>
                        <a:rPr sz="2000" spc="-260" dirty="0">
                          <a:solidFill>
                            <a:srgbClr val="050505"/>
                          </a:solidFill>
                          <a:latin typeface="Courier New"/>
                          <a:cs typeface="Courier New"/>
                        </a:rPr>
                        <a:t> </a:t>
                      </a:r>
                      <a:r>
                        <a:rPr sz="2000" spc="-210" dirty="0">
                          <a:solidFill>
                            <a:srgbClr val="050505"/>
                          </a:solidFill>
                          <a:latin typeface="Courier New"/>
                          <a:cs typeface="Courier New"/>
                        </a:rPr>
                        <a:t>a</a:t>
                      </a:r>
                      <a:r>
                        <a:rPr sz="2000" spc="-335" dirty="0">
                          <a:solidFill>
                            <a:srgbClr val="050505"/>
                          </a:solidFill>
                          <a:latin typeface="Courier New"/>
                          <a:cs typeface="Courier New"/>
                        </a:rPr>
                        <a:t> </a:t>
                      </a:r>
                      <a:r>
                        <a:rPr sz="2000" spc="-315" dirty="0">
                          <a:solidFill>
                            <a:srgbClr val="050505"/>
                          </a:solidFill>
                          <a:latin typeface="Courier New"/>
                          <a:cs typeface="Courier New"/>
                        </a:rPr>
                        <a:t>byte</a:t>
                      </a:r>
                      <a:endParaRPr sz="2000">
                        <a:latin typeface="Courier New"/>
                        <a:cs typeface="Courier New"/>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02895">
                <a:tc>
                  <a:txBody>
                    <a:bodyPr/>
                    <a:lstStyle/>
                    <a:p>
                      <a:pPr marL="91440">
                        <a:lnSpc>
                          <a:spcPts val="2185"/>
                        </a:lnSpc>
                      </a:pPr>
                      <a:r>
                        <a:rPr sz="2000" spc="-310" dirty="0">
                          <a:solidFill>
                            <a:srgbClr val="050505"/>
                          </a:solidFill>
                          <a:latin typeface="Courier New"/>
                          <a:cs typeface="Courier New"/>
                        </a:rPr>
                        <a:t>nextShort()</a:t>
                      </a:r>
                      <a:endParaRPr sz="2000">
                        <a:latin typeface="Courier New"/>
                        <a:cs typeface="Courier New"/>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4615">
                        <a:lnSpc>
                          <a:spcPts val="2210"/>
                        </a:lnSpc>
                      </a:pPr>
                      <a:r>
                        <a:rPr sz="2000" spc="-295" dirty="0">
                          <a:solidFill>
                            <a:srgbClr val="050505"/>
                          </a:solidFill>
                          <a:latin typeface="Courier New"/>
                          <a:cs typeface="Courier New"/>
                        </a:rPr>
                        <a:t>Reads</a:t>
                      </a:r>
                      <a:r>
                        <a:rPr sz="2000" spc="-260" dirty="0">
                          <a:solidFill>
                            <a:srgbClr val="050505"/>
                          </a:solidFill>
                          <a:latin typeface="Courier New"/>
                          <a:cs typeface="Courier New"/>
                        </a:rPr>
                        <a:t> </a:t>
                      </a:r>
                      <a:r>
                        <a:rPr sz="2000" spc="-210" dirty="0">
                          <a:solidFill>
                            <a:srgbClr val="050505"/>
                          </a:solidFill>
                          <a:latin typeface="Courier New"/>
                          <a:cs typeface="Courier New"/>
                        </a:rPr>
                        <a:t>a</a:t>
                      </a:r>
                      <a:r>
                        <a:rPr sz="2000" spc="-370" dirty="0">
                          <a:solidFill>
                            <a:srgbClr val="050505"/>
                          </a:solidFill>
                          <a:latin typeface="Courier New"/>
                          <a:cs typeface="Courier New"/>
                        </a:rPr>
                        <a:t> </a:t>
                      </a:r>
                      <a:r>
                        <a:rPr sz="2000" spc="-305" dirty="0">
                          <a:solidFill>
                            <a:srgbClr val="050505"/>
                          </a:solidFill>
                          <a:latin typeface="Courier New"/>
                          <a:cs typeface="Courier New"/>
                        </a:rPr>
                        <a:t>short</a:t>
                      </a:r>
                      <a:endParaRPr sz="2000">
                        <a:latin typeface="Courier New"/>
                        <a:cs typeface="Courier New"/>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02895">
                <a:tc>
                  <a:txBody>
                    <a:bodyPr/>
                    <a:lstStyle/>
                    <a:p>
                      <a:pPr marL="91440">
                        <a:lnSpc>
                          <a:spcPts val="2160"/>
                        </a:lnSpc>
                      </a:pPr>
                      <a:r>
                        <a:rPr sz="2000" spc="-300" dirty="0">
                          <a:solidFill>
                            <a:srgbClr val="050505"/>
                          </a:solidFill>
                          <a:latin typeface="Courier New"/>
                          <a:cs typeface="Courier New"/>
                        </a:rPr>
                        <a:t>nextInt()</a:t>
                      </a:r>
                      <a:endParaRPr sz="2000">
                        <a:latin typeface="Courier New"/>
                        <a:cs typeface="Courier New"/>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4615">
                        <a:lnSpc>
                          <a:spcPts val="2185"/>
                        </a:lnSpc>
                      </a:pPr>
                      <a:r>
                        <a:rPr sz="2000" spc="-295" dirty="0">
                          <a:solidFill>
                            <a:srgbClr val="050505"/>
                          </a:solidFill>
                          <a:latin typeface="Courier New"/>
                          <a:cs typeface="Courier New"/>
                        </a:rPr>
                        <a:t>Reads</a:t>
                      </a:r>
                      <a:r>
                        <a:rPr sz="2000" spc="-260" dirty="0">
                          <a:solidFill>
                            <a:srgbClr val="050505"/>
                          </a:solidFill>
                          <a:latin typeface="Courier New"/>
                          <a:cs typeface="Courier New"/>
                        </a:rPr>
                        <a:t> </a:t>
                      </a:r>
                      <a:r>
                        <a:rPr sz="2000" spc="-210" dirty="0">
                          <a:solidFill>
                            <a:srgbClr val="050505"/>
                          </a:solidFill>
                          <a:latin typeface="Courier New"/>
                          <a:cs typeface="Courier New"/>
                        </a:rPr>
                        <a:t>a</a:t>
                      </a:r>
                      <a:r>
                        <a:rPr sz="2000" spc="-355" dirty="0">
                          <a:solidFill>
                            <a:srgbClr val="050505"/>
                          </a:solidFill>
                          <a:latin typeface="Courier New"/>
                          <a:cs typeface="Courier New"/>
                        </a:rPr>
                        <a:t> </a:t>
                      </a:r>
                      <a:r>
                        <a:rPr sz="2000" spc="-320" dirty="0">
                          <a:solidFill>
                            <a:srgbClr val="050505"/>
                          </a:solidFill>
                          <a:latin typeface="Courier New"/>
                          <a:cs typeface="Courier New"/>
                        </a:rPr>
                        <a:t>int</a:t>
                      </a:r>
                      <a:endParaRPr sz="2000">
                        <a:latin typeface="Courier New"/>
                        <a:cs typeface="Courier New"/>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302895">
                <a:tc>
                  <a:txBody>
                    <a:bodyPr/>
                    <a:lstStyle/>
                    <a:p>
                      <a:pPr marL="91440">
                        <a:lnSpc>
                          <a:spcPts val="2160"/>
                        </a:lnSpc>
                      </a:pPr>
                      <a:r>
                        <a:rPr sz="2000" spc="-305" dirty="0">
                          <a:solidFill>
                            <a:srgbClr val="050505"/>
                          </a:solidFill>
                          <a:latin typeface="Courier New"/>
                          <a:cs typeface="Courier New"/>
                        </a:rPr>
                        <a:t>nextFloat()</a:t>
                      </a:r>
                      <a:endParaRPr sz="2000">
                        <a:latin typeface="Courier New"/>
                        <a:cs typeface="Courier New"/>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4615">
                        <a:lnSpc>
                          <a:spcPts val="2160"/>
                        </a:lnSpc>
                      </a:pPr>
                      <a:r>
                        <a:rPr sz="2000" spc="-295" dirty="0">
                          <a:solidFill>
                            <a:srgbClr val="050505"/>
                          </a:solidFill>
                          <a:latin typeface="Courier New"/>
                          <a:cs typeface="Courier New"/>
                        </a:rPr>
                        <a:t>Reads</a:t>
                      </a:r>
                      <a:r>
                        <a:rPr sz="2000" spc="-260" dirty="0">
                          <a:solidFill>
                            <a:srgbClr val="050505"/>
                          </a:solidFill>
                          <a:latin typeface="Courier New"/>
                          <a:cs typeface="Courier New"/>
                        </a:rPr>
                        <a:t> </a:t>
                      </a:r>
                      <a:r>
                        <a:rPr sz="2000" spc="-210" dirty="0">
                          <a:solidFill>
                            <a:srgbClr val="050505"/>
                          </a:solidFill>
                          <a:latin typeface="Courier New"/>
                          <a:cs typeface="Courier New"/>
                        </a:rPr>
                        <a:t>a</a:t>
                      </a:r>
                      <a:r>
                        <a:rPr sz="2000" spc="-355" dirty="0">
                          <a:solidFill>
                            <a:srgbClr val="050505"/>
                          </a:solidFill>
                          <a:latin typeface="Courier New"/>
                          <a:cs typeface="Courier New"/>
                        </a:rPr>
                        <a:t> </a:t>
                      </a:r>
                      <a:r>
                        <a:rPr sz="2000" spc="-305" dirty="0">
                          <a:solidFill>
                            <a:srgbClr val="050505"/>
                          </a:solidFill>
                          <a:latin typeface="Courier New"/>
                          <a:cs typeface="Courier New"/>
                        </a:rPr>
                        <a:t>float</a:t>
                      </a:r>
                      <a:endParaRPr sz="2000">
                        <a:latin typeface="Courier New"/>
                        <a:cs typeface="Courier New"/>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296545">
                <a:tc>
                  <a:txBody>
                    <a:bodyPr/>
                    <a:lstStyle/>
                    <a:p>
                      <a:pPr marL="91440">
                        <a:lnSpc>
                          <a:spcPts val="2160"/>
                        </a:lnSpc>
                      </a:pPr>
                      <a:r>
                        <a:rPr sz="2000" spc="-315" dirty="0">
                          <a:solidFill>
                            <a:srgbClr val="050505"/>
                          </a:solidFill>
                          <a:latin typeface="Courier New"/>
                          <a:cs typeface="Courier New"/>
                        </a:rPr>
                        <a:t>nextDouble()</a:t>
                      </a:r>
                      <a:endParaRPr sz="2000">
                        <a:latin typeface="Courier New"/>
                        <a:cs typeface="Courier New"/>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4615">
                        <a:lnSpc>
                          <a:spcPts val="2160"/>
                        </a:lnSpc>
                      </a:pPr>
                      <a:r>
                        <a:rPr sz="2000" spc="-295" dirty="0">
                          <a:solidFill>
                            <a:srgbClr val="050505"/>
                          </a:solidFill>
                          <a:latin typeface="Courier New"/>
                          <a:cs typeface="Courier New"/>
                        </a:rPr>
                        <a:t>Reads</a:t>
                      </a:r>
                      <a:r>
                        <a:rPr sz="2000" spc="-260" dirty="0">
                          <a:solidFill>
                            <a:srgbClr val="050505"/>
                          </a:solidFill>
                          <a:latin typeface="Courier New"/>
                          <a:cs typeface="Courier New"/>
                        </a:rPr>
                        <a:t> </a:t>
                      </a:r>
                      <a:r>
                        <a:rPr sz="2000" spc="-210" dirty="0">
                          <a:solidFill>
                            <a:srgbClr val="050505"/>
                          </a:solidFill>
                          <a:latin typeface="Courier New"/>
                          <a:cs typeface="Courier New"/>
                        </a:rPr>
                        <a:t>a</a:t>
                      </a:r>
                      <a:r>
                        <a:rPr sz="2000" spc="-340" dirty="0">
                          <a:solidFill>
                            <a:srgbClr val="050505"/>
                          </a:solidFill>
                          <a:latin typeface="Courier New"/>
                          <a:cs typeface="Courier New"/>
                        </a:rPr>
                        <a:t> </a:t>
                      </a:r>
                      <a:r>
                        <a:rPr sz="2000" spc="-305" dirty="0">
                          <a:solidFill>
                            <a:srgbClr val="050505"/>
                          </a:solidFill>
                          <a:latin typeface="Courier New"/>
                          <a:cs typeface="Courier New"/>
                        </a:rPr>
                        <a:t>double</a:t>
                      </a:r>
                      <a:endParaRPr sz="2000">
                        <a:latin typeface="Courier New"/>
                        <a:cs typeface="Courier New"/>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309880">
                <a:tc>
                  <a:txBody>
                    <a:bodyPr/>
                    <a:lstStyle/>
                    <a:p>
                      <a:pPr marL="91440">
                        <a:lnSpc>
                          <a:spcPts val="2160"/>
                        </a:lnSpc>
                      </a:pPr>
                      <a:r>
                        <a:rPr sz="2000" spc="-310" dirty="0">
                          <a:solidFill>
                            <a:srgbClr val="050505"/>
                          </a:solidFill>
                          <a:latin typeface="Courier New"/>
                          <a:cs typeface="Courier New"/>
                        </a:rPr>
                        <a:t>nextLong()</a:t>
                      </a:r>
                      <a:endParaRPr sz="2000">
                        <a:latin typeface="Courier New"/>
                        <a:cs typeface="Courier New"/>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4615">
                        <a:lnSpc>
                          <a:spcPts val="2185"/>
                        </a:lnSpc>
                      </a:pPr>
                      <a:r>
                        <a:rPr sz="2000" spc="-295" dirty="0">
                          <a:solidFill>
                            <a:srgbClr val="181818"/>
                          </a:solidFill>
                          <a:latin typeface="Courier New"/>
                          <a:cs typeface="Courier New"/>
                        </a:rPr>
                        <a:t>Reads</a:t>
                      </a:r>
                      <a:r>
                        <a:rPr sz="2000" spc="-260" dirty="0">
                          <a:solidFill>
                            <a:srgbClr val="181818"/>
                          </a:solidFill>
                          <a:latin typeface="Courier New"/>
                          <a:cs typeface="Courier New"/>
                        </a:rPr>
                        <a:t> </a:t>
                      </a:r>
                      <a:r>
                        <a:rPr sz="2000" spc="-210" dirty="0">
                          <a:solidFill>
                            <a:srgbClr val="050505"/>
                          </a:solidFill>
                          <a:latin typeface="Courier New"/>
                          <a:cs typeface="Courier New"/>
                        </a:rPr>
                        <a:t>a</a:t>
                      </a:r>
                      <a:r>
                        <a:rPr sz="2000" spc="-350" dirty="0">
                          <a:solidFill>
                            <a:srgbClr val="050505"/>
                          </a:solidFill>
                          <a:latin typeface="Courier New"/>
                          <a:cs typeface="Courier New"/>
                        </a:rPr>
                        <a:t> </a:t>
                      </a:r>
                      <a:r>
                        <a:rPr sz="2000" spc="-315" dirty="0">
                          <a:solidFill>
                            <a:srgbClr val="050505"/>
                          </a:solidFill>
                          <a:latin typeface="Courier New"/>
                          <a:cs typeface="Courier New"/>
                        </a:rPr>
                        <a:t>long</a:t>
                      </a:r>
                      <a:endParaRPr sz="2000">
                        <a:latin typeface="Courier New"/>
                        <a:cs typeface="Courier New"/>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r h="296545">
                <a:tc>
                  <a:txBody>
                    <a:bodyPr/>
                    <a:lstStyle/>
                    <a:p>
                      <a:pPr marL="91440">
                        <a:lnSpc>
                          <a:spcPts val="2135"/>
                        </a:lnSpc>
                      </a:pPr>
                      <a:r>
                        <a:rPr sz="2000" spc="-310" dirty="0">
                          <a:solidFill>
                            <a:srgbClr val="050505"/>
                          </a:solidFill>
                          <a:latin typeface="Courier New"/>
                          <a:cs typeface="Courier New"/>
                        </a:rPr>
                        <a:t>nextLine()</a:t>
                      </a:r>
                      <a:endParaRPr sz="2000">
                        <a:latin typeface="Courier New"/>
                        <a:cs typeface="Courier New"/>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4615">
                        <a:lnSpc>
                          <a:spcPts val="2160"/>
                        </a:lnSpc>
                      </a:pPr>
                      <a:r>
                        <a:rPr sz="2000" spc="-295" dirty="0">
                          <a:solidFill>
                            <a:srgbClr val="050505"/>
                          </a:solidFill>
                          <a:latin typeface="Courier New"/>
                          <a:cs typeface="Courier New"/>
                        </a:rPr>
                        <a:t>Reads</a:t>
                      </a:r>
                      <a:r>
                        <a:rPr sz="2000" spc="-260" dirty="0">
                          <a:solidFill>
                            <a:srgbClr val="050505"/>
                          </a:solidFill>
                          <a:latin typeface="Courier New"/>
                          <a:cs typeface="Courier New"/>
                        </a:rPr>
                        <a:t> </a:t>
                      </a:r>
                      <a:r>
                        <a:rPr sz="2000" spc="-210" dirty="0">
                          <a:solidFill>
                            <a:srgbClr val="050505"/>
                          </a:solidFill>
                          <a:latin typeface="Courier New"/>
                          <a:cs typeface="Courier New"/>
                        </a:rPr>
                        <a:t>a</a:t>
                      </a:r>
                      <a:r>
                        <a:rPr sz="2000" spc="-370" dirty="0">
                          <a:solidFill>
                            <a:srgbClr val="050505"/>
                          </a:solidFill>
                          <a:latin typeface="Courier New"/>
                          <a:cs typeface="Courier New"/>
                        </a:rPr>
                        <a:t> </a:t>
                      </a:r>
                      <a:r>
                        <a:rPr sz="2000" spc="-305" dirty="0">
                          <a:solidFill>
                            <a:srgbClr val="181818"/>
                          </a:solidFill>
                          <a:latin typeface="Courier New"/>
                          <a:cs typeface="Courier New"/>
                        </a:rPr>
                        <a:t>String</a:t>
                      </a:r>
                      <a:endParaRPr sz="2000">
                        <a:latin typeface="Courier New"/>
                        <a:cs typeface="Courier New"/>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r h="302895">
                <a:tc>
                  <a:txBody>
                    <a:bodyPr/>
                    <a:lstStyle/>
                    <a:p>
                      <a:pPr marL="93345">
                        <a:lnSpc>
                          <a:spcPts val="2160"/>
                        </a:lnSpc>
                      </a:pPr>
                      <a:r>
                        <a:rPr sz="2000" spc="-300" dirty="0">
                          <a:solidFill>
                            <a:srgbClr val="050505"/>
                          </a:solidFill>
                          <a:latin typeface="Courier New"/>
                          <a:cs typeface="Courier New"/>
                        </a:rPr>
                        <a:t>Next().</a:t>
                      </a:r>
                      <a:r>
                        <a:rPr sz="2000" spc="-300" dirty="0">
                          <a:solidFill>
                            <a:srgbClr val="181818"/>
                          </a:solidFill>
                          <a:latin typeface="Courier New"/>
                          <a:cs typeface="Courier New"/>
                        </a:rPr>
                        <a:t>charAt</a:t>
                      </a:r>
                      <a:r>
                        <a:rPr sz="2000" spc="-300" dirty="0">
                          <a:solidFill>
                            <a:srgbClr val="050505"/>
                          </a:solidFill>
                          <a:latin typeface="Courier New"/>
                          <a:cs typeface="Courier New"/>
                        </a:rPr>
                        <a:t>(0)</a:t>
                      </a:r>
                      <a:endParaRPr sz="2000">
                        <a:latin typeface="Courier New"/>
                        <a:cs typeface="Courier New"/>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4615">
                        <a:lnSpc>
                          <a:spcPts val="2185"/>
                        </a:lnSpc>
                      </a:pPr>
                      <a:r>
                        <a:rPr sz="2000" spc="-295" dirty="0">
                          <a:solidFill>
                            <a:srgbClr val="050505"/>
                          </a:solidFill>
                          <a:latin typeface="Courier New"/>
                          <a:cs typeface="Courier New"/>
                        </a:rPr>
                        <a:t>Reads</a:t>
                      </a:r>
                      <a:r>
                        <a:rPr sz="2000" spc="-260" dirty="0">
                          <a:solidFill>
                            <a:srgbClr val="050505"/>
                          </a:solidFill>
                          <a:latin typeface="Courier New"/>
                          <a:cs typeface="Courier New"/>
                        </a:rPr>
                        <a:t> </a:t>
                      </a:r>
                      <a:r>
                        <a:rPr sz="2000" spc="-210" dirty="0">
                          <a:solidFill>
                            <a:srgbClr val="050505"/>
                          </a:solidFill>
                          <a:latin typeface="Courier New"/>
                          <a:cs typeface="Courier New"/>
                        </a:rPr>
                        <a:t>a</a:t>
                      </a:r>
                      <a:r>
                        <a:rPr sz="2000" spc="-340" dirty="0">
                          <a:solidFill>
                            <a:srgbClr val="050505"/>
                          </a:solidFill>
                          <a:latin typeface="Courier New"/>
                          <a:cs typeface="Courier New"/>
                        </a:rPr>
                        <a:t> </a:t>
                      </a:r>
                      <a:r>
                        <a:rPr sz="2000" spc="-315" dirty="0">
                          <a:solidFill>
                            <a:srgbClr val="050505"/>
                          </a:solidFill>
                          <a:latin typeface="Courier New"/>
                          <a:cs typeface="Courier New"/>
                        </a:rPr>
                        <a:t>Character</a:t>
                      </a:r>
                      <a:endParaRPr sz="2000">
                        <a:latin typeface="Courier New"/>
                        <a:cs typeface="Courier New"/>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9"/>
                  </a:ext>
                </a:extLst>
              </a:tr>
            </a:tbl>
          </a:graphicData>
        </a:graphic>
      </p:graphicFrame>
      <p:sp>
        <p:nvSpPr>
          <p:cNvPr id="4" name="object 4"/>
          <p:cNvSpPr txBox="1">
            <a:spLocks noGrp="1"/>
          </p:cNvSpPr>
          <p:nvPr>
            <p:ph type="title"/>
          </p:nvPr>
        </p:nvSpPr>
        <p:spPr>
          <a:xfrm>
            <a:off x="1281779" y="575905"/>
            <a:ext cx="8447405" cy="690245"/>
          </a:xfrm>
          <a:prstGeom prst="rect">
            <a:avLst/>
          </a:prstGeom>
        </p:spPr>
        <p:txBody>
          <a:bodyPr vert="horz" wrap="square" lIns="0" tIns="13970" rIns="0" bIns="0" rtlCol="0">
            <a:spAutoFit/>
          </a:bodyPr>
          <a:lstStyle/>
          <a:p>
            <a:pPr marL="12700">
              <a:lnSpc>
                <a:spcPct val="100000"/>
              </a:lnSpc>
              <a:spcBef>
                <a:spcPts val="110"/>
              </a:spcBef>
              <a:tabLst>
                <a:tab pos="4543425" algn="l"/>
              </a:tabLst>
            </a:pPr>
            <a:r>
              <a:rPr sz="4350" b="1" spc="-395" dirty="0">
                <a:solidFill>
                  <a:srgbClr val="050505"/>
                </a:solidFill>
                <a:latin typeface="Arial"/>
                <a:cs typeface="Arial"/>
              </a:rPr>
              <a:t>Java</a:t>
            </a:r>
            <a:r>
              <a:rPr sz="4350" b="1" spc="160" dirty="0">
                <a:solidFill>
                  <a:srgbClr val="050505"/>
                </a:solidFill>
                <a:latin typeface="Arial"/>
                <a:cs typeface="Arial"/>
              </a:rPr>
              <a:t> </a:t>
            </a:r>
            <a:r>
              <a:rPr sz="4350" b="1" spc="-90" dirty="0">
                <a:solidFill>
                  <a:srgbClr val="050505"/>
                </a:solidFill>
                <a:latin typeface="Arial"/>
                <a:cs typeface="Arial"/>
              </a:rPr>
              <a:t>User</a:t>
            </a:r>
            <a:r>
              <a:rPr sz="4350" b="1" spc="140" dirty="0">
                <a:solidFill>
                  <a:srgbClr val="050505"/>
                </a:solidFill>
                <a:latin typeface="Arial"/>
                <a:cs typeface="Arial"/>
              </a:rPr>
              <a:t> </a:t>
            </a:r>
            <a:r>
              <a:rPr sz="4350" b="1" dirty="0">
                <a:solidFill>
                  <a:srgbClr val="050505"/>
                </a:solidFill>
                <a:latin typeface="Arial"/>
                <a:cs typeface="Arial"/>
              </a:rPr>
              <a:t>Input</a:t>
            </a:r>
            <a:r>
              <a:rPr sz="4350" b="1" spc="-250" dirty="0">
                <a:solidFill>
                  <a:srgbClr val="050505"/>
                </a:solidFill>
                <a:latin typeface="Arial"/>
                <a:cs typeface="Arial"/>
              </a:rPr>
              <a:t> </a:t>
            </a:r>
            <a:r>
              <a:rPr sz="4350" b="1" spc="-50" dirty="0">
                <a:solidFill>
                  <a:srgbClr val="050505"/>
                </a:solidFill>
                <a:latin typeface="Arial"/>
                <a:cs typeface="Arial"/>
              </a:rPr>
              <a:t>-</a:t>
            </a:r>
            <a:r>
              <a:rPr sz="4350" b="1" dirty="0">
                <a:solidFill>
                  <a:srgbClr val="050505"/>
                </a:solidFill>
                <a:latin typeface="Arial"/>
                <a:cs typeface="Arial"/>
              </a:rPr>
              <a:t>	from</a:t>
            </a:r>
            <a:r>
              <a:rPr sz="4350" b="1" spc="-110" dirty="0">
                <a:solidFill>
                  <a:srgbClr val="050505"/>
                </a:solidFill>
                <a:latin typeface="Arial"/>
                <a:cs typeface="Arial"/>
              </a:rPr>
              <a:t> </a:t>
            </a:r>
            <a:r>
              <a:rPr sz="4350" b="1" spc="-50" dirty="0">
                <a:solidFill>
                  <a:srgbClr val="050505"/>
                </a:solidFill>
                <a:latin typeface="Arial"/>
                <a:cs typeface="Arial"/>
              </a:rPr>
              <a:t>key</a:t>
            </a:r>
            <a:r>
              <a:rPr sz="4350" b="1" spc="-120" dirty="0">
                <a:solidFill>
                  <a:srgbClr val="050505"/>
                </a:solidFill>
                <a:latin typeface="Arial"/>
                <a:cs typeface="Arial"/>
              </a:rPr>
              <a:t> </a:t>
            </a:r>
            <a:r>
              <a:rPr sz="4350" b="1" spc="-80" dirty="0">
                <a:solidFill>
                  <a:srgbClr val="050505"/>
                </a:solidFill>
                <a:latin typeface="Arial"/>
                <a:cs typeface="Arial"/>
              </a:rPr>
              <a:t>board</a:t>
            </a:r>
            <a:endParaRPr sz="4350">
              <a:latin typeface="Arial"/>
              <a:cs typeface="Arial"/>
            </a:endParaRPr>
          </a:p>
        </p:txBody>
      </p:sp>
      <p:sp>
        <p:nvSpPr>
          <p:cNvPr id="5" name="object 5"/>
          <p:cNvSpPr txBox="1"/>
          <p:nvPr/>
        </p:nvSpPr>
        <p:spPr>
          <a:xfrm>
            <a:off x="1280949" y="1901096"/>
            <a:ext cx="2318385" cy="468630"/>
          </a:xfrm>
          <a:prstGeom prst="rect">
            <a:avLst/>
          </a:prstGeom>
        </p:spPr>
        <p:txBody>
          <a:bodyPr vert="horz" wrap="square" lIns="0" tIns="13335" rIns="0" bIns="0" rtlCol="0">
            <a:spAutoFit/>
          </a:bodyPr>
          <a:lstStyle/>
          <a:p>
            <a:pPr marL="364490" indent="-351790">
              <a:lnSpc>
                <a:spcPct val="100000"/>
              </a:lnSpc>
              <a:spcBef>
                <a:spcPts val="105"/>
              </a:spcBef>
              <a:buClr>
                <a:srgbClr val="DB7E44"/>
              </a:buClr>
              <a:buFont typeface="Arial"/>
              <a:buChar char="□"/>
              <a:tabLst>
                <a:tab pos="364490" algn="l"/>
              </a:tabLst>
            </a:pPr>
            <a:r>
              <a:rPr sz="2900" b="1" dirty="0">
                <a:solidFill>
                  <a:srgbClr val="050505"/>
                </a:solidFill>
                <a:latin typeface="Arial"/>
                <a:cs typeface="Arial"/>
              </a:rPr>
              <a:t>Input</a:t>
            </a:r>
            <a:r>
              <a:rPr sz="2900" b="1" spc="-110" dirty="0">
                <a:solidFill>
                  <a:srgbClr val="050505"/>
                </a:solidFill>
                <a:latin typeface="Arial"/>
                <a:cs typeface="Arial"/>
              </a:rPr>
              <a:t> </a:t>
            </a:r>
            <a:r>
              <a:rPr sz="2900" b="1" spc="-175" dirty="0">
                <a:solidFill>
                  <a:srgbClr val="050505"/>
                </a:solidFill>
                <a:latin typeface="Arial"/>
                <a:cs typeface="Arial"/>
              </a:rPr>
              <a:t>Types</a:t>
            </a:r>
            <a:endParaRPr sz="2900">
              <a:latin typeface="Arial"/>
              <a:cs typeface="Arial"/>
            </a:endParaRPr>
          </a:p>
        </p:txBody>
      </p:sp>
    </p:spTree>
    <p:extLst>
      <p:ext uri="{BB962C8B-B14F-4D97-AF65-F5344CB8AC3E}">
        <p14:creationId xmlns:p14="http://schemas.microsoft.com/office/powerpoint/2010/main" val="5071283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1355</TotalTime>
  <Words>7238</Words>
  <Application>Microsoft Office PowerPoint</Application>
  <PresentationFormat>Custom</PresentationFormat>
  <Paragraphs>891</Paragraphs>
  <Slides>81</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81</vt:i4>
      </vt:variant>
    </vt:vector>
  </HeadingPairs>
  <TitlesOfParts>
    <vt:vector size="92" baseType="lpstr">
      <vt:lpstr>Arial</vt:lpstr>
      <vt:lpstr>Arial Unicode MS</vt:lpstr>
      <vt:lpstr>Calibri</vt:lpstr>
      <vt:lpstr>Courier New</vt:lpstr>
      <vt:lpstr>erdana</vt:lpstr>
      <vt:lpstr>inter-bold</vt:lpstr>
      <vt:lpstr>inter-regular</vt:lpstr>
      <vt:lpstr>Segoe UI</vt:lpstr>
      <vt:lpstr>Times New Roman</vt:lpstr>
      <vt:lpstr>Wingdings</vt:lpstr>
      <vt:lpstr>Office Theme</vt:lpstr>
      <vt:lpstr>UNIT- III</vt:lpstr>
      <vt:lpstr>Classes and Objects</vt:lpstr>
      <vt:lpstr>Classes and Objects ....</vt:lpstr>
      <vt:lpstr>A class is declared by use of the class keyword.</vt:lpstr>
      <vt:lpstr>Continue ...</vt:lpstr>
      <vt:lpstr>A Simple Class</vt:lpstr>
      <vt:lpstr>Declaring Objects</vt:lpstr>
      <vt:lpstr>Syntax:</vt:lpstr>
      <vt:lpstr>Example:</vt:lpstr>
      <vt:lpstr>PowerPoint Presentation</vt:lpstr>
      <vt:lpstr>Assigning Object Reference Variables</vt:lpstr>
      <vt:lpstr>Assigning Object Reference Variables ...</vt:lpstr>
      <vt:lpstr>Methods</vt:lpstr>
      <vt:lpstr>Methods</vt:lpstr>
      <vt:lpstr>Methods</vt:lpstr>
      <vt:lpstr>Program to find Volume of Box - Without return value</vt:lpstr>
      <vt:lpstr>Program to find Volume of Box - With return value -class Box {</vt:lpstr>
      <vt:lpstr>PowerPoint Presentation</vt:lpstr>
      <vt:lpstr>Program to find Volume of Box - With return value and method with arguments</vt:lpstr>
      <vt:lpstr>Constructors</vt:lpstr>
      <vt:lpstr>Types of constructors</vt:lpstr>
      <vt:lpstr>PowerPoint Presentation</vt:lpstr>
      <vt:lpstr>Parameterized Constructors - Having parameters</vt:lpstr>
      <vt:lpstr>PowerPoint Presentation</vt:lpstr>
      <vt:lpstr>PowerPoint Presentation</vt:lpstr>
      <vt:lpstr>PowerPoint Presentation</vt:lpstr>
      <vt:lpstr>PowerPoint Presentation</vt:lpstr>
      <vt:lpstr>PowerPoint Presentation</vt:lpstr>
      <vt:lpstr>The this Keyword</vt:lpstr>
      <vt:lpstr>PowerPoint Presentation</vt:lpstr>
      <vt:lpstr>PowerPoint Presentation</vt:lpstr>
      <vt:lpstr>PowerPoint Presentation</vt:lpstr>
      <vt:lpstr>PowerPoint Presentation</vt:lpstr>
      <vt:lpstr>Instance Variable Hiding</vt:lpstr>
      <vt:lpstr>Instance Variable Hiding ...</vt:lpstr>
      <vt:lpstr>Garbage Collection</vt:lpstr>
      <vt:lpstr>Garbage Collection</vt:lpstr>
      <vt:lpstr>The finalize( ) Method</vt:lpstr>
      <vt:lpstr>The finalize( ) Method ...</vt:lpstr>
      <vt:lpstr>The finalize( ) Method</vt:lpstr>
      <vt:lpstr>The finalize( ) Method</vt:lpstr>
      <vt:lpstr>Student Class</vt:lpstr>
      <vt:lpstr>initialize object - reference</vt:lpstr>
      <vt:lpstr>initialize object - method</vt:lpstr>
      <vt:lpstr>initialize object - constructor</vt:lpstr>
      <vt:lpstr>Overloading Methods</vt:lpstr>
      <vt:lpstr>Overloading Methods ... Example</vt:lpstr>
      <vt:lpstr>Overloading Methods ... Example</vt:lpstr>
      <vt:lpstr>Overloading Constructors</vt:lpstr>
      <vt:lpstr>Continue ...</vt:lpstr>
      <vt:lpstr>Continue ...</vt:lpstr>
      <vt:lpstr>Using Objects as Parameters</vt:lpstr>
      <vt:lpstr>Using Objects as Parameters</vt:lpstr>
      <vt:lpstr>Argument Passing: Two ways to pass an argument to a function or method. </vt:lpstr>
      <vt:lpstr>Call by value ... example</vt:lpstr>
      <vt:lpstr>Call by value ... example ...</vt:lpstr>
      <vt:lpstr>Call by Reference</vt:lpstr>
      <vt:lpstr>Call by reference ... example ...</vt:lpstr>
      <vt:lpstr>Call by reference ... example ...</vt:lpstr>
      <vt:lpstr>Call by reference ... example ...</vt:lpstr>
      <vt:lpstr>Introducing Access Control</vt:lpstr>
      <vt:lpstr>Introducing Access Control</vt:lpstr>
      <vt:lpstr>PowerPoint Presentation</vt:lpstr>
      <vt:lpstr>PowerPoint Presentation</vt:lpstr>
      <vt:lpstr>PowerPoint Presentation</vt:lpstr>
      <vt:lpstr>PowerPoint Presentation</vt:lpstr>
      <vt:lpstr>Protected modifier</vt:lpstr>
      <vt:lpstr>Access Specifiers</vt:lpstr>
      <vt:lpstr>Introducing Access Control</vt:lpstr>
      <vt:lpstr>Introducing Access Control</vt:lpstr>
      <vt:lpstr>Static Variables and Methods</vt:lpstr>
      <vt:lpstr>Static Variables and Methods</vt:lpstr>
      <vt:lpstr>Example: shows a class that has a static method, some static</vt:lpstr>
      <vt:lpstr>Continue ...</vt:lpstr>
      <vt:lpstr>Continue ...</vt:lpstr>
      <vt:lpstr>Continue ... Example</vt:lpstr>
      <vt:lpstr>Introducing final</vt:lpstr>
      <vt:lpstr>Students details</vt:lpstr>
      <vt:lpstr>class Main{ public static void main(String[] args) {</vt:lpstr>
      <vt:lpstr>Java User Input - from key board</vt:lpstr>
      <vt:lpstr>Java User Input - from key board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Shekar Murthy</cp:lastModifiedBy>
  <cp:revision>92</cp:revision>
  <dcterms:created xsi:type="dcterms:W3CDTF">2023-07-18T07:38:42Z</dcterms:created>
  <dcterms:modified xsi:type="dcterms:W3CDTF">2024-12-29T09:39:10Z</dcterms:modified>
</cp:coreProperties>
</file>