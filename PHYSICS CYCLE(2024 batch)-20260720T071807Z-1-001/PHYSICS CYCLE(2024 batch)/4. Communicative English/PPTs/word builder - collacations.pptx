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6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76F0A-79C8-4460-97E5-E9A2551268E7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26BD9-3A64-4318-9907-95729AED7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03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76F0A-79C8-4460-97E5-E9A2551268E7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26BD9-3A64-4318-9907-95729AED7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23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76F0A-79C8-4460-97E5-E9A2551268E7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26BD9-3A64-4318-9907-95729AED7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946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76F0A-79C8-4460-97E5-E9A2551268E7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26BD9-3A64-4318-9907-95729AED7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923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76F0A-79C8-4460-97E5-E9A2551268E7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26BD9-3A64-4318-9907-95729AED7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42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76F0A-79C8-4460-97E5-E9A2551268E7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26BD9-3A64-4318-9907-95729AED7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16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76F0A-79C8-4460-97E5-E9A2551268E7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26BD9-3A64-4318-9907-95729AED7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502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76F0A-79C8-4460-97E5-E9A2551268E7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26BD9-3A64-4318-9907-95729AED7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933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76F0A-79C8-4460-97E5-E9A2551268E7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26BD9-3A64-4318-9907-95729AED7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583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76F0A-79C8-4460-97E5-E9A2551268E7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26BD9-3A64-4318-9907-95729AED7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98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76F0A-79C8-4460-97E5-E9A2551268E7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26BD9-3A64-4318-9907-95729AED7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072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376F0A-79C8-4460-97E5-E9A2551268E7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26BD9-3A64-4318-9907-95729AED7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4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Communicative English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List of Collocations </a:t>
            </a:r>
          </a:p>
        </p:txBody>
      </p:sp>
    </p:spTree>
    <p:extLst>
      <p:ext uri="{BB962C8B-B14F-4D97-AF65-F5344CB8AC3E}">
        <p14:creationId xmlns:p14="http://schemas.microsoft.com/office/powerpoint/2010/main" val="1426278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learn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 build on the vocabulary </a:t>
            </a:r>
          </a:p>
          <a:p>
            <a:r>
              <a:rPr lang="en-US" dirty="0"/>
              <a:t>Synonyms – similar words </a:t>
            </a:r>
          </a:p>
          <a:p>
            <a:r>
              <a:rPr lang="en-US" dirty="0"/>
              <a:t>Antonyms – opposites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There are many different contexts and connotations that words can be used. Hence, it is better to know the S and As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34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collocations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effectLst/>
            </a:endParaRPr>
          </a:p>
          <a:p>
            <a:r>
              <a:rPr lang="en-US" dirty="0">
                <a:effectLst/>
              </a:rPr>
              <a:t>a combination of words in a language, that happens very often and more frequently than would happen by chance</a:t>
            </a:r>
            <a:endParaRPr lang="hi-IN" dirty="0"/>
          </a:p>
          <a:p>
            <a:r>
              <a:rPr lang="en-US" dirty="0">
                <a:effectLst/>
              </a:rPr>
              <a:t>A ‘resounding success’ and a ‘crying shame’ are English collocations.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Some words cannot have their verb form – we require auxiliary verbs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1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7esl.com/wp-content/uploads/2018/09/Untitled-design-2-3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946" y="665018"/>
            <a:ext cx="10099964" cy="5511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573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95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Communicative English  </vt:lpstr>
      <vt:lpstr>Why learn ?</vt:lpstr>
      <vt:lpstr>What are collocations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course – session 16 </dc:title>
  <dc:creator>kiraaan</dc:creator>
  <cp:lastModifiedBy>Rishi Magavi</cp:lastModifiedBy>
  <cp:revision>3</cp:revision>
  <dcterms:created xsi:type="dcterms:W3CDTF">2020-10-20T08:32:00Z</dcterms:created>
  <dcterms:modified xsi:type="dcterms:W3CDTF">2022-03-07T03:29:20Z</dcterms:modified>
</cp:coreProperties>
</file>