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9" r:id="rId3"/>
    <p:sldId id="270" r:id="rId4"/>
    <p:sldId id="271" r:id="rId5"/>
    <p:sldId id="272" r:id="rId6"/>
    <p:sldId id="273" r:id="rId7"/>
    <p:sldId id="274" r:id="rId8"/>
    <p:sldId id="275" r:id="rId9"/>
    <p:sldId id="276" r:id="rId10"/>
    <p:sldId id="277" r:id="rId11"/>
    <p:sldId id="278" r:id="rId12"/>
    <p:sldId id="279" r:id="rId13"/>
    <p:sldId id="280" r:id="rId14"/>
    <p:sldId id="281" r:id="rId15"/>
    <p:sldId id="28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B60F0-2BA6-4705-86BE-3263622B23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9216730-F6CF-489C-8DD3-B2F1374175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41B1FF7-64C2-45F7-9575-D0171EA14960}"/>
              </a:ext>
            </a:extLst>
          </p:cNvPr>
          <p:cNvSpPr>
            <a:spLocks noGrp="1"/>
          </p:cNvSpPr>
          <p:nvPr>
            <p:ph type="dt" sz="half" idx="10"/>
          </p:nvPr>
        </p:nvSpPr>
        <p:spPr/>
        <p:txBody>
          <a:bodyPr/>
          <a:lstStyle/>
          <a:p>
            <a:fld id="{9C9698C7-412E-4BE2-9C2A-6E2DB3F288D3}" type="datetimeFigureOut">
              <a:rPr lang="en-US" smtClean="0"/>
              <a:t>2/7/2022</a:t>
            </a:fld>
            <a:endParaRPr lang="en-US"/>
          </a:p>
        </p:txBody>
      </p:sp>
      <p:sp>
        <p:nvSpPr>
          <p:cNvPr id="5" name="Footer Placeholder 4">
            <a:extLst>
              <a:ext uri="{FF2B5EF4-FFF2-40B4-BE49-F238E27FC236}">
                <a16:creationId xmlns:a16="http://schemas.microsoft.com/office/drawing/2014/main" id="{7E90BA78-CB0D-4380-80C3-C0369EDFE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5B53CC-7E4D-48EB-9529-8AAC8936E450}"/>
              </a:ext>
            </a:extLst>
          </p:cNvPr>
          <p:cNvSpPr>
            <a:spLocks noGrp="1"/>
          </p:cNvSpPr>
          <p:nvPr>
            <p:ph type="sldNum" sz="quarter" idx="12"/>
          </p:nvPr>
        </p:nvSpPr>
        <p:spPr/>
        <p:txBody>
          <a:bodyPr/>
          <a:lstStyle/>
          <a:p>
            <a:fld id="{F15DAD9E-8A91-4AB3-9B48-C031B01C1302}" type="slidenum">
              <a:rPr lang="en-US" smtClean="0"/>
              <a:t>‹#›</a:t>
            </a:fld>
            <a:endParaRPr lang="en-US"/>
          </a:p>
        </p:txBody>
      </p:sp>
    </p:spTree>
    <p:extLst>
      <p:ext uri="{BB962C8B-B14F-4D97-AF65-F5344CB8AC3E}">
        <p14:creationId xmlns:p14="http://schemas.microsoft.com/office/powerpoint/2010/main" val="1690305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7B03E-AD3B-4413-B6EC-A1C95BD5D44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B84AFF-B18E-4DEF-9D3F-51B842C27E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980EB2-2F8A-4205-863B-41FFD5CB0F57}"/>
              </a:ext>
            </a:extLst>
          </p:cNvPr>
          <p:cNvSpPr>
            <a:spLocks noGrp="1"/>
          </p:cNvSpPr>
          <p:nvPr>
            <p:ph type="dt" sz="half" idx="10"/>
          </p:nvPr>
        </p:nvSpPr>
        <p:spPr/>
        <p:txBody>
          <a:bodyPr/>
          <a:lstStyle/>
          <a:p>
            <a:fld id="{9C9698C7-412E-4BE2-9C2A-6E2DB3F288D3}" type="datetimeFigureOut">
              <a:rPr lang="en-US" smtClean="0"/>
              <a:t>2/7/2022</a:t>
            </a:fld>
            <a:endParaRPr lang="en-US"/>
          </a:p>
        </p:txBody>
      </p:sp>
      <p:sp>
        <p:nvSpPr>
          <p:cNvPr id="5" name="Footer Placeholder 4">
            <a:extLst>
              <a:ext uri="{FF2B5EF4-FFF2-40B4-BE49-F238E27FC236}">
                <a16:creationId xmlns:a16="http://schemas.microsoft.com/office/drawing/2014/main" id="{331B6E61-A8BC-4F81-AD19-2645C175FE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DDF436-958C-4646-B411-BA5847506C8E}"/>
              </a:ext>
            </a:extLst>
          </p:cNvPr>
          <p:cNvSpPr>
            <a:spLocks noGrp="1"/>
          </p:cNvSpPr>
          <p:nvPr>
            <p:ph type="sldNum" sz="quarter" idx="12"/>
          </p:nvPr>
        </p:nvSpPr>
        <p:spPr/>
        <p:txBody>
          <a:bodyPr/>
          <a:lstStyle/>
          <a:p>
            <a:fld id="{F15DAD9E-8A91-4AB3-9B48-C031B01C1302}" type="slidenum">
              <a:rPr lang="en-US" smtClean="0"/>
              <a:t>‹#›</a:t>
            </a:fld>
            <a:endParaRPr lang="en-US"/>
          </a:p>
        </p:txBody>
      </p:sp>
    </p:spTree>
    <p:extLst>
      <p:ext uri="{BB962C8B-B14F-4D97-AF65-F5344CB8AC3E}">
        <p14:creationId xmlns:p14="http://schemas.microsoft.com/office/powerpoint/2010/main" val="36811245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E12D7-8DB1-4DD2-B40E-1EC33D4C4B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1938B2A-04EA-493A-9A2B-62E3AC5176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B9A30FD-52AB-4087-995A-27AC1867D02A}"/>
              </a:ext>
            </a:extLst>
          </p:cNvPr>
          <p:cNvSpPr>
            <a:spLocks noGrp="1"/>
          </p:cNvSpPr>
          <p:nvPr>
            <p:ph type="dt" sz="half" idx="10"/>
          </p:nvPr>
        </p:nvSpPr>
        <p:spPr/>
        <p:txBody>
          <a:bodyPr/>
          <a:lstStyle/>
          <a:p>
            <a:fld id="{9C9698C7-412E-4BE2-9C2A-6E2DB3F288D3}" type="datetimeFigureOut">
              <a:rPr lang="en-US" smtClean="0"/>
              <a:t>2/7/2022</a:t>
            </a:fld>
            <a:endParaRPr lang="en-US"/>
          </a:p>
        </p:txBody>
      </p:sp>
      <p:sp>
        <p:nvSpPr>
          <p:cNvPr id="5" name="Footer Placeholder 4">
            <a:extLst>
              <a:ext uri="{FF2B5EF4-FFF2-40B4-BE49-F238E27FC236}">
                <a16:creationId xmlns:a16="http://schemas.microsoft.com/office/drawing/2014/main" id="{01C18458-4F29-4EA3-886E-A980736753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74B7CD-AC21-4DC8-8F16-7C97D6590771}"/>
              </a:ext>
            </a:extLst>
          </p:cNvPr>
          <p:cNvSpPr>
            <a:spLocks noGrp="1"/>
          </p:cNvSpPr>
          <p:nvPr>
            <p:ph type="sldNum" sz="quarter" idx="12"/>
          </p:nvPr>
        </p:nvSpPr>
        <p:spPr/>
        <p:txBody>
          <a:bodyPr/>
          <a:lstStyle/>
          <a:p>
            <a:fld id="{F15DAD9E-8A91-4AB3-9B48-C031B01C1302}" type="slidenum">
              <a:rPr lang="en-US" smtClean="0"/>
              <a:t>‹#›</a:t>
            </a:fld>
            <a:endParaRPr lang="en-US"/>
          </a:p>
        </p:txBody>
      </p:sp>
    </p:spTree>
    <p:extLst>
      <p:ext uri="{BB962C8B-B14F-4D97-AF65-F5344CB8AC3E}">
        <p14:creationId xmlns:p14="http://schemas.microsoft.com/office/powerpoint/2010/main" val="3126194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7F394-9806-4D37-938D-4292CFEBC0F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E5202AE-B5B3-413F-9FF6-3A23B9228D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EF3C3A-142D-416D-941D-89EAF44B5F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5471E75-77C7-45EF-B136-08A3E0135A51}"/>
              </a:ext>
            </a:extLst>
          </p:cNvPr>
          <p:cNvSpPr>
            <a:spLocks noGrp="1"/>
          </p:cNvSpPr>
          <p:nvPr>
            <p:ph type="dt" sz="half" idx="10"/>
          </p:nvPr>
        </p:nvSpPr>
        <p:spPr/>
        <p:txBody>
          <a:bodyPr/>
          <a:lstStyle/>
          <a:p>
            <a:fld id="{9C9698C7-412E-4BE2-9C2A-6E2DB3F288D3}" type="datetimeFigureOut">
              <a:rPr lang="en-US" smtClean="0"/>
              <a:t>2/7/2022</a:t>
            </a:fld>
            <a:endParaRPr lang="en-US"/>
          </a:p>
        </p:txBody>
      </p:sp>
      <p:sp>
        <p:nvSpPr>
          <p:cNvPr id="6" name="Footer Placeholder 5">
            <a:extLst>
              <a:ext uri="{FF2B5EF4-FFF2-40B4-BE49-F238E27FC236}">
                <a16:creationId xmlns:a16="http://schemas.microsoft.com/office/drawing/2014/main" id="{1615960E-C578-4D1F-A808-D8A9D42C4E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4F4155-94CD-4DBD-87DF-A97C15290E06}"/>
              </a:ext>
            </a:extLst>
          </p:cNvPr>
          <p:cNvSpPr>
            <a:spLocks noGrp="1"/>
          </p:cNvSpPr>
          <p:nvPr>
            <p:ph type="sldNum" sz="quarter" idx="12"/>
          </p:nvPr>
        </p:nvSpPr>
        <p:spPr/>
        <p:txBody>
          <a:bodyPr/>
          <a:lstStyle/>
          <a:p>
            <a:fld id="{F15DAD9E-8A91-4AB3-9B48-C031B01C1302}" type="slidenum">
              <a:rPr lang="en-US" smtClean="0"/>
              <a:t>‹#›</a:t>
            </a:fld>
            <a:endParaRPr lang="en-US"/>
          </a:p>
        </p:txBody>
      </p:sp>
    </p:spTree>
    <p:extLst>
      <p:ext uri="{BB962C8B-B14F-4D97-AF65-F5344CB8AC3E}">
        <p14:creationId xmlns:p14="http://schemas.microsoft.com/office/powerpoint/2010/main" val="3715297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2F006-BF1A-4647-8968-F632A9ACB75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5F8D046-C134-4354-8B5B-3148B062C1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3B74DF-CA23-4D62-9590-37D021FC134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3CBB656-A05F-4F29-9F71-8A4DCCAD14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71B4E7-0014-4601-A82A-07BADF9F91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E5BC224-E1F7-44C7-94E2-50E35711F77A}"/>
              </a:ext>
            </a:extLst>
          </p:cNvPr>
          <p:cNvSpPr>
            <a:spLocks noGrp="1"/>
          </p:cNvSpPr>
          <p:nvPr>
            <p:ph type="dt" sz="half" idx="10"/>
          </p:nvPr>
        </p:nvSpPr>
        <p:spPr/>
        <p:txBody>
          <a:bodyPr/>
          <a:lstStyle/>
          <a:p>
            <a:fld id="{9C9698C7-412E-4BE2-9C2A-6E2DB3F288D3}" type="datetimeFigureOut">
              <a:rPr lang="en-US" smtClean="0"/>
              <a:t>2/7/2022</a:t>
            </a:fld>
            <a:endParaRPr lang="en-US"/>
          </a:p>
        </p:txBody>
      </p:sp>
      <p:sp>
        <p:nvSpPr>
          <p:cNvPr id="8" name="Footer Placeholder 7">
            <a:extLst>
              <a:ext uri="{FF2B5EF4-FFF2-40B4-BE49-F238E27FC236}">
                <a16:creationId xmlns:a16="http://schemas.microsoft.com/office/drawing/2014/main" id="{0B60DE6F-AD6C-4385-9B3E-8C8C0C90CE9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11EB79-1E13-4610-82C4-B176BCC2EF2F}"/>
              </a:ext>
            </a:extLst>
          </p:cNvPr>
          <p:cNvSpPr>
            <a:spLocks noGrp="1"/>
          </p:cNvSpPr>
          <p:nvPr>
            <p:ph type="sldNum" sz="quarter" idx="12"/>
          </p:nvPr>
        </p:nvSpPr>
        <p:spPr/>
        <p:txBody>
          <a:bodyPr/>
          <a:lstStyle/>
          <a:p>
            <a:fld id="{F15DAD9E-8A91-4AB3-9B48-C031B01C1302}" type="slidenum">
              <a:rPr lang="en-US" smtClean="0"/>
              <a:t>‹#›</a:t>
            </a:fld>
            <a:endParaRPr lang="en-US"/>
          </a:p>
        </p:txBody>
      </p:sp>
    </p:spTree>
    <p:extLst>
      <p:ext uri="{BB962C8B-B14F-4D97-AF65-F5344CB8AC3E}">
        <p14:creationId xmlns:p14="http://schemas.microsoft.com/office/powerpoint/2010/main" val="7663968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1DEB4-82F2-41D9-980C-E8BAA89A7C0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8EB6327-08CE-4EAC-9BDF-0A80DC69B61E}"/>
              </a:ext>
            </a:extLst>
          </p:cNvPr>
          <p:cNvSpPr>
            <a:spLocks noGrp="1"/>
          </p:cNvSpPr>
          <p:nvPr>
            <p:ph type="dt" sz="half" idx="10"/>
          </p:nvPr>
        </p:nvSpPr>
        <p:spPr/>
        <p:txBody>
          <a:bodyPr/>
          <a:lstStyle/>
          <a:p>
            <a:fld id="{9C9698C7-412E-4BE2-9C2A-6E2DB3F288D3}" type="datetimeFigureOut">
              <a:rPr lang="en-US" smtClean="0"/>
              <a:t>2/7/2022</a:t>
            </a:fld>
            <a:endParaRPr lang="en-US"/>
          </a:p>
        </p:txBody>
      </p:sp>
      <p:sp>
        <p:nvSpPr>
          <p:cNvPr id="4" name="Footer Placeholder 3">
            <a:extLst>
              <a:ext uri="{FF2B5EF4-FFF2-40B4-BE49-F238E27FC236}">
                <a16:creationId xmlns:a16="http://schemas.microsoft.com/office/drawing/2014/main" id="{7F5A42D7-7DB7-49D0-9FB3-8AD013C8780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AA19312-EB97-470D-B7FB-582F36E1A85C}"/>
              </a:ext>
            </a:extLst>
          </p:cNvPr>
          <p:cNvSpPr>
            <a:spLocks noGrp="1"/>
          </p:cNvSpPr>
          <p:nvPr>
            <p:ph type="sldNum" sz="quarter" idx="12"/>
          </p:nvPr>
        </p:nvSpPr>
        <p:spPr/>
        <p:txBody>
          <a:bodyPr/>
          <a:lstStyle/>
          <a:p>
            <a:fld id="{F15DAD9E-8A91-4AB3-9B48-C031B01C1302}" type="slidenum">
              <a:rPr lang="en-US" smtClean="0"/>
              <a:t>‹#›</a:t>
            </a:fld>
            <a:endParaRPr lang="en-US"/>
          </a:p>
        </p:txBody>
      </p:sp>
    </p:spTree>
    <p:extLst>
      <p:ext uri="{BB962C8B-B14F-4D97-AF65-F5344CB8AC3E}">
        <p14:creationId xmlns:p14="http://schemas.microsoft.com/office/powerpoint/2010/main" val="4217424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62236F-0AE5-46EC-8609-3C6A63DC2AEA}"/>
              </a:ext>
            </a:extLst>
          </p:cNvPr>
          <p:cNvSpPr>
            <a:spLocks noGrp="1"/>
          </p:cNvSpPr>
          <p:nvPr>
            <p:ph type="dt" sz="half" idx="10"/>
          </p:nvPr>
        </p:nvSpPr>
        <p:spPr/>
        <p:txBody>
          <a:bodyPr/>
          <a:lstStyle/>
          <a:p>
            <a:fld id="{9C9698C7-412E-4BE2-9C2A-6E2DB3F288D3}" type="datetimeFigureOut">
              <a:rPr lang="en-US" smtClean="0"/>
              <a:t>2/7/2022</a:t>
            </a:fld>
            <a:endParaRPr lang="en-US"/>
          </a:p>
        </p:txBody>
      </p:sp>
      <p:sp>
        <p:nvSpPr>
          <p:cNvPr id="3" name="Footer Placeholder 2">
            <a:extLst>
              <a:ext uri="{FF2B5EF4-FFF2-40B4-BE49-F238E27FC236}">
                <a16:creationId xmlns:a16="http://schemas.microsoft.com/office/drawing/2014/main" id="{1A631121-95DF-4887-911C-E38C41C8CCC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00C125-5CEB-498A-9D88-DF67F5784262}"/>
              </a:ext>
            </a:extLst>
          </p:cNvPr>
          <p:cNvSpPr>
            <a:spLocks noGrp="1"/>
          </p:cNvSpPr>
          <p:nvPr>
            <p:ph type="sldNum" sz="quarter" idx="12"/>
          </p:nvPr>
        </p:nvSpPr>
        <p:spPr/>
        <p:txBody>
          <a:bodyPr/>
          <a:lstStyle/>
          <a:p>
            <a:fld id="{F15DAD9E-8A91-4AB3-9B48-C031B01C1302}" type="slidenum">
              <a:rPr lang="en-US" smtClean="0"/>
              <a:t>‹#›</a:t>
            </a:fld>
            <a:endParaRPr lang="en-US"/>
          </a:p>
        </p:txBody>
      </p:sp>
    </p:spTree>
    <p:extLst>
      <p:ext uri="{BB962C8B-B14F-4D97-AF65-F5344CB8AC3E}">
        <p14:creationId xmlns:p14="http://schemas.microsoft.com/office/powerpoint/2010/main" val="2646394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6B950-411E-4A05-9F72-F021DE0CD0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1D3E841-3BD0-4E4E-B91D-AA08BF78AB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7108A86-E605-41DC-9A44-85506575D8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1290D2-C9E2-4140-A51B-9C0FC1F0C00C}"/>
              </a:ext>
            </a:extLst>
          </p:cNvPr>
          <p:cNvSpPr>
            <a:spLocks noGrp="1"/>
          </p:cNvSpPr>
          <p:nvPr>
            <p:ph type="dt" sz="half" idx="10"/>
          </p:nvPr>
        </p:nvSpPr>
        <p:spPr/>
        <p:txBody>
          <a:bodyPr/>
          <a:lstStyle/>
          <a:p>
            <a:fld id="{9C9698C7-412E-4BE2-9C2A-6E2DB3F288D3}" type="datetimeFigureOut">
              <a:rPr lang="en-US" smtClean="0"/>
              <a:t>2/7/2022</a:t>
            </a:fld>
            <a:endParaRPr lang="en-US"/>
          </a:p>
        </p:txBody>
      </p:sp>
      <p:sp>
        <p:nvSpPr>
          <p:cNvPr id="6" name="Footer Placeholder 5">
            <a:extLst>
              <a:ext uri="{FF2B5EF4-FFF2-40B4-BE49-F238E27FC236}">
                <a16:creationId xmlns:a16="http://schemas.microsoft.com/office/drawing/2014/main" id="{57A11AC3-3975-4CC8-B047-A5775CAEB4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60D5CA-8003-4850-822F-3D0B33FF6A6B}"/>
              </a:ext>
            </a:extLst>
          </p:cNvPr>
          <p:cNvSpPr>
            <a:spLocks noGrp="1"/>
          </p:cNvSpPr>
          <p:nvPr>
            <p:ph type="sldNum" sz="quarter" idx="12"/>
          </p:nvPr>
        </p:nvSpPr>
        <p:spPr/>
        <p:txBody>
          <a:bodyPr/>
          <a:lstStyle/>
          <a:p>
            <a:fld id="{F15DAD9E-8A91-4AB3-9B48-C031B01C1302}" type="slidenum">
              <a:rPr lang="en-US" smtClean="0"/>
              <a:t>‹#›</a:t>
            </a:fld>
            <a:endParaRPr lang="en-US"/>
          </a:p>
        </p:txBody>
      </p:sp>
    </p:spTree>
    <p:extLst>
      <p:ext uri="{BB962C8B-B14F-4D97-AF65-F5344CB8AC3E}">
        <p14:creationId xmlns:p14="http://schemas.microsoft.com/office/powerpoint/2010/main" val="855753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4270F-BD76-459C-B778-A3825846BD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AD0D76A-93D1-4738-8497-C5E0F65DD7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CCDB927-1EC2-462E-B177-59A58AD605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11F760-128B-4728-B945-256139B5D910}"/>
              </a:ext>
            </a:extLst>
          </p:cNvPr>
          <p:cNvSpPr>
            <a:spLocks noGrp="1"/>
          </p:cNvSpPr>
          <p:nvPr>
            <p:ph type="dt" sz="half" idx="10"/>
          </p:nvPr>
        </p:nvSpPr>
        <p:spPr/>
        <p:txBody>
          <a:bodyPr/>
          <a:lstStyle/>
          <a:p>
            <a:fld id="{9C9698C7-412E-4BE2-9C2A-6E2DB3F288D3}" type="datetimeFigureOut">
              <a:rPr lang="en-US" smtClean="0"/>
              <a:t>2/7/2022</a:t>
            </a:fld>
            <a:endParaRPr lang="en-US"/>
          </a:p>
        </p:txBody>
      </p:sp>
      <p:sp>
        <p:nvSpPr>
          <p:cNvPr id="6" name="Footer Placeholder 5">
            <a:extLst>
              <a:ext uri="{FF2B5EF4-FFF2-40B4-BE49-F238E27FC236}">
                <a16:creationId xmlns:a16="http://schemas.microsoft.com/office/drawing/2014/main" id="{F3DD4A1E-BE84-47F4-BDAF-FFE49204F9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70CACE-5F9D-4979-BE5A-0A4EFB677BD6}"/>
              </a:ext>
            </a:extLst>
          </p:cNvPr>
          <p:cNvSpPr>
            <a:spLocks noGrp="1"/>
          </p:cNvSpPr>
          <p:nvPr>
            <p:ph type="sldNum" sz="quarter" idx="12"/>
          </p:nvPr>
        </p:nvSpPr>
        <p:spPr/>
        <p:txBody>
          <a:bodyPr/>
          <a:lstStyle/>
          <a:p>
            <a:fld id="{F15DAD9E-8A91-4AB3-9B48-C031B01C1302}" type="slidenum">
              <a:rPr lang="en-US" smtClean="0"/>
              <a:t>‹#›</a:t>
            </a:fld>
            <a:endParaRPr lang="en-US"/>
          </a:p>
        </p:txBody>
      </p:sp>
    </p:spTree>
    <p:extLst>
      <p:ext uri="{BB962C8B-B14F-4D97-AF65-F5344CB8AC3E}">
        <p14:creationId xmlns:p14="http://schemas.microsoft.com/office/powerpoint/2010/main" val="288116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9012D-BE12-44FE-A9F1-36894EF67EC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DFA411A-2CF1-4D2F-BE09-A71F78CC51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13AB0A-852C-4BF1-845F-C147F0E7B366}"/>
              </a:ext>
            </a:extLst>
          </p:cNvPr>
          <p:cNvSpPr>
            <a:spLocks noGrp="1"/>
          </p:cNvSpPr>
          <p:nvPr>
            <p:ph type="dt" sz="half" idx="10"/>
          </p:nvPr>
        </p:nvSpPr>
        <p:spPr/>
        <p:txBody>
          <a:bodyPr/>
          <a:lstStyle/>
          <a:p>
            <a:fld id="{9C9698C7-412E-4BE2-9C2A-6E2DB3F288D3}" type="datetimeFigureOut">
              <a:rPr lang="en-US" smtClean="0"/>
              <a:t>2/7/2022</a:t>
            </a:fld>
            <a:endParaRPr lang="en-US"/>
          </a:p>
        </p:txBody>
      </p:sp>
      <p:sp>
        <p:nvSpPr>
          <p:cNvPr id="5" name="Footer Placeholder 4">
            <a:extLst>
              <a:ext uri="{FF2B5EF4-FFF2-40B4-BE49-F238E27FC236}">
                <a16:creationId xmlns:a16="http://schemas.microsoft.com/office/drawing/2014/main" id="{E2F4C1FA-9031-49B2-B052-7DABEC2D39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F8B90-2B57-42DC-8E9C-113D20EDF3A3}"/>
              </a:ext>
            </a:extLst>
          </p:cNvPr>
          <p:cNvSpPr>
            <a:spLocks noGrp="1"/>
          </p:cNvSpPr>
          <p:nvPr>
            <p:ph type="sldNum" sz="quarter" idx="12"/>
          </p:nvPr>
        </p:nvSpPr>
        <p:spPr/>
        <p:txBody>
          <a:bodyPr/>
          <a:lstStyle/>
          <a:p>
            <a:fld id="{F15DAD9E-8A91-4AB3-9B48-C031B01C1302}" type="slidenum">
              <a:rPr lang="en-US" smtClean="0"/>
              <a:t>‹#›</a:t>
            </a:fld>
            <a:endParaRPr lang="en-US"/>
          </a:p>
        </p:txBody>
      </p:sp>
    </p:spTree>
    <p:extLst>
      <p:ext uri="{BB962C8B-B14F-4D97-AF65-F5344CB8AC3E}">
        <p14:creationId xmlns:p14="http://schemas.microsoft.com/office/powerpoint/2010/main" val="85029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20989F-3F31-4A33-A029-587FA5EC015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24F3130-9AF0-4108-8A9A-91507FDAF6C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396BB9-50FD-48AA-9D01-B93EA6D773F9}"/>
              </a:ext>
            </a:extLst>
          </p:cNvPr>
          <p:cNvSpPr>
            <a:spLocks noGrp="1"/>
          </p:cNvSpPr>
          <p:nvPr>
            <p:ph type="dt" sz="half" idx="10"/>
          </p:nvPr>
        </p:nvSpPr>
        <p:spPr/>
        <p:txBody>
          <a:bodyPr/>
          <a:lstStyle/>
          <a:p>
            <a:fld id="{9C9698C7-412E-4BE2-9C2A-6E2DB3F288D3}" type="datetimeFigureOut">
              <a:rPr lang="en-US" smtClean="0"/>
              <a:t>2/7/2022</a:t>
            </a:fld>
            <a:endParaRPr lang="en-US"/>
          </a:p>
        </p:txBody>
      </p:sp>
      <p:sp>
        <p:nvSpPr>
          <p:cNvPr id="5" name="Footer Placeholder 4">
            <a:extLst>
              <a:ext uri="{FF2B5EF4-FFF2-40B4-BE49-F238E27FC236}">
                <a16:creationId xmlns:a16="http://schemas.microsoft.com/office/drawing/2014/main" id="{06066EB0-54E7-405F-AA40-A2F70FDE6B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E2A9C2-CE02-426C-B042-642928824238}"/>
              </a:ext>
            </a:extLst>
          </p:cNvPr>
          <p:cNvSpPr>
            <a:spLocks noGrp="1"/>
          </p:cNvSpPr>
          <p:nvPr>
            <p:ph type="sldNum" sz="quarter" idx="12"/>
          </p:nvPr>
        </p:nvSpPr>
        <p:spPr/>
        <p:txBody>
          <a:bodyPr/>
          <a:lstStyle/>
          <a:p>
            <a:fld id="{F15DAD9E-8A91-4AB3-9B48-C031B01C1302}" type="slidenum">
              <a:rPr lang="en-US" smtClean="0"/>
              <a:t>‹#›</a:t>
            </a:fld>
            <a:endParaRPr lang="en-US"/>
          </a:p>
        </p:txBody>
      </p:sp>
    </p:spTree>
    <p:extLst>
      <p:ext uri="{BB962C8B-B14F-4D97-AF65-F5344CB8AC3E}">
        <p14:creationId xmlns:p14="http://schemas.microsoft.com/office/powerpoint/2010/main" val="2440198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F07D20-A1D8-452F-90C2-44A57B237B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8927854-472D-4080-B1CD-CBBCF1E66F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A05C95-BC95-4968-8B9D-204DF54ABA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9698C7-412E-4BE2-9C2A-6E2DB3F288D3}" type="datetimeFigureOut">
              <a:rPr lang="en-US" smtClean="0"/>
              <a:t>2/7/2022</a:t>
            </a:fld>
            <a:endParaRPr lang="en-US"/>
          </a:p>
        </p:txBody>
      </p:sp>
      <p:sp>
        <p:nvSpPr>
          <p:cNvPr id="5" name="Footer Placeholder 4">
            <a:extLst>
              <a:ext uri="{FF2B5EF4-FFF2-40B4-BE49-F238E27FC236}">
                <a16:creationId xmlns:a16="http://schemas.microsoft.com/office/drawing/2014/main" id="{A173D15D-8AAB-4E33-8D75-6FA6BE4114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5C16BFA-3BDB-4437-8ADC-5E8C4E0807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5DAD9E-8A91-4AB3-9B48-C031B01C1302}" type="slidenum">
              <a:rPr lang="en-US" smtClean="0"/>
              <a:t>‹#›</a:t>
            </a:fld>
            <a:endParaRPr lang="en-US"/>
          </a:p>
        </p:txBody>
      </p:sp>
    </p:spTree>
    <p:extLst>
      <p:ext uri="{BB962C8B-B14F-4D97-AF65-F5344CB8AC3E}">
        <p14:creationId xmlns:p14="http://schemas.microsoft.com/office/powerpoint/2010/main" val="4893065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kumimoji="0" lang="en-US" sz="3900" b="0" i="0" u="none" strike="noStrike" kern="1200" cap="none" spc="0" normalizeH="0" baseline="0" noProof="0" dirty="0">
                <a:ln>
                  <a:noFill/>
                </a:ln>
                <a:solidFill>
                  <a:prstClr val="black"/>
                </a:solidFill>
                <a:effectLst/>
                <a:uLnTx/>
                <a:uFillTx/>
                <a:latin typeface="Calibri Light" panose="020F0302020204030204"/>
                <a:ea typeface="+mj-ea"/>
                <a:cs typeface="+mj-cs"/>
              </a:rPr>
              <a:t>Communicative English  </a:t>
            </a:r>
            <a:br>
              <a:rPr kumimoji="0" lang="en-US" sz="2300" b="0" i="0" u="none" strike="noStrike" kern="1200" cap="none" spc="0" normalizeH="0" baseline="0" noProof="0" dirty="0">
                <a:ln>
                  <a:noFill/>
                </a:ln>
                <a:solidFill>
                  <a:prstClr val="black"/>
                </a:solidFill>
                <a:effectLst/>
                <a:uLnTx/>
                <a:uFillTx/>
                <a:latin typeface="Calibri" panose="020F0502020204030204"/>
                <a:ea typeface="+mj-ea"/>
                <a:cs typeface="+mj-cs"/>
              </a:rPr>
            </a:br>
            <a:r>
              <a:rPr kumimoji="0" lang="en-US" sz="2300" b="0" i="0" u="none" strike="noStrike" kern="1200" cap="none" spc="0" normalizeH="0" baseline="0" noProof="0" dirty="0">
                <a:ln>
                  <a:noFill/>
                </a:ln>
                <a:solidFill>
                  <a:prstClr val="black"/>
                </a:solidFill>
                <a:effectLst/>
                <a:uLnTx/>
                <a:uFillTx/>
                <a:latin typeface="Calibri" panose="020F0502020204030204"/>
                <a:ea typeface="+mj-ea"/>
                <a:cs typeface="+mj-cs"/>
              </a:rPr>
              <a:t>Faculty – Dr. Kiran Magavi</a:t>
            </a:r>
            <a:br>
              <a:rPr kumimoji="0" lang="en-US" sz="2300" b="0" i="0" u="none" strike="noStrike" kern="1200" cap="none" spc="0" normalizeH="0" baseline="0" noProof="0" dirty="0">
                <a:ln>
                  <a:noFill/>
                </a:ln>
                <a:solidFill>
                  <a:prstClr val="black"/>
                </a:solidFill>
                <a:effectLst/>
                <a:uLnTx/>
                <a:uFillTx/>
                <a:latin typeface="Calibri" panose="020F0502020204030204"/>
                <a:ea typeface="+mj-ea"/>
                <a:cs typeface="+mj-cs"/>
              </a:rPr>
            </a:br>
            <a:r>
              <a:rPr kumimoji="0" lang="en-US" sz="2300" b="0" i="0" u="none" strike="noStrike" kern="1200" cap="none" spc="0" normalizeH="0" baseline="0" noProof="0" dirty="0">
                <a:ln>
                  <a:noFill/>
                </a:ln>
                <a:solidFill>
                  <a:prstClr val="black"/>
                </a:solidFill>
                <a:effectLst/>
                <a:uLnTx/>
                <a:uFillTx/>
                <a:latin typeface="Calibri" panose="020F0502020204030204"/>
                <a:ea typeface="+mj-ea"/>
                <a:cs typeface="+mj-cs"/>
              </a:rPr>
              <a:t>Department – Humanities and Social Sciences</a:t>
            </a:r>
            <a:endParaRPr lang="en-US" dirty="0"/>
          </a:p>
        </p:txBody>
      </p:sp>
      <p:sp>
        <p:nvSpPr>
          <p:cNvPr id="3" name="Subtitle 2"/>
          <p:cNvSpPr>
            <a:spLocks noGrp="1"/>
          </p:cNvSpPr>
          <p:nvPr>
            <p:ph type="subTitle" idx="1"/>
          </p:nvPr>
        </p:nvSpPr>
        <p:spPr/>
        <p:txBody>
          <a:bodyPr>
            <a:normAutofit/>
          </a:bodyPr>
          <a:lstStyle/>
          <a:p>
            <a:endParaRPr lang="en-US" dirty="0"/>
          </a:p>
          <a:p>
            <a:r>
              <a:rPr lang="en-US" dirty="0"/>
              <a:t> Phonetics </a:t>
            </a:r>
          </a:p>
          <a:p>
            <a:endParaRPr lang="en-US" dirty="0"/>
          </a:p>
        </p:txBody>
      </p:sp>
    </p:spTree>
    <p:extLst>
      <p:ext uri="{BB962C8B-B14F-4D97-AF65-F5344CB8AC3E}">
        <p14:creationId xmlns:p14="http://schemas.microsoft.com/office/powerpoint/2010/main" val="2739812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9BFB1-9FF2-4FE1-8EA4-3935AF36BBD8}"/>
              </a:ext>
            </a:extLst>
          </p:cNvPr>
          <p:cNvSpPr>
            <a:spLocks noGrp="1"/>
          </p:cNvSpPr>
          <p:nvPr>
            <p:ph type="title"/>
          </p:nvPr>
        </p:nvSpPr>
        <p:spPr/>
        <p:txBody>
          <a:bodyPr/>
          <a:lstStyle/>
          <a:p>
            <a:r>
              <a:rPr lang="en-US" dirty="0"/>
              <a:t>Topics of discussion </a:t>
            </a:r>
            <a:endParaRPr lang="en-IN" dirty="0"/>
          </a:p>
        </p:txBody>
      </p:sp>
      <p:sp>
        <p:nvSpPr>
          <p:cNvPr id="3" name="Content Placeholder 2">
            <a:extLst>
              <a:ext uri="{FF2B5EF4-FFF2-40B4-BE49-F238E27FC236}">
                <a16:creationId xmlns:a16="http://schemas.microsoft.com/office/drawing/2014/main" id="{81A0BBC8-78DE-4514-AC1B-24A743575DFA}"/>
              </a:ext>
            </a:extLst>
          </p:cNvPr>
          <p:cNvSpPr>
            <a:spLocks noGrp="1"/>
          </p:cNvSpPr>
          <p:nvPr>
            <p:ph idx="1"/>
          </p:nvPr>
        </p:nvSpPr>
        <p:spPr/>
        <p:txBody>
          <a:bodyPr/>
          <a:lstStyle/>
          <a:p>
            <a:r>
              <a:rPr lang="en-US" dirty="0"/>
              <a:t>Sounds</a:t>
            </a:r>
          </a:p>
          <a:p>
            <a:r>
              <a:rPr lang="en-US" dirty="0"/>
              <a:t>Syllables</a:t>
            </a:r>
          </a:p>
          <a:p>
            <a:r>
              <a:rPr lang="en-US" dirty="0"/>
              <a:t>Word stress</a:t>
            </a:r>
          </a:p>
          <a:p>
            <a:r>
              <a:rPr lang="en-US" dirty="0"/>
              <a:t>Sentence Stress</a:t>
            </a:r>
          </a:p>
          <a:p>
            <a:r>
              <a:rPr lang="en-US" dirty="0"/>
              <a:t>Intonation</a:t>
            </a:r>
          </a:p>
          <a:p>
            <a:endParaRPr lang="en-IN" dirty="0"/>
          </a:p>
        </p:txBody>
      </p:sp>
    </p:spTree>
    <p:extLst>
      <p:ext uri="{BB962C8B-B14F-4D97-AF65-F5344CB8AC3E}">
        <p14:creationId xmlns:p14="http://schemas.microsoft.com/office/powerpoint/2010/main" val="26875631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74E93-0B36-4DBB-95D5-EC5AA72D5750}"/>
              </a:ext>
            </a:extLst>
          </p:cNvPr>
          <p:cNvSpPr>
            <a:spLocks noGrp="1"/>
          </p:cNvSpPr>
          <p:nvPr>
            <p:ph type="title"/>
          </p:nvPr>
        </p:nvSpPr>
        <p:spPr>
          <a:xfrm>
            <a:off x="838200" y="365125"/>
            <a:ext cx="10515600" cy="1132371"/>
          </a:xfrm>
        </p:spPr>
        <p:txBody>
          <a:bodyPr/>
          <a:lstStyle/>
          <a:p>
            <a:r>
              <a:rPr lang="en-US" dirty="0"/>
              <a:t>Areas of focus </a:t>
            </a:r>
            <a:endParaRPr lang="en-IN" dirty="0"/>
          </a:p>
        </p:txBody>
      </p:sp>
      <p:sp>
        <p:nvSpPr>
          <p:cNvPr id="3" name="Content Placeholder 2">
            <a:extLst>
              <a:ext uri="{FF2B5EF4-FFF2-40B4-BE49-F238E27FC236}">
                <a16:creationId xmlns:a16="http://schemas.microsoft.com/office/drawing/2014/main" id="{153A623E-D057-4AD6-9096-8521E955E304}"/>
              </a:ext>
            </a:extLst>
          </p:cNvPr>
          <p:cNvSpPr>
            <a:spLocks noGrp="1"/>
          </p:cNvSpPr>
          <p:nvPr>
            <p:ph idx="1"/>
          </p:nvPr>
        </p:nvSpPr>
        <p:spPr/>
        <p:txBody>
          <a:bodyPr>
            <a:normAutofit/>
          </a:bodyPr>
          <a:lstStyle/>
          <a:p>
            <a:pPr marL="514350" indent="-514350">
              <a:buAutoNum type="arabicPeriod"/>
            </a:pPr>
            <a:r>
              <a:rPr lang="en-US" dirty="0"/>
              <a:t>Basics of Phonetics and Phonology of English</a:t>
            </a:r>
          </a:p>
          <a:p>
            <a:pPr marL="514350" indent="-514350">
              <a:buAutoNum type="arabicPeriod"/>
            </a:pPr>
            <a:r>
              <a:rPr lang="en-US" dirty="0"/>
              <a:t>Importance of stress, rhythm and intonation </a:t>
            </a:r>
          </a:p>
          <a:p>
            <a:pPr marL="514350" indent="-514350">
              <a:buAutoNum type="arabicPeriod"/>
            </a:pPr>
            <a:r>
              <a:rPr lang="en-US" dirty="0"/>
              <a:t>How stress rhythm and intonation change the meaning of a word, sentence or a message</a:t>
            </a:r>
          </a:p>
          <a:p>
            <a:pPr marL="514350" indent="-514350">
              <a:buAutoNum type="arabicPeriod"/>
            </a:pPr>
            <a:r>
              <a:rPr lang="en-US" dirty="0"/>
              <a:t>Certain situations in which meaning of a word or sentence has changed due to spoken features</a:t>
            </a:r>
          </a:p>
          <a:p>
            <a:pPr marL="514350" indent="-514350">
              <a:buAutoNum type="arabicPeriod"/>
            </a:pPr>
            <a:r>
              <a:rPr lang="en-US" dirty="0"/>
              <a:t>Acquire a good pronunciation of English</a:t>
            </a:r>
          </a:p>
          <a:p>
            <a:endParaRPr lang="en-IN" dirty="0"/>
          </a:p>
        </p:txBody>
      </p:sp>
    </p:spTree>
    <p:extLst>
      <p:ext uri="{BB962C8B-B14F-4D97-AF65-F5344CB8AC3E}">
        <p14:creationId xmlns:p14="http://schemas.microsoft.com/office/powerpoint/2010/main" val="2478292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56E0E-599D-469C-A036-4FA44FA75A45}"/>
              </a:ext>
            </a:extLst>
          </p:cNvPr>
          <p:cNvSpPr>
            <a:spLocks noGrp="1"/>
          </p:cNvSpPr>
          <p:nvPr>
            <p:ph type="title"/>
          </p:nvPr>
        </p:nvSpPr>
        <p:spPr/>
        <p:txBody>
          <a:bodyPr/>
          <a:lstStyle/>
          <a:p>
            <a:r>
              <a:rPr lang="en-US" dirty="0"/>
              <a:t>Sounds </a:t>
            </a:r>
            <a:endParaRPr lang="en-IN" dirty="0"/>
          </a:p>
        </p:txBody>
      </p:sp>
      <p:sp>
        <p:nvSpPr>
          <p:cNvPr id="3" name="Content Placeholder 2">
            <a:extLst>
              <a:ext uri="{FF2B5EF4-FFF2-40B4-BE49-F238E27FC236}">
                <a16:creationId xmlns:a16="http://schemas.microsoft.com/office/drawing/2014/main" id="{BEE0CA73-6CF0-4885-9AA3-A16EC74F8A98}"/>
              </a:ext>
            </a:extLst>
          </p:cNvPr>
          <p:cNvSpPr>
            <a:spLocks noGrp="1"/>
          </p:cNvSpPr>
          <p:nvPr>
            <p:ph idx="1"/>
          </p:nvPr>
        </p:nvSpPr>
        <p:spPr/>
        <p:txBody>
          <a:bodyPr/>
          <a:lstStyle/>
          <a:p>
            <a:r>
              <a:rPr lang="en-US" dirty="0"/>
              <a:t>Vowels:</a:t>
            </a:r>
          </a:p>
          <a:p>
            <a:pPr marL="514350" indent="-514350">
              <a:buAutoNum type="alphaLcPeriod"/>
            </a:pPr>
            <a:r>
              <a:rPr lang="en-US" dirty="0"/>
              <a:t>During the production of all the English vowels: a, e, </a:t>
            </a:r>
            <a:r>
              <a:rPr lang="en-US" dirty="0" err="1"/>
              <a:t>i</a:t>
            </a:r>
            <a:r>
              <a:rPr lang="en-US" dirty="0"/>
              <a:t>, o, u </a:t>
            </a:r>
          </a:p>
          <a:p>
            <a:pPr marL="514350" indent="-514350">
              <a:buAutoNum type="alphaLcPeriod"/>
            </a:pPr>
            <a:r>
              <a:rPr lang="en-US" dirty="0"/>
              <a:t> the soft palate is raised, and</a:t>
            </a:r>
          </a:p>
          <a:p>
            <a:pPr marL="514350" indent="-514350">
              <a:buAutoNum type="alphaLcPeriod"/>
            </a:pPr>
            <a:r>
              <a:rPr lang="en-US" dirty="0"/>
              <a:t>the vocal cords vibrate</a:t>
            </a:r>
          </a:p>
          <a:p>
            <a:pPr marL="514350" indent="-514350">
              <a:buAutoNum type="alphaLcPeriod"/>
            </a:pPr>
            <a:endParaRPr lang="en-US" dirty="0"/>
          </a:p>
          <a:p>
            <a:pPr marL="0" indent="0">
              <a:buNone/>
            </a:pPr>
            <a:r>
              <a:rPr lang="en-US" dirty="0"/>
              <a:t>The above articulatory features distinguish different vowel sounds and determine the vowel quality</a:t>
            </a:r>
          </a:p>
          <a:p>
            <a:pPr marL="0" indent="0">
              <a:buNone/>
            </a:pPr>
            <a:endParaRPr lang="en-US" dirty="0"/>
          </a:p>
          <a:p>
            <a:endParaRPr lang="en-IN" dirty="0"/>
          </a:p>
        </p:txBody>
      </p:sp>
    </p:spTree>
    <p:extLst>
      <p:ext uri="{BB962C8B-B14F-4D97-AF65-F5344CB8AC3E}">
        <p14:creationId xmlns:p14="http://schemas.microsoft.com/office/powerpoint/2010/main" val="1601311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30426-2B48-4DA0-9BA4-78A6C4F7B996}"/>
              </a:ext>
            </a:extLst>
          </p:cNvPr>
          <p:cNvSpPr>
            <a:spLocks noGrp="1"/>
          </p:cNvSpPr>
          <p:nvPr>
            <p:ph type="title"/>
          </p:nvPr>
        </p:nvSpPr>
        <p:spPr/>
        <p:txBody>
          <a:bodyPr/>
          <a:lstStyle/>
          <a:p>
            <a:r>
              <a:rPr lang="en-US" dirty="0"/>
              <a:t>Types of vowel sound </a:t>
            </a:r>
            <a:endParaRPr lang="en-IN" dirty="0"/>
          </a:p>
        </p:txBody>
      </p:sp>
      <p:sp>
        <p:nvSpPr>
          <p:cNvPr id="3" name="Content Placeholder 2">
            <a:extLst>
              <a:ext uri="{FF2B5EF4-FFF2-40B4-BE49-F238E27FC236}">
                <a16:creationId xmlns:a16="http://schemas.microsoft.com/office/drawing/2014/main" id="{00FEFFED-725B-4728-84F1-24BEA38D5A82}"/>
              </a:ext>
            </a:extLst>
          </p:cNvPr>
          <p:cNvSpPr>
            <a:spLocks noGrp="1"/>
          </p:cNvSpPr>
          <p:nvPr>
            <p:ph idx="1"/>
          </p:nvPr>
        </p:nvSpPr>
        <p:spPr/>
        <p:txBody>
          <a:bodyPr/>
          <a:lstStyle/>
          <a:p>
            <a:endParaRPr lang="en-US" dirty="0"/>
          </a:p>
          <a:p>
            <a:r>
              <a:rPr lang="en-US" dirty="0"/>
              <a:t>Monophthong - a vowel sound whose quality doesn't change over the duration of the vowel. It is also called pure or stable vowel </a:t>
            </a:r>
          </a:p>
          <a:p>
            <a:r>
              <a:rPr lang="en-US" dirty="0"/>
              <a:t> Diphthong - a vowel sound that glides from one quality to another</a:t>
            </a:r>
            <a:endParaRPr lang="en-IN" dirty="0"/>
          </a:p>
        </p:txBody>
      </p:sp>
    </p:spTree>
    <p:extLst>
      <p:ext uri="{BB962C8B-B14F-4D97-AF65-F5344CB8AC3E}">
        <p14:creationId xmlns:p14="http://schemas.microsoft.com/office/powerpoint/2010/main" val="21825795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B1716-7FF5-4F33-89B2-DAE8022DD417}"/>
              </a:ext>
            </a:extLst>
          </p:cNvPr>
          <p:cNvSpPr>
            <a:spLocks noGrp="1"/>
          </p:cNvSpPr>
          <p:nvPr>
            <p:ph type="title"/>
          </p:nvPr>
        </p:nvSpPr>
        <p:spPr/>
        <p:txBody>
          <a:bodyPr>
            <a:normAutofit fontScale="90000"/>
          </a:bodyPr>
          <a:lstStyle/>
          <a:p>
            <a:br>
              <a:rPr lang="en-IN" dirty="0"/>
            </a:br>
            <a:r>
              <a:rPr lang="en-IN" dirty="0"/>
              <a:t>Monophthongs or Pure vowels</a:t>
            </a:r>
            <a:br>
              <a:rPr lang="en-IN" dirty="0"/>
            </a:br>
            <a:endParaRPr lang="en-IN" dirty="0"/>
          </a:p>
        </p:txBody>
      </p:sp>
      <p:pic>
        <p:nvPicPr>
          <p:cNvPr id="4" name="Content Placeholder 3">
            <a:extLst>
              <a:ext uri="{FF2B5EF4-FFF2-40B4-BE49-F238E27FC236}">
                <a16:creationId xmlns:a16="http://schemas.microsoft.com/office/drawing/2014/main" id="{868FDCBA-296C-4F9D-B266-0FFC241FB76B}"/>
              </a:ext>
            </a:extLst>
          </p:cNvPr>
          <p:cNvPicPr>
            <a:picLocks noGrp="1" noChangeAspect="1"/>
          </p:cNvPicPr>
          <p:nvPr>
            <p:ph idx="1"/>
          </p:nvPr>
        </p:nvPicPr>
        <p:blipFill>
          <a:blip r:embed="rId2"/>
          <a:stretch>
            <a:fillRect/>
          </a:stretch>
        </p:blipFill>
        <p:spPr>
          <a:xfrm>
            <a:off x="3238500" y="2248694"/>
            <a:ext cx="5715000" cy="3505200"/>
          </a:xfrm>
          <a:prstGeom prst="rect">
            <a:avLst/>
          </a:prstGeom>
        </p:spPr>
      </p:pic>
    </p:spTree>
    <p:extLst>
      <p:ext uri="{BB962C8B-B14F-4D97-AF65-F5344CB8AC3E}">
        <p14:creationId xmlns:p14="http://schemas.microsoft.com/office/powerpoint/2010/main" val="1833001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DAC77-5C46-405A-A375-6CD5FE4C73C4}"/>
              </a:ext>
            </a:extLst>
          </p:cNvPr>
          <p:cNvSpPr>
            <a:spLocks noGrp="1"/>
          </p:cNvSpPr>
          <p:nvPr>
            <p:ph type="title"/>
          </p:nvPr>
        </p:nvSpPr>
        <p:spPr/>
        <p:txBody>
          <a:bodyPr/>
          <a:lstStyle/>
          <a:p>
            <a:r>
              <a:rPr lang="en-IN" dirty="0"/>
              <a:t>Diphthongs</a:t>
            </a:r>
          </a:p>
        </p:txBody>
      </p:sp>
      <p:sp>
        <p:nvSpPr>
          <p:cNvPr id="3" name="Content Placeholder 2">
            <a:extLst>
              <a:ext uri="{FF2B5EF4-FFF2-40B4-BE49-F238E27FC236}">
                <a16:creationId xmlns:a16="http://schemas.microsoft.com/office/drawing/2014/main" id="{7672408F-B718-4F62-AAC4-A95F7049B125}"/>
              </a:ext>
            </a:extLst>
          </p:cNvPr>
          <p:cNvSpPr>
            <a:spLocks noGrp="1"/>
          </p:cNvSpPr>
          <p:nvPr>
            <p:ph idx="1"/>
          </p:nvPr>
        </p:nvSpPr>
        <p:spPr/>
        <p:txBody>
          <a:bodyPr/>
          <a:lstStyle/>
          <a:p>
            <a:r>
              <a:rPr lang="en-US" dirty="0"/>
              <a:t>Two vowels produced consecutively in the same syllable by moving the articulators from one position to the other.</a:t>
            </a:r>
          </a:p>
          <a:p>
            <a:r>
              <a:rPr lang="en-US" dirty="0"/>
              <a:t>Example: Fly: </a:t>
            </a:r>
            <a:r>
              <a:rPr lang="en-US" dirty="0" err="1"/>
              <a:t>flai</a:t>
            </a:r>
            <a:r>
              <a:rPr lang="en-US" dirty="0"/>
              <a:t>- 1 syllable word-ai</a:t>
            </a:r>
            <a:endParaRPr lang="en-IN" dirty="0"/>
          </a:p>
        </p:txBody>
      </p:sp>
    </p:spTree>
    <p:extLst>
      <p:ext uri="{BB962C8B-B14F-4D97-AF65-F5344CB8AC3E}">
        <p14:creationId xmlns:p14="http://schemas.microsoft.com/office/powerpoint/2010/main" val="2142423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F9CF0-6149-4C1F-8630-03F80E5A3A4D}"/>
              </a:ext>
            </a:extLst>
          </p:cNvPr>
          <p:cNvSpPr>
            <a:spLocks noGrp="1"/>
          </p:cNvSpPr>
          <p:nvPr>
            <p:ph type="title"/>
          </p:nvPr>
        </p:nvSpPr>
        <p:spPr/>
        <p:txBody>
          <a:bodyPr>
            <a:normAutofit fontScale="90000"/>
          </a:bodyPr>
          <a:lstStyle/>
          <a:p>
            <a:br>
              <a:rPr lang="en-IN" dirty="0"/>
            </a:br>
            <a:r>
              <a:rPr lang="en-IN" dirty="0"/>
              <a:t>Diphthong Examples</a:t>
            </a:r>
            <a:br>
              <a:rPr lang="en-IN" dirty="0"/>
            </a:br>
            <a:endParaRPr lang="en-IN" dirty="0"/>
          </a:p>
        </p:txBody>
      </p:sp>
      <p:sp>
        <p:nvSpPr>
          <p:cNvPr id="3" name="Content Placeholder 2">
            <a:extLst>
              <a:ext uri="{FF2B5EF4-FFF2-40B4-BE49-F238E27FC236}">
                <a16:creationId xmlns:a16="http://schemas.microsoft.com/office/drawing/2014/main" id="{A1F43B7F-4680-4553-BB57-778DB2483F83}"/>
              </a:ext>
            </a:extLst>
          </p:cNvPr>
          <p:cNvSpPr>
            <a:spLocks noGrp="1"/>
          </p:cNvSpPr>
          <p:nvPr>
            <p:ph idx="1"/>
          </p:nvPr>
        </p:nvSpPr>
        <p:spPr/>
        <p:txBody>
          <a:bodyPr>
            <a:normAutofit/>
          </a:bodyPr>
          <a:lstStyle/>
          <a:p>
            <a:r>
              <a:rPr lang="en-IN" dirty="0"/>
              <a:t>/</a:t>
            </a:r>
            <a:r>
              <a:rPr lang="en-IN" dirty="0" err="1"/>
              <a:t>eI</a:t>
            </a:r>
            <a:r>
              <a:rPr lang="en-IN" dirty="0"/>
              <a:t>/ brain, great, neighbour</a:t>
            </a:r>
          </a:p>
          <a:p>
            <a:r>
              <a:rPr lang="en-IN" dirty="0"/>
              <a:t>/</a:t>
            </a:r>
            <a:r>
              <a:rPr lang="en-IN" dirty="0" err="1"/>
              <a:t>aI</a:t>
            </a:r>
            <a:r>
              <a:rPr lang="en-IN" dirty="0"/>
              <a:t>/ site, shy, eye</a:t>
            </a:r>
          </a:p>
          <a:p>
            <a:r>
              <a:rPr lang="en-IN" dirty="0"/>
              <a:t>/</a:t>
            </a:r>
            <a:r>
              <a:rPr lang="en-IN" dirty="0" err="1"/>
              <a:t>ɔI</a:t>
            </a:r>
            <a:r>
              <a:rPr lang="en-IN" dirty="0"/>
              <a:t>/ employ, oil, coy</a:t>
            </a:r>
          </a:p>
          <a:p>
            <a:r>
              <a:rPr lang="en-IN" dirty="0"/>
              <a:t> /</a:t>
            </a:r>
            <a:r>
              <a:rPr lang="en-IN" dirty="0" err="1"/>
              <a:t>əʊ</a:t>
            </a:r>
            <a:r>
              <a:rPr lang="en-IN" dirty="0"/>
              <a:t>/ oval, fold, know</a:t>
            </a:r>
          </a:p>
          <a:p>
            <a:r>
              <a:rPr lang="en-IN" dirty="0"/>
              <a:t> /</a:t>
            </a:r>
            <a:r>
              <a:rPr lang="en-IN" dirty="0" err="1"/>
              <a:t>aʊ</a:t>
            </a:r>
            <a:r>
              <a:rPr lang="en-IN" dirty="0"/>
              <a:t>/ owl, mountain, cloud</a:t>
            </a:r>
          </a:p>
          <a:p>
            <a:r>
              <a:rPr lang="en-IN" dirty="0"/>
              <a:t> /</a:t>
            </a:r>
            <a:r>
              <a:rPr lang="en-IN" dirty="0" err="1"/>
              <a:t>Iə</a:t>
            </a:r>
            <a:r>
              <a:rPr lang="en-IN" dirty="0"/>
              <a:t>/ ear, beard, appear</a:t>
            </a:r>
          </a:p>
          <a:p>
            <a:r>
              <a:rPr lang="en-IN" dirty="0"/>
              <a:t> /</a:t>
            </a:r>
            <a:r>
              <a:rPr lang="en-IN" dirty="0" err="1"/>
              <a:t>eə</a:t>
            </a:r>
            <a:r>
              <a:rPr lang="en-IN" dirty="0"/>
              <a:t>/ compare, hair, stair</a:t>
            </a:r>
          </a:p>
          <a:p>
            <a:r>
              <a:rPr lang="en-IN" dirty="0"/>
              <a:t> /</a:t>
            </a:r>
            <a:r>
              <a:rPr lang="en-IN" dirty="0" err="1"/>
              <a:t>ʊə</a:t>
            </a:r>
            <a:r>
              <a:rPr lang="en-IN" dirty="0"/>
              <a:t>/ poor, jury, endure</a:t>
            </a:r>
          </a:p>
          <a:p>
            <a:endParaRPr lang="en-IN" dirty="0"/>
          </a:p>
        </p:txBody>
      </p:sp>
    </p:spTree>
    <p:extLst>
      <p:ext uri="{BB962C8B-B14F-4D97-AF65-F5344CB8AC3E}">
        <p14:creationId xmlns:p14="http://schemas.microsoft.com/office/powerpoint/2010/main" val="2638487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F0839-EC44-4B76-8D3C-ADB53E88A3D9}"/>
              </a:ext>
            </a:extLst>
          </p:cNvPr>
          <p:cNvSpPr>
            <a:spLocks noGrp="1"/>
          </p:cNvSpPr>
          <p:nvPr>
            <p:ph type="title"/>
          </p:nvPr>
        </p:nvSpPr>
        <p:spPr>
          <a:xfrm>
            <a:off x="838200" y="365126"/>
            <a:ext cx="10515600" cy="589032"/>
          </a:xfrm>
        </p:spPr>
        <p:txBody>
          <a:bodyPr>
            <a:normAutofit fontScale="90000"/>
          </a:bodyPr>
          <a:lstStyle/>
          <a:p>
            <a:br>
              <a:rPr lang="en-IN" dirty="0"/>
            </a:br>
            <a:r>
              <a:rPr lang="en-IN" dirty="0"/>
              <a:t>English Consonants</a:t>
            </a:r>
            <a:br>
              <a:rPr lang="en-IN" dirty="0"/>
            </a:br>
            <a:endParaRPr lang="en-IN" dirty="0"/>
          </a:p>
        </p:txBody>
      </p:sp>
      <p:sp>
        <p:nvSpPr>
          <p:cNvPr id="3" name="Content Placeholder 2">
            <a:extLst>
              <a:ext uri="{FF2B5EF4-FFF2-40B4-BE49-F238E27FC236}">
                <a16:creationId xmlns:a16="http://schemas.microsoft.com/office/drawing/2014/main" id="{0A5C2CEE-4565-41AE-9A65-CA256513B97B}"/>
              </a:ext>
            </a:extLst>
          </p:cNvPr>
          <p:cNvSpPr>
            <a:spLocks noGrp="1"/>
          </p:cNvSpPr>
          <p:nvPr>
            <p:ph idx="1"/>
          </p:nvPr>
        </p:nvSpPr>
        <p:spPr>
          <a:xfrm>
            <a:off x="838200" y="1099930"/>
            <a:ext cx="10515600" cy="5077033"/>
          </a:xfrm>
        </p:spPr>
        <p:txBody>
          <a:bodyPr>
            <a:normAutofit fontScale="77500" lnSpcReduction="20000"/>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indent="0">
              <a:buNone/>
            </a:pPr>
            <a:endParaRPr lang="en-US" dirty="0"/>
          </a:p>
          <a:p>
            <a:endParaRPr lang="en-US" dirty="0"/>
          </a:p>
          <a:p>
            <a:r>
              <a:rPr lang="en-US" dirty="0"/>
              <a:t>A consonant is a speech sound which obstructs the flow of air through the vocal tract. </a:t>
            </a:r>
          </a:p>
          <a:p>
            <a:r>
              <a:rPr lang="en-US" dirty="0"/>
              <a:t>There are 24 consonants in standard  British English</a:t>
            </a:r>
          </a:p>
          <a:p>
            <a:endParaRPr lang="en-US" dirty="0"/>
          </a:p>
          <a:p>
            <a:endParaRPr lang="en-IN" dirty="0"/>
          </a:p>
        </p:txBody>
      </p:sp>
      <p:pic>
        <p:nvPicPr>
          <p:cNvPr id="4" name="Picture 3">
            <a:extLst>
              <a:ext uri="{FF2B5EF4-FFF2-40B4-BE49-F238E27FC236}">
                <a16:creationId xmlns:a16="http://schemas.microsoft.com/office/drawing/2014/main" id="{E3061FAF-76C4-449A-804E-EABD5F8AA3BC}"/>
              </a:ext>
            </a:extLst>
          </p:cNvPr>
          <p:cNvPicPr>
            <a:picLocks noChangeAspect="1"/>
          </p:cNvPicPr>
          <p:nvPr/>
        </p:nvPicPr>
        <p:blipFill>
          <a:blip r:embed="rId2"/>
          <a:stretch>
            <a:fillRect/>
          </a:stretch>
        </p:blipFill>
        <p:spPr>
          <a:xfrm>
            <a:off x="1577009" y="1099930"/>
            <a:ext cx="6202017" cy="3657807"/>
          </a:xfrm>
          <a:prstGeom prst="rect">
            <a:avLst/>
          </a:prstGeom>
        </p:spPr>
      </p:pic>
    </p:spTree>
    <p:extLst>
      <p:ext uri="{BB962C8B-B14F-4D97-AF65-F5344CB8AC3E}">
        <p14:creationId xmlns:p14="http://schemas.microsoft.com/office/powerpoint/2010/main" val="791189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18328AD-BBAE-4048-980C-53D64FB52604}"/>
              </a:ext>
            </a:extLst>
          </p:cNvPr>
          <p:cNvPicPr>
            <a:picLocks noGrp="1" noChangeAspect="1"/>
          </p:cNvPicPr>
          <p:nvPr>
            <p:ph idx="1"/>
          </p:nvPr>
        </p:nvPicPr>
        <p:blipFill>
          <a:blip r:embed="rId2"/>
          <a:stretch>
            <a:fillRect/>
          </a:stretch>
        </p:blipFill>
        <p:spPr>
          <a:xfrm>
            <a:off x="4470626" y="1825625"/>
            <a:ext cx="3250748" cy="4351338"/>
          </a:xfrm>
          <a:prstGeom prst="rect">
            <a:avLst/>
          </a:prstGeom>
        </p:spPr>
      </p:pic>
    </p:spTree>
    <p:extLst>
      <p:ext uri="{BB962C8B-B14F-4D97-AF65-F5344CB8AC3E}">
        <p14:creationId xmlns:p14="http://schemas.microsoft.com/office/powerpoint/2010/main" val="20296706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E2D8B-272A-4B37-BBDB-B30DD6DE2075}"/>
              </a:ext>
            </a:extLst>
          </p:cNvPr>
          <p:cNvSpPr>
            <a:spLocks noGrp="1"/>
          </p:cNvSpPr>
          <p:nvPr>
            <p:ph type="title"/>
          </p:nvPr>
        </p:nvSpPr>
        <p:spPr>
          <a:xfrm>
            <a:off x="838200" y="365125"/>
            <a:ext cx="10515600" cy="854075"/>
          </a:xfrm>
        </p:spPr>
        <p:txBody>
          <a:bodyPr/>
          <a:lstStyle/>
          <a:p>
            <a:r>
              <a:rPr lang="en-US" dirty="0"/>
              <a:t>Syllables </a:t>
            </a:r>
            <a:endParaRPr lang="en-IN" dirty="0"/>
          </a:p>
        </p:txBody>
      </p:sp>
      <p:sp>
        <p:nvSpPr>
          <p:cNvPr id="3" name="Content Placeholder 2">
            <a:extLst>
              <a:ext uri="{FF2B5EF4-FFF2-40B4-BE49-F238E27FC236}">
                <a16:creationId xmlns:a16="http://schemas.microsoft.com/office/drawing/2014/main" id="{D1496245-B13D-427A-A4A1-CE197B7B7AA9}"/>
              </a:ext>
            </a:extLst>
          </p:cNvPr>
          <p:cNvSpPr>
            <a:spLocks noGrp="1"/>
          </p:cNvSpPr>
          <p:nvPr>
            <p:ph idx="1"/>
          </p:nvPr>
        </p:nvSpPr>
        <p:spPr>
          <a:xfrm>
            <a:off x="838200" y="1219200"/>
            <a:ext cx="10515600" cy="4957763"/>
          </a:xfrm>
        </p:spPr>
        <p:txBody>
          <a:bodyPr>
            <a:normAutofit/>
          </a:bodyPr>
          <a:lstStyle/>
          <a:p>
            <a:r>
              <a:rPr lang="en-US" dirty="0"/>
              <a:t>The number of vowel sounds in a word equals the  number of syllables. </a:t>
            </a:r>
            <a:r>
              <a:rPr lang="en-US" dirty="0">
                <a:solidFill>
                  <a:srgbClr val="FF0000"/>
                </a:solidFill>
              </a:rPr>
              <a:t>Every syllable must have a vowel sound.</a:t>
            </a:r>
          </a:p>
          <a:p>
            <a:r>
              <a:rPr lang="en-US" dirty="0"/>
              <a:t>For example:</a:t>
            </a:r>
          </a:p>
          <a:p>
            <a:r>
              <a:rPr lang="en-US" dirty="0"/>
              <a:t> can, win-dow,  mag-ne-tic</a:t>
            </a:r>
          </a:p>
          <a:p>
            <a:r>
              <a:rPr lang="en-US" dirty="0"/>
              <a:t>Words are divided in to three types as per number of syllables:</a:t>
            </a:r>
          </a:p>
          <a:p>
            <a:pPr marL="0" indent="0">
              <a:buNone/>
            </a:pPr>
            <a:r>
              <a:rPr lang="en-US" dirty="0"/>
              <a:t>1. </a:t>
            </a:r>
            <a:r>
              <a:rPr lang="en-US" dirty="0">
                <a:solidFill>
                  <a:srgbClr val="FF0000"/>
                </a:solidFill>
              </a:rPr>
              <a:t>Monosyllabic:</a:t>
            </a:r>
            <a:r>
              <a:rPr lang="en-US" dirty="0"/>
              <a:t> Words with one syllable e.g. on- on (VC)</a:t>
            </a:r>
          </a:p>
          <a:p>
            <a:pPr marL="0" indent="0">
              <a:buNone/>
            </a:pPr>
            <a:r>
              <a:rPr lang="en-US" dirty="0"/>
              <a:t>2. </a:t>
            </a:r>
            <a:r>
              <a:rPr lang="en-US" dirty="0">
                <a:solidFill>
                  <a:srgbClr val="00B050"/>
                </a:solidFill>
              </a:rPr>
              <a:t>Disyllabic:</a:t>
            </a:r>
            <a:r>
              <a:rPr lang="en-US" dirty="0"/>
              <a:t> Words with two syllables e.g. upon- up+ on (VCVC)</a:t>
            </a:r>
          </a:p>
          <a:p>
            <a:pPr marL="0" indent="0">
              <a:buNone/>
            </a:pPr>
            <a:r>
              <a:rPr lang="en-US" dirty="0"/>
              <a:t>3. </a:t>
            </a:r>
            <a:r>
              <a:rPr lang="en-US" dirty="0">
                <a:solidFill>
                  <a:srgbClr val="0070C0"/>
                </a:solidFill>
              </a:rPr>
              <a:t>Polysyllabic</a:t>
            </a:r>
            <a:r>
              <a:rPr lang="en-US" dirty="0"/>
              <a:t>: Words with more than two syllables e.g. syllable – </a:t>
            </a:r>
            <a:r>
              <a:rPr lang="en-US" dirty="0" err="1"/>
              <a:t>sy+lla+ble</a:t>
            </a:r>
            <a:r>
              <a:rPr lang="en-US" dirty="0"/>
              <a:t> (CVCVCVC)</a:t>
            </a:r>
          </a:p>
          <a:p>
            <a:endParaRPr lang="en-IN" dirty="0"/>
          </a:p>
        </p:txBody>
      </p:sp>
    </p:spTree>
    <p:extLst>
      <p:ext uri="{BB962C8B-B14F-4D97-AF65-F5344CB8AC3E}">
        <p14:creationId xmlns:p14="http://schemas.microsoft.com/office/powerpoint/2010/main" val="8463836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203B2-324D-4F36-BD4D-3B58DE9FF761}"/>
              </a:ext>
            </a:extLst>
          </p:cNvPr>
          <p:cNvSpPr>
            <a:spLocks noGrp="1"/>
          </p:cNvSpPr>
          <p:nvPr>
            <p:ph type="title"/>
          </p:nvPr>
        </p:nvSpPr>
        <p:spPr>
          <a:xfrm>
            <a:off x="838200" y="365126"/>
            <a:ext cx="10515600" cy="615536"/>
          </a:xfrm>
        </p:spPr>
        <p:txBody>
          <a:bodyPr>
            <a:normAutofit fontScale="90000"/>
          </a:bodyPr>
          <a:lstStyle/>
          <a:p>
            <a:r>
              <a:rPr lang="en-IN" dirty="0"/>
              <a:t>Accent/Stress</a:t>
            </a:r>
          </a:p>
        </p:txBody>
      </p:sp>
      <p:sp>
        <p:nvSpPr>
          <p:cNvPr id="3" name="Content Placeholder 2">
            <a:extLst>
              <a:ext uri="{FF2B5EF4-FFF2-40B4-BE49-F238E27FC236}">
                <a16:creationId xmlns:a16="http://schemas.microsoft.com/office/drawing/2014/main" id="{1179EBCB-8F47-4321-A7B6-9F90F5609537}"/>
              </a:ext>
            </a:extLst>
          </p:cNvPr>
          <p:cNvSpPr>
            <a:spLocks noGrp="1"/>
          </p:cNvSpPr>
          <p:nvPr>
            <p:ph idx="1"/>
          </p:nvPr>
        </p:nvSpPr>
        <p:spPr>
          <a:xfrm>
            <a:off x="838200" y="1192696"/>
            <a:ext cx="10515600" cy="4984267"/>
          </a:xfrm>
        </p:spPr>
        <p:txBody>
          <a:bodyPr>
            <a:normAutofit lnSpcReduction="10000"/>
          </a:bodyPr>
          <a:lstStyle/>
          <a:p>
            <a:r>
              <a:rPr lang="en-US" dirty="0"/>
              <a:t>Stress is the first vocal feature to be analyzed. </a:t>
            </a:r>
          </a:p>
          <a:p>
            <a:r>
              <a:rPr lang="en-US" dirty="0"/>
              <a:t>Speakers need to stress some syllables while speaking. </a:t>
            </a:r>
          </a:p>
          <a:p>
            <a:r>
              <a:rPr lang="en-US" dirty="0"/>
              <a:t>If they do not do it, words will be misunderstood or sound strange.</a:t>
            </a:r>
          </a:p>
          <a:p>
            <a:r>
              <a:rPr lang="en-US" dirty="0"/>
              <a:t>Stress is used in all languages whether, Hindi or English or Spanish.</a:t>
            </a:r>
          </a:p>
          <a:p>
            <a:pPr marL="0" indent="0">
              <a:buNone/>
            </a:pPr>
            <a:r>
              <a:rPr lang="en-US" b="1" dirty="0">
                <a:solidFill>
                  <a:srgbClr val="00B0F0"/>
                </a:solidFill>
              </a:rPr>
              <a:t>Notice the differences in the following sentences:</a:t>
            </a:r>
          </a:p>
          <a:p>
            <a:pPr marL="514350" indent="-514350">
              <a:buAutoNum type="alphaLcPeriod"/>
            </a:pPr>
            <a:r>
              <a:rPr lang="en-US" dirty="0"/>
              <a:t>I need a </a:t>
            </a:r>
            <a:r>
              <a:rPr lang="en-US" dirty="0">
                <a:solidFill>
                  <a:srgbClr val="FF0000"/>
                </a:solidFill>
              </a:rPr>
              <a:t>per</a:t>
            </a:r>
            <a:r>
              <a:rPr lang="en-US" dirty="0"/>
              <a:t>mit to go to the other state</a:t>
            </a:r>
          </a:p>
          <a:p>
            <a:pPr marL="514350" indent="-514350">
              <a:buAutoNum type="alphaLcPeriod"/>
            </a:pPr>
            <a:r>
              <a:rPr lang="en-US" dirty="0"/>
              <a:t>The teacher did not per</a:t>
            </a:r>
            <a:r>
              <a:rPr lang="en-US" dirty="0">
                <a:solidFill>
                  <a:srgbClr val="FF0000"/>
                </a:solidFill>
              </a:rPr>
              <a:t>mit</a:t>
            </a:r>
            <a:r>
              <a:rPr lang="en-US" dirty="0"/>
              <a:t> me to leave the class.</a:t>
            </a:r>
          </a:p>
          <a:p>
            <a:pPr marL="514350" indent="-514350">
              <a:buAutoNum type="alphaLcPeriod"/>
            </a:pPr>
            <a:r>
              <a:rPr lang="en-US" dirty="0"/>
              <a:t> My sister will pre</a:t>
            </a:r>
            <a:r>
              <a:rPr lang="en-US" dirty="0">
                <a:solidFill>
                  <a:srgbClr val="FF0000"/>
                </a:solidFill>
              </a:rPr>
              <a:t>sent</a:t>
            </a:r>
            <a:r>
              <a:rPr lang="en-US" dirty="0"/>
              <a:t> you with a </a:t>
            </a:r>
            <a:r>
              <a:rPr lang="en-US" dirty="0">
                <a:solidFill>
                  <a:srgbClr val="FF0000"/>
                </a:solidFill>
              </a:rPr>
              <a:t>pre</a:t>
            </a:r>
            <a:r>
              <a:rPr lang="en-US" dirty="0"/>
              <a:t>sent.</a:t>
            </a:r>
          </a:p>
          <a:p>
            <a:pPr marL="514350" indent="-514350">
              <a:buAutoNum type="alphaLcPeriod"/>
            </a:pPr>
            <a:r>
              <a:rPr lang="en-US" dirty="0"/>
              <a:t> I won’t clean the </a:t>
            </a:r>
            <a:r>
              <a:rPr lang="en-US" dirty="0">
                <a:solidFill>
                  <a:srgbClr val="FF0000"/>
                </a:solidFill>
              </a:rPr>
              <a:t>garden</a:t>
            </a:r>
            <a:r>
              <a:rPr lang="en-US" dirty="0"/>
              <a:t>.</a:t>
            </a:r>
          </a:p>
          <a:p>
            <a:pPr marL="514350" indent="-514350">
              <a:buAutoNum type="alphaLcPeriod"/>
            </a:pPr>
            <a:r>
              <a:rPr lang="en-US" dirty="0"/>
              <a:t>I won’t </a:t>
            </a:r>
            <a:r>
              <a:rPr lang="en-US" dirty="0">
                <a:solidFill>
                  <a:srgbClr val="FF0000"/>
                </a:solidFill>
              </a:rPr>
              <a:t>clean</a:t>
            </a:r>
            <a:r>
              <a:rPr lang="en-US" dirty="0"/>
              <a:t> the garden</a:t>
            </a:r>
            <a:endParaRPr lang="en-IN" dirty="0"/>
          </a:p>
        </p:txBody>
      </p:sp>
    </p:spTree>
    <p:extLst>
      <p:ext uri="{BB962C8B-B14F-4D97-AF65-F5344CB8AC3E}">
        <p14:creationId xmlns:p14="http://schemas.microsoft.com/office/powerpoint/2010/main" val="1289976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F52EB-F574-403C-8654-ACAC59A2F98D}"/>
              </a:ext>
            </a:extLst>
          </p:cNvPr>
          <p:cNvSpPr>
            <a:spLocks noGrp="1"/>
          </p:cNvSpPr>
          <p:nvPr>
            <p:ph type="title"/>
          </p:nvPr>
        </p:nvSpPr>
        <p:spPr/>
        <p:txBody>
          <a:bodyPr/>
          <a:lstStyle/>
          <a:p>
            <a:r>
              <a:rPr lang="en-IN" dirty="0"/>
              <a:t>Word Accent</a:t>
            </a:r>
          </a:p>
        </p:txBody>
      </p:sp>
      <p:sp>
        <p:nvSpPr>
          <p:cNvPr id="3" name="Content Placeholder 2">
            <a:extLst>
              <a:ext uri="{FF2B5EF4-FFF2-40B4-BE49-F238E27FC236}">
                <a16:creationId xmlns:a16="http://schemas.microsoft.com/office/drawing/2014/main" id="{9DEA605E-0067-4BD4-B4D9-819686A201A1}"/>
              </a:ext>
            </a:extLst>
          </p:cNvPr>
          <p:cNvSpPr>
            <a:spLocks noGrp="1"/>
          </p:cNvSpPr>
          <p:nvPr>
            <p:ph idx="1"/>
          </p:nvPr>
        </p:nvSpPr>
        <p:spPr/>
        <p:txBody>
          <a:bodyPr>
            <a:normAutofit/>
          </a:bodyPr>
          <a:lstStyle/>
          <a:p>
            <a:r>
              <a:rPr lang="en-US" dirty="0"/>
              <a:t>Word accent or stress is the relative degree of prominence with which different syllables of a word are pronounced.</a:t>
            </a:r>
          </a:p>
          <a:p>
            <a:pPr marL="0" indent="0">
              <a:buNone/>
            </a:pPr>
            <a:endParaRPr lang="en-US" dirty="0"/>
          </a:p>
          <a:p>
            <a:r>
              <a:rPr lang="en-US" dirty="0"/>
              <a:t>For example:</a:t>
            </a:r>
          </a:p>
          <a:p>
            <a:r>
              <a:rPr lang="en-US" dirty="0"/>
              <a:t>1. pro-mi-</a:t>
            </a:r>
            <a:r>
              <a:rPr lang="en-US" dirty="0" err="1">
                <a:solidFill>
                  <a:srgbClr val="FF0000"/>
                </a:solidFill>
              </a:rPr>
              <a:t>nent</a:t>
            </a:r>
            <a:r>
              <a:rPr lang="en-US" dirty="0"/>
              <a:t> 1st syllable is accented</a:t>
            </a:r>
          </a:p>
          <a:p>
            <a:r>
              <a:rPr lang="en-US" dirty="0"/>
              <a:t>2. per-</a:t>
            </a:r>
            <a:r>
              <a:rPr lang="en-US" dirty="0" err="1">
                <a:solidFill>
                  <a:srgbClr val="FF0000"/>
                </a:solidFill>
              </a:rPr>
              <a:t>cieve</a:t>
            </a:r>
            <a:r>
              <a:rPr lang="en-US" dirty="0"/>
              <a:t> 2nd syllable is accented</a:t>
            </a:r>
          </a:p>
          <a:p>
            <a:r>
              <a:rPr lang="en-US" dirty="0"/>
              <a:t>3. </a:t>
            </a:r>
            <a:r>
              <a:rPr lang="en-US" dirty="0">
                <a:solidFill>
                  <a:srgbClr val="FF0000"/>
                </a:solidFill>
              </a:rPr>
              <a:t>in</a:t>
            </a:r>
            <a:r>
              <a:rPr lang="en-US" dirty="0"/>
              <a:t>-ca-pa-ci-</a:t>
            </a:r>
            <a:r>
              <a:rPr lang="en-US" dirty="0" err="1">
                <a:solidFill>
                  <a:srgbClr val="FF0000"/>
                </a:solidFill>
              </a:rPr>
              <a:t>tate</a:t>
            </a:r>
            <a:r>
              <a:rPr lang="en-US" dirty="0"/>
              <a:t> 1st &amp; 3rd syllables are accented</a:t>
            </a:r>
          </a:p>
          <a:p>
            <a:r>
              <a:rPr lang="en-US" dirty="0"/>
              <a:t>4. pro-</a:t>
            </a:r>
            <a:r>
              <a:rPr lang="en-US" dirty="0">
                <a:solidFill>
                  <a:srgbClr val="FF0000"/>
                </a:solidFill>
              </a:rPr>
              <a:t>nun</a:t>
            </a:r>
            <a:r>
              <a:rPr lang="en-US" dirty="0"/>
              <a:t>-ci-</a:t>
            </a:r>
            <a:r>
              <a:rPr lang="en-US" dirty="0">
                <a:solidFill>
                  <a:srgbClr val="FF0000"/>
                </a:solidFill>
              </a:rPr>
              <a:t>a</a:t>
            </a:r>
            <a:r>
              <a:rPr lang="en-US" dirty="0"/>
              <a:t>-</a:t>
            </a:r>
            <a:r>
              <a:rPr lang="en-US" dirty="0" err="1"/>
              <a:t>tion</a:t>
            </a:r>
            <a:r>
              <a:rPr lang="en-US" dirty="0"/>
              <a:t> 2nd &amp; 4th syllables are accented</a:t>
            </a:r>
          </a:p>
          <a:p>
            <a:endParaRPr lang="en-IN" dirty="0"/>
          </a:p>
        </p:txBody>
      </p:sp>
    </p:spTree>
    <p:extLst>
      <p:ext uri="{BB962C8B-B14F-4D97-AF65-F5344CB8AC3E}">
        <p14:creationId xmlns:p14="http://schemas.microsoft.com/office/powerpoint/2010/main" val="3984781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8246B-A1EF-45E4-9E08-084DFE5EEF1B}"/>
              </a:ext>
            </a:extLst>
          </p:cNvPr>
          <p:cNvSpPr>
            <a:spLocks noGrp="1"/>
          </p:cNvSpPr>
          <p:nvPr>
            <p:ph type="title"/>
          </p:nvPr>
        </p:nvSpPr>
        <p:spPr>
          <a:xfrm>
            <a:off x="838200" y="365126"/>
            <a:ext cx="10515600" cy="787814"/>
          </a:xfrm>
        </p:spPr>
        <p:txBody>
          <a:bodyPr/>
          <a:lstStyle/>
          <a:p>
            <a:r>
              <a:rPr lang="en-IN" dirty="0"/>
              <a:t>Features of Word Accent</a:t>
            </a:r>
          </a:p>
        </p:txBody>
      </p:sp>
      <p:sp>
        <p:nvSpPr>
          <p:cNvPr id="3" name="Content Placeholder 2">
            <a:extLst>
              <a:ext uri="{FF2B5EF4-FFF2-40B4-BE49-F238E27FC236}">
                <a16:creationId xmlns:a16="http://schemas.microsoft.com/office/drawing/2014/main" id="{994BB6FD-4EB9-4757-B119-E56E0815DA45}"/>
              </a:ext>
            </a:extLst>
          </p:cNvPr>
          <p:cNvSpPr>
            <a:spLocks noGrp="1"/>
          </p:cNvSpPr>
          <p:nvPr>
            <p:ph idx="1"/>
          </p:nvPr>
        </p:nvSpPr>
        <p:spPr>
          <a:xfrm>
            <a:off x="838200" y="1152940"/>
            <a:ext cx="10515600" cy="5024023"/>
          </a:xfrm>
        </p:spPr>
        <p:txBody>
          <a:bodyPr>
            <a:normAutofit/>
          </a:bodyPr>
          <a:lstStyle/>
          <a:p>
            <a:r>
              <a:rPr lang="en-US" dirty="0"/>
              <a:t> It’s longer.</a:t>
            </a:r>
          </a:p>
          <a:p>
            <a:r>
              <a:rPr lang="en-US" dirty="0"/>
              <a:t> It’s louder.</a:t>
            </a:r>
          </a:p>
          <a:p>
            <a:r>
              <a:rPr lang="en-US" dirty="0"/>
              <a:t> It’s clearer.</a:t>
            </a:r>
          </a:p>
          <a:p>
            <a:r>
              <a:rPr lang="en-US" dirty="0"/>
              <a:t> It has a higher pitch.</a:t>
            </a:r>
          </a:p>
          <a:p>
            <a:r>
              <a:rPr lang="en-US" dirty="0"/>
              <a:t> It involves more movement of your mouth and lips to make the sound</a:t>
            </a:r>
          </a:p>
          <a:p>
            <a:pPr marL="0" indent="0">
              <a:buNone/>
            </a:pPr>
            <a:r>
              <a:rPr lang="en-US" i="1" dirty="0">
                <a:solidFill>
                  <a:srgbClr val="00B0F0"/>
                </a:solidFill>
              </a:rPr>
              <a:t>Accent is a manner of pronunciation peculiar to a particular individual, location, or nation. The region to which you belong affects your accent. Not only the locality but the economic status, ethnicity, etc. all make an impact on the accent. Accent mainly includes pronunciation, which also has correlation with stress.</a:t>
            </a:r>
          </a:p>
          <a:p>
            <a:endParaRPr lang="en-IN" dirty="0"/>
          </a:p>
        </p:txBody>
      </p:sp>
    </p:spTree>
    <p:extLst>
      <p:ext uri="{BB962C8B-B14F-4D97-AF65-F5344CB8AC3E}">
        <p14:creationId xmlns:p14="http://schemas.microsoft.com/office/powerpoint/2010/main" val="5610755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03452-2A3F-43B9-A095-4018A51A8191}"/>
              </a:ext>
            </a:extLst>
          </p:cNvPr>
          <p:cNvSpPr>
            <a:spLocks noGrp="1"/>
          </p:cNvSpPr>
          <p:nvPr>
            <p:ph type="title"/>
          </p:nvPr>
        </p:nvSpPr>
        <p:spPr/>
        <p:txBody>
          <a:bodyPr/>
          <a:lstStyle/>
          <a:p>
            <a:r>
              <a:rPr lang="en-US" dirty="0"/>
              <a:t>The quality of speech depends on- </a:t>
            </a:r>
            <a:endParaRPr lang="en-IN" dirty="0"/>
          </a:p>
        </p:txBody>
      </p:sp>
      <p:sp>
        <p:nvSpPr>
          <p:cNvPr id="3" name="Content Placeholder 2">
            <a:extLst>
              <a:ext uri="{FF2B5EF4-FFF2-40B4-BE49-F238E27FC236}">
                <a16:creationId xmlns:a16="http://schemas.microsoft.com/office/drawing/2014/main" id="{1099BEFB-F049-456F-9DBC-C0C53A23B322}"/>
              </a:ext>
            </a:extLst>
          </p:cNvPr>
          <p:cNvSpPr>
            <a:spLocks noGrp="1"/>
          </p:cNvSpPr>
          <p:nvPr>
            <p:ph idx="1"/>
          </p:nvPr>
        </p:nvSpPr>
        <p:spPr/>
        <p:txBody>
          <a:bodyPr/>
          <a:lstStyle/>
          <a:p>
            <a:pPr marL="0" indent="0">
              <a:buNone/>
            </a:pPr>
            <a:r>
              <a:rPr lang="en-US" dirty="0"/>
              <a:t>1. Pitch: (Loudness)</a:t>
            </a:r>
          </a:p>
          <a:p>
            <a:r>
              <a:rPr lang="en-US" dirty="0"/>
              <a:t>Pitch is a property that allows the ordering of sounds on a frequency-related scale. Pitches are compared as "higher" and "lower".</a:t>
            </a:r>
          </a:p>
          <a:p>
            <a:pPr marL="0" indent="0">
              <a:buNone/>
            </a:pPr>
            <a:r>
              <a:rPr lang="en-US" dirty="0"/>
              <a:t>2. Rhythm: (Sound pattern achieved by using stress in words)</a:t>
            </a:r>
          </a:p>
          <a:p>
            <a:r>
              <a:rPr lang="en-US" dirty="0"/>
              <a:t>Rhythm refers to a pattern of sounds</a:t>
            </a:r>
          </a:p>
          <a:p>
            <a:pPr marL="0" indent="0">
              <a:buNone/>
            </a:pPr>
            <a:r>
              <a:rPr lang="en-US" dirty="0"/>
              <a:t>3. Intonation: (variation of pitch or loudness of the words in a sentence)</a:t>
            </a:r>
            <a:endParaRPr lang="en-IN" dirty="0"/>
          </a:p>
        </p:txBody>
      </p:sp>
    </p:spTree>
    <p:extLst>
      <p:ext uri="{BB962C8B-B14F-4D97-AF65-F5344CB8AC3E}">
        <p14:creationId xmlns:p14="http://schemas.microsoft.com/office/powerpoint/2010/main" val="16307756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450</TotalTime>
  <Words>744</Words>
  <Application>Microsoft Office PowerPoint</Application>
  <PresentationFormat>Widescreen</PresentationFormat>
  <Paragraphs>93</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Communicative English   Faculty – Dr. Kiran Magavi Department – Humanities and Social Sciences</vt:lpstr>
      <vt:lpstr>Topics of discussion </vt:lpstr>
      <vt:lpstr>Areas of focus </vt:lpstr>
      <vt:lpstr>Sounds </vt:lpstr>
      <vt:lpstr>Types of vowel sound </vt:lpstr>
      <vt:lpstr> Monophthongs or Pure vowels </vt:lpstr>
      <vt:lpstr>Diphthongs</vt:lpstr>
      <vt:lpstr> Diphthong Examples </vt:lpstr>
      <vt:lpstr> English Consonants </vt:lpstr>
      <vt:lpstr>PowerPoint Presentation</vt:lpstr>
      <vt:lpstr>Syllables </vt:lpstr>
      <vt:lpstr>Accent/Stress</vt:lpstr>
      <vt:lpstr>Word Accent</vt:lpstr>
      <vt:lpstr>Features of Word Accent</vt:lpstr>
      <vt:lpstr>The quality of speech depends 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kiraaan</dc:creator>
  <cp:lastModifiedBy>Rishi Magavi</cp:lastModifiedBy>
  <cp:revision>22</cp:revision>
  <dcterms:created xsi:type="dcterms:W3CDTF">2020-11-11T03:02:26Z</dcterms:created>
  <dcterms:modified xsi:type="dcterms:W3CDTF">2022-02-07T16:54:08Z</dcterms:modified>
</cp:coreProperties>
</file>