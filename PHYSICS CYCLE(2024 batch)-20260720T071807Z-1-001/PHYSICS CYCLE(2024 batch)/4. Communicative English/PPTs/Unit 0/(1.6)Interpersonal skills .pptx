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" roundtripDataSignature="AMtx7miPe3btJphPriQgeMEmh5kxYnwy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158099b9c2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158099b9c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715617"/>
            <a:ext cx="9144000" cy="2177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br>
              <a:rPr b="0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Communicative English  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Faculty – Dr. Kiran Magavi</a:t>
            </a:r>
            <a:b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– Humanities and Social Sciences</a:t>
            </a:r>
            <a:r>
              <a:rPr lang="en-US" sz="5400"/>
              <a:t>  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Interpersonal skills / communication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Interpersonal Communication Skills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Strong interpersonal skills are important because most jobs/situations  require you to effectively interact with other people.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skills are now vital for success in the workplace.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Interpersonal communication is the interaction and exchange of information between two or more people. This can be verbal and/or non-verbal communication.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58099b9c2_2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1158099b9c2_2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Verbal communication and interpersonal skills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Verbal communication skills are important for the majority of occupations because they help you interact effectively and build rapport.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Tailor your speech to the audience by, for example, avoiding technical terminology.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Ask questions to show your interest in what is being said.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Match what you're saying with your voice and your body language.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Reflect on what someone has said by summarizing and paraphrasing.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Actively listening.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Active listening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listening is listening beyond the words being spoken - understanding the message being communicated.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During conversations, a lot of the time the "listener" is thinking about how they're going to respond rather than concentrating on what the speaker is saying.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really listening you can provide a more thoughtful answer that takes the speaker's thoughts and opinions into account.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will help people around you understand that you value and appreciate them.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Tips to improve active listening skills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Pay attention - give the speaker your complete attention rather than thinking about your response.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Show the speaker that you're listening and that you're interested - body language is especially helpful for this.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Clarify your understanding - you need to ensure that you understand what the speaker is saying without your judgments and beliefs getting in the way so ensure you reflect and ask questions.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Don't interrupt or redirect the conversation.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Provide a suitable response that is honest but polite.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Body language and interpersonal skills 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impression others form of you is roughly split by: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Body (visuals) 55%, Voice (sound) 38%, Words (content) 7%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 body language is significantly used to understand what is being said.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 communicating with others your aim is to display open body language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Closed body language should be avoided as you may be perceived as uninterested or even untrustworthy.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Openness and Interpersonal skills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Don't just speak with people who have similar views to your own, you should also speak to those who have opposing opinions.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Show an interest in what they say with the aim of understanding how they think.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will help with your own development as it challenges you and people will admire you for this because it shows a willingness to learn from others even if you are in disagreement.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Negotiation skills and Interpersonal relations </a:t>
            </a:r>
            <a:endParaRPr/>
          </a:p>
        </p:txBody>
      </p:sp>
      <p:sp>
        <p:nvSpPr>
          <p:cNvPr id="133" name="Google Shape;13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Negotiation is important in a variety of situations, for example, you may need it to resolve a conflict or create a contract.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You must be able to come to mutual agreements that keep everyone satisfied even if there is compromise.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Being able to negotiate leads to respect and people will trust you as they know you look out for everyone's best interests.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>
            <p:ph type="title"/>
          </p:nvPr>
        </p:nvSpPr>
        <p:spPr>
          <a:xfrm>
            <a:off x="838200" y="365125"/>
            <a:ext cx="10515600" cy="668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Decision making and problem-solving skills</a:t>
            </a:r>
            <a:endParaRPr/>
          </a:p>
        </p:txBody>
      </p:sp>
      <p:sp>
        <p:nvSpPr>
          <p:cNvPr id="139" name="Google Shape;139;p9"/>
          <p:cNvSpPr txBox="1"/>
          <p:nvPr>
            <p:ph idx="1" type="body"/>
          </p:nvPr>
        </p:nvSpPr>
        <p:spPr>
          <a:xfrm>
            <a:off x="838200" y="1179443"/>
            <a:ext cx="10515600" cy="499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jobs esp. nowadays have elements of problem-solving - this is where you think of solutions to deal with a problem.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type of creative thinking can help maintain harmony within a team.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general structure to problem-solving is: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Identifying the problem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Exploring all of the solutions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Deciding on which solution to implement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Implementing the solution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Reviewing the outcome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/>
          <p:nvPr>
            <p:ph type="title"/>
          </p:nvPr>
        </p:nvSpPr>
        <p:spPr>
          <a:xfrm>
            <a:off x="838200" y="365125"/>
            <a:ext cx="10515600" cy="642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Conflict resolution – a tool for IP communication </a:t>
            </a:r>
            <a:endParaRPr/>
          </a:p>
        </p:txBody>
      </p:sp>
      <p:sp>
        <p:nvSpPr>
          <p:cNvPr id="145" name="Google Shape;145;p10"/>
          <p:cNvSpPr txBox="1"/>
          <p:nvPr>
            <p:ph idx="1" type="body"/>
          </p:nvPr>
        </p:nvSpPr>
        <p:spPr>
          <a:xfrm>
            <a:off x="838200" y="1258957"/>
            <a:ext cx="10515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It's likely that you'll need to resolve a conflict at some point.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Active listening and problem-solving are useful for this as you'll need to hear from all sides objectively and you'll need to come to a positive resolution.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Resolving conflict is not always a negative experience - it can be very constructive and provide you with an understanding of underlying problems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forming a plan with those involved, you can help them move forward and manage their difficulties.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They may have never experienced this constructive help before your mediation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838199" y="365126"/>
            <a:ext cx="10823713" cy="642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Assertiveness &amp; Interpersonal communications </a:t>
            </a:r>
            <a:endParaRPr/>
          </a:p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838200" y="1179444"/>
            <a:ext cx="10515600" cy="55394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Assertiveness is when you confidently express your needs and opinions in a fair, honest and calm way whilst considering the needs and views of other people.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People are more likely to like and respect you if you're assertive in your communication rather than passive or aggressive.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r>
              <a:rPr lang="en-US">
                <a:solidFill>
                  <a:srgbClr val="FF0000"/>
                </a:solidFill>
              </a:rPr>
              <a:t>TIPS </a:t>
            </a:r>
            <a:r>
              <a:rPr lang="en-US"/>
              <a:t>-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Tell the other person how you feel.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Listen to what the other person says and empathize.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Speak at a normal conversational volume.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Maintain eye contact.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Avoid words that exaggerate, such as, "always" and never".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 facts rather than judgements.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Positive attitude</a:t>
            </a:r>
            <a:endParaRPr/>
          </a:p>
        </p:txBody>
      </p:sp>
      <p:sp>
        <p:nvSpPr>
          <p:cNvPr id="157" name="Google Shape;15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People want to be around others that are friendly and have a positive outlook even when the company may be in a difficult situation.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 don't have to be incredibly sociable but you must develop some type of positive rapport with your team so that the workplace is pleasant for everybody.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Teamwork</a:t>
            </a:r>
            <a:endParaRPr/>
          </a:p>
        </p:txBody>
      </p:sp>
      <p:sp>
        <p:nvSpPr>
          <p:cNvPr id="163" name="Google Shape;163;p13"/>
          <p:cNvSpPr txBox="1"/>
          <p:nvPr>
            <p:ph idx="1" type="body"/>
          </p:nvPr>
        </p:nvSpPr>
        <p:spPr>
          <a:xfrm>
            <a:off x="838200" y="1690688"/>
            <a:ext cx="10515600" cy="4670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work and  function effectively people must work well together in order to achieve a common goal.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people struggle with teamwork because they believe that they know how to do the job better than anyone else and they do not trust others to do their roles.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can create conflict and hurt the overall effectiveness of the team.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this is something you find difficult assist your colleagues whenever you can and ask your colleagues for their opinions and ideas - be enthusiastic when colleagues offer their own ideas.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4"/>
          <p:cNvSpPr txBox="1"/>
          <p:nvPr>
            <p:ph type="title"/>
          </p:nvPr>
        </p:nvSpPr>
        <p:spPr>
          <a:xfrm>
            <a:off x="838200" y="365126"/>
            <a:ext cx="10515600" cy="5095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Empathy</a:t>
            </a:r>
            <a:endParaRPr/>
          </a:p>
        </p:txBody>
      </p:sp>
      <p:sp>
        <p:nvSpPr>
          <p:cNvPr id="169" name="Google Shape;169;p14"/>
          <p:cNvSpPr txBox="1"/>
          <p:nvPr>
            <p:ph idx="1" type="body"/>
          </p:nvPr>
        </p:nvSpPr>
        <p:spPr>
          <a:xfrm>
            <a:off x="838200" y="980660"/>
            <a:ext cx="10515600" cy="551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 be empathetic means that you are able to identify and understand others' emotions i.e. imagining yourself in someone else's position.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Being empathetic shows your team that you care.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would be more favorable for the manager to be understanding and agree on a plan.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Employees and colleagues will respect and trust you more if you empathize with them and express compassion.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Also, understanding how people feel will help you communicate your thoughts and ideas in a way that makes sense to others and it helps you understand others when they communicate.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 summary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Your performance will improve if you develop your interpersonal skills because you will be more of a cohesive member of a team, group and institution.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Further in your career, It's also likely that your job satisfaction will increase because you will form stronger relationships with your colleagues.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By becoming more aware of how you interact with others and by practicing you can improve your interpersonal communication skills.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2020-11-11T03:02:26Z</dcterms:created>
  <dc:creator>kiraaan</dc:creator>
</cp:coreProperties>
</file>