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5" r:id="rId18"/>
    <p:sldId id="276" r:id="rId19"/>
    <p:sldId id="277" r:id="rId20"/>
    <p:sldId id="278" r:id="rId21"/>
    <p:sldId id="279" r:id="rId22"/>
    <p:sldId id="280" r:id="rId23"/>
    <p:sldId id="281" r:id="rId24"/>
    <p:sldId id="362" r:id="rId25"/>
    <p:sldId id="363"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300" r:id="rId40"/>
    <p:sldId id="301" r:id="rId41"/>
    <p:sldId id="302" r:id="rId42"/>
    <p:sldId id="303" r:id="rId43"/>
    <p:sldId id="304" r:id="rId44"/>
    <p:sldId id="305" r:id="rId45"/>
    <p:sldId id="306" r:id="rId46"/>
    <p:sldId id="307" r:id="rId47"/>
    <p:sldId id="364"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66" r:id="rId78"/>
    <p:sldId id="365" r:id="rId79"/>
    <p:sldId id="339" r:id="rId80"/>
    <p:sldId id="344"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358" r:id="rId94"/>
    <p:sldId id="359" r:id="rId95"/>
    <p:sldId id="360" r:id="rId96"/>
    <p:sldId id="361" r:id="rId97"/>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531"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1">
                <a:solidFill>
                  <a:srgbClr val="3F3F3F"/>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rgbClr val="3F3F3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58368" y="1595627"/>
            <a:ext cx="8778240" cy="21590"/>
          </a:xfrm>
          <a:custGeom>
            <a:avLst/>
            <a:gdLst/>
            <a:ahLst/>
            <a:cxnLst/>
            <a:rect l="l" t="t" r="r" b="b"/>
            <a:pathLst>
              <a:path w="8778240" h="21590">
                <a:moveTo>
                  <a:pt x="8778239" y="0"/>
                </a:moveTo>
                <a:lnTo>
                  <a:pt x="0" y="7620"/>
                </a:lnTo>
                <a:lnTo>
                  <a:pt x="0" y="21336"/>
                </a:lnTo>
                <a:lnTo>
                  <a:pt x="8778239" y="12191"/>
                </a:lnTo>
                <a:lnTo>
                  <a:pt x="8778239" y="0"/>
                </a:lnTo>
                <a:close/>
              </a:path>
            </a:pathLst>
          </a:custGeom>
          <a:solidFill>
            <a:srgbClr val="7E7E7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295400" y="2666999"/>
            <a:ext cx="6249923" cy="1220724"/>
          </a:xfrm>
          <a:prstGeom prst="rect">
            <a:avLst/>
          </a:prstGeom>
        </p:spPr>
      </p:pic>
      <p:sp>
        <p:nvSpPr>
          <p:cNvPr id="18" name="bg object 18"/>
          <p:cNvSpPr/>
          <p:nvPr/>
        </p:nvSpPr>
        <p:spPr>
          <a:xfrm>
            <a:off x="4877327" y="1601309"/>
            <a:ext cx="4267835" cy="2286635"/>
          </a:xfrm>
          <a:custGeom>
            <a:avLst/>
            <a:gdLst/>
            <a:ahLst/>
            <a:cxnLst/>
            <a:rect l="l" t="t" r="r" b="b"/>
            <a:pathLst>
              <a:path w="4267834" h="2286635">
                <a:moveTo>
                  <a:pt x="2126379" y="0"/>
                </a:moveTo>
                <a:lnTo>
                  <a:pt x="2065586" y="207"/>
                </a:lnTo>
                <a:lnTo>
                  <a:pt x="1884704" y="3045"/>
                </a:lnTo>
                <a:lnTo>
                  <a:pt x="1706767" y="9136"/>
                </a:lnTo>
                <a:lnTo>
                  <a:pt x="1532676" y="18384"/>
                </a:lnTo>
                <a:lnTo>
                  <a:pt x="1363329" y="30695"/>
                </a:lnTo>
                <a:lnTo>
                  <a:pt x="1253510" y="40556"/>
                </a:lnTo>
                <a:lnTo>
                  <a:pt x="1146466" y="51709"/>
                </a:lnTo>
                <a:lnTo>
                  <a:pt x="1042463" y="64123"/>
                </a:lnTo>
                <a:lnTo>
                  <a:pt x="941768" y="77772"/>
                </a:lnTo>
                <a:lnTo>
                  <a:pt x="844646" y="92628"/>
                </a:lnTo>
                <a:lnTo>
                  <a:pt x="751365" y="108661"/>
                </a:lnTo>
                <a:lnTo>
                  <a:pt x="706248" y="117111"/>
                </a:lnTo>
                <a:lnTo>
                  <a:pt x="662191" y="125844"/>
                </a:lnTo>
                <a:lnTo>
                  <a:pt x="619227" y="134859"/>
                </a:lnTo>
                <a:lnTo>
                  <a:pt x="577390" y="144150"/>
                </a:lnTo>
                <a:lnTo>
                  <a:pt x="536713" y="153714"/>
                </a:lnTo>
                <a:lnTo>
                  <a:pt x="497229" y="163549"/>
                </a:lnTo>
                <a:lnTo>
                  <a:pt x="458971" y="173650"/>
                </a:lnTo>
                <a:lnTo>
                  <a:pt x="421974" y="184013"/>
                </a:lnTo>
                <a:lnTo>
                  <a:pt x="351892" y="205515"/>
                </a:lnTo>
                <a:lnTo>
                  <a:pt x="287248" y="228027"/>
                </a:lnTo>
                <a:lnTo>
                  <a:pt x="228310" y="251519"/>
                </a:lnTo>
                <a:lnTo>
                  <a:pt x="175345" y="275965"/>
                </a:lnTo>
                <a:lnTo>
                  <a:pt x="128617" y="301335"/>
                </a:lnTo>
                <a:lnTo>
                  <a:pt x="84039" y="330700"/>
                </a:lnTo>
                <a:lnTo>
                  <a:pt x="45715" y="363512"/>
                </a:lnTo>
                <a:lnTo>
                  <a:pt x="19108" y="396399"/>
                </a:lnTo>
                <a:lnTo>
                  <a:pt x="596" y="445624"/>
                </a:lnTo>
                <a:lnTo>
                  <a:pt x="0" y="461947"/>
                </a:lnTo>
                <a:lnTo>
                  <a:pt x="2136" y="478204"/>
                </a:lnTo>
                <a:lnTo>
                  <a:pt x="24617" y="526436"/>
                </a:lnTo>
                <a:lnTo>
                  <a:pt x="52668" y="558001"/>
                </a:lnTo>
                <a:lnTo>
                  <a:pt x="90864" y="588961"/>
                </a:lnTo>
                <a:lnTo>
                  <a:pt x="138945" y="619204"/>
                </a:lnTo>
                <a:lnTo>
                  <a:pt x="196647" y="648615"/>
                </a:lnTo>
                <a:lnTo>
                  <a:pt x="263710" y="677081"/>
                </a:lnTo>
                <a:lnTo>
                  <a:pt x="300669" y="690925"/>
                </a:lnTo>
                <a:lnTo>
                  <a:pt x="339870" y="704489"/>
                </a:lnTo>
                <a:lnTo>
                  <a:pt x="381280" y="717761"/>
                </a:lnTo>
                <a:lnTo>
                  <a:pt x="424867" y="730726"/>
                </a:lnTo>
                <a:lnTo>
                  <a:pt x="470597" y="743370"/>
                </a:lnTo>
                <a:lnTo>
                  <a:pt x="518438" y="755679"/>
                </a:lnTo>
                <a:lnTo>
                  <a:pt x="568356" y="767638"/>
                </a:lnTo>
                <a:lnTo>
                  <a:pt x="620321" y="779233"/>
                </a:lnTo>
                <a:lnTo>
                  <a:pt x="674297" y="790451"/>
                </a:lnTo>
                <a:lnTo>
                  <a:pt x="730254" y="801276"/>
                </a:lnTo>
                <a:lnTo>
                  <a:pt x="788158" y="811695"/>
                </a:lnTo>
                <a:lnTo>
                  <a:pt x="847976" y="821694"/>
                </a:lnTo>
                <a:lnTo>
                  <a:pt x="909676" y="831259"/>
                </a:lnTo>
                <a:lnTo>
                  <a:pt x="973225" y="840374"/>
                </a:lnTo>
                <a:lnTo>
                  <a:pt x="1038589" y="849027"/>
                </a:lnTo>
                <a:lnTo>
                  <a:pt x="1105738" y="857203"/>
                </a:lnTo>
                <a:lnTo>
                  <a:pt x="1174637" y="864887"/>
                </a:lnTo>
                <a:lnTo>
                  <a:pt x="1317556" y="878726"/>
                </a:lnTo>
                <a:lnTo>
                  <a:pt x="1467084" y="890430"/>
                </a:lnTo>
                <a:lnTo>
                  <a:pt x="1001756" y="2286414"/>
                </a:lnTo>
                <a:lnTo>
                  <a:pt x="1101091" y="2286414"/>
                </a:lnTo>
                <a:lnTo>
                  <a:pt x="2274804" y="913290"/>
                </a:lnTo>
                <a:lnTo>
                  <a:pt x="2410671" y="910437"/>
                </a:lnTo>
                <a:lnTo>
                  <a:pt x="2544227" y="905762"/>
                </a:lnTo>
                <a:lnTo>
                  <a:pt x="2675160" y="899320"/>
                </a:lnTo>
                <a:lnTo>
                  <a:pt x="2803160" y="891163"/>
                </a:lnTo>
                <a:lnTo>
                  <a:pt x="2927917" y="881346"/>
                </a:lnTo>
                <a:lnTo>
                  <a:pt x="3049119" y="869920"/>
                </a:lnTo>
                <a:lnTo>
                  <a:pt x="3166457" y="856940"/>
                </a:lnTo>
                <a:lnTo>
                  <a:pt x="3279620" y="842459"/>
                </a:lnTo>
                <a:lnTo>
                  <a:pt x="3388296" y="826531"/>
                </a:lnTo>
                <a:lnTo>
                  <a:pt x="3440855" y="818040"/>
                </a:lnTo>
                <a:lnTo>
                  <a:pt x="3492176" y="809207"/>
                </a:lnTo>
                <a:lnTo>
                  <a:pt x="3542220" y="800040"/>
                </a:lnTo>
                <a:lnTo>
                  <a:pt x="3590948" y="790543"/>
                </a:lnTo>
                <a:lnTo>
                  <a:pt x="3638322" y="780725"/>
                </a:lnTo>
                <a:lnTo>
                  <a:pt x="3684303" y="770591"/>
                </a:lnTo>
                <a:lnTo>
                  <a:pt x="3728851" y="760148"/>
                </a:lnTo>
                <a:lnTo>
                  <a:pt x="3771929" y="749404"/>
                </a:lnTo>
                <a:lnTo>
                  <a:pt x="3813497" y="738365"/>
                </a:lnTo>
                <a:lnTo>
                  <a:pt x="3853516" y="727036"/>
                </a:lnTo>
                <a:lnTo>
                  <a:pt x="3891948" y="715426"/>
                </a:lnTo>
                <a:lnTo>
                  <a:pt x="3928753" y="703541"/>
                </a:lnTo>
                <a:lnTo>
                  <a:pt x="3997330" y="678970"/>
                </a:lnTo>
                <a:lnTo>
                  <a:pt x="4058936" y="653379"/>
                </a:lnTo>
                <a:lnTo>
                  <a:pt x="4113260" y="626820"/>
                </a:lnTo>
                <a:lnTo>
                  <a:pt x="4159992" y="599346"/>
                </a:lnTo>
                <a:lnTo>
                  <a:pt x="4204273" y="566615"/>
                </a:lnTo>
                <a:lnTo>
                  <a:pt x="4236705" y="533751"/>
                </a:lnTo>
                <a:lnTo>
                  <a:pt x="4257551" y="500869"/>
                </a:lnTo>
                <a:lnTo>
                  <a:pt x="4267669" y="451757"/>
                </a:lnTo>
                <a:lnTo>
                  <a:pt x="4265532" y="435500"/>
                </a:lnTo>
                <a:lnTo>
                  <a:pt x="4243052" y="387268"/>
                </a:lnTo>
                <a:lnTo>
                  <a:pt x="4215001" y="355703"/>
                </a:lnTo>
                <a:lnTo>
                  <a:pt x="4176804" y="324743"/>
                </a:lnTo>
                <a:lnTo>
                  <a:pt x="4128724" y="294500"/>
                </a:lnTo>
                <a:lnTo>
                  <a:pt x="4071021" y="265089"/>
                </a:lnTo>
                <a:lnTo>
                  <a:pt x="4003959" y="236623"/>
                </a:lnTo>
                <a:lnTo>
                  <a:pt x="3967000" y="222779"/>
                </a:lnTo>
                <a:lnTo>
                  <a:pt x="3927798" y="209215"/>
                </a:lnTo>
                <a:lnTo>
                  <a:pt x="3886388" y="195943"/>
                </a:lnTo>
                <a:lnTo>
                  <a:pt x="3842802" y="182978"/>
                </a:lnTo>
                <a:lnTo>
                  <a:pt x="3797072" y="170334"/>
                </a:lnTo>
                <a:lnTo>
                  <a:pt x="3749231" y="158025"/>
                </a:lnTo>
                <a:lnTo>
                  <a:pt x="3699312" y="146066"/>
                </a:lnTo>
                <a:lnTo>
                  <a:pt x="3647348" y="134471"/>
                </a:lnTo>
                <a:lnTo>
                  <a:pt x="3593371" y="123253"/>
                </a:lnTo>
                <a:lnTo>
                  <a:pt x="3537414" y="112428"/>
                </a:lnTo>
                <a:lnTo>
                  <a:pt x="3479511" y="102009"/>
                </a:lnTo>
                <a:lnTo>
                  <a:pt x="3419692" y="92010"/>
                </a:lnTo>
                <a:lnTo>
                  <a:pt x="3357993" y="82446"/>
                </a:lnTo>
                <a:lnTo>
                  <a:pt x="3294444" y="73330"/>
                </a:lnTo>
                <a:lnTo>
                  <a:pt x="3229079" y="64677"/>
                </a:lnTo>
                <a:lnTo>
                  <a:pt x="3161931" y="56501"/>
                </a:lnTo>
                <a:lnTo>
                  <a:pt x="3022415" y="41638"/>
                </a:lnTo>
                <a:lnTo>
                  <a:pt x="2876158" y="28852"/>
                </a:lnTo>
                <a:lnTo>
                  <a:pt x="2739488" y="19158"/>
                </a:lnTo>
                <a:lnTo>
                  <a:pt x="2616913" y="12154"/>
                </a:lnTo>
                <a:lnTo>
                  <a:pt x="2432589" y="4666"/>
                </a:lnTo>
                <a:lnTo>
                  <a:pt x="2248514" y="715"/>
                </a:lnTo>
                <a:lnTo>
                  <a:pt x="2126379" y="0"/>
                </a:lnTo>
                <a:close/>
              </a:path>
            </a:pathLst>
          </a:custGeom>
          <a:solidFill>
            <a:srgbClr val="1CACE4"/>
          </a:solidFill>
        </p:spPr>
        <p:txBody>
          <a:bodyPr wrap="square" lIns="0" tIns="0" rIns="0" bIns="0" rtlCol="0"/>
          <a:lstStyle/>
          <a:p>
            <a:endParaRPr/>
          </a:p>
        </p:txBody>
      </p:sp>
      <p:sp>
        <p:nvSpPr>
          <p:cNvPr id="19" name="bg object 19"/>
          <p:cNvSpPr/>
          <p:nvPr/>
        </p:nvSpPr>
        <p:spPr>
          <a:xfrm>
            <a:off x="4869179" y="1601723"/>
            <a:ext cx="4284345" cy="2286000"/>
          </a:xfrm>
          <a:custGeom>
            <a:avLst/>
            <a:gdLst/>
            <a:ahLst/>
            <a:cxnLst/>
            <a:rect l="l" t="t" r="r" b="b"/>
            <a:pathLst>
              <a:path w="4284345" h="2286000">
                <a:moveTo>
                  <a:pt x="1467611" y="889000"/>
                </a:moveTo>
                <a:lnTo>
                  <a:pt x="1001775" y="2286000"/>
                </a:lnTo>
                <a:lnTo>
                  <a:pt x="1018539" y="2286000"/>
                </a:lnTo>
                <a:lnTo>
                  <a:pt x="1482851" y="901700"/>
                </a:lnTo>
                <a:lnTo>
                  <a:pt x="1473707" y="901700"/>
                </a:lnTo>
                <a:lnTo>
                  <a:pt x="1467611" y="889000"/>
                </a:lnTo>
                <a:close/>
              </a:path>
              <a:path w="4284345" h="2286000">
                <a:moveTo>
                  <a:pt x="2601467" y="914400"/>
                </a:moveTo>
                <a:lnTo>
                  <a:pt x="2276855" y="914400"/>
                </a:lnTo>
                <a:lnTo>
                  <a:pt x="1099079" y="2286000"/>
                </a:lnTo>
                <a:lnTo>
                  <a:pt x="1120381" y="2286000"/>
                </a:lnTo>
                <a:lnTo>
                  <a:pt x="2289047" y="927100"/>
                </a:lnTo>
                <a:lnTo>
                  <a:pt x="2444495" y="927100"/>
                </a:lnTo>
                <a:lnTo>
                  <a:pt x="2601467" y="914400"/>
                </a:lnTo>
                <a:close/>
              </a:path>
              <a:path w="4284345" h="2286000">
                <a:moveTo>
                  <a:pt x="2598419" y="12700"/>
                </a:moveTo>
                <a:lnTo>
                  <a:pt x="2386583" y="12700"/>
                </a:lnTo>
                <a:lnTo>
                  <a:pt x="2808731" y="38100"/>
                </a:lnTo>
                <a:lnTo>
                  <a:pt x="2912363" y="50800"/>
                </a:lnTo>
                <a:lnTo>
                  <a:pt x="3012947" y="50800"/>
                </a:lnTo>
                <a:lnTo>
                  <a:pt x="3203447" y="76200"/>
                </a:lnTo>
                <a:lnTo>
                  <a:pt x="3464051" y="114300"/>
                </a:lnTo>
                <a:lnTo>
                  <a:pt x="3621023" y="139700"/>
                </a:lnTo>
                <a:lnTo>
                  <a:pt x="3692651" y="152400"/>
                </a:lnTo>
                <a:lnTo>
                  <a:pt x="3761231" y="177800"/>
                </a:lnTo>
                <a:lnTo>
                  <a:pt x="3826763" y="190500"/>
                </a:lnTo>
                <a:lnTo>
                  <a:pt x="3887723" y="203200"/>
                </a:lnTo>
                <a:lnTo>
                  <a:pt x="3944111" y="228600"/>
                </a:lnTo>
                <a:lnTo>
                  <a:pt x="3995927" y="241300"/>
                </a:lnTo>
                <a:lnTo>
                  <a:pt x="4043171" y="266700"/>
                </a:lnTo>
                <a:lnTo>
                  <a:pt x="4087367" y="279400"/>
                </a:lnTo>
                <a:lnTo>
                  <a:pt x="4126991" y="304800"/>
                </a:lnTo>
                <a:lnTo>
                  <a:pt x="4160519" y="330200"/>
                </a:lnTo>
                <a:lnTo>
                  <a:pt x="4190999" y="342900"/>
                </a:lnTo>
                <a:lnTo>
                  <a:pt x="4215383" y="368300"/>
                </a:lnTo>
                <a:lnTo>
                  <a:pt x="4236719" y="393700"/>
                </a:lnTo>
                <a:lnTo>
                  <a:pt x="4251959" y="406400"/>
                </a:lnTo>
                <a:lnTo>
                  <a:pt x="4250435" y="406400"/>
                </a:lnTo>
                <a:lnTo>
                  <a:pt x="4262627" y="431800"/>
                </a:lnTo>
                <a:lnTo>
                  <a:pt x="4261103" y="431800"/>
                </a:lnTo>
                <a:lnTo>
                  <a:pt x="4267199" y="444500"/>
                </a:lnTo>
                <a:lnTo>
                  <a:pt x="4268723" y="469900"/>
                </a:lnTo>
                <a:lnTo>
                  <a:pt x="4264151" y="495300"/>
                </a:lnTo>
                <a:lnTo>
                  <a:pt x="4255007" y="508000"/>
                </a:lnTo>
                <a:lnTo>
                  <a:pt x="4239767" y="533400"/>
                </a:lnTo>
                <a:lnTo>
                  <a:pt x="4241291" y="533400"/>
                </a:lnTo>
                <a:lnTo>
                  <a:pt x="4219955" y="558800"/>
                </a:lnTo>
                <a:lnTo>
                  <a:pt x="4195571" y="584200"/>
                </a:lnTo>
                <a:lnTo>
                  <a:pt x="4163567" y="596900"/>
                </a:lnTo>
                <a:lnTo>
                  <a:pt x="4137659" y="622300"/>
                </a:lnTo>
                <a:lnTo>
                  <a:pt x="4108703" y="635000"/>
                </a:lnTo>
                <a:lnTo>
                  <a:pt x="4076699" y="647700"/>
                </a:lnTo>
                <a:lnTo>
                  <a:pt x="4041647" y="660400"/>
                </a:lnTo>
                <a:lnTo>
                  <a:pt x="4005071" y="673100"/>
                </a:lnTo>
                <a:lnTo>
                  <a:pt x="3965447" y="698500"/>
                </a:lnTo>
                <a:lnTo>
                  <a:pt x="3922775" y="711200"/>
                </a:lnTo>
                <a:lnTo>
                  <a:pt x="3832859" y="736600"/>
                </a:lnTo>
                <a:lnTo>
                  <a:pt x="3732275" y="762000"/>
                </a:lnTo>
                <a:lnTo>
                  <a:pt x="3567683" y="800100"/>
                </a:lnTo>
                <a:lnTo>
                  <a:pt x="3508247" y="812800"/>
                </a:lnTo>
                <a:lnTo>
                  <a:pt x="3447287" y="812800"/>
                </a:lnTo>
                <a:lnTo>
                  <a:pt x="3255263" y="850900"/>
                </a:lnTo>
                <a:lnTo>
                  <a:pt x="3188207" y="850900"/>
                </a:lnTo>
                <a:lnTo>
                  <a:pt x="2601467" y="901700"/>
                </a:lnTo>
                <a:lnTo>
                  <a:pt x="2442971" y="901700"/>
                </a:lnTo>
                <a:lnTo>
                  <a:pt x="2282951" y="914400"/>
                </a:lnTo>
                <a:lnTo>
                  <a:pt x="2755391" y="914400"/>
                </a:lnTo>
                <a:lnTo>
                  <a:pt x="3051047" y="889000"/>
                </a:lnTo>
                <a:lnTo>
                  <a:pt x="3189731" y="863600"/>
                </a:lnTo>
                <a:lnTo>
                  <a:pt x="3256787" y="863600"/>
                </a:lnTo>
                <a:lnTo>
                  <a:pt x="3387851" y="838200"/>
                </a:lnTo>
                <a:lnTo>
                  <a:pt x="3450335" y="838200"/>
                </a:lnTo>
                <a:lnTo>
                  <a:pt x="3570731" y="812800"/>
                </a:lnTo>
                <a:lnTo>
                  <a:pt x="3683507" y="787400"/>
                </a:lnTo>
                <a:lnTo>
                  <a:pt x="3736847" y="774700"/>
                </a:lnTo>
                <a:lnTo>
                  <a:pt x="3835907" y="749300"/>
                </a:lnTo>
                <a:lnTo>
                  <a:pt x="3928871" y="723900"/>
                </a:lnTo>
                <a:lnTo>
                  <a:pt x="4011167" y="698500"/>
                </a:lnTo>
                <a:lnTo>
                  <a:pt x="4047743" y="673100"/>
                </a:lnTo>
                <a:lnTo>
                  <a:pt x="4082795" y="660400"/>
                </a:lnTo>
                <a:lnTo>
                  <a:pt x="4116323" y="647700"/>
                </a:lnTo>
                <a:lnTo>
                  <a:pt x="4145279" y="635000"/>
                </a:lnTo>
                <a:lnTo>
                  <a:pt x="4172711" y="609600"/>
                </a:lnTo>
                <a:lnTo>
                  <a:pt x="4206239" y="584200"/>
                </a:lnTo>
                <a:lnTo>
                  <a:pt x="4253483" y="546100"/>
                </a:lnTo>
                <a:lnTo>
                  <a:pt x="4279391" y="495300"/>
                </a:lnTo>
                <a:lnTo>
                  <a:pt x="4283963" y="469900"/>
                </a:lnTo>
                <a:lnTo>
                  <a:pt x="4282439" y="444500"/>
                </a:lnTo>
                <a:lnTo>
                  <a:pt x="4276343" y="419100"/>
                </a:lnTo>
                <a:lnTo>
                  <a:pt x="4265675" y="393700"/>
                </a:lnTo>
                <a:lnTo>
                  <a:pt x="4264151" y="393700"/>
                </a:lnTo>
                <a:lnTo>
                  <a:pt x="4247387" y="381000"/>
                </a:lnTo>
                <a:lnTo>
                  <a:pt x="4226051" y="355600"/>
                </a:lnTo>
                <a:lnTo>
                  <a:pt x="4200143" y="330200"/>
                </a:lnTo>
                <a:lnTo>
                  <a:pt x="4169663" y="317500"/>
                </a:lnTo>
                <a:lnTo>
                  <a:pt x="4134611" y="292100"/>
                </a:lnTo>
                <a:lnTo>
                  <a:pt x="4093463" y="266700"/>
                </a:lnTo>
                <a:lnTo>
                  <a:pt x="4049267" y="254000"/>
                </a:lnTo>
                <a:lnTo>
                  <a:pt x="4000499" y="228600"/>
                </a:lnTo>
                <a:lnTo>
                  <a:pt x="3948683" y="215900"/>
                </a:lnTo>
                <a:lnTo>
                  <a:pt x="3890771" y="190500"/>
                </a:lnTo>
                <a:lnTo>
                  <a:pt x="3829811" y="177800"/>
                </a:lnTo>
                <a:lnTo>
                  <a:pt x="3765803" y="152400"/>
                </a:lnTo>
                <a:lnTo>
                  <a:pt x="3697223" y="139700"/>
                </a:lnTo>
                <a:lnTo>
                  <a:pt x="3547871" y="114300"/>
                </a:lnTo>
                <a:lnTo>
                  <a:pt x="3296411" y="76200"/>
                </a:lnTo>
                <a:lnTo>
                  <a:pt x="2913887" y="25400"/>
                </a:lnTo>
                <a:lnTo>
                  <a:pt x="2810255" y="25400"/>
                </a:lnTo>
                <a:lnTo>
                  <a:pt x="2598419" y="12700"/>
                </a:lnTo>
                <a:close/>
              </a:path>
              <a:path w="4284345" h="2286000">
                <a:moveTo>
                  <a:pt x="32003" y="520700"/>
                </a:moveTo>
                <a:lnTo>
                  <a:pt x="19812" y="520700"/>
                </a:lnTo>
                <a:lnTo>
                  <a:pt x="19812" y="533400"/>
                </a:lnTo>
                <a:lnTo>
                  <a:pt x="36575" y="546100"/>
                </a:lnTo>
                <a:lnTo>
                  <a:pt x="57912" y="571500"/>
                </a:lnTo>
                <a:lnTo>
                  <a:pt x="83820" y="596900"/>
                </a:lnTo>
                <a:lnTo>
                  <a:pt x="114300" y="609600"/>
                </a:lnTo>
                <a:lnTo>
                  <a:pt x="149351" y="635000"/>
                </a:lnTo>
                <a:lnTo>
                  <a:pt x="190500" y="660400"/>
                </a:lnTo>
                <a:lnTo>
                  <a:pt x="234696" y="673100"/>
                </a:lnTo>
                <a:lnTo>
                  <a:pt x="283463" y="698500"/>
                </a:lnTo>
                <a:lnTo>
                  <a:pt x="335279" y="711200"/>
                </a:lnTo>
                <a:lnTo>
                  <a:pt x="393191" y="736600"/>
                </a:lnTo>
                <a:lnTo>
                  <a:pt x="454151" y="749300"/>
                </a:lnTo>
                <a:lnTo>
                  <a:pt x="518160" y="774700"/>
                </a:lnTo>
                <a:lnTo>
                  <a:pt x="586739" y="787400"/>
                </a:lnTo>
                <a:lnTo>
                  <a:pt x="736091" y="812800"/>
                </a:lnTo>
                <a:lnTo>
                  <a:pt x="987551" y="850900"/>
                </a:lnTo>
                <a:lnTo>
                  <a:pt x="1370075" y="901700"/>
                </a:lnTo>
                <a:lnTo>
                  <a:pt x="1463377" y="901700"/>
                </a:lnTo>
                <a:lnTo>
                  <a:pt x="1467611" y="889000"/>
                </a:lnTo>
                <a:lnTo>
                  <a:pt x="1475231" y="889000"/>
                </a:lnTo>
                <a:lnTo>
                  <a:pt x="1371599" y="876300"/>
                </a:lnTo>
                <a:lnTo>
                  <a:pt x="1271015" y="876300"/>
                </a:lnTo>
                <a:lnTo>
                  <a:pt x="990599" y="838200"/>
                </a:lnTo>
                <a:lnTo>
                  <a:pt x="739139" y="800100"/>
                </a:lnTo>
                <a:lnTo>
                  <a:pt x="662939" y="787400"/>
                </a:lnTo>
                <a:lnTo>
                  <a:pt x="591311" y="774700"/>
                </a:lnTo>
                <a:lnTo>
                  <a:pt x="522732" y="749300"/>
                </a:lnTo>
                <a:lnTo>
                  <a:pt x="457200" y="736600"/>
                </a:lnTo>
                <a:lnTo>
                  <a:pt x="396239" y="723900"/>
                </a:lnTo>
                <a:lnTo>
                  <a:pt x="339851" y="698500"/>
                </a:lnTo>
                <a:lnTo>
                  <a:pt x="288036" y="685800"/>
                </a:lnTo>
                <a:lnTo>
                  <a:pt x="240791" y="660400"/>
                </a:lnTo>
                <a:lnTo>
                  <a:pt x="196596" y="647700"/>
                </a:lnTo>
                <a:lnTo>
                  <a:pt x="156972" y="622300"/>
                </a:lnTo>
                <a:lnTo>
                  <a:pt x="123444" y="596900"/>
                </a:lnTo>
                <a:lnTo>
                  <a:pt x="92963" y="584200"/>
                </a:lnTo>
                <a:lnTo>
                  <a:pt x="68579" y="558800"/>
                </a:lnTo>
                <a:lnTo>
                  <a:pt x="47244" y="533400"/>
                </a:lnTo>
                <a:lnTo>
                  <a:pt x="32003" y="520700"/>
                </a:lnTo>
                <a:close/>
              </a:path>
              <a:path w="4284345" h="2286000">
                <a:moveTo>
                  <a:pt x="1482851" y="889000"/>
                </a:moveTo>
                <a:lnTo>
                  <a:pt x="1467611" y="889000"/>
                </a:lnTo>
                <a:lnTo>
                  <a:pt x="1473707" y="901700"/>
                </a:lnTo>
                <a:lnTo>
                  <a:pt x="1482851" y="901700"/>
                </a:lnTo>
                <a:lnTo>
                  <a:pt x="1482851" y="889000"/>
                </a:lnTo>
                <a:close/>
              </a:path>
              <a:path w="4284345" h="2286000">
                <a:moveTo>
                  <a:pt x="1274063" y="50800"/>
                </a:moveTo>
                <a:lnTo>
                  <a:pt x="1089659" y="50800"/>
                </a:lnTo>
                <a:lnTo>
                  <a:pt x="752855" y="101600"/>
                </a:lnTo>
                <a:lnTo>
                  <a:pt x="676655" y="127000"/>
                </a:lnTo>
                <a:lnTo>
                  <a:pt x="531875" y="152400"/>
                </a:lnTo>
                <a:lnTo>
                  <a:pt x="466344" y="165100"/>
                </a:lnTo>
                <a:lnTo>
                  <a:pt x="402336" y="190500"/>
                </a:lnTo>
                <a:lnTo>
                  <a:pt x="342900" y="203200"/>
                </a:lnTo>
                <a:lnTo>
                  <a:pt x="288036" y="228600"/>
                </a:lnTo>
                <a:lnTo>
                  <a:pt x="237744" y="254000"/>
                </a:lnTo>
                <a:lnTo>
                  <a:pt x="190500" y="266700"/>
                </a:lnTo>
                <a:lnTo>
                  <a:pt x="147827" y="292100"/>
                </a:lnTo>
                <a:lnTo>
                  <a:pt x="111251" y="317500"/>
                </a:lnTo>
                <a:lnTo>
                  <a:pt x="77724" y="342900"/>
                </a:lnTo>
                <a:lnTo>
                  <a:pt x="51815" y="355600"/>
                </a:lnTo>
                <a:lnTo>
                  <a:pt x="30479" y="381000"/>
                </a:lnTo>
                <a:lnTo>
                  <a:pt x="15239" y="406400"/>
                </a:lnTo>
                <a:lnTo>
                  <a:pt x="4572" y="431800"/>
                </a:lnTo>
                <a:lnTo>
                  <a:pt x="0" y="457200"/>
                </a:lnTo>
                <a:lnTo>
                  <a:pt x="1524" y="482600"/>
                </a:lnTo>
                <a:lnTo>
                  <a:pt x="7620" y="508000"/>
                </a:lnTo>
                <a:lnTo>
                  <a:pt x="18287" y="520700"/>
                </a:lnTo>
                <a:lnTo>
                  <a:pt x="33527" y="520700"/>
                </a:lnTo>
                <a:lnTo>
                  <a:pt x="21336" y="495300"/>
                </a:lnTo>
                <a:lnTo>
                  <a:pt x="22860" y="495300"/>
                </a:lnTo>
                <a:lnTo>
                  <a:pt x="19812" y="482600"/>
                </a:lnTo>
                <a:lnTo>
                  <a:pt x="16763" y="482600"/>
                </a:lnTo>
                <a:lnTo>
                  <a:pt x="15239" y="457200"/>
                </a:lnTo>
                <a:lnTo>
                  <a:pt x="19812" y="431800"/>
                </a:lnTo>
                <a:lnTo>
                  <a:pt x="28955" y="419100"/>
                </a:lnTo>
                <a:lnTo>
                  <a:pt x="44196" y="393700"/>
                </a:lnTo>
                <a:lnTo>
                  <a:pt x="42672" y="393700"/>
                </a:lnTo>
                <a:lnTo>
                  <a:pt x="64008" y="368300"/>
                </a:lnTo>
                <a:lnTo>
                  <a:pt x="88391" y="342900"/>
                </a:lnTo>
                <a:lnTo>
                  <a:pt x="120396" y="330200"/>
                </a:lnTo>
                <a:lnTo>
                  <a:pt x="156972" y="304800"/>
                </a:lnTo>
                <a:lnTo>
                  <a:pt x="198120" y="279400"/>
                </a:lnTo>
                <a:lnTo>
                  <a:pt x="243839" y="266700"/>
                </a:lnTo>
                <a:lnTo>
                  <a:pt x="294132" y="241300"/>
                </a:lnTo>
                <a:lnTo>
                  <a:pt x="348996" y="228600"/>
                </a:lnTo>
                <a:lnTo>
                  <a:pt x="406908" y="203200"/>
                </a:lnTo>
                <a:lnTo>
                  <a:pt x="469391" y="190500"/>
                </a:lnTo>
                <a:lnTo>
                  <a:pt x="536447" y="165100"/>
                </a:lnTo>
                <a:lnTo>
                  <a:pt x="679703" y="139700"/>
                </a:lnTo>
                <a:lnTo>
                  <a:pt x="918971" y="101600"/>
                </a:lnTo>
                <a:lnTo>
                  <a:pt x="1274063" y="50800"/>
                </a:lnTo>
                <a:close/>
              </a:path>
              <a:path w="4284345" h="2286000">
                <a:moveTo>
                  <a:pt x="16763" y="469900"/>
                </a:moveTo>
                <a:lnTo>
                  <a:pt x="16763" y="482600"/>
                </a:lnTo>
                <a:lnTo>
                  <a:pt x="19812" y="482600"/>
                </a:lnTo>
                <a:lnTo>
                  <a:pt x="16763" y="469900"/>
                </a:lnTo>
                <a:close/>
              </a:path>
              <a:path w="4284345" h="2286000">
                <a:moveTo>
                  <a:pt x="1562099" y="25400"/>
                </a:moveTo>
                <a:lnTo>
                  <a:pt x="1367027" y="25400"/>
                </a:lnTo>
                <a:lnTo>
                  <a:pt x="1179575" y="50800"/>
                </a:lnTo>
                <a:lnTo>
                  <a:pt x="1368551" y="50800"/>
                </a:lnTo>
                <a:lnTo>
                  <a:pt x="1562099" y="25400"/>
                </a:lnTo>
                <a:close/>
              </a:path>
              <a:path w="4284345" h="2286000">
                <a:moveTo>
                  <a:pt x="2388107" y="0"/>
                </a:moveTo>
                <a:lnTo>
                  <a:pt x="1761743" y="0"/>
                </a:lnTo>
                <a:lnTo>
                  <a:pt x="1562099" y="12700"/>
                </a:lnTo>
                <a:lnTo>
                  <a:pt x="1463039" y="25400"/>
                </a:lnTo>
                <a:lnTo>
                  <a:pt x="1763267" y="25400"/>
                </a:lnTo>
                <a:lnTo>
                  <a:pt x="1969007" y="12700"/>
                </a:lnTo>
                <a:lnTo>
                  <a:pt x="2598419" y="12700"/>
                </a:lnTo>
                <a:lnTo>
                  <a:pt x="2388107" y="0"/>
                </a:lnTo>
                <a:close/>
              </a:path>
            </a:pathLst>
          </a:custGeom>
          <a:solidFill>
            <a:srgbClr val="117EA7"/>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1" i="1">
                <a:solidFill>
                  <a:srgbClr val="3F3F3F"/>
                </a:solidFill>
                <a:latin typeface="Arial"/>
                <a:cs typeface="Arial"/>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1">
                <a:solidFill>
                  <a:srgbClr val="3F3F3F"/>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58368" y="1595627"/>
            <a:ext cx="8778240" cy="21590"/>
          </a:xfrm>
          <a:custGeom>
            <a:avLst/>
            <a:gdLst/>
            <a:ahLst/>
            <a:cxnLst/>
            <a:rect l="l" t="t" r="r" b="b"/>
            <a:pathLst>
              <a:path w="8778240" h="21590">
                <a:moveTo>
                  <a:pt x="8778239" y="0"/>
                </a:moveTo>
                <a:lnTo>
                  <a:pt x="0" y="7620"/>
                </a:lnTo>
                <a:lnTo>
                  <a:pt x="0" y="21336"/>
                </a:lnTo>
                <a:lnTo>
                  <a:pt x="8778239" y="12191"/>
                </a:lnTo>
                <a:lnTo>
                  <a:pt x="8778239" y="0"/>
                </a:lnTo>
                <a:close/>
              </a:path>
            </a:pathLst>
          </a:custGeom>
          <a:solidFill>
            <a:srgbClr val="7E7E7E"/>
          </a:solidFill>
        </p:spPr>
        <p:txBody>
          <a:bodyPr wrap="square" lIns="0" tIns="0" rIns="0" bIns="0" rtlCol="0"/>
          <a:lstStyle/>
          <a:p>
            <a:endParaRPr/>
          </a:p>
        </p:txBody>
      </p:sp>
      <p:sp>
        <p:nvSpPr>
          <p:cNvPr id="2" name="Holder 2"/>
          <p:cNvSpPr>
            <a:spLocks noGrp="1"/>
          </p:cNvSpPr>
          <p:nvPr>
            <p:ph type="title"/>
          </p:nvPr>
        </p:nvSpPr>
        <p:spPr>
          <a:xfrm>
            <a:off x="734242" y="919217"/>
            <a:ext cx="8076565" cy="635000"/>
          </a:xfrm>
          <a:prstGeom prst="rect">
            <a:avLst/>
          </a:prstGeom>
        </p:spPr>
        <p:txBody>
          <a:bodyPr wrap="square" lIns="0" tIns="0" rIns="0" bIns="0">
            <a:spAutoFit/>
          </a:bodyPr>
          <a:lstStyle>
            <a:lvl1pPr>
              <a:defRPr sz="4000" b="1" i="1">
                <a:solidFill>
                  <a:srgbClr val="3F3F3F"/>
                </a:solidFill>
                <a:latin typeface="Arial"/>
                <a:cs typeface="Arial"/>
              </a:defRPr>
            </a:lvl1pPr>
          </a:lstStyle>
          <a:p>
            <a:endParaRPr/>
          </a:p>
        </p:txBody>
      </p:sp>
      <p:sp>
        <p:nvSpPr>
          <p:cNvPr id="3" name="Holder 3"/>
          <p:cNvSpPr>
            <a:spLocks noGrp="1"/>
          </p:cNvSpPr>
          <p:nvPr>
            <p:ph type="body" idx="1"/>
          </p:nvPr>
        </p:nvSpPr>
        <p:spPr>
          <a:xfrm>
            <a:off x="694252" y="1769826"/>
            <a:ext cx="8669894" cy="3073400"/>
          </a:xfrm>
          <a:prstGeom prst="rect">
            <a:avLst/>
          </a:prstGeom>
        </p:spPr>
        <p:txBody>
          <a:bodyPr wrap="square" lIns="0" tIns="0" rIns="0" bIns="0">
            <a:spAutoFit/>
          </a:bodyPr>
          <a:lstStyle>
            <a:lvl1pPr>
              <a:defRPr sz="2800" b="0" i="0">
                <a:solidFill>
                  <a:srgbClr val="3F3F3F"/>
                </a:solidFill>
                <a:latin typeface="Calibri"/>
                <a:cs typeface="Calibri"/>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7/30/2023</a:t>
            </a:fld>
            <a:endParaRPr lang="en-US"/>
          </a:p>
        </p:txBody>
      </p:sp>
      <p:sp>
        <p:nvSpPr>
          <p:cNvPr id="6" name="Holder 6"/>
          <p:cNvSpPr>
            <a:spLocks noGrp="1"/>
          </p:cNvSpPr>
          <p:nvPr>
            <p:ph type="sldNum" sz="quarter" idx="7"/>
          </p:nvPr>
        </p:nvSpPr>
        <p:spPr>
          <a:xfrm>
            <a:off x="9257932" y="7058621"/>
            <a:ext cx="281304" cy="160020"/>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38100">
              <a:lnSpc>
                <a:spcPts val="1100"/>
              </a:lnSpc>
            </a:pPr>
            <a:fld id="{81D60167-4931-47E6-BA6A-407CBD079E47}" type="slidenum">
              <a:rPr dirty="0"/>
              <a:pPr marL="38100">
                <a:lnSpc>
                  <a:spcPts val="110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6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63980" y="3651503"/>
            <a:ext cx="7406640" cy="13970"/>
          </a:xfrm>
          <a:custGeom>
            <a:avLst/>
            <a:gdLst/>
            <a:ahLst/>
            <a:cxnLst/>
            <a:rect l="l" t="t" r="r" b="b"/>
            <a:pathLst>
              <a:path w="7406640" h="13970">
                <a:moveTo>
                  <a:pt x="7406639" y="0"/>
                </a:moveTo>
                <a:lnTo>
                  <a:pt x="0" y="0"/>
                </a:lnTo>
                <a:lnTo>
                  <a:pt x="0" y="13715"/>
                </a:lnTo>
                <a:lnTo>
                  <a:pt x="7406639" y="13715"/>
                </a:lnTo>
                <a:lnTo>
                  <a:pt x="7406639" y="0"/>
                </a:lnTo>
                <a:close/>
              </a:path>
            </a:pathLst>
          </a:custGeom>
          <a:solidFill>
            <a:srgbClr val="7E7E7E"/>
          </a:solidFill>
        </p:spPr>
        <p:txBody>
          <a:bodyPr wrap="square" lIns="0" tIns="0" rIns="0" bIns="0" rtlCol="0"/>
          <a:lstStyle/>
          <a:p>
            <a:endParaRPr/>
          </a:p>
        </p:txBody>
      </p:sp>
      <p:sp>
        <p:nvSpPr>
          <p:cNvPr id="3" name="object 3"/>
          <p:cNvSpPr txBox="1">
            <a:spLocks noGrp="1"/>
          </p:cNvSpPr>
          <p:nvPr>
            <p:ph type="title"/>
          </p:nvPr>
        </p:nvSpPr>
        <p:spPr>
          <a:xfrm>
            <a:off x="1358900" y="2975863"/>
            <a:ext cx="1432560" cy="635000"/>
          </a:xfrm>
          <a:prstGeom prst="rect">
            <a:avLst/>
          </a:prstGeom>
        </p:spPr>
        <p:txBody>
          <a:bodyPr vert="horz" wrap="square" lIns="0" tIns="12065" rIns="0" bIns="0" rtlCol="0">
            <a:spAutoFit/>
          </a:bodyPr>
          <a:lstStyle/>
          <a:p>
            <a:pPr marL="12700">
              <a:lnSpc>
                <a:spcPct val="100000"/>
              </a:lnSpc>
              <a:spcBef>
                <a:spcPts val="95"/>
              </a:spcBef>
            </a:pPr>
            <a:r>
              <a:rPr i="0" spc="-60" dirty="0">
                <a:solidFill>
                  <a:srgbClr val="BF0000"/>
                </a:solidFill>
                <a:latin typeface="Arial"/>
                <a:cs typeface="Arial"/>
              </a:rPr>
              <a:t>U</a:t>
            </a:r>
            <a:r>
              <a:rPr i="0" spc="-65" dirty="0">
                <a:solidFill>
                  <a:srgbClr val="BF0000"/>
                </a:solidFill>
                <a:latin typeface="Arial"/>
                <a:cs typeface="Arial"/>
              </a:rPr>
              <a:t>n</a:t>
            </a:r>
            <a:r>
              <a:rPr i="0" spc="-45" dirty="0">
                <a:solidFill>
                  <a:srgbClr val="BF0000"/>
                </a:solidFill>
                <a:latin typeface="Arial"/>
                <a:cs typeface="Arial"/>
              </a:rPr>
              <a:t>i</a:t>
            </a:r>
            <a:r>
              <a:rPr i="0" spc="-50" dirty="0">
                <a:solidFill>
                  <a:srgbClr val="BF0000"/>
                </a:solidFill>
                <a:latin typeface="Arial"/>
                <a:cs typeface="Arial"/>
              </a:rPr>
              <a:t>t</a:t>
            </a:r>
            <a:r>
              <a:rPr i="0" spc="-55" dirty="0">
                <a:solidFill>
                  <a:srgbClr val="BF0000"/>
                </a:solidFill>
                <a:latin typeface="Arial"/>
                <a:cs typeface="Arial"/>
              </a:rPr>
              <a:t>-</a:t>
            </a:r>
            <a:r>
              <a:rPr i="0" spc="-5" dirty="0">
                <a:solidFill>
                  <a:srgbClr val="BF0000"/>
                </a:solidFill>
                <a:latin typeface="Arial"/>
                <a:cs typeface="Arial"/>
              </a:rPr>
              <a:t>3</a:t>
            </a: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60247" y="6857999"/>
              <a:ext cx="9139555" cy="455930"/>
            </a:xfrm>
            <a:custGeom>
              <a:avLst/>
              <a:gdLst/>
              <a:ahLst/>
              <a:cxnLst/>
              <a:rect l="l" t="t" r="r" b="b"/>
              <a:pathLst>
                <a:path w="9139555" h="455929">
                  <a:moveTo>
                    <a:pt x="9139427" y="0"/>
                  </a:moveTo>
                  <a:lnTo>
                    <a:pt x="0" y="0"/>
                  </a:lnTo>
                  <a:lnTo>
                    <a:pt x="0" y="455675"/>
                  </a:lnTo>
                  <a:lnTo>
                    <a:pt x="9139427" y="455675"/>
                  </a:lnTo>
                  <a:lnTo>
                    <a:pt x="9139427"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1460" cy="62865"/>
            </a:xfrm>
            <a:custGeom>
              <a:avLst/>
              <a:gdLst/>
              <a:ahLst/>
              <a:cxnLst/>
              <a:rect l="l" t="t" r="r" b="b"/>
              <a:pathLst>
                <a:path w="9141460" h="62865">
                  <a:moveTo>
                    <a:pt x="9140951" y="0"/>
                  </a:moveTo>
                  <a:lnTo>
                    <a:pt x="0" y="0"/>
                  </a:lnTo>
                  <a:lnTo>
                    <a:pt x="0" y="62484"/>
                  </a:lnTo>
                  <a:lnTo>
                    <a:pt x="9140951" y="62484"/>
                  </a:lnTo>
                  <a:lnTo>
                    <a:pt x="9140951" y="0"/>
                  </a:lnTo>
                  <a:close/>
                </a:path>
              </a:pathLst>
            </a:custGeom>
            <a:solidFill>
              <a:srgbClr val="1CACE4"/>
            </a:solidFill>
          </p:spPr>
          <p:txBody>
            <a:bodyPr wrap="square" lIns="0" tIns="0" rIns="0" bIns="0" rtlCol="0"/>
            <a:lstStyle/>
            <a:p>
              <a:endParaRPr/>
            </a:p>
          </p:txBody>
        </p:sp>
      </p:grpSp>
      <p:sp>
        <p:nvSpPr>
          <p:cNvPr id="7" name="object 7"/>
          <p:cNvSpPr txBox="1"/>
          <p:nvPr/>
        </p:nvSpPr>
        <p:spPr>
          <a:xfrm>
            <a:off x="1424985" y="3694969"/>
            <a:ext cx="7320280" cy="1113125"/>
          </a:xfrm>
          <a:prstGeom prst="rect">
            <a:avLst/>
          </a:prstGeom>
        </p:spPr>
        <p:txBody>
          <a:bodyPr vert="horz" wrap="square" lIns="0" tIns="12700" rIns="0" bIns="0" rtlCol="0">
            <a:spAutoFit/>
          </a:bodyPr>
          <a:lstStyle/>
          <a:p>
            <a:pPr marL="266065">
              <a:lnSpc>
                <a:spcPct val="100000"/>
              </a:lnSpc>
              <a:spcBef>
                <a:spcPts val="100"/>
              </a:spcBef>
              <a:tabLst>
                <a:tab pos="4332605" algn="l"/>
              </a:tabLst>
            </a:pPr>
            <a:r>
              <a:rPr lang="en-US" sz="2400" spc="-5" dirty="0">
                <a:latin typeface="Calibri"/>
                <a:cs typeface="Calibri"/>
              </a:rPr>
              <a:t>AI42/AD42       </a:t>
            </a:r>
            <a:r>
              <a:rPr sz="2400" spc="-20" dirty="0">
                <a:latin typeface="Calibri"/>
                <a:cs typeface="Calibri"/>
              </a:rPr>
              <a:t> </a:t>
            </a:r>
            <a:r>
              <a:rPr sz="2400" spc="-15" dirty="0">
                <a:latin typeface="Calibri"/>
                <a:cs typeface="Calibri"/>
              </a:rPr>
              <a:t>Data </a:t>
            </a:r>
            <a:r>
              <a:rPr sz="2400" spc="-10" dirty="0">
                <a:latin typeface="Calibri"/>
                <a:cs typeface="Calibri"/>
              </a:rPr>
              <a:t>Communications</a:t>
            </a:r>
            <a:r>
              <a:rPr sz="2400" spc="-20" dirty="0">
                <a:latin typeface="Calibri"/>
                <a:cs typeface="Calibri"/>
              </a:rPr>
              <a:t> </a:t>
            </a:r>
            <a:r>
              <a:rPr sz="2400" dirty="0">
                <a:latin typeface="Calibri"/>
                <a:cs typeface="Calibri"/>
              </a:rPr>
              <a:t>and	</a:t>
            </a:r>
            <a:r>
              <a:rPr sz="2400" spc="-10" dirty="0">
                <a:latin typeface="Calibri"/>
                <a:cs typeface="Calibri"/>
              </a:rPr>
              <a:t>Networking</a:t>
            </a:r>
            <a:endParaRPr sz="2400" dirty="0">
              <a:latin typeface="Calibri"/>
              <a:cs typeface="Calibri"/>
            </a:endParaRPr>
          </a:p>
          <a:p>
            <a:pPr>
              <a:lnSpc>
                <a:spcPct val="100000"/>
              </a:lnSpc>
            </a:pPr>
            <a:endParaRPr sz="2400" dirty="0">
              <a:latin typeface="Calibri"/>
              <a:cs typeface="Calibri"/>
            </a:endParaRPr>
          </a:p>
          <a:p>
            <a:pPr>
              <a:lnSpc>
                <a:spcPct val="100000"/>
              </a:lnSpc>
              <a:spcBef>
                <a:spcPts val="35"/>
              </a:spcBef>
            </a:pPr>
            <a:endParaRPr sz="235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66852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Outline</a:t>
            </a:r>
            <a:r>
              <a:rPr sz="4800" i="0" spc="-114" dirty="0">
                <a:latin typeface="Arial"/>
                <a:cs typeface="Arial"/>
              </a:rPr>
              <a:t> </a:t>
            </a:r>
            <a:r>
              <a:rPr sz="4800" i="0" spc="-30" dirty="0">
                <a:latin typeface="Arial"/>
                <a:cs typeface="Arial"/>
              </a:rPr>
              <a:t>of</a:t>
            </a:r>
            <a:r>
              <a:rPr sz="4800" i="0" spc="-114" dirty="0">
                <a:latin typeface="Arial"/>
                <a:cs typeface="Arial"/>
              </a:rPr>
              <a:t> </a:t>
            </a:r>
            <a:r>
              <a:rPr sz="4800" i="0" spc="-45" dirty="0">
                <a:latin typeface="Arial"/>
                <a:cs typeface="Arial"/>
              </a:rPr>
              <a:t>Unit-3</a:t>
            </a:r>
            <a:endParaRPr sz="4800">
              <a:latin typeface="Arial"/>
              <a:cs typeface="Arial"/>
            </a:endParaRPr>
          </a:p>
        </p:txBody>
      </p:sp>
      <p:sp>
        <p:nvSpPr>
          <p:cNvPr id="3" name="object 3"/>
          <p:cNvSpPr txBox="1"/>
          <p:nvPr/>
        </p:nvSpPr>
        <p:spPr>
          <a:xfrm>
            <a:off x="697667" y="1750608"/>
            <a:ext cx="4638040" cy="3895090"/>
          </a:xfrm>
          <a:prstGeom prst="rect">
            <a:avLst/>
          </a:prstGeom>
        </p:spPr>
        <p:txBody>
          <a:bodyPr vert="horz" wrap="square" lIns="0" tIns="50800" rIns="0" bIns="0" rtlCol="0">
            <a:spAutoFit/>
          </a:bodyPr>
          <a:lstStyle/>
          <a:p>
            <a:pPr marL="189230" indent="-177165">
              <a:lnSpc>
                <a:spcPct val="100000"/>
              </a:lnSpc>
              <a:spcBef>
                <a:spcPts val="400"/>
              </a:spcBef>
              <a:buClr>
                <a:srgbClr val="1CACE4"/>
              </a:buClr>
              <a:buFont typeface="Arial MT"/>
              <a:buChar char="•"/>
              <a:tabLst>
                <a:tab pos="189865" algn="l"/>
              </a:tabLst>
            </a:pPr>
            <a:r>
              <a:rPr sz="2000" b="1" spc="-10" dirty="0">
                <a:solidFill>
                  <a:srgbClr val="3F3F3F"/>
                </a:solidFill>
                <a:latin typeface="Calibri"/>
                <a:cs typeface="Calibri"/>
              </a:rPr>
              <a:t>Network</a:t>
            </a:r>
            <a:r>
              <a:rPr sz="2000" b="1" spc="-35" dirty="0">
                <a:solidFill>
                  <a:srgbClr val="3F3F3F"/>
                </a:solidFill>
                <a:latin typeface="Calibri"/>
                <a:cs typeface="Calibri"/>
              </a:rPr>
              <a:t> </a:t>
            </a:r>
            <a:r>
              <a:rPr sz="2000" b="1" spc="-15" dirty="0">
                <a:solidFill>
                  <a:srgbClr val="3F3F3F"/>
                </a:solidFill>
                <a:latin typeface="Calibri"/>
                <a:cs typeface="Calibri"/>
              </a:rPr>
              <a:t>Layer</a:t>
            </a:r>
            <a:r>
              <a:rPr sz="2000" spc="-15" dirty="0">
                <a:solidFill>
                  <a:srgbClr val="3F3F3F"/>
                </a:solidFill>
                <a:latin typeface="Calibri"/>
                <a:cs typeface="Calibri"/>
              </a:rPr>
              <a:t>:</a:t>
            </a:r>
            <a:r>
              <a:rPr sz="2000" spc="25" dirty="0">
                <a:solidFill>
                  <a:srgbClr val="3F3F3F"/>
                </a:solidFill>
                <a:latin typeface="Calibri"/>
                <a:cs typeface="Calibri"/>
              </a:rPr>
              <a:t> </a:t>
            </a:r>
            <a:r>
              <a:rPr sz="2000" spc="-10" dirty="0">
                <a:solidFill>
                  <a:srgbClr val="3F3F3F"/>
                </a:solidFill>
                <a:latin typeface="Calibri"/>
                <a:cs typeface="Calibri"/>
              </a:rPr>
              <a:t>Internet</a:t>
            </a:r>
            <a:r>
              <a:rPr sz="2000" spc="5" dirty="0">
                <a:solidFill>
                  <a:srgbClr val="3F3F3F"/>
                </a:solidFill>
                <a:latin typeface="Calibri"/>
                <a:cs typeface="Calibri"/>
              </a:rPr>
              <a:t> </a:t>
            </a:r>
            <a:r>
              <a:rPr sz="2000" spc="-15" dirty="0">
                <a:solidFill>
                  <a:srgbClr val="3F3F3F"/>
                </a:solidFill>
                <a:latin typeface="Calibri"/>
                <a:cs typeface="Calibri"/>
              </a:rPr>
              <a:t>Protocol</a:t>
            </a:r>
            <a:r>
              <a:rPr sz="2000" spc="5" dirty="0">
                <a:solidFill>
                  <a:srgbClr val="3F3F3F"/>
                </a:solidFill>
                <a:latin typeface="Calibri"/>
                <a:cs typeface="Calibri"/>
              </a:rPr>
              <a:t> </a:t>
            </a:r>
            <a:r>
              <a:rPr sz="2000" spc="-25" dirty="0">
                <a:solidFill>
                  <a:srgbClr val="3F3F3F"/>
                </a:solidFill>
                <a:latin typeface="Calibri"/>
                <a:cs typeface="Calibri"/>
              </a:rPr>
              <a:t>Version</a:t>
            </a:r>
            <a:r>
              <a:rPr sz="2000" spc="25" dirty="0">
                <a:solidFill>
                  <a:srgbClr val="3F3F3F"/>
                </a:solidFill>
                <a:latin typeface="Calibri"/>
                <a:cs typeface="Calibri"/>
              </a:rPr>
              <a:t> </a:t>
            </a:r>
            <a:r>
              <a:rPr sz="2000" dirty="0">
                <a:solidFill>
                  <a:srgbClr val="3F3F3F"/>
                </a:solidFill>
                <a:latin typeface="Calibri"/>
                <a:cs typeface="Calibri"/>
              </a:rPr>
              <a:t>4</a:t>
            </a:r>
            <a:endParaRPr sz="2000">
              <a:latin typeface="Calibri"/>
              <a:cs typeface="Calibri"/>
            </a:endParaRPr>
          </a:p>
          <a:p>
            <a:pPr marL="419100" lvl="1" indent="-183515">
              <a:lnSpc>
                <a:spcPct val="100000"/>
              </a:lnSpc>
              <a:spcBef>
                <a:spcPts val="229"/>
              </a:spcBef>
              <a:buClr>
                <a:srgbClr val="1CACE4"/>
              </a:buClr>
              <a:buChar char="◦"/>
              <a:tabLst>
                <a:tab pos="419734" algn="l"/>
              </a:tabLst>
            </a:pPr>
            <a:r>
              <a:rPr sz="1600" spc="-5" dirty="0">
                <a:solidFill>
                  <a:srgbClr val="3F3F3F"/>
                </a:solidFill>
                <a:latin typeface="Calibri"/>
                <a:cs typeface="Calibri"/>
              </a:rPr>
              <a:t>IPv4</a:t>
            </a:r>
            <a:r>
              <a:rPr sz="1600" spc="-50" dirty="0">
                <a:solidFill>
                  <a:srgbClr val="3F3F3F"/>
                </a:solidFill>
                <a:latin typeface="Calibri"/>
                <a:cs typeface="Calibri"/>
              </a:rPr>
              <a:t> </a:t>
            </a:r>
            <a:r>
              <a:rPr sz="1600" spc="-10" dirty="0">
                <a:solidFill>
                  <a:srgbClr val="3F3F3F"/>
                </a:solidFill>
                <a:latin typeface="Calibri"/>
                <a:cs typeface="Calibri"/>
              </a:rPr>
              <a:t>Addressing</a:t>
            </a:r>
            <a:endParaRPr sz="1600">
              <a:latin typeface="Calibri"/>
              <a:cs typeface="Calibri"/>
            </a:endParaRPr>
          </a:p>
          <a:p>
            <a:pPr marL="419100" lvl="1" indent="-183515">
              <a:lnSpc>
                <a:spcPct val="100000"/>
              </a:lnSpc>
              <a:spcBef>
                <a:spcPts val="330"/>
              </a:spcBef>
              <a:buClr>
                <a:srgbClr val="1CACE4"/>
              </a:buClr>
              <a:buChar char="◦"/>
              <a:tabLst>
                <a:tab pos="419734" algn="l"/>
              </a:tabLst>
            </a:pPr>
            <a:r>
              <a:rPr sz="2000" dirty="0">
                <a:solidFill>
                  <a:srgbClr val="3F3F3F"/>
                </a:solidFill>
                <a:latin typeface="Calibri"/>
                <a:cs typeface="Calibri"/>
              </a:rPr>
              <a:t>Main</a:t>
            </a:r>
            <a:r>
              <a:rPr sz="2000" spc="-30" dirty="0">
                <a:solidFill>
                  <a:srgbClr val="3F3F3F"/>
                </a:solidFill>
                <a:latin typeface="Calibri"/>
                <a:cs typeface="Calibri"/>
              </a:rPr>
              <a:t> </a:t>
            </a:r>
            <a:r>
              <a:rPr sz="2000" dirty="0">
                <a:solidFill>
                  <a:srgbClr val="3F3F3F"/>
                </a:solidFill>
                <a:latin typeface="Calibri"/>
                <a:cs typeface="Calibri"/>
              </a:rPr>
              <a:t>and</a:t>
            </a:r>
            <a:r>
              <a:rPr sz="2000" spc="-20" dirty="0">
                <a:solidFill>
                  <a:srgbClr val="3F3F3F"/>
                </a:solidFill>
                <a:latin typeface="Calibri"/>
                <a:cs typeface="Calibri"/>
              </a:rPr>
              <a:t> </a:t>
            </a:r>
            <a:r>
              <a:rPr sz="2000" spc="-5" dirty="0">
                <a:solidFill>
                  <a:srgbClr val="3F3F3F"/>
                </a:solidFill>
                <a:latin typeface="Calibri"/>
                <a:cs typeface="Calibri"/>
              </a:rPr>
              <a:t>Auxiliary</a:t>
            </a:r>
            <a:r>
              <a:rPr sz="2000" dirty="0">
                <a:solidFill>
                  <a:srgbClr val="3F3F3F"/>
                </a:solidFill>
                <a:latin typeface="Calibri"/>
                <a:cs typeface="Calibri"/>
              </a:rPr>
              <a:t> </a:t>
            </a:r>
            <a:r>
              <a:rPr sz="2000" spc="-10" dirty="0">
                <a:solidFill>
                  <a:srgbClr val="3F3F3F"/>
                </a:solidFill>
                <a:latin typeface="Calibri"/>
                <a:cs typeface="Calibri"/>
              </a:rPr>
              <a:t>protocols</a:t>
            </a:r>
            <a:endParaRPr sz="2000">
              <a:latin typeface="Calibri"/>
              <a:cs typeface="Calibri"/>
            </a:endParaRPr>
          </a:p>
          <a:p>
            <a:pPr marL="189230" indent="-177165">
              <a:lnSpc>
                <a:spcPct val="100000"/>
              </a:lnSpc>
              <a:spcBef>
                <a:spcPts val="1370"/>
              </a:spcBef>
              <a:buClr>
                <a:srgbClr val="1CACE4"/>
              </a:buClr>
              <a:buFont typeface="Arial MT"/>
              <a:buChar char="•"/>
              <a:tabLst>
                <a:tab pos="189865" algn="l"/>
              </a:tabLst>
            </a:pPr>
            <a:r>
              <a:rPr sz="2000" b="1" spc="-10" dirty="0">
                <a:solidFill>
                  <a:srgbClr val="3F3F3F"/>
                </a:solidFill>
                <a:latin typeface="Calibri"/>
                <a:cs typeface="Calibri"/>
              </a:rPr>
              <a:t>Routing</a:t>
            </a:r>
            <a:r>
              <a:rPr sz="2000" b="1" spc="-70" dirty="0">
                <a:solidFill>
                  <a:srgbClr val="3F3F3F"/>
                </a:solidFill>
                <a:latin typeface="Calibri"/>
                <a:cs typeface="Calibri"/>
              </a:rPr>
              <a:t> </a:t>
            </a:r>
            <a:r>
              <a:rPr sz="2000" b="1" spc="-5" dirty="0">
                <a:solidFill>
                  <a:srgbClr val="3F3F3F"/>
                </a:solidFill>
                <a:latin typeface="Calibri"/>
                <a:cs typeface="Calibri"/>
              </a:rPr>
              <a:t>Algorithms:</a:t>
            </a:r>
            <a:endParaRPr sz="2000">
              <a:latin typeface="Calibri"/>
              <a:cs typeface="Calibri"/>
            </a:endParaRPr>
          </a:p>
          <a:p>
            <a:pPr marL="419100" lvl="1" indent="-183515">
              <a:lnSpc>
                <a:spcPct val="100000"/>
              </a:lnSpc>
              <a:spcBef>
                <a:spcPts val="155"/>
              </a:spcBef>
              <a:buClr>
                <a:srgbClr val="1CACE4"/>
              </a:buClr>
              <a:buChar char="◦"/>
              <a:tabLst>
                <a:tab pos="419734" algn="l"/>
              </a:tabLst>
            </a:pPr>
            <a:r>
              <a:rPr sz="2000" spc="-15" dirty="0">
                <a:solidFill>
                  <a:srgbClr val="3F3F3F"/>
                </a:solidFill>
                <a:latin typeface="Calibri"/>
                <a:cs typeface="Calibri"/>
              </a:rPr>
              <a:t>Distance-Vector(DV)</a:t>
            </a:r>
            <a:r>
              <a:rPr sz="2000" spc="-5" dirty="0">
                <a:solidFill>
                  <a:srgbClr val="3F3F3F"/>
                </a:solidFill>
                <a:latin typeface="Calibri"/>
                <a:cs typeface="Calibri"/>
              </a:rPr>
              <a:t> </a:t>
            </a:r>
            <a:r>
              <a:rPr sz="2000" spc="-10" dirty="0">
                <a:solidFill>
                  <a:srgbClr val="3F3F3F"/>
                </a:solidFill>
                <a:latin typeface="Calibri"/>
                <a:cs typeface="Calibri"/>
              </a:rPr>
              <a:t>Routing</a:t>
            </a:r>
            <a:endParaRPr sz="2000">
              <a:latin typeface="Calibri"/>
              <a:cs typeface="Calibri"/>
            </a:endParaRPr>
          </a:p>
          <a:p>
            <a:pPr marL="419100" lvl="1" indent="-183515">
              <a:lnSpc>
                <a:spcPct val="100000"/>
              </a:lnSpc>
              <a:spcBef>
                <a:spcPts val="360"/>
              </a:spcBef>
              <a:buClr>
                <a:srgbClr val="1CACE4"/>
              </a:buClr>
              <a:buChar char="◦"/>
              <a:tabLst>
                <a:tab pos="419734" algn="l"/>
              </a:tabLst>
            </a:pPr>
            <a:r>
              <a:rPr sz="2000" spc="-10" dirty="0">
                <a:solidFill>
                  <a:srgbClr val="3F3F3F"/>
                </a:solidFill>
                <a:latin typeface="Calibri"/>
                <a:cs typeface="Calibri"/>
              </a:rPr>
              <a:t>Link-State</a:t>
            </a:r>
            <a:r>
              <a:rPr sz="2000" spc="-20" dirty="0">
                <a:solidFill>
                  <a:srgbClr val="3F3F3F"/>
                </a:solidFill>
                <a:latin typeface="Calibri"/>
                <a:cs typeface="Calibri"/>
              </a:rPr>
              <a:t> </a:t>
            </a:r>
            <a:r>
              <a:rPr sz="2000" spc="-10" dirty="0">
                <a:solidFill>
                  <a:srgbClr val="3F3F3F"/>
                </a:solidFill>
                <a:latin typeface="Calibri"/>
                <a:cs typeface="Calibri"/>
              </a:rPr>
              <a:t>Routing</a:t>
            </a:r>
            <a:endParaRPr sz="2000">
              <a:latin typeface="Calibri"/>
              <a:cs typeface="Calibri"/>
            </a:endParaRPr>
          </a:p>
          <a:p>
            <a:pPr marL="419100" lvl="1" indent="-183515">
              <a:lnSpc>
                <a:spcPct val="100000"/>
              </a:lnSpc>
              <a:spcBef>
                <a:spcPts val="360"/>
              </a:spcBef>
              <a:buClr>
                <a:srgbClr val="1CACE4"/>
              </a:buClr>
              <a:buChar char="◦"/>
              <a:tabLst>
                <a:tab pos="419734" algn="l"/>
              </a:tabLst>
            </a:pPr>
            <a:r>
              <a:rPr sz="2000" spc="-10" dirty="0">
                <a:solidFill>
                  <a:srgbClr val="3F3F3F"/>
                </a:solidFill>
                <a:latin typeface="Calibri"/>
                <a:cs typeface="Calibri"/>
              </a:rPr>
              <a:t>Unicast</a:t>
            </a:r>
            <a:r>
              <a:rPr sz="2000" spc="-20" dirty="0">
                <a:solidFill>
                  <a:srgbClr val="3F3F3F"/>
                </a:solidFill>
                <a:latin typeface="Calibri"/>
                <a:cs typeface="Calibri"/>
              </a:rPr>
              <a:t> </a:t>
            </a:r>
            <a:r>
              <a:rPr sz="2000" spc="-10" dirty="0">
                <a:solidFill>
                  <a:srgbClr val="3F3F3F"/>
                </a:solidFill>
                <a:latin typeface="Calibri"/>
                <a:cs typeface="Calibri"/>
              </a:rPr>
              <a:t>Routing</a:t>
            </a:r>
            <a:r>
              <a:rPr sz="2000" spc="-30" dirty="0">
                <a:solidFill>
                  <a:srgbClr val="3F3F3F"/>
                </a:solidFill>
                <a:latin typeface="Calibri"/>
                <a:cs typeface="Calibri"/>
              </a:rPr>
              <a:t> </a:t>
            </a:r>
            <a:r>
              <a:rPr sz="2000" spc="-10" dirty="0">
                <a:solidFill>
                  <a:srgbClr val="3F3F3F"/>
                </a:solidFill>
                <a:latin typeface="Calibri"/>
                <a:cs typeface="Calibri"/>
              </a:rPr>
              <a:t>Protocols</a:t>
            </a:r>
            <a:endParaRPr sz="2000">
              <a:latin typeface="Calibri"/>
              <a:cs typeface="Calibri"/>
            </a:endParaRPr>
          </a:p>
          <a:p>
            <a:pPr marL="640080" lvl="2" indent="-183515">
              <a:lnSpc>
                <a:spcPct val="100000"/>
              </a:lnSpc>
              <a:spcBef>
                <a:spcPts val="360"/>
              </a:spcBef>
              <a:buClr>
                <a:srgbClr val="1CACE4"/>
              </a:buClr>
              <a:buChar char="◦"/>
              <a:tabLst>
                <a:tab pos="640715" algn="l"/>
              </a:tabLst>
            </a:pPr>
            <a:r>
              <a:rPr sz="2000" spc="-10" dirty="0">
                <a:solidFill>
                  <a:srgbClr val="3F3F3F"/>
                </a:solidFill>
                <a:latin typeface="Calibri"/>
                <a:cs typeface="Calibri"/>
              </a:rPr>
              <a:t>Internet</a:t>
            </a:r>
            <a:r>
              <a:rPr sz="2000" spc="-45" dirty="0">
                <a:solidFill>
                  <a:srgbClr val="3F3F3F"/>
                </a:solidFill>
                <a:latin typeface="Calibri"/>
                <a:cs typeface="Calibri"/>
              </a:rPr>
              <a:t> </a:t>
            </a:r>
            <a:r>
              <a:rPr sz="2000" spc="-5" dirty="0">
                <a:solidFill>
                  <a:srgbClr val="3F3F3F"/>
                </a:solidFill>
                <a:latin typeface="Calibri"/>
                <a:cs typeface="Calibri"/>
              </a:rPr>
              <a:t>Structure</a:t>
            </a:r>
            <a:endParaRPr sz="2000">
              <a:latin typeface="Calibri"/>
              <a:cs typeface="Calibri"/>
            </a:endParaRPr>
          </a:p>
          <a:p>
            <a:pPr marL="640080" lvl="2" indent="-183515">
              <a:lnSpc>
                <a:spcPct val="100000"/>
              </a:lnSpc>
              <a:spcBef>
                <a:spcPts val="360"/>
              </a:spcBef>
              <a:buClr>
                <a:srgbClr val="1CACE4"/>
              </a:buClr>
              <a:buChar char="◦"/>
              <a:tabLst>
                <a:tab pos="640715" algn="l"/>
              </a:tabLst>
            </a:pPr>
            <a:r>
              <a:rPr sz="2000" spc="-10" dirty="0">
                <a:solidFill>
                  <a:srgbClr val="3F3F3F"/>
                </a:solidFill>
                <a:latin typeface="Calibri"/>
                <a:cs typeface="Calibri"/>
              </a:rPr>
              <a:t>Routing</a:t>
            </a:r>
            <a:r>
              <a:rPr sz="2000" spc="-50" dirty="0">
                <a:solidFill>
                  <a:srgbClr val="3F3F3F"/>
                </a:solidFill>
                <a:latin typeface="Calibri"/>
                <a:cs typeface="Calibri"/>
              </a:rPr>
              <a:t> </a:t>
            </a:r>
            <a:r>
              <a:rPr sz="2000" spc="-10" dirty="0">
                <a:solidFill>
                  <a:srgbClr val="3F3F3F"/>
                </a:solidFill>
                <a:latin typeface="Calibri"/>
                <a:cs typeface="Calibri"/>
              </a:rPr>
              <a:t>Information</a:t>
            </a:r>
            <a:r>
              <a:rPr sz="2000" spc="-15" dirty="0">
                <a:solidFill>
                  <a:srgbClr val="3F3F3F"/>
                </a:solidFill>
                <a:latin typeface="Calibri"/>
                <a:cs typeface="Calibri"/>
              </a:rPr>
              <a:t> Protocol</a:t>
            </a:r>
            <a:endParaRPr sz="2000">
              <a:latin typeface="Calibri"/>
              <a:cs typeface="Calibri"/>
            </a:endParaRPr>
          </a:p>
          <a:p>
            <a:pPr marL="640080" lvl="2" indent="-183515">
              <a:lnSpc>
                <a:spcPct val="100000"/>
              </a:lnSpc>
              <a:spcBef>
                <a:spcPts val="360"/>
              </a:spcBef>
              <a:buClr>
                <a:srgbClr val="1CACE4"/>
              </a:buClr>
              <a:buChar char="◦"/>
              <a:tabLst>
                <a:tab pos="640715" algn="l"/>
              </a:tabLst>
            </a:pPr>
            <a:r>
              <a:rPr sz="2000" dirty="0">
                <a:solidFill>
                  <a:srgbClr val="3F3F3F"/>
                </a:solidFill>
                <a:latin typeface="Calibri"/>
                <a:cs typeface="Calibri"/>
              </a:rPr>
              <a:t>Open</a:t>
            </a:r>
            <a:r>
              <a:rPr sz="2000" spc="-50" dirty="0">
                <a:solidFill>
                  <a:srgbClr val="3F3F3F"/>
                </a:solidFill>
                <a:latin typeface="Calibri"/>
                <a:cs typeface="Calibri"/>
              </a:rPr>
              <a:t> </a:t>
            </a:r>
            <a:r>
              <a:rPr sz="2000" spc="-10" dirty="0">
                <a:solidFill>
                  <a:srgbClr val="3F3F3F"/>
                </a:solidFill>
                <a:latin typeface="Calibri"/>
                <a:cs typeface="Calibri"/>
              </a:rPr>
              <a:t>Shortest</a:t>
            </a:r>
            <a:r>
              <a:rPr sz="2000" spc="-5" dirty="0">
                <a:solidFill>
                  <a:srgbClr val="3F3F3F"/>
                </a:solidFill>
                <a:latin typeface="Calibri"/>
                <a:cs typeface="Calibri"/>
              </a:rPr>
              <a:t> </a:t>
            </a:r>
            <a:r>
              <a:rPr sz="2000" spc="-20" dirty="0">
                <a:solidFill>
                  <a:srgbClr val="3F3F3F"/>
                </a:solidFill>
                <a:latin typeface="Calibri"/>
                <a:cs typeface="Calibri"/>
              </a:rPr>
              <a:t>Path</a:t>
            </a:r>
            <a:r>
              <a:rPr sz="2000" spc="-5" dirty="0">
                <a:solidFill>
                  <a:srgbClr val="3F3F3F"/>
                </a:solidFill>
                <a:latin typeface="Calibri"/>
                <a:cs typeface="Calibri"/>
              </a:rPr>
              <a:t> </a:t>
            </a:r>
            <a:r>
              <a:rPr sz="2000" spc="-15" dirty="0">
                <a:solidFill>
                  <a:srgbClr val="3F3F3F"/>
                </a:solidFill>
                <a:latin typeface="Calibri"/>
                <a:cs typeface="Calibri"/>
              </a:rPr>
              <a:t>First</a:t>
            </a:r>
            <a:endParaRPr sz="2000">
              <a:latin typeface="Calibri"/>
              <a:cs typeface="Calibri"/>
            </a:endParaRPr>
          </a:p>
          <a:p>
            <a:pPr marL="640080" lvl="2" indent="-183515">
              <a:lnSpc>
                <a:spcPct val="100000"/>
              </a:lnSpc>
              <a:spcBef>
                <a:spcPts val="360"/>
              </a:spcBef>
              <a:buClr>
                <a:srgbClr val="1CACE4"/>
              </a:buClr>
              <a:buChar char="◦"/>
              <a:tabLst>
                <a:tab pos="640715" algn="l"/>
              </a:tabLst>
            </a:pPr>
            <a:r>
              <a:rPr sz="2000" spc="-10" dirty="0">
                <a:solidFill>
                  <a:srgbClr val="3F3F3F"/>
                </a:solidFill>
                <a:latin typeface="Calibri"/>
                <a:cs typeface="Calibri"/>
              </a:rPr>
              <a:t>Border</a:t>
            </a:r>
            <a:r>
              <a:rPr sz="2000" spc="-25" dirty="0">
                <a:solidFill>
                  <a:srgbClr val="3F3F3F"/>
                </a:solidFill>
                <a:latin typeface="Calibri"/>
                <a:cs typeface="Calibri"/>
              </a:rPr>
              <a:t> </a:t>
            </a:r>
            <a:r>
              <a:rPr sz="2000" spc="-20" dirty="0">
                <a:solidFill>
                  <a:srgbClr val="3F3F3F"/>
                </a:solidFill>
                <a:latin typeface="Calibri"/>
                <a:cs typeface="Calibri"/>
              </a:rPr>
              <a:t>Gateway</a:t>
            </a:r>
            <a:r>
              <a:rPr sz="2000" spc="5" dirty="0">
                <a:solidFill>
                  <a:srgbClr val="3F3F3F"/>
                </a:solidFill>
                <a:latin typeface="Calibri"/>
                <a:cs typeface="Calibri"/>
              </a:rPr>
              <a:t> </a:t>
            </a:r>
            <a:r>
              <a:rPr sz="2000" spc="-15" dirty="0">
                <a:solidFill>
                  <a:srgbClr val="3F3F3F"/>
                </a:solidFill>
                <a:latin typeface="Calibri"/>
                <a:cs typeface="Calibri"/>
              </a:rPr>
              <a:t>Protocol</a:t>
            </a:r>
            <a:r>
              <a:rPr sz="2000" dirty="0">
                <a:solidFill>
                  <a:srgbClr val="3F3F3F"/>
                </a:solidFill>
                <a:latin typeface="Calibri"/>
                <a:cs typeface="Calibri"/>
              </a:rPr>
              <a:t> </a:t>
            </a:r>
            <a:r>
              <a:rPr sz="2000" spc="-15" dirty="0">
                <a:solidFill>
                  <a:srgbClr val="3F3F3F"/>
                </a:solidFill>
                <a:latin typeface="Calibri"/>
                <a:cs typeface="Calibri"/>
              </a:rPr>
              <a:t>version</a:t>
            </a:r>
            <a:r>
              <a:rPr sz="2000" spc="20" dirty="0">
                <a:solidFill>
                  <a:srgbClr val="3F3F3F"/>
                </a:solidFill>
                <a:latin typeface="Calibri"/>
                <a:cs typeface="Calibri"/>
              </a:rPr>
              <a:t> </a:t>
            </a:r>
            <a:r>
              <a:rPr sz="2000" dirty="0">
                <a:solidFill>
                  <a:srgbClr val="3F3F3F"/>
                </a:solidFill>
                <a:latin typeface="Calibri"/>
                <a:cs typeface="Calibri"/>
              </a:rPr>
              <a:t>4</a:t>
            </a:r>
            <a:endParaRPr sz="20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67080"/>
            <a:ext cx="7126605"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Internet</a:t>
            </a:r>
            <a:r>
              <a:rPr sz="4800" i="0" spc="-95" dirty="0">
                <a:latin typeface="Arial"/>
                <a:cs typeface="Arial"/>
              </a:rPr>
              <a:t> </a:t>
            </a:r>
            <a:r>
              <a:rPr sz="4800" i="0" spc="-50" dirty="0">
                <a:latin typeface="Arial"/>
                <a:cs typeface="Arial"/>
              </a:rPr>
              <a:t>Protocol</a:t>
            </a:r>
            <a:r>
              <a:rPr sz="4800" i="0" spc="-90" dirty="0">
                <a:latin typeface="Arial"/>
                <a:cs typeface="Arial"/>
              </a:rPr>
              <a:t> </a:t>
            </a:r>
            <a:r>
              <a:rPr sz="4800" i="0" spc="-85" dirty="0">
                <a:latin typeface="Arial"/>
                <a:cs typeface="Arial"/>
              </a:rPr>
              <a:t>Version</a:t>
            </a:r>
            <a:endParaRPr sz="4800">
              <a:latin typeface="Arial"/>
              <a:cs typeface="Arial"/>
            </a:endParaRPr>
          </a:p>
        </p:txBody>
      </p:sp>
      <p:sp>
        <p:nvSpPr>
          <p:cNvPr id="3" name="object 3"/>
          <p:cNvSpPr txBox="1"/>
          <p:nvPr/>
        </p:nvSpPr>
        <p:spPr>
          <a:xfrm>
            <a:off x="575563" y="1576832"/>
            <a:ext cx="8896985" cy="4016484"/>
          </a:xfrm>
          <a:prstGeom prst="rect">
            <a:avLst/>
          </a:prstGeom>
        </p:spPr>
        <p:txBody>
          <a:bodyPr vert="horz" wrap="square" lIns="0" tIns="12700" rIns="0" bIns="0" rtlCol="0">
            <a:spAutoFit/>
          </a:bodyPr>
          <a:lstStyle/>
          <a:p>
            <a:pPr marL="189230" indent="-177165">
              <a:lnSpc>
                <a:spcPct val="100000"/>
              </a:lnSpc>
              <a:spcBef>
                <a:spcPts val="100"/>
              </a:spcBef>
              <a:buClr>
                <a:srgbClr val="1CACE4"/>
              </a:buClr>
              <a:buFont typeface="Arial MT"/>
              <a:buChar char="•"/>
              <a:tabLst>
                <a:tab pos="189865" algn="l"/>
              </a:tabLst>
            </a:pPr>
            <a:r>
              <a:rPr sz="2400" spc="-10" dirty="0">
                <a:solidFill>
                  <a:srgbClr val="3F3F3F"/>
                </a:solidFill>
                <a:latin typeface="Calibri"/>
                <a:cs typeface="Calibri"/>
              </a:rPr>
              <a:t>two</a:t>
            </a:r>
            <a:r>
              <a:rPr sz="2400" spc="-65" dirty="0">
                <a:solidFill>
                  <a:srgbClr val="3F3F3F"/>
                </a:solidFill>
                <a:latin typeface="Calibri"/>
                <a:cs typeface="Calibri"/>
              </a:rPr>
              <a:t> </a:t>
            </a:r>
            <a:r>
              <a:rPr sz="2400" spc="-15" dirty="0">
                <a:solidFill>
                  <a:srgbClr val="3F3F3F"/>
                </a:solidFill>
                <a:latin typeface="Calibri"/>
                <a:cs typeface="Calibri"/>
              </a:rPr>
              <a:t>versions</a:t>
            </a:r>
            <a:endParaRPr sz="2400" dirty="0">
              <a:latin typeface="Calibri"/>
              <a:cs typeface="Calibri"/>
            </a:endParaRPr>
          </a:p>
          <a:p>
            <a:pPr marL="419100" lvl="1" indent="-183515">
              <a:lnSpc>
                <a:spcPct val="100000"/>
              </a:lnSpc>
              <a:spcBef>
                <a:spcPts val="120"/>
              </a:spcBef>
              <a:buClr>
                <a:srgbClr val="1CACE4"/>
              </a:buClr>
              <a:buChar char="◦"/>
              <a:tabLst>
                <a:tab pos="419734" algn="l"/>
              </a:tabLst>
            </a:pPr>
            <a:r>
              <a:rPr sz="2400" spc="-5" dirty="0">
                <a:solidFill>
                  <a:srgbClr val="3F3F3F"/>
                </a:solidFill>
                <a:latin typeface="Calibri"/>
                <a:cs typeface="Calibri"/>
              </a:rPr>
              <a:t>IP</a:t>
            </a:r>
            <a:r>
              <a:rPr sz="2400" spc="-25" dirty="0">
                <a:solidFill>
                  <a:srgbClr val="3F3F3F"/>
                </a:solidFill>
                <a:latin typeface="Calibri"/>
                <a:cs typeface="Calibri"/>
              </a:rPr>
              <a:t> </a:t>
            </a:r>
            <a:r>
              <a:rPr sz="2400" spc="-30" dirty="0">
                <a:solidFill>
                  <a:srgbClr val="3F3F3F"/>
                </a:solidFill>
                <a:latin typeface="Calibri"/>
                <a:cs typeface="Calibri"/>
              </a:rPr>
              <a:t>Version</a:t>
            </a:r>
            <a:r>
              <a:rPr sz="2400" spc="-5" dirty="0">
                <a:solidFill>
                  <a:srgbClr val="3F3F3F"/>
                </a:solidFill>
                <a:latin typeface="Calibri"/>
                <a:cs typeface="Calibri"/>
              </a:rPr>
              <a:t> </a:t>
            </a:r>
            <a:r>
              <a:rPr sz="2400" dirty="0">
                <a:solidFill>
                  <a:srgbClr val="3F3F3F"/>
                </a:solidFill>
                <a:latin typeface="Calibri"/>
                <a:cs typeface="Calibri"/>
              </a:rPr>
              <a:t>4</a:t>
            </a:r>
            <a:r>
              <a:rPr sz="2400" spc="-15" dirty="0">
                <a:solidFill>
                  <a:srgbClr val="3F3F3F"/>
                </a:solidFill>
                <a:latin typeface="Calibri"/>
                <a:cs typeface="Calibri"/>
              </a:rPr>
              <a:t> </a:t>
            </a:r>
            <a:r>
              <a:rPr sz="2400" spc="-5" dirty="0">
                <a:solidFill>
                  <a:srgbClr val="3F3F3F"/>
                </a:solidFill>
                <a:latin typeface="Calibri"/>
                <a:cs typeface="Calibri"/>
              </a:rPr>
              <a:t>(IPv4)</a:t>
            </a:r>
            <a:r>
              <a:rPr sz="2400" dirty="0">
                <a:solidFill>
                  <a:srgbClr val="3F3F3F"/>
                </a:solidFill>
                <a:latin typeface="Calibri"/>
                <a:cs typeface="Calibri"/>
              </a:rPr>
              <a:t> - </a:t>
            </a:r>
            <a:r>
              <a:rPr sz="2400" spc="-10" dirty="0">
                <a:solidFill>
                  <a:srgbClr val="3F3F3F"/>
                </a:solidFill>
                <a:latin typeface="Calibri"/>
                <a:cs typeface="Calibri"/>
              </a:rPr>
              <a:t>almost</a:t>
            </a:r>
            <a:r>
              <a:rPr sz="2400" spc="-35" dirty="0">
                <a:solidFill>
                  <a:srgbClr val="3F3F3F"/>
                </a:solidFill>
                <a:latin typeface="Calibri"/>
                <a:cs typeface="Calibri"/>
              </a:rPr>
              <a:t> </a:t>
            </a:r>
            <a:r>
              <a:rPr sz="2400" spc="-10" dirty="0">
                <a:solidFill>
                  <a:srgbClr val="3F3F3F"/>
                </a:solidFill>
                <a:latin typeface="Calibri"/>
                <a:cs typeface="Calibri"/>
              </a:rPr>
              <a:t>depleted</a:t>
            </a:r>
            <a:endParaRPr sz="2400" dirty="0">
              <a:latin typeface="Calibri"/>
              <a:cs typeface="Calibri"/>
            </a:endParaRPr>
          </a:p>
          <a:p>
            <a:pPr marL="419100" lvl="1" indent="-183515">
              <a:lnSpc>
                <a:spcPct val="100000"/>
              </a:lnSpc>
              <a:spcBef>
                <a:spcPts val="310"/>
              </a:spcBef>
              <a:buClr>
                <a:srgbClr val="1CACE4"/>
              </a:buClr>
              <a:buChar char="◦"/>
              <a:tabLst>
                <a:tab pos="419734" algn="l"/>
              </a:tabLst>
            </a:pPr>
            <a:r>
              <a:rPr sz="2400" spc="-5" dirty="0">
                <a:solidFill>
                  <a:srgbClr val="3F3F3F"/>
                </a:solidFill>
                <a:latin typeface="Calibri"/>
                <a:cs typeface="Calibri"/>
              </a:rPr>
              <a:t>IP</a:t>
            </a:r>
            <a:r>
              <a:rPr sz="2400" spc="-35" dirty="0">
                <a:solidFill>
                  <a:srgbClr val="3F3F3F"/>
                </a:solidFill>
                <a:latin typeface="Calibri"/>
                <a:cs typeface="Calibri"/>
              </a:rPr>
              <a:t> </a:t>
            </a:r>
            <a:r>
              <a:rPr sz="2400" spc="-30" dirty="0">
                <a:solidFill>
                  <a:srgbClr val="3F3F3F"/>
                </a:solidFill>
                <a:latin typeface="Calibri"/>
                <a:cs typeface="Calibri"/>
              </a:rPr>
              <a:t>Version</a:t>
            </a:r>
            <a:r>
              <a:rPr sz="2400" spc="-20" dirty="0">
                <a:solidFill>
                  <a:srgbClr val="3F3F3F"/>
                </a:solidFill>
                <a:latin typeface="Calibri"/>
                <a:cs typeface="Calibri"/>
              </a:rPr>
              <a:t> </a:t>
            </a:r>
            <a:r>
              <a:rPr sz="2400" dirty="0">
                <a:solidFill>
                  <a:srgbClr val="3F3F3F"/>
                </a:solidFill>
                <a:latin typeface="Calibri"/>
                <a:cs typeface="Calibri"/>
              </a:rPr>
              <a:t>6</a:t>
            </a:r>
            <a:r>
              <a:rPr sz="2400" spc="-25" dirty="0">
                <a:solidFill>
                  <a:srgbClr val="3F3F3F"/>
                </a:solidFill>
                <a:latin typeface="Calibri"/>
                <a:cs typeface="Calibri"/>
              </a:rPr>
              <a:t> </a:t>
            </a:r>
            <a:r>
              <a:rPr sz="2400" spc="-5" dirty="0">
                <a:solidFill>
                  <a:srgbClr val="3F3F3F"/>
                </a:solidFill>
                <a:latin typeface="Calibri"/>
                <a:cs typeface="Calibri"/>
              </a:rPr>
              <a:t>(IPv6)</a:t>
            </a:r>
            <a:endParaRPr sz="2400" dirty="0">
              <a:latin typeface="Calibri"/>
              <a:cs typeface="Calibri"/>
            </a:endParaRPr>
          </a:p>
          <a:p>
            <a:pPr marL="189230" marR="5080" indent="-177165">
              <a:lnSpc>
                <a:spcPts val="2590"/>
              </a:lnSpc>
              <a:spcBef>
                <a:spcPts val="1635"/>
              </a:spcBef>
              <a:buClr>
                <a:srgbClr val="1CACE4"/>
              </a:buClr>
              <a:buFont typeface="Arial MT"/>
              <a:buChar char="•"/>
              <a:tabLst>
                <a:tab pos="189865" algn="l"/>
              </a:tabLst>
            </a:pPr>
            <a:r>
              <a:rPr sz="2400" spc="-10" dirty="0">
                <a:solidFill>
                  <a:srgbClr val="3F3F3F"/>
                </a:solidFill>
                <a:latin typeface="Calibri"/>
                <a:cs typeface="Calibri"/>
              </a:rPr>
              <a:t>Internet</a:t>
            </a:r>
            <a:r>
              <a:rPr sz="2400" spc="-35" dirty="0">
                <a:solidFill>
                  <a:srgbClr val="3F3F3F"/>
                </a:solidFill>
                <a:latin typeface="Calibri"/>
                <a:cs typeface="Calibri"/>
              </a:rPr>
              <a:t> </a:t>
            </a:r>
            <a:r>
              <a:rPr sz="2400" spc="-10" dirty="0">
                <a:solidFill>
                  <a:srgbClr val="3F3F3F"/>
                </a:solidFill>
                <a:latin typeface="Calibri"/>
                <a:cs typeface="Calibri"/>
              </a:rPr>
              <a:t>address</a:t>
            </a:r>
            <a:r>
              <a:rPr sz="2400" spc="5" dirty="0">
                <a:solidFill>
                  <a:srgbClr val="3F3F3F"/>
                </a:solidFill>
                <a:latin typeface="Calibri"/>
                <a:cs typeface="Calibri"/>
              </a:rPr>
              <a:t> </a:t>
            </a:r>
            <a:r>
              <a:rPr sz="2400" spc="-5" dirty="0">
                <a:solidFill>
                  <a:srgbClr val="3F3F3F"/>
                </a:solidFill>
                <a:latin typeface="Calibri"/>
                <a:cs typeface="Calibri"/>
              </a:rPr>
              <a:t>or</a:t>
            </a:r>
            <a:r>
              <a:rPr sz="2400" spc="-10" dirty="0">
                <a:solidFill>
                  <a:srgbClr val="3F3F3F"/>
                </a:solidFill>
                <a:latin typeface="Calibri"/>
                <a:cs typeface="Calibri"/>
              </a:rPr>
              <a:t> </a:t>
            </a:r>
            <a:r>
              <a:rPr sz="2400" spc="-5" dirty="0">
                <a:solidFill>
                  <a:srgbClr val="3F3F3F"/>
                </a:solidFill>
                <a:latin typeface="Calibri"/>
                <a:cs typeface="Calibri"/>
              </a:rPr>
              <a:t>IP</a:t>
            </a:r>
            <a:r>
              <a:rPr sz="2400" spc="-10" dirty="0">
                <a:solidFill>
                  <a:srgbClr val="3F3F3F"/>
                </a:solidFill>
                <a:latin typeface="Calibri"/>
                <a:cs typeface="Calibri"/>
              </a:rPr>
              <a:t> address</a:t>
            </a:r>
            <a:r>
              <a:rPr sz="2400" spc="25"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a:t>
            </a:r>
            <a:r>
              <a:rPr sz="2400" spc="-10" dirty="0">
                <a:solidFill>
                  <a:srgbClr val="3F3F3F"/>
                </a:solidFill>
                <a:latin typeface="Calibri"/>
                <a:cs typeface="Calibri"/>
              </a:rPr>
              <a:t>identifier</a:t>
            </a:r>
            <a:r>
              <a:rPr sz="2400" dirty="0">
                <a:solidFill>
                  <a:srgbClr val="3F3F3F"/>
                </a:solidFill>
                <a:latin typeface="Calibri"/>
                <a:cs typeface="Calibri"/>
              </a:rPr>
              <a:t> </a:t>
            </a:r>
            <a:r>
              <a:rPr sz="2400" spc="-5" dirty="0">
                <a:solidFill>
                  <a:srgbClr val="3F3F3F"/>
                </a:solidFill>
                <a:latin typeface="Calibri"/>
                <a:cs typeface="Calibri"/>
              </a:rPr>
              <a:t>used in</a:t>
            </a:r>
            <a:r>
              <a:rPr sz="2400" dirty="0">
                <a:solidFill>
                  <a:srgbClr val="3F3F3F"/>
                </a:solidFill>
                <a:latin typeface="Calibri"/>
                <a:cs typeface="Calibri"/>
              </a:rPr>
              <a:t> </a:t>
            </a:r>
            <a:r>
              <a:rPr sz="2400" spc="-5" dirty="0">
                <a:solidFill>
                  <a:srgbClr val="3F3F3F"/>
                </a:solidFill>
                <a:latin typeface="Calibri"/>
                <a:cs typeface="Calibri"/>
              </a:rPr>
              <a:t>IP </a:t>
            </a:r>
            <a:r>
              <a:rPr sz="2400" spc="-15" dirty="0">
                <a:solidFill>
                  <a:srgbClr val="3F3F3F"/>
                </a:solidFill>
                <a:latin typeface="Calibri"/>
                <a:cs typeface="Calibri"/>
              </a:rPr>
              <a:t>layer </a:t>
            </a:r>
            <a:r>
              <a:rPr sz="2400" spc="-5" dirty="0">
                <a:solidFill>
                  <a:srgbClr val="3F3F3F"/>
                </a:solidFill>
                <a:latin typeface="Calibri"/>
                <a:cs typeface="Calibri"/>
              </a:rPr>
              <a:t>of</a:t>
            </a:r>
            <a:r>
              <a:rPr sz="2400"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35" dirty="0">
                <a:solidFill>
                  <a:srgbClr val="3F3F3F"/>
                </a:solidFill>
                <a:latin typeface="Calibri"/>
                <a:cs typeface="Calibri"/>
              </a:rPr>
              <a:t>TCP/IP </a:t>
            </a:r>
            <a:r>
              <a:rPr sz="2400" spc="-530" dirty="0">
                <a:solidFill>
                  <a:srgbClr val="3F3F3F"/>
                </a:solidFill>
                <a:latin typeface="Calibri"/>
                <a:cs typeface="Calibri"/>
              </a:rPr>
              <a:t> </a:t>
            </a:r>
            <a:r>
              <a:rPr sz="2400" spc="-15" dirty="0">
                <a:solidFill>
                  <a:srgbClr val="3F3F3F"/>
                </a:solidFill>
                <a:latin typeface="Calibri"/>
                <a:cs typeface="Calibri"/>
              </a:rPr>
              <a:t>protocol</a:t>
            </a:r>
            <a:r>
              <a:rPr sz="2400" spc="-35" dirty="0">
                <a:solidFill>
                  <a:srgbClr val="3F3F3F"/>
                </a:solidFill>
                <a:latin typeface="Calibri"/>
                <a:cs typeface="Calibri"/>
              </a:rPr>
              <a:t> </a:t>
            </a:r>
            <a:r>
              <a:rPr sz="2400" spc="-10" dirty="0">
                <a:solidFill>
                  <a:srgbClr val="3F3F3F"/>
                </a:solidFill>
                <a:latin typeface="Calibri"/>
                <a:cs typeface="Calibri"/>
              </a:rPr>
              <a:t>suite</a:t>
            </a:r>
            <a:r>
              <a:rPr sz="240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identify</a:t>
            </a:r>
            <a:r>
              <a:rPr sz="2400" spc="-15"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connection</a:t>
            </a:r>
            <a:r>
              <a:rPr sz="2400" spc="-25"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dirty="0">
                <a:solidFill>
                  <a:srgbClr val="3F3F3F"/>
                </a:solidFill>
                <a:latin typeface="Calibri"/>
                <a:cs typeface="Calibri"/>
              </a:rPr>
              <a:t>each</a:t>
            </a:r>
            <a:r>
              <a:rPr sz="2400" spc="-20" dirty="0">
                <a:solidFill>
                  <a:srgbClr val="3F3F3F"/>
                </a:solidFill>
                <a:latin typeface="Calibri"/>
                <a:cs typeface="Calibri"/>
              </a:rPr>
              <a:t> </a:t>
            </a:r>
            <a:r>
              <a:rPr sz="2400" spc="-5" dirty="0">
                <a:solidFill>
                  <a:srgbClr val="3F3F3F"/>
                </a:solidFill>
                <a:latin typeface="Calibri"/>
                <a:cs typeface="Calibri"/>
              </a:rPr>
              <a:t>device</a:t>
            </a:r>
            <a:r>
              <a:rPr sz="240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Internet</a:t>
            </a:r>
            <a:endParaRPr sz="2400" dirty="0">
              <a:latin typeface="Calibri"/>
              <a:cs typeface="Calibri"/>
            </a:endParaRPr>
          </a:p>
          <a:p>
            <a:pPr marL="189230" indent="-177165">
              <a:lnSpc>
                <a:spcPct val="100000"/>
              </a:lnSpc>
              <a:spcBef>
                <a:spcPts val="1080"/>
              </a:spcBef>
              <a:buClr>
                <a:srgbClr val="1CACE4"/>
              </a:buClr>
              <a:buFont typeface="Arial MT"/>
              <a:buChar char="•"/>
              <a:tabLst>
                <a:tab pos="189865" algn="l"/>
              </a:tabLst>
            </a:pPr>
            <a:r>
              <a:rPr sz="2400" spc="-5" dirty="0">
                <a:solidFill>
                  <a:srgbClr val="3F3F3F"/>
                </a:solidFill>
                <a:latin typeface="Calibri"/>
                <a:cs typeface="Calibri"/>
              </a:rPr>
              <a:t>IPv4</a:t>
            </a:r>
            <a:r>
              <a:rPr sz="2400" spc="-15" dirty="0">
                <a:solidFill>
                  <a:srgbClr val="3F3F3F"/>
                </a:solidFill>
                <a:latin typeface="Calibri"/>
                <a:cs typeface="Calibri"/>
              </a:rPr>
              <a:t> </a:t>
            </a:r>
            <a:r>
              <a:rPr sz="2400" spc="-10" dirty="0">
                <a:solidFill>
                  <a:srgbClr val="3F3F3F"/>
                </a:solidFill>
                <a:latin typeface="Calibri"/>
                <a:cs typeface="Calibri"/>
              </a:rPr>
              <a:t>address</a:t>
            </a:r>
            <a:r>
              <a:rPr sz="2400" spc="-15"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dirty="0">
                <a:solidFill>
                  <a:srgbClr val="3F3F3F"/>
                </a:solidFill>
                <a:latin typeface="Calibri"/>
                <a:cs typeface="Calibri"/>
              </a:rPr>
              <a:t>a</a:t>
            </a:r>
            <a:r>
              <a:rPr sz="2400" spc="-20" dirty="0">
                <a:solidFill>
                  <a:srgbClr val="3F3F3F"/>
                </a:solidFill>
                <a:latin typeface="Calibri"/>
                <a:cs typeface="Calibri"/>
              </a:rPr>
              <a:t> </a:t>
            </a:r>
            <a:r>
              <a:rPr sz="2400" spc="-5" dirty="0">
                <a:solidFill>
                  <a:srgbClr val="3F3F3F"/>
                </a:solidFill>
                <a:latin typeface="Calibri"/>
                <a:cs typeface="Calibri"/>
              </a:rPr>
              <a:t>32-bit</a:t>
            </a:r>
            <a:r>
              <a:rPr sz="2400" spc="-10" dirty="0">
                <a:solidFill>
                  <a:srgbClr val="3F3F3F"/>
                </a:solidFill>
                <a:latin typeface="Calibri"/>
                <a:cs typeface="Calibri"/>
              </a:rPr>
              <a:t> address</a:t>
            </a:r>
            <a:endParaRPr sz="2400" dirty="0">
              <a:latin typeface="Calibri"/>
              <a:cs typeface="Calibri"/>
            </a:endParaRPr>
          </a:p>
          <a:p>
            <a:pPr marL="419100" marR="565150" lvl="1" indent="-182880">
              <a:lnSpc>
                <a:spcPts val="2590"/>
              </a:lnSpc>
              <a:spcBef>
                <a:spcPts val="434"/>
              </a:spcBef>
              <a:buClr>
                <a:srgbClr val="1CACE4"/>
              </a:buClr>
              <a:buChar char="◦"/>
              <a:tabLst>
                <a:tab pos="419734" algn="l"/>
              </a:tabLst>
            </a:pPr>
            <a:r>
              <a:rPr sz="2400" spc="-5" dirty="0">
                <a:solidFill>
                  <a:srgbClr val="3F3F3F"/>
                </a:solidFill>
                <a:latin typeface="Calibri"/>
                <a:cs typeface="Calibri"/>
              </a:rPr>
              <a:t>Unique </a:t>
            </a:r>
            <a:r>
              <a:rPr sz="2400" dirty="0">
                <a:solidFill>
                  <a:srgbClr val="3F3F3F"/>
                </a:solidFill>
                <a:latin typeface="Calibri"/>
                <a:cs typeface="Calibri"/>
              </a:rPr>
              <a:t>- </a:t>
            </a:r>
            <a:r>
              <a:rPr sz="2400" spc="-5" dirty="0">
                <a:solidFill>
                  <a:srgbClr val="3F3F3F"/>
                </a:solidFill>
                <a:latin typeface="Calibri"/>
                <a:cs typeface="Calibri"/>
              </a:rPr>
              <a:t>If </a:t>
            </a:r>
            <a:r>
              <a:rPr sz="2400" dirty="0">
                <a:solidFill>
                  <a:srgbClr val="3F3F3F"/>
                </a:solidFill>
                <a:latin typeface="Calibri"/>
                <a:cs typeface="Calibri"/>
              </a:rPr>
              <a:t>a </a:t>
            </a:r>
            <a:r>
              <a:rPr sz="2400" spc="-5" dirty="0">
                <a:solidFill>
                  <a:srgbClr val="3F3F3F"/>
                </a:solidFill>
                <a:latin typeface="Calibri"/>
                <a:cs typeface="Calibri"/>
              </a:rPr>
              <a:t>device has </a:t>
            </a:r>
            <a:r>
              <a:rPr sz="2400" spc="-10" dirty="0">
                <a:solidFill>
                  <a:srgbClr val="3F3F3F"/>
                </a:solidFill>
                <a:latin typeface="Calibri"/>
                <a:cs typeface="Calibri"/>
              </a:rPr>
              <a:t>two connections </a:t>
            </a:r>
            <a:r>
              <a:rPr sz="2400" spc="-15" dirty="0">
                <a:solidFill>
                  <a:srgbClr val="3F3F3F"/>
                </a:solidFill>
                <a:latin typeface="Calibri"/>
                <a:cs typeface="Calibri"/>
              </a:rPr>
              <a:t>to </a:t>
            </a:r>
            <a:r>
              <a:rPr sz="2400" spc="-5" dirty="0">
                <a:solidFill>
                  <a:srgbClr val="3F3F3F"/>
                </a:solidFill>
                <a:latin typeface="Calibri"/>
                <a:cs typeface="Calibri"/>
              </a:rPr>
              <a:t>the </a:t>
            </a:r>
            <a:r>
              <a:rPr sz="2400" spc="-10" dirty="0">
                <a:solidFill>
                  <a:srgbClr val="3F3F3F"/>
                </a:solidFill>
                <a:latin ty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typeface="Calibri"/>
              </a:rPr>
              <a:t>two </a:t>
            </a:r>
            <a:r>
              <a:rPr sz="2400" spc="-530" dirty="0">
                <a:solidFill>
                  <a:srgbClr val="3F3F3F"/>
                </a:solidFill>
                <a:latin typeface="Calibri"/>
                <a:cs typeface="Calibri"/>
              </a:rPr>
              <a:t> </a:t>
            </a:r>
            <a:r>
              <a:rPr sz="2400" spc="-10" dirty="0">
                <a:solidFill>
                  <a:srgbClr val="3F3F3F"/>
                </a:solidFill>
                <a:latin typeface="Calibri"/>
                <a:cs typeface="Calibri"/>
              </a:rPr>
              <a:t>networks,</a:t>
            </a:r>
            <a:r>
              <a:rPr sz="2400" spc="-35" dirty="0">
                <a:solidFill>
                  <a:srgbClr val="3F3F3F"/>
                </a:solidFill>
                <a:latin typeface="Calibri"/>
                <a:cs typeface="Calibri"/>
              </a:rPr>
              <a:t> </a:t>
            </a:r>
            <a:r>
              <a:rPr sz="2400" spc="-5" dirty="0">
                <a:solidFill>
                  <a:srgbClr val="3F3F3F"/>
                </a:solidFill>
                <a:latin typeface="Calibri"/>
                <a:cs typeface="Calibri"/>
              </a:rPr>
              <a:t>it has</a:t>
            </a:r>
            <a:r>
              <a:rPr sz="2400" spc="-10" dirty="0">
                <a:solidFill>
                  <a:srgbClr val="3F3F3F"/>
                </a:solidFill>
                <a:latin typeface="Calibri"/>
                <a:cs typeface="Calibri"/>
              </a:rPr>
              <a:t> two</a:t>
            </a:r>
            <a:r>
              <a:rPr sz="2400" spc="-30" dirty="0">
                <a:solidFill>
                  <a:srgbClr val="3F3F3F"/>
                </a:solidFill>
                <a:latin typeface="Calibri"/>
                <a:cs typeface="Calibri"/>
              </a:rPr>
              <a:t> </a:t>
            </a:r>
            <a:r>
              <a:rPr sz="2400" spc="-5" dirty="0">
                <a:solidFill>
                  <a:srgbClr val="3F3F3F"/>
                </a:solidFill>
                <a:latin typeface="Calibri"/>
                <a:cs typeface="Calibri"/>
              </a:rPr>
              <a:t>IPv4</a:t>
            </a:r>
            <a:r>
              <a:rPr sz="2400" dirty="0">
                <a:solidFill>
                  <a:srgbClr val="3F3F3F"/>
                </a:solidFill>
                <a:latin typeface="Calibri"/>
                <a:cs typeface="Calibri"/>
              </a:rPr>
              <a:t> </a:t>
            </a:r>
            <a:r>
              <a:rPr sz="2400" spc="-5" dirty="0">
                <a:solidFill>
                  <a:srgbClr val="3F3F3F"/>
                </a:solidFill>
                <a:latin typeface="Calibri"/>
                <a:cs typeface="Calibri"/>
              </a:rPr>
              <a:t>addresses</a:t>
            </a:r>
            <a:endParaRPr sz="2400" dirty="0">
              <a:latin typeface="Calibri"/>
              <a:cs typeface="Calibri"/>
            </a:endParaRPr>
          </a:p>
          <a:p>
            <a:pPr marL="419100" marR="74930" lvl="1" indent="-182880" algn="just">
              <a:lnSpc>
                <a:spcPts val="2590"/>
              </a:lnSpc>
              <a:spcBef>
                <a:spcPts val="605"/>
              </a:spcBef>
              <a:buClr>
                <a:srgbClr val="1CACE4"/>
              </a:buClr>
              <a:buChar char="◦"/>
              <a:tabLst>
                <a:tab pos="419734" algn="l"/>
              </a:tabLst>
            </a:pPr>
            <a:r>
              <a:rPr sz="2400" spc="-10" dirty="0">
                <a:solidFill>
                  <a:srgbClr val="3F3F3F"/>
                </a:solidFill>
                <a:latin typeface="Calibri"/>
                <a:cs typeface="Calibri"/>
              </a:rPr>
              <a:t>universal </a:t>
            </a:r>
            <a:r>
              <a:rPr sz="2400" dirty="0">
                <a:solidFill>
                  <a:srgbClr val="3F3F3F"/>
                </a:solidFill>
                <a:latin typeface="Calibri"/>
                <a:cs typeface="Calibri"/>
              </a:rPr>
              <a:t>-</a:t>
            </a:r>
            <a:r>
              <a:rPr sz="2400" spc="-10"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10" dirty="0">
                <a:solidFill>
                  <a:srgbClr val="3F3F3F"/>
                </a:solidFill>
                <a:latin typeface="Calibri"/>
                <a:cs typeface="Calibri"/>
              </a:rPr>
              <a:t>addressing</a:t>
            </a:r>
            <a:r>
              <a:rPr sz="2400" spc="-5" dirty="0">
                <a:solidFill>
                  <a:srgbClr val="3F3F3F"/>
                </a:solidFill>
                <a:latin typeface="Calibri"/>
                <a:cs typeface="Calibri"/>
              </a:rPr>
              <a:t> </a:t>
            </a:r>
            <a:r>
              <a:rPr sz="2400" spc="-25" dirty="0">
                <a:solidFill>
                  <a:srgbClr val="3F3F3F"/>
                </a:solidFill>
                <a:latin typeface="Calibri"/>
                <a:cs typeface="Calibri"/>
              </a:rPr>
              <a:t>system</a:t>
            </a:r>
            <a:r>
              <a:rPr sz="2400" spc="-15" dirty="0">
                <a:solidFill>
                  <a:srgbClr val="3F3F3F"/>
                </a:solidFill>
                <a:latin typeface="Calibri"/>
                <a:cs typeface="Calibri"/>
              </a:rPr>
              <a:t> </a:t>
            </a:r>
            <a:r>
              <a:rPr sz="2400" spc="-10" dirty="0">
                <a:solidFill>
                  <a:srgbClr val="3F3F3F"/>
                </a:solidFill>
                <a:latin typeface="Calibri"/>
                <a:cs typeface="Calibri"/>
              </a:rPr>
              <a:t>must</a:t>
            </a:r>
            <a:r>
              <a:rPr sz="2400" spc="-15"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a:t>
            </a:r>
            <a:r>
              <a:rPr sz="2400" spc="-5" dirty="0">
                <a:solidFill>
                  <a:srgbClr val="3F3F3F"/>
                </a:solidFill>
                <a:latin typeface="Calibri"/>
                <a:cs typeface="Calibri"/>
              </a:rPr>
              <a:t>accepted</a:t>
            </a:r>
            <a:r>
              <a:rPr sz="2400" spc="-30" dirty="0">
                <a:solidFill>
                  <a:srgbClr val="3F3F3F"/>
                </a:solidFill>
                <a:latin typeface="Calibri"/>
                <a:cs typeface="Calibri"/>
              </a:rPr>
              <a:t> </a:t>
            </a:r>
            <a:r>
              <a:rPr sz="2400" spc="-10" dirty="0">
                <a:solidFill>
                  <a:srgbClr val="3F3F3F"/>
                </a:solidFill>
                <a:latin typeface="Calibri"/>
                <a:cs typeface="Calibri"/>
              </a:rPr>
              <a:t>by</a:t>
            </a:r>
            <a:r>
              <a:rPr sz="2400" spc="5" dirty="0">
                <a:solidFill>
                  <a:srgbClr val="3F3F3F"/>
                </a:solidFill>
                <a:latin typeface="Calibri"/>
                <a:cs typeface="Calibri"/>
              </a:rPr>
              <a:t> </a:t>
            </a:r>
            <a:r>
              <a:rPr sz="2400" spc="-20" dirty="0">
                <a:solidFill>
                  <a:srgbClr val="3F3F3F"/>
                </a:solidFill>
                <a:latin typeface="Calibri"/>
                <a:cs typeface="Calibri"/>
              </a:rPr>
              <a:t>any</a:t>
            </a:r>
            <a:r>
              <a:rPr sz="2400" dirty="0">
                <a:solidFill>
                  <a:srgbClr val="3F3F3F"/>
                </a:solidFill>
                <a:latin typeface="Calibri"/>
                <a:cs typeface="Calibri"/>
              </a:rPr>
              <a:t> </a:t>
            </a:r>
            <a:r>
              <a:rPr sz="2400" spc="-15" dirty="0">
                <a:solidFill>
                  <a:srgbClr val="3F3F3F"/>
                </a:solidFill>
                <a:latin typeface="Calibri"/>
                <a:cs typeface="Calibri"/>
              </a:rPr>
              <a:t>host</a:t>
            </a:r>
            <a:r>
              <a:rPr sz="2400" spc="-20" dirty="0">
                <a:solidFill>
                  <a:srgbClr val="3F3F3F"/>
                </a:solidFill>
                <a:latin typeface="Calibri"/>
                <a:cs typeface="Calibri"/>
              </a:rPr>
              <a:t> </a:t>
            </a:r>
            <a:r>
              <a:rPr sz="2400" spc="-10" dirty="0">
                <a:solidFill>
                  <a:srgbClr val="3F3F3F"/>
                </a:solidFill>
                <a:latin typeface="Calibri"/>
                <a:cs typeface="Calibri"/>
              </a:rPr>
              <a:t>that </a:t>
            </a:r>
            <a:r>
              <a:rPr sz="2400" spc="-525" dirty="0">
                <a:solidFill>
                  <a:srgbClr val="3F3F3F"/>
                </a:solidFill>
                <a:latin typeface="Calibri"/>
                <a:cs typeface="Calibri"/>
              </a:rPr>
              <a:t> </a:t>
            </a:r>
            <a:r>
              <a:rPr sz="2400" spc="-15" dirty="0">
                <a:solidFill>
                  <a:srgbClr val="3F3F3F"/>
                </a:solidFill>
                <a:latin typeface="Calibri"/>
                <a:cs typeface="Calibri"/>
              </a:rPr>
              <a:t>wants</a:t>
            </a:r>
            <a:r>
              <a:rPr sz="2400" spc="-4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a:t>
            </a:r>
            <a:r>
              <a:rPr sz="2400" spc="-10" dirty="0">
                <a:solidFill>
                  <a:srgbClr val="3F3F3F"/>
                </a:solidFill>
                <a:latin typeface="Calibri"/>
                <a:cs typeface="Calibri"/>
              </a:rPr>
              <a:t>connected</a:t>
            </a:r>
            <a:r>
              <a:rPr sz="2400" spc="-2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Internet</a:t>
            </a:r>
            <a:endParaRPr sz="24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a:t>
            </a:fld>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286250" cy="756920"/>
          </a:xfrm>
          <a:prstGeom prst="rect">
            <a:avLst/>
          </a:prstGeom>
        </p:spPr>
        <p:txBody>
          <a:bodyPr vert="horz" wrap="square" lIns="0" tIns="12700" rIns="0" bIns="0" rtlCol="0">
            <a:spAutoFit/>
          </a:bodyPr>
          <a:lstStyle/>
          <a:p>
            <a:pPr marL="12700">
              <a:lnSpc>
                <a:spcPct val="100000"/>
              </a:lnSpc>
              <a:spcBef>
                <a:spcPts val="100"/>
              </a:spcBef>
            </a:pPr>
            <a:r>
              <a:rPr sz="4800" i="0" spc="-45" dirty="0">
                <a:latin typeface="Arial"/>
                <a:cs typeface="Arial"/>
              </a:rPr>
              <a:t>Address</a:t>
            </a:r>
            <a:r>
              <a:rPr sz="4800" i="0" spc="-180" dirty="0">
                <a:latin typeface="Arial"/>
                <a:cs typeface="Arial"/>
              </a:rPr>
              <a:t> </a:t>
            </a:r>
            <a:r>
              <a:rPr sz="4800" i="0" spc="-45" dirty="0">
                <a:latin typeface="Arial"/>
                <a:cs typeface="Arial"/>
              </a:rPr>
              <a:t>space</a:t>
            </a:r>
            <a:endParaRPr sz="4800">
              <a:latin typeface="Arial"/>
              <a:cs typeface="Arial"/>
            </a:endParaRPr>
          </a:p>
        </p:txBody>
      </p:sp>
      <p:sp>
        <p:nvSpPr>
          <p:cNvPr id="3" name="object 3"/>
          <p:cNvSpPr txBox="1"/>
          <p:nvPr/>
        </p:nvSpPr>
        <p:spPr>
          <a:xfrm>
            <a:off x="697667" y="1633581"/>
            <a:ext cx="8550910" cy="3810000"/>
          </a:xfrm>
          <a:prstGeom prst="rect">
            <a:avLst/>
          </a:prstGeom>
        </p:spPr>
        <p:txBody>
          <a:bodyPr vert="horz" wrap="square" lIns="0" tIns="147955" rIns="0" bIns="0" rtlCol="0">
            <a:spAutoFit/>
          </a:bodyPr>
          <a:lstStyle/>
          <a:p>
            <a:pPr marL="189230" indent="-177165">
              <a:lnSpc>
                <a:spcPct val="100000"/>
              </a:lnSpc>
              <a:spcBef>
                <a:spcPts val="1165"/>
              </a:spcBef>
              <a:buClr>
                <a:srgbClr val="1CACE4"/>
              </a:buClr>
              <a:buFont typeface="Arial MT"/>
              <a:buChar char="•"/>
              <a:tabLst>
                <a:tab pos="189865" algn="l"/>
              </a:tabLst>
            </a:pPr>
            <a:r>
              <a:rPr sz="2800" spc="-20" dirty="0">
                <a:solidFill>
                  <a:srgbClr val="3F3F3F"/>
                </a:solidFill>
                <a:latin typeface="Calibri"/>
                <a:cs typeface="Calibri"/>
              </a:rPr>
              <a:t>total </a:t>
            </a:r>
            <a:r>
              <a:rPr sz="2800" spc="-10" dirty="0">
                <a:solidFill>
                  <a:srgbClr val="3F3F3F"/>
                </a:solidFill>
                <a:latin typeface="Calibri"/>
                <a:cs typeface="Calibri"/>
              </a:rPr>
              <a:t>number</a:t>
            </a:r>
            <a:r>
              <a:rPr sz="2800" spc="3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10" dirty="0">
                <a:solidFill>
                  <a:srgbClr val="3F3F3F"/>
                </a:solidFill>
                <a:latin typeface="Calibri"/>
                <a:cs typeface="Calibri"/>
              </a:rPr>
              <a:t>used</a:t>
            </a:r>
            <a:r>
              <a:rPr sz="2800" spc="20"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protocol</a:t>
            </a:r>
            <a:endParaRPr sz="2800" dirty="0">
              <a:latin typeface="Calibri"/>
              <a:cs typeface="Calibri"/>
            </a:endParaRPr>
          </a:p>
          <a:p>
            <a:pPr marL="189230" marR="5080" indent="-177165">
              <a:lnSpc>
                <a:spcPts val="3020"/>
              </a:lnSpc>
              <a:spcBef>
                <a:spcPts val="1455"/>
              </a:spcBef>
              <a:buClr>
                <a:srgbClr val="1CACE4"/>
              </a:buClr>
              <a:buFont typeface="Arial MT"/>
              <a:buChar char="•"/>
              <a:tabLst>
                <a:tab pos="189865" algn="l"/>
              </a:tabLst>
            </a:pPr>
            <a:r>
              <a:rPr sz="2800" spc="-5" dirty="0">
                <a:solidFill>
                  <a:srgbClr val="3F3F3F"/>
                </a:solidFill>
                <a:latin typeface="Calibri"/>
                <a:cs typeface="Calibri"/>
              </a:rPr>
              <a:t>If</a:t>
            </a:r>
            <a:r>
              <a:rPr sz="2800" spc="-25" dirty="0">
                <a:solidFill>
                  <a:srgbClr val="3F3F3F"/>
                </a:solidFill>
                <a:latin typeface="Calibri"/>
                <a:cs typeface="Calibri"/>
              </a:rPr>
              <a:t> </a:t>
            </a:r>
            <a:r>
              <a:rPr sz="2800" spc="-5" dirty="0">
                <a:solidFill>
                  <a:srgbClr val="3F3F3F"/>
                </a:solidFill>
                <a:latin typeface="Calibri"/>
                <a:cs typeface="Calibri"/>
              </a:rPr>
              <a:t>a</a:t>
            </a:r>
            <a:r>
              <a:rPr sz="2800" spc="5" dirty="0">
                <a:solidFill>
                  <a:srgbClr val="3F3F3F"/>
                </a:solidFill>
                <a:latin typeface="Calibri"/>
                <a:cs typeface="Calibri"/>
              </a:rPr>
              <a:t> </a:t>
            </a:r>
            <a:r>
              <a:rPr sz="2800" spc="-20" dirty="0">
                <a:solidFill>
                  <a:srgbClr val="3F3F3F"/>
                </a:solidFill>
                <a:latin typeface="Calibri"/>
                <a:cs typeface="Calibri"/>
              </a:rPr>
              <a:t>protocol</a:t>
            </a:r>
            <a:r>
              <a:rPr sz="2800" spc="10" dirty="0">
                <a:solidFill>
                  <a:srgbClr val="3F3F3F"/>
                </a:solidFill>
                <a:latin typeface="Calibri"/>
                <a:cs typeface="Calibri"/>
              </a:rPr>
              <a:t> </a:t>
            </a:r>
            <a:r>
              <a:rPr sz="2800" spc="-10" dirty="0">
                <a:solidFill>
                  <a:srgbClr val="3F3F3F"/>
                </a:solidFill>
                <a:latin typeface="Calibri"/>
                <a:cs typeface="Calibri"/>
              </a:rPr>
              <a:t>uses</a:t>
            </a:r>
            <a:r>
              <a:rPr sz="2800" spc="35" dirty="0">
                <a:solidFill>
                  <a:srgbClr val="3F3F3F"/>
                </a:solidFill>
                <a:latin typeface="Calibri"/>
                <a:cs typeface="Calibri"/>
              </a:rPr>
              <a:t> </a:t>
            </a:r>
            <a:r>
              <a:rPr sz="2800" i="1" spc="-5" dirty="0">
                <a:solidFill>
                  <a:srgbClr val="3F3F3F"/>
                </a:solidFill>
                <a:latin typeface="Calibri"/>
                <a:cs typeface="Calibri"/>
              </a:rPr>
              <a:t>b</a:t>
            </a:r>
            <a:r>
              <a:rPr sz="2800" i="1" spc="5" dirty="0">
                <a:solidFill>
                  <a:srgbClr val="3F3F3F"/>
                </a:solidFill>
                <a:latin typeface="Calibri"/>
                <a:cs typeface="Calibri"/>
              </a:rPr>
              <a:t> </a:t>
            </a:r>
            <a:r>
              <a:rPr sz="2800" i="1" spc="-10" dirty="0">
                <a:solidFill>
                  <a:srgbClr val="3F3F3F"/>
                </a:solidFill>
                <a:latin typeface="Calibri"/>
                <a:cs typeface="Calibri"/>
              </a:rPr>
              <a:t>bits</a:t>
            </a:r>
            <a:r>
              <a:rPr sz="2800" i="1" spc="5" dirty="0">
                <a:solidFill>
                  <a:srgbClr val="3F3F3F"/>
                </a:solidFill>
                <a:latin typeface="Calibri"/>
                <a:cs typeface="Calibri"/>
              </a:rPr>
              <a:t> </a:t>
            </a:r>
            <a:r>
              <a:rPr sz="2800" i="1" spc="-25" dirty="0">
                <a:solidFill>
                  <a:srgbClr val="3F3F3F"/>
                </a:solidFill>
                <a:latin typeface="Calibri"/>
                <a:cs typeface="Calibri"/>
              </a:rPr>
              <a:t>to</a:t>
            </a:r>
            <a:r>
              <a:rPr sz="2800" i="1" dirty="0">
                <a:solidFill>
                  <a:srgbClr val="3F3F3F"/>
                </a:solidFill>
                <a:latin typeface="Calibri"/>
                <a:cs typeface="Calibri"/>
              </a:rPr>
              <a:t> </a:t>
            </a:r>
            <a:r>
              <a:rPr sz="2800" i="1" spc="-10" dirty="0">
                <a:solidFill>
                  <a:srgbClr val="3F3F3F"/>
                </a:solidFill>
                <a:latin typeface="Calibri"/>
                <a:cs typeface="Calibri"/>
              </a:rPr>
              <a:t>define</a:t>
            </a:r>
            <a:r>
              <a:rPr sz="2800" i="1" dirty="0">
                <a:solidFill>
                  <a:srgbClr val="3F3F3F"/>
                </a:solidFill>
                <a:latin typeface="Calibri"/>
                <a:cs typeface="Calibri"/>
              </a:rPr>
              <a:t> </a:t>
            </a:r>
            <a:r>
              <a:rPr sz="2800" i="1" spc="-5" dirty="0">
                <a:solidFill>
                  <a:srgbClr val="3F3F3F"/>
                </a:solidFill>
                <a:latin typeface="Calibri"/>
                <a:cs typeface="Calibri"/>
              </a:rPr>
              <a:t>an</a:t>
            </a:r>
            <a:r>
              <a:rPr sz="2800" i="1" spc="5" dirty="0">
                <a:solidFill>
                  <a:srgbClr val="3F3F3F"/>
                </a:solidFill>
                <a:latin typeface="Calibri"/>
                <a:cs typeface="Calibri"/>
              </a:rPr>
              <a:t> </a:t>
            </a:r>
            <a:r>
              <a:rPr sz="2800" i="1" spc="-5" dirty="0">
                <a:solidFill>
                  <a:srgbClr val="3F3F3F"/>
                </a:solidFill>
                <a:latin typeface="Calibri"/>
                <a:cs typeface="Calibri"/>
              </a:rPr>
              <a:t>address,</a:t>
            </a:r>
            <a:r>
              <a:rPr sz="2800" i="1" dirty="0">
                <a:solidFill>
                  <a:srgbClr val="3F3F3F"/>
                </a:solidFill>
                <a:latin typeface="Calibri"/>
                <a:cs typeface="Calibri"/>
              </a:rPr>
              <a:t> </a:t>
            </a:r>
            <a:r>
              <a:rPr sz="2800" i="1" spc="-10" dirty="0">
                <a:solidFill>
                  <a:srgbClr val="3F3F3F"/>
                </a:solidFill>
                <a:latin typeface="Calibri"/>
                <a:cs typeface="Calibri"/>
              </a:rPr>
              <a:t>the</a:t>
            </a:r>
            <a:r>
              <a:rPr sz="2800" i="1" spc="-5" dirty="0">
                <a:solidFill>
                  <a:srgbClr val="3F3F3F"/>
                </a:solidFill>
                <a:latin typeface="Calibri"/>
                <a:cs typeface="Calibri"/>
              </a:rPr>
              <a:t> </a:t>
            </a:r>
            <a:r>
              <a:rPr sz="2800" i="1" spc="-10" dirty="0">
                <a:solidFill>
                  <a:srgbClr val="3F3F3F"/>
                </a:solidFill>
                <a:latin typeface="Calibri"/>
                <a:cs typeface="Calibri"/>
              </a:rPr>
              <a:t>address </a:t>
            </a:r>
            <a:r>
              <a:rPr sz="2800" i="1" spc="-5" dirty="0">
                <a:solidFill>
                  <a:srgbClr val="3F3F3F"/>
                </a:solidFill>
                <a:latin typeface="Calibri"/>
                <a:cs typeface="Calibri"/>
              </a:rPr>
              <a:t> </a:t>
            </a:r>
            <a:r>
              <a:rPr sz="2800" i="1" spc="-10" dirty="0">
                <a:solidFill>
                  <a:srgbClr val="3F3F3F"/>
                </a:solidFill>
                <a:latin typeface="Calibri"/>
                <a:cs typeface="Calibri"/>
              </a:rPr>
              <a:t>space</a:t>
            </a:r>
            <a:r>
              <a:rPr sz="2800" i="1" spc="-25" dirty="0">
                <a:solidFill>
                  <a:srgbClr val="3F3F3F"/>
                </a:solidFill>
                <a:latin typeface="Calibri"/>
                <a:cs typeface="Calibri"/>
              </a:rPr>
              <a:t> </a:t>
            </a:r>
            <a:r>
              <a:rPr sz="2800" i="1" spc="-10" dirty="0">
                <a:solidFill>
                  <a:srgbClr val="3F3F3F"/>
                </a:solidFill>
                <a:latin typeface="Calibri"/>
                <a:cs typeface="Calibri"/>
              </a:rPr>
              <a:t>is</a:t>
            </a:r>
            <a:r>
              <a:rPr sz="2800" i="1" spc="5" dirty="0">
                <a:solidFill>
                  <a:srgbClr val="3F3F3F"/>
                </a:solidFill>
                <a:latin typeface="Calibri"/>
                <a:cs typeface="Calibri"/>
              </a:rPr>
              <a:t> </a:t>
            </a:r>
            <a:r>
              <a:rPr sz="2800" i="1" spc="-5" dirty="0">
                <a:solidFill>
                  <a:srgbClr val="3F3F3F"/>
                </a:solidFill>
                <a:latin typeface="Calibri"/>
                <a:cs typeface="Calibri"/>
              </a:rPr>
              <a:t>2b</a:t>
            </a:r>
            <a:r>
              <a:rPr sz="2800" i="1" spc="10" dirty="0">
                <a:solidFill>
                  <a:srgbClr val="3F3F3F"/>
                </a:solidFill>
                <a:latin typeface="Calibri"/>
                <a:cs typeface="Calibri"/>
              </a:rPr>
              <a:t> </a:t>
            </a:r>
            <a:r>
              <a:rPr sz="2800" i="1" spc="-10" dirty="0">
                <a:solidFill>
                  <a:srgbClr val="3F3F3F"/>
                </a:solidFill>
                <a:latin typeface="Calibri"/>
                <a:cs typeface="Calibri"/>
              </a:rPr>
              <a:t>because each</a:t>
            </a:r>
            <a:r>
              <a:rPr sz="2800" i="1" spc="5" dirty="0">
                <a:solidFill>
                  <a:srgbClr val="3F3F3F"/>
                </a:solidFill>
                <a:latin typeface="Calibri"/>
                <a:cs typeface="Calibri"/>
              </a:rPr>
              <a:t> </a:t>
            </a:r>
            <a:r>
              <a:rPr sz="2800" i="1" spc="-10" dirty="0">
                <a:solidFill>
                  <a:srgbClr val="3F3F3F"/>
                </a:solidFill>
                <a:latin typeface="Calibri"/>
                <a:cs typeface="Calibri"/>
              </a:rPr>
              <a:t>bit</a:t>
            </a:r>
            <a:r>
              <a:rPr sz="2800" i="1" dirty="0">
                <a:solidFill>
                  <a:srgbClr val="3F3F3F"/>
                </a:solidFill>
                <a:latin typeface="Calibri"/>
                <a:cs typeface="Calibri"/>
              </a:rPr>
              <a:t> </a:t>
            </a:r>
            <a:r>
              <a:rPr sz="2800" i="1" spc="-10" dirty="0">
                <a:solidFill>
                  <a:srgbClr val="3F3F3F"/>
                </a:solidFill>
                <a:latin typeface="Calibri"/>
                <a:cs typeface="Calibri"/>
              </a:rPr>
              <a:t>can</a:t>
            </a:r>
            <a:r>
              <a:rPr sz="2800" i="1" spc="45" dirty="0">
                <a:solidFill>
                  <a:srgbClr val="3F3F3F"/>
                </a:solidFill>
                <a:latin typeface="Calibri"/>
                <a:cs typeface="Calibri"/>
              </a:rPr>
              <a:t> </a:t>
            </a:r>
            <a:r>
              <a:rPr sz="2800" spc="-25" dirty="0">
                <a:solidFill>
                  <a:srgbClr val="3F3F3F"/>
                </a:solidFill>
                <a:latin typeface="Calibri"/>
                <a:cs typeface="Calibri"/>
              </a:rPr>
              <a:t>have</a:t>
            </a:r>
            <a:r>
              <a:rPr sz="2800" spc="5" dirty="0">
                <a:solidFill>
                  <a:srgbClr val="3F3F3F"/>
                </a:solidFill>
                <a:latin typeface="Calibri"/>
                <a:cs typeface="Calibri"/>
              </a:rPr>
              <a:t> </a:t>
            </a:r>
            <a:r>
              <a:rPr sz="2800" spc="-15" dirty="0">
                <a:solidFill>
                  <a:srgbClr val="3F3F3F"/>
                </a:solidFill>
                <a:latin typeface="Calibri"/>
                <a:cs typeface="Calibri"/>
              </a:rPr>
              <a:t>two</a:t>
            </a:r>
            <a:r>
              <a:rPr sz="2800" spc="-5" dirty="0">
                <a:solidFill>
                  <a:srgbClr val="3F3F3F"/>
                </a:solidFill>
                <a:latin typeface="Calibri"/>
                <a:cs typeface="Calibri"/>
              </a:rPr>
              <a:t> </a:t>
            </a:r>
            <a:r>
              <a:rPr sz="2800" spc="-25" dirty="0">
                <a:solidFill>
                  <a:srgbClr val="3F3F3F"/>
                </a:solidFill>
                <a:latin typeface="Calibri"/>
                <a:cs typeface="Calibri"/>
              </a:rPr>
              <a:t>different</a:t>
            </a:r>
            <a:r>
              <a:rPr sz="2800" spc="10" dirty="0">
                <a:solidFill>
                  <a:srgbClr val="3F3F3F"/>
                </a:solidFill>
                <a:latin typeface="Calibri"/>
                <a:cs typeface="Calibri"/>
              </a:rPr>
              <a:t> </a:t>
            </a:r>
            <a:r>
              <a:rPr sz="2800" spc="-15" dirty="0">
                <a:solidFill>
                  <a:srgbClr val="3F3F3F"/>
                </a:solidFill>
                <a:latin typeface="Calibri"/>
                <a:cs typeface="Calibri"/>
              </a:rPr>
              <a:t>values </a:t>
            </a:r>
            <a:r>
              <a:rPr sz="2800" spc="-615" dirty="0">
                <a:solidFill>
                  <a:srgbClr val="3F3F3F"/>
                </a:solidFill>
                <a:latin typeface="Calibri"/>
                <a:cs typeface="Calibri"/>
              </a:rPr>
              <a:t> </a:t>
            </a:r>
            <a:r>
              <a:rPr sz="2800" spc="-5" dirty="0">
                <a:solidFill>
                  <a:srgbClr val="3F3F3F"/>
                </a:solidFill>
                <a:latin typeface="Calibri"/>
                <a:cs typeface="Calibri"/>
              </a:rPr>
              <a:t>(0</a:t>
            </a:r>
            <a:r>
              <a:rPr sz="2800" spc="-10" dirty="0">
                <a:solidFill>
                  <a:srgbClr val="3F3F3F"/>
                </a:solidFill>
                <a:latin typeface="Calibri"/>
                <a:cs typeface="Calibri"/>
              </a:rPr>
              <a:t> </a:t>
            </a:r>
            <a:r>
              <a:rPr sz="2800" spc="-5" dirty="0">
                <a:solidFill>
                  <a:srgbClr val="3F3F3F"/>
                </a:solidFill>
                <a:latin typeface="Calibri"/>
                <a:cs typeface="Calibri"/>
              </a:rPr>
              <a:t>or 1).</a:t>
            </a:r>
            <a:endParaRPr sz="2800" dirty="0">
              <a:latin typeface="Calibri"/>
              <a:cs typeface="Calibri"/>
            </a:endParaRPr>
          </a:p>
          <a:p>
            <a:pPr marL="189230" marR="66675" indent="-177165">
              <a:lnSpc>
                <a:spcPts val="3020"/>
              </a:lnSpc>
              <a:spcBef>
                <a:spcPts val="1415"/>
              </a:spcBef>
              <a:buClr>
                <a:srgbClr val="1CACE4"/>
              </a:buClr>
              <a:buFont typeface="Arial MT"/>
              <a:buChar char="•"/>
              <a:tabLst>
                <a:tab pos="189865" algn="l"/>
              </a:tabLst>
            </a:pPr>
            <a:r>
              <a:rPr sz="2800" spc="-5" dirty="0">
                <a:solidFill>
                  <a:srgbClr val="3F3F3F"/>
                </a:solidFill>
                <a:latin typeface="Calibri"/>
                <a:cs typeface="Calibri"/>
              </a:rPr>
              <a:t>IPv4 </a:t>
            </a:r>
            <a:r>
              <a:rPr sz="2800" spc="-10" dirty="0">
                <a:solidFill>
                  <a:srgbClr val="3F3F3F"/>
                </a:solidFill>
                <a:latin typeface="Calibri"/>
                <a:cs typeface="Calibri"/>
              </a:rPr>
              <a:t>uses</a:t>
            </a:r>
            <a:r>
              <a:rPr sz="2800" spc="20" dirty="0">
                <a:solidFill>
                  <a:srgbClr val="3F3F3F"/>
                </a:solidFill>
                <a:latin typeface="Calibri"/>
                <a:cs typeface="Calibri"/>
              </a:rPr>
              <a:t> </a:t>
            </a:r>
            <a:r>
              <a:rPr sz="2800" spc="-5" dirty="0">
                <a:solidFill>
                  <a:srgbClr val="3F3F3F"/>
                </a:solidFill>
                <a:latin typeface="Calibri"/>
                <a:cs typeface="Calibri"/>
              </a:rPr>
              <a:t>32-bit</a:t>
            </a:r>
            <a:r>
              <a:rPr sz="2800" spc="45" dirty="0">
                <a:solidFill>
                  <a:srgbClr val="3F3F3F"/>
                </a:solidFill>
                <a:latin typeface="Calibri"/>
                <a:cs typeface="Calibri"/>
              </a:rPr>
              <a:t>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5" dirty="0">
                <a:solidFill>
                  <a:srgbClr val="3F3F3F"/>
                </a:solidFill>
                <a:latin typeface="Calibri"/>
                <a:cs typeface="Calibri"/>
              </a:rPr>
              <a:t>which</a:t>
            </a:r>
            <a:r>
              <a:rPr sz="2800" spc="20" dirty="0">
                <a:solidFill>
                  <a:srgbClr val="3F3F3F"/>
                </a:solidFill>
                <a:latin typeface="Calibri"/>
                <a:cs typeface="Calibri"/>
              </a:rPr>
              <a:t> </a:t>
            </a:r>
            <a:r>
              <a:rPr sz="2800" spc="-10" dirty="0">
                <a:solidFill>
                  <a:srgbClr val="3F3F3F"/>
                </a:solidFill>
                <a:latin typeface="Calibri"/>
                <a:cs typeface="Calibri"/>
              </a:rPr>
              <a:t>means</a:t>
            </a:r>
            <a:r>
              <a:rPr sz="2800" spc="15" dirty="0">
                <a:solidFill>
                  <a:srgbClr val="3F3F3F"/>
                </a:solidFill>
                <a:latin typeface="Calibri"/>
                <a:cs typeface="Calibri"/>
              </a:rPr>
              <a:t> </a:t>
            </a:r>
            <a:r>
              <a:rPr sz="2800" spc="-15" dirty="0">
                <a:solidFill>
                  <a:srgbClr val="3F3F3F"/>
                </a:solidFill>
                <a:latin typeface="Calibri"/>
                <a:cs typeface="Calibri"/>
              </a:rPr>
              <a:t>that</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address </a:t>
            </a:r>
            <a:r>
              <a:rPr sz="2800" spc="-615" dirty="0">
                <a:solidFill>
                  <a:srgbClr val="3F3F3F"/>
                </a:solidFill>
                <a:latin typeface="Calibri"/>
                <a:cs typeface="Calibri"/>
              </a:rPr>
              <a:t> </a:t>
            </a:r>
            <a:r>
              <a:rPr sz="2800" spc="-5" dirty="0">
                <a:solidFill>
                  <a:srgbClr val="3F3F3F"/>
                </a:solidFill>
                <a:latin typeface="Calibri"/>
                <a:cs typeface="Calibri"/>
              </a:rPr>
              <a:t>space </a:t>
            </a:r>
            <a:r>
              <a:rPr sz="2800" spc="-10" dirty="0">
                <a:solidFill>
                  <a:srgbClr val="3F3F3F"/>
                </a:solidFill>
                <a:latin typeface="Calibri"/>
                <a:cs typeface="Calibri"/>
              </a:rPr>
              <a:t>is</a:t>
            </a:r>
            <a:r>
              <a:rPr sz="2800" spc="10" dirty="0">
                <a:solidFill>
                  <a:srgbClr val="3F3F3F"/>
                </a:solidFill>
                <a:latin typeface="Calibri"/>
                <a:cs typeface="Calibri"/>
              </a:rPr>
              <a:t> </a:t>
            </a:r>
            <a:r>
              <a:rPr sz="2800" spc="-10" dirty="0">
                <a:solidFill>
                  <a:srgbClr val="3F3F3F"/>
                </a:solidFill>
                <a:latin typeface="Calibri"/>
                <a:cs typeface="Calibri"/>
              </a:rPr>
              <a:t>2</a:t>
            </a:r>
            <a:r>
              <a:rPr lang="en-US" sz="2800" spc="-10" dirty="0">
                <a:solidFill>
                  <a:srgbClr val="3F3F3F"/>
                </a:solidFill>
                <a:latin typeface="Calibri"/>
                <a:cs typeface="Calibri"/>
              </a:rPr>
              <a:t>^</a:t>
            </a:r>
            <a:r>
              <a:rPr sz="2800" spc="-10" dirty="0">
                <a:solidFill>
                  <a:srgbClr val="3F3F3F"/>
                </a:solidFill>
                <a:latin typeface="Calibri"/>
                <a:cs typeface="Calibri"/>
              </a:rPr>
              <a:t>32</a:t>
            </a:r>
            <a:r>
              <a:rPr sz="2800" spc="15" dirty="0">
                <a:solidFill>
                  <a:srgbClr val="3F3F3F"/>
                </a:solidFill>
                <a:latin typeface="Calibri"/>
                <a:cs typeface="Calibri"/>
              </a:rPr>
              <a:t> </a:t>
            </a:r>
            <a:r>
              <a:rPr sz="2800" spc="-5" dirty="0">
                <a:solidFill>
                  <a:srgbClr val="3F3F3F"/>
                </a:solidFill>
                <a:latin typeface="Calibri"/>
                <a:cs typeface="Calibri"/>
              </a:rPr>
              <a:t>or 4,294,967,296</a:t>
            </a:r>
            <a:r>
              <a:rPr sz="2800" spc="40" dirty="0">
                <a:solidFill>
                  <a:srgbClr val="3F3F3F"/>
                </a:solidFill>
                <a:latin typeface="Calibri"/>
                <a:cs typeface="Calibri"/>
              </a:rPr>
              <a:t> </a:t>
            </a:r>
            <a:r>
              <a:rPr sz="2800" spc="-15" dirty="0">
                <a:solidFill>
                  <a:srgbClr val="3F3F3F"/>
                </a:solidFill>
                <a:latin typeface="Calibri"/>
                <a:cs typeface="Calibri"/>
              </a:rPr>
              <a:t>(more</a:t>
            </a:r>
            <a:r>
              <a:rPr sz="2800" spc="-5" dirty="0">
                <a:solidFill>
                  <a:srgbClr val="3F3F3F"/>
                </a:solidFill>
                <a:latin typeface="Calibri"/>
                <a:cs typeface="Calibri"/>
              </a:rPr>
              <a:t> </a:t>
            </a:r>
            <a:r>
              <a:rPr sz="2800" spc="-10" dirty="0">
                <a:solidFill>
                  <a:srgbClr val="3F3F3F"/>
                </a:solidFill>
                <a:latin typeface="Calibri"/>
                <a:cs typeface="Calibri"/>
              </a:rPr>
              <a:t>than</a:t>
            </a:r>
            <a:r>
              <a:rPr sz="2800" spc="20" dirty="0">
                <a:solidFill>
                  <a:srgbClr val="3F3F3F"/>
                </a:solidFill>
                <a:latin typeface="Calibri"/>
                <a:cs typeface="Calibri"/>
              </a:rPr>
              <a:t> </a:t>
            </a:r>
            <a:r>
              <a:rPr sz="2800" spc="-5" dirty="0">
                <a:solidFill>
                  <a:srgbClr val="3F3F3F"/>
                </a:solidFill>
                <a:latin typeface="Calibri"/>
                <a:cs typeface="Calibri"/>
              </a:rPr>
              <a:t>4</a:t>
            </a:r>
            <a:r>
              <a:rPr sz="2800" spc="5" dirty="0">
                <a:solidFill>
                  <a:srgbClr val="3F3F3F"/>
                </a:solidFill>
                <a:latin typeface="Calibri"/>
                <a:cs typeface="Calibri"/>
              </a:rPr>
              <a:t> </a:t>
            </a:r>
            <a:r>
              <a:rPr sz="2800" spc="-10" dirty="0">
                <a:solidFill>
                  <a:srgbClr val="3F3F3F"/>
                </a:solidFill>
                <a:latin typeface="Calibri"/>
                <a:cs typeface="Calibri"/>
              </a:rPr>
              <a:t>billion).</a:t>
            </a:r>
            <a:endParaRPr sz="2800" dirty="0">
              <a:latin typeface="Calibri"/>
              <a:cs typeface="Calibri"/>
            </a:endParaRPr>
          </a:p>
          <a:p>
            <a:pPr marL="189230" marR="287655" indent="-177165">
              <a:lnSpc>
                <a:spcPts val="3020"/>
              </a:lnSpc>
              <a:spcBef>
                <a:spcPts val="1400"/>
              </a:spcBef>
              <a:buClr>
                <a:srgbClr val="1CACE4"/>
              </a:buClr>
              <a:buFont typeface="Arial MT"/>
              <a:buChar char="•"/>
              <a:tabLst>
                <a:tab pos="189865" algn="l"/>
              </a:tabLst>
            </a:pPr>
            <a:r>
              <a:rPr sz="2800" spc="-5" dirty="0">
                <a:solidFill>
                  <a:srgbClr val="3F3F3F"/>
                </a:solidFill>
                <a:latin typeface="Calibri"/>
                <a:cs typeface="Calibri"/>
              </a:rPr>
              <a:t>If</a:t>
            </a:r>
            <a:r>
              <a:rPr sz="2800" spc="-25" dirty="0">
                <a:solidFill>
                  <a:srgbClr val="3F3F3F"/>
                </a:solidFill>
                <a:latin typeface="Calibri"/>
                <a:cs typeface="Calibri"/>
              </a:rPr>
              <a:t> </a:t>
            </a:r>
            <a:r>
              <a:rPr sz="2800" spc="-15" dirty="0">
                <a:solidFill>
                  <a:srgbClr val="3F3F3F"/>
                </a:solidFill>
                <a:latin typeface="Calibri"/>
                <a:cs typeface="Calibri"/>
              </a:rPr>
              <a:t>there</a:t>
            </a:r>
            <a:r>
              <a:rPr sz="2800" spc="5" dirty="0">
                <a:solidFill>
                  <a:srgbClr val="3F3F3F"/>
                </a:solidFill>
                <a:latin typeface="Calibri"/>
                <a:cs typeface="Calibri"/>
              </a:rPr>
              <a:t> </a:t>
            </a:r>
            <a:r>
              <a:rPr sz="2800" spc="-20" dirty="0">
                <a:solidFill>
                  <a:srgbClr val="3F3F3F"/>
                </a:solidFill>
                <a:latin typeface="Calibri"/>
                <a:cs typeface="Calibri"/>
              </a:rPr>
              <a:t>were</a:t>
            </a:r>
            <a:r>
              <a:rPr sz="2800" spc="-10" dirty="0">
                <a:solidFill>
                  <a:srgbClr val="3F3F3F"/>
                </a:solidFill>
                <a:latin typeface="Calibri"/>
                <a:cs typeface="Calibri"/>
              </a:rPr>
              <a:t> </a:t>
            </a:r>
            <a:r>
              <a:rPr sz="2800" spc="-5" dirty="0">
                <a:solidFill>
                  <a:srgbClr val="3F3F3F"/>
                </a:solidFill>
                <a:latin typeface="Calibri"/>
                <a:cs typeface="Calibri"/>
              </a:rPr>
              <a:t>no</a:t>
            </a:r>
            <a:r>
              <a:rPr sz="2800" spc="15" dirty="0">
                <a:solidFill>
                  <a:srgbClr val="3F3F3F"/>
                </a:solidFill>
                <a:latin typeface="Calibri"/>
                <a:cs typeface="Calibri"/>
              </a:rPr>
              <a:t> </a:t>
            </a:r>
            <a:r>
              <a:rPr sz="2800" spc="-15" dirty="0">
                <a:solidFill>
                  <a:srgbClr val="3F3F3F"/>
                </a:solidFill>
                <a:latin typeface="Calibri"/>
                <a:cs typeface="Calibri"/>
              </a:rPr>
              <a:t>restrictions,</a:t>
            </a:r>
            <a:r>
              <a:rPr sz="2800" spc="45" dirty="0">
                <a:solidFill>
                  <a:srgbClr val="3F3F3F"/>
                </a:solidFill>
                <a:latin typeface="Calibri"/>
                <a:cs typeface="Calibri"/>
              </a:rPr>
              <a:t> </a:t>
            </a:r>
            <a:r>
              <a:rPr sz="2800" spc="-15" dirty="0">
                <a:solidFill>
                  <a:srgbClr val="3F3F3F"/>
                </a:solidFill>
                <a:latin typeface="Calibri"/>
                <a:cs typeface="Calibri"/>
              </a:rPr>
              <a:t>more</a:t>
            </a:r>
            <a:r>
              <a:rPr sz="2800" spc="-5" dirty="0">
                <a:solidFill>
                  <a:srgbClr val="3F3F3F"/>
                </a:solidFill>
                <a:latin typeface="Calibri"/>
                <a:cs typeface="Calibri"/>
              </a:rPr>
              <a:t> </a:t>
            </a:r>
            <a:r>
              <a:rPr sz="2800" spc="-10" dirty="0">
                <a:solidFill>
                  <a:srgbClr val="3F3F3F"/>
                </a:solidFill>
                <a:latin typeface="Calibri"/>
                <a:cs typeface="Calibri"/>
              </a:rPr>
              <a:t>than</a:t>
            </a:r>
            <a:r>
              <a:rPr sz="2800" spc="5" dirty="0">
                <a:solidFill>
                  <a:srgbClr val="3F3F3F"/>
                </a:solidFill>
                <a:latin typeface="Calibri"/>
                <a:cs typeface="Calibri"/>
              </a:rPr>
              <a:t> </a:t>
            </a:r>
            <a:r>
              <a:rPr sz="2800" spc="-5" dirty="0">
                <a:solidFill>
                  <a:srgbClr val="3F3F3F"/>
                </a:solidFill>
                <a:latin typeface="Calibri"/>
                <a:cs typeface="Calibri"/>
              </a:rPr>
              <a:t>4</a:t>
            </a:r>
            <a:r>
              <a:rPr sz="2800" spc="10" dirty="0">
                <a:solidFill>
                  <a:srgbClr val="3F3F3F"/>
                </a:solidFill>
                <a:latin typeface="Calibri"/>
                <a:cs typeface="Calibri"/>
              </a:rPr>
              <a:t> </a:t>
            </a:r>
            <a:r>
              <a:rPr sz="2800" spc="-10" dirty="0">
                <a:solidFill>
                  <a:srgbClr val="3F3F3F"/>
                </a:solidFill>
                <a:latin typeface="Calibri"/>
                <a:cs typeface="Calibri"/>
              </a:rPr>
              <a:t>billion</a:t>
            </a:r>
            <a:r>
              <a:rPr sz="2800" spc="30" dirty="0">
                <a:solidFill>
                  <a:srgbClr val="3F3F3F"/>
                </a:solidFill>
                <a:latin typeface="Calibri"/>
                <a:cs typeface="Calibri"/>
              </a:rPr>
              <a:t> </a:t>
            </a:r>
            <a:r>
              <a:rPr sz="2800" spc="-10" dirty="0">
                <a:solidFill>
                  <a:srgbClr val="3F3F3F"/>
                </a:solidFill>
                <a:latin typeface="Calibri"/>
                <a:cs typeface="Calibri"/>
              </a:rPr>
              <a:t>devices </a:t>
            </a:r>
            <a:r>
              <a:rPr sz="2800" spc="-620" dirty="0">
                <a:solidFill>
                  <a:srgbClr val="3F3F3F"/>
                </a:solidFill>
                <a:latin typeface="Calibri"/>
                <a:cs typeface="Calibri"/>
              </a:rPr>
              <a:t> </a:t>
            </a:r>
            <a:r>
              <a:rPr sz="2800" spc="-10" dirty="0">
                <a:solidFill>
                  <a:srgbClr val="3F3F3F"/>
                </a:solidFill>
                <a:latin typeface="Calibri"/>
                <a:cs typeface="Calibri"/>
              </a:rPr>
              <a:t>could</a:t>
            </a:r>
            <a:r>
              <a:rPr sz="2800" dirty="0">
                <a:solidFill>
                  <a:srgbClr val="3F3F3F"/>
                </a:solidFill>
                <a:latin typeface="Calibri"/>
                <a:cs typeface="Calibri"/>
              </a:rPr>
              <a:t> </a:t>
            </a:r>
            <a:r>
              <a:rPr sz="2800" spc="-5" dirty="0">
                <a:solidFill>
                  <a:srgbClr val="3F3F3F"/>
                </a:solidFill>
                <a:latin typeface="Calibri"/>
                <a:cs typeface="Calibri"/>
              </a:rPr>
              <a:t>be</a:t>
            </a:r>
            <a:r>
              <a:rPr sz="2800" spc="5" dirty="0">
                <a:solidFill>
                  <a:srgbClr val="3F3F3F"/>
                </a:solidFill>
                <a:latin typeface="Calibri"/>
                <a:cs typeface="Calibri"/>
              </a:rPr>
              <a:t> </a:t>
            </a:r>
            <a:r>
              <a:rPr sz="2800" spc="-15" dirty="0">
                <a:solidFill>
                  <a:srgbClr val="3F3F3F"/>
                </a:solidFill>
                <a:latin typeface="Calibri"/>
                <a:cs typeface="Calibri"/>
              </a:rPr>
              <a:t>connected</a:t>
            </a:r>
            <a:r>
              <a:rPr sz="2800" spc="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Internet.</a:t>
            </a:r>
            <a:endParaRPr sz="28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a:t>
            </a:fld>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52370" cy="756920"/>
          </a:xfrm>
          <a:prstGeom prst="rect">
            <a:avLst/>
          </a:prstGeom>
        </p:spPr>
        <p:txBody>
          <a:bodyPr vert="horz" wrap="square" lIns="0" tIns="12700" rIns="0" bIns="0" rtlCol="0">
            <a:spAutoFit/>
          </a:bodyPr>
          <a:lstStyle/>
          <a:p>
            <a:pPr marL="12700">
              <a:lnSpc>
                <a:spcPct val="100000"/>
              </a:lnSpc>
              <a:spcBef>
                <a:spcPts val="100"/>
              </a:spcBef>
            </a:pPr>
            <a:r>
              <a:rPr sz="4800" spc="-50" dirty="0"/>
              <a:t>Notation</a:t>
            </a:r>
            <a:endParaRPr sz="4800"/>
          </a:p>
        </p:txBody>
      </p:sp>
      <p:sp>
        <p:nvSpPr>
          <p:cNvPr id="3" name="object 3"/>
          <p:cNvSpPr txBox="1"/>
          <p:nvPr/>
        </p:nvSpPr>
        <p:spPr>
          <a:xfrm>
            <a:off x="697667" y="1722582"/>
            <a:ext cx="8637270" cy="3500120"/>
          </a:xfrm>
          <a:prstGeom prst="rect">
            <a:avLst/>
          </a:prstGeom>
        </p:spPr>
        <p:txBody>
          <a:bodyPr vert="horz" wrap="square" lIns="0" tIns="12700" rIns="0" bIns="0" rtlCol="0">
            <a:spAutoFit/>
          </a:bodyPr>
          <a:lstStyle/>
          <a:p>
            <a:pPr marL="189230" indent="-177165">
              <a:lnSpc>
                <a:spcPts val="2720"/>
              </a:lnSpc>
              <a:spcBef>
                <a:spcPts val="100"/>
              </a:spcBef>
              <a:buClr>
                <a:srgbClr val="1CACE4"/>
              </a:buClr>
              <a:buFont typeface="Arial MT"/>
              <a:buChar char="•"/>
              <a:tabLst>
                <a:tab pos="189865" algn="l"/>
              </a:tabLst>
            </a:pPr>
            <a:r>
              <a:rPr sz="2400" spc="-5" dirty="0">
                <a:solidFill>
                  <a:srgbClr val="3F3F3F"/>
                </a:solidFill>
                <a:latin typeface="Calibri"/>
                <a:cs typeface="Calibri"/>
              </a:rPr>
              <a:t>binary</a:t>
            </a:r>
            <a:r>
              <a:rPr sz="2400" spc="-30" dirty="0">
                <a:solidFill>
                  <a:srgbClr val="3F3F3F"/>
                </a:solidFill>
                <a:latin typeface="Calibri"/>
                <a:cs typeface="Calibri"/>
              </a:rPr>
              <a:t> </a:t>
            </a:r>
            <a:r>
              <a:rPr sz="2400" spc="-15" dirty="0">
                <a:solidFill>
                  <a:srgbClr val="3F3F3F"/>
                </a:solidFill>
                <a:latin typeface="Calibri"/>
                <a:cs typeface="Calibri"/>
              </a:rPr>
              <a:t>notation</a:t>
            </a:r>
            <a:r>
              <a:rPr sz="2400" spc="-5" dirty="0">
                <a:solidFill>
                  <a:srgbClr val="3F3F3F"/>
                </a:solidFill>
                <a:latin typeface="Calibri"/>
                <a:cs typeface="Calibri"/>
              </a:rPr>
              <a:t> (base</a:t>
            </a:r>
            <a:r>
              <a:rPr sz="2400" spc="-20" dirty="0">
                <a:solidFill>
                  <a:srgbClr val="3F3F3F"/>
                </a:solidFill>
                <a:latin typeface="Calibri"/>
                <a:cs typeface="Calibri"/>
              </a:rPr>
              <a:t> </a:t>
            </a:r>
            <a:r>
              <a:rPr sz="2400" spc="-5" dirty="0">
                <a:solidFill>
                  <a:srgbClr val="3F3F3F"/>
                </a:solidFill>
                <a:latin typeface="Calibri"/>
                <a:cs typeface="Calibri"/>
              </a:rPr>
              <a:t>2)</a:t>
            </a:r>
            <a:r>
              <a:rPr sz="2400" spc="15" dirty="0">
                <a:solidFill>
                  <a:srgbClr val="3F3F3F"/>
                </a:solidFill>
                <a:latin typeface="Calibri"/>
                <a:cs typeface="Calibri"/>
              </a:rPr>
              <a:t> </a:t>
            </a:r>
            <a:r>
              <a:rPr sz="2400" i="1" dirty="0">
                <a:solidFill>
                  <a:srgbClr val="3F3F3F"/>
                </a:solidFill>
                <a:latin typeface="Calibri"/>
                <a:cs typeface="Calibri"/>
              </a:rPr>
              <a:t>-</a:t>
            </a:r>
            <a:r>
              <a:rPr sz="2400" i="1" spc="-15" dirty="0">
                <a:solidFill>
                  <a:srgbClr val="3F3F3F"/>
                </a:solidFill>
                <a:latin typeface="Calibri"/>
                <a:cs typeface="Calibri"/>
              </a:rPr>
              <a:t> </a:t>
            </a:r>
            <a:r>
              <a:rPr sz="2400" i="1" spc="-5" dirty="0">
                <a:solidFill>
                  <a:srgbClr val="3F3F3F"/>
                </a:solidFill>
                <a:latin typeface="Calibri"/>
                <a:cs typeface="Calibri"/>
              </a:rPr>
              <a:t>displayed</a:t>
            </a:r>
            <a:r>
              <a:rPr sz="2400" i="1" spc="5" dirty="0">
                <a:solidFill>
                  <a:srgbClr val="3F3F3F"/>
                </a:solidFill>
                <a:latin typeface="Calibri"/>
                <a:cs typeface="Calibri"/>
              </a:rPr>
              <a:t> </a:t>
            </a:r>
            <a:r>
              <a:rPr sz="2400" i="1" spc="-5" dirty="0">
                <a:solidFill>
                  <a:srgbClr val="3F3F3F"/>
                </a:solidFill>
                <a:latin typeface="Calibri"/>
                <a:cs typeface="Calibri"/>
              </a:rPr>
              <a:t>as 32</a:t>
            </a:r>
            <a:r>
              <a:rPr sz="2400" i="1" spc="-15" dirty="0">
                <a:solidFill>
                  <a:srgbClr val="3F3F3F"/>
                </a:solidFill>
                <a:latin typeface="Calibri"/>
                <a:cs typeface="Calibri"/>
              </a:rPr>
              <a:t> </a:t>
            </a:r>
            <a:r>
              <a:rPr sz="2400" i="1" spc="-5" dirty="0">
                <a:solidFill>
                  <a:srgbClr val="3F3F3F"/>
                </a:solidFill>
                <a:latin typeface="Calibri"/>
                <a:cs typeface="Calibri"/>
              </a:rPr>
              <a:t>bit.</a:t>
            </a:r>
            <a:endParaRPr sz="2400">
              <a:latin typeface="Calibri"/>
              <a:cs typeface="Calibri"/>
            </a:endParaRPr>
          </a:p>
          <a:p>
            <a:pPr marL="419100" marR="314960" lvl="1" indent="-182880">
              <a:lnSpc>
                <a:spcPct val="70000"/>
              </a:lnSpc>
              <a:spcBef>
                <a:spcPts val="560"/>
              </a:spcBef>
              <a:buClr>
                <a:srgbClr val="1CACE4"/>
              </a:buClr>
              <a:buFont typeface="Calibri"/>
              <a:buChar char="◦"/>
              <a:tabLst>
                <a:tab pos="419734" algn="l"/>
              </a:tabLst>
            </a:pPr>
            <a:r>
              <a:rPr sz="2000" i="1" spc="-90" dirty="0">
                <a:solidFill>
                  <a:srgbClr val="3F3F3F"/>
                </a:solidFill>
                <a:latin typeface="Calibri"/>
                <a:cs typeface="Calibri"/>
              </a:rPr>
              <a:t>To</a:t>
            </a:r>
            <a:r>
              <a:rPr sz="2000" i="1" spc="-20" dirty="0">
                <a:solidFill>
                  <a:srgbClr val="3F3F3F"/>
                </a:solidFill>
                <a:latin typeface="Calibri"/>
                <a:cs typeface="Calibri"/>
              </a:rPr>
              <a:t> make</a:t>
            </a:r>
            <a:r>
              <a:rPr sz="2000" i="1" spc="-5" dirty="0">
                <a:solidFill>
                  <a:srgbClr val="3F3F3F"/>
                </a:solidFill>
                <a:latin typeface="Calibri"/>
                <a:cs typeface="Calibri"/>
              </a:rPr>
              <a:t> the </a:t>
            </a:r>
            <a:r>
              <a:rPr sz="2000" spc="-5" dirty="0">
                <a:solidFill>
                  <a:srgbClr val="3F3F3F"/>
                </a:solidFill>
                <a:latin typeface="Calibri"/>
                <a:cs typeface="Calibri"/>
              </a:rPr>
              <a:t>address</a:t>
            </a:r>
            <a:r>
              <a:rPr sz="2000" spc="10" dirty="0">
                <a:solidFill>
                  <a:srgbClr val="3F3F3F"/>
                </a:solidFill>
                <a:latin typeface="Calibri"/>
                <a:cs typeface="Calibri"/>
              </a:rPr>
              <a:t> </a:t>
            </a:r>
            <a:r>
              <a:rPr sz="2000" spc="-10" dirty="0">
                <a:solidFill>
                  <a:srgbClr val="3F3F3F"/>
                </a:solidFill>
                <a:latin typeface="Calibri"/>
                <a:cs typeface="Calibri"/>
              </a:rPr>
              <a:t>more</a:t>
            </a:r>
            <a:r>
              <a:rPr sz="2000" spc="5" dirty="0">
                <a:solidFill>
                  <a:srgbClr val="3F3F3F"/>
                </a:solidFill>
                <a:latin typeface="Calibri"/>
                <a:cs typeface="Calibri"/>
              </a:rPr>
              <a:t> </a:t>
            </a:r>
            <a:r>
              <a:rPr sz="2000" spc="-5" dirty="0">
                <a:solidFill>
                  <a:srgbClr val="3F3F3F"/>
                </a:solidFill>
                <a:latin typeface="Calibri"/>
                <a:cs typeface="Calibri"/>
              </a:rPr>
              <a:t>readable, </a:t>
            </a:r>
            <a:r>
              <a:rPr sz="2000" dirty="0">
                <a:solidFill>
                  <a:srgbClr val="3F3F3F"/>
                </a:solidFill>
                <a:latin typeface="Calibri"/>
                <a:cs typeface="Calibri"/>
              </a:rPr>
              <a:t>one</a:t>
            </a:r>
            <a:r>
              <a:rPr sz="2000" spc="-10" dirty="0">
                <a:solidFill>
                  <a:srgbClr val="3F3F3F"/>
                </a:solidFill>
                <a:latin typeface="Calibri"/>
                <a:cs typeface="Calibri"/>
              </a:rPr>
              <a:t> </a:t>
            </a:r>
            <a:r>
              <a:rPr sz="2000" spc="-5" dirty="0">
                <a:solidFill>
                  <a:srgbClr val="3F3F3F"/>
                </a:solidFill>
                <a:latin typeface="Calibri"/>
                <a:cs typeface="Calibri"/>
              </a:rPr>
              <a:t>or</a:t>
            </a:r>
            <a:r>
              <a:rPr sz="2000" spc="5" dirty="0">
                <a:solidFill>
                  <a:srgbClr val="3F3F3F"/>
                </a:solidFill>
                <a:latin typeface="Calibri"/>
                <a:cs typeface="Calibri"/>
              </a:rPr>
              <a:t> </a:t>
            </a:r>
            <a:r>
              <a:rPr sz="2000" spc="-10" dirty="0">
                <a:solidFill>
                  <a:srgbClr val="3F3F3F"/>
                </a:solidFill>
                <a:latin typeface="Calibri"/>
                <a:cs typeface="Calibri"/>
              </a:rPr>
              <a:t>more</a:t>
            </a:r>
            <a:r>
              <a:rPr sz="2000" spc="-5" dirty="0">
                <a:solidFill>
                  <a:srgbClr val="3F3F3F"/>
                </a:solidFill>
                <a:latin typeface="Calibri"/>
                <a:cs typeface="Calibri"/>
              </a:rPr>
              <a:t> </a:t>
            </a:r>
            <a:r>
              <a:rPr sz="2000" dirty="0">
                <a:solidFill>
                  <a:srgbClr val="3F3F3F"/>
                </a:solidFill>
                <a:latin typeface="Calibri"/>
                <a:cs typeface="Calibri"/>
              </a:rPr>
              <a:t>spaces</a:t>
            </a:r>
            <a:r>
              <a:rPr sz="2000" spc="15" dirty="0">
                <a:solidFill>
                  <a:srgbClr val="3F3F3F"/>
                </a:solidFill>
                <a:latin typeface="Calibri"/>
                <a:cs typeface="Calibri"/>
              </a:rPr>
              <a:t> </a:t>
            </a:r>
            <a:r>
              <a:rPr sz="2000" spc="-10" dirty="0">
                <a:solidFill>
                  <a:srgbClr val="3F3F3F"/>
                </a:solidFill>
                <a:latin typeface="Calibri"/>
                <a:cs typeface="Calibri"/>
              </a:rPr>
              <a:t>are</a:t>
            </a:r>
            <a:r>
              <a:rPr sz="2000" dirty="0">
                <a:solidFill>
                  <a:srgbClr val="3F3F3F"/>
                </a:solidFill>
                <a:latin typeface="Calibri"/>
                <a:cs typeface="Calibri"/>
              </a:rPr>
              <a:t> </a:t>
            </a:r>
            <a:r>
              <a:rPr sz="2000" spc="-5" dirty="0">
                <a:solidFill>
                  <a:srgbClr val="3F3F3F"/>
                </a:solidFill>
                <a:latin typeface="Calibri"/>
                <a:cs typeface="Calibri"/>
              </a:rPr>
              <a:t>usually</a:t>
            </a:r>
            <a:r>
              <a:rPr sz="2000" spc="10" dirty="0">
                <a:solidFill>
                  <a:srgbClr val="3F3F3F"/>
                </a:solidFill>
                <a:latin typeface="Calibri"/>
                <a:cs typeface="Calibri"/>
              </a:rPr>
              <a:t> </a:t>
            </a:r>
            <a:r>
              <a:rPr sz="2000" spc="-10" dirty="0">
                <a:solidFill>
                  <a:srgbClr val="3F3F3F"/>
                </a:solidFill>
                <a:latin typeface="Calibri"/>
                <a:cs typeface="Calibri"/>
              </a:rPr>
              <a:t>inserted </a:t>
            </a:r>
            <a:r>
              <a:rPr sz="2000" spc="-434" dirty="0">
                <a:solidFill>
                  <a:srgbClr val="3F3F3F"/>
                </a:solidFill>
                <a:latin typeface="Calibri"/>
                <a:cs typeface="Calibri"/>
              </a:rPr>
              <a:t> </a:t>
            </a:r>
            <a:r>
              <a:rPr sz="2000" spc="-10" dirty="0">
                <a:solidFill>
                  <a:srgbClr val="3F3F3F"/>
                </a:solidFill>
                <a:latin typeface="Calibri"/>
                <a:cs typeface="Calibri"/>
              </a:rPr>
              <a:t>between</a:t>
            </a:r>
            <a:r>
              <a:rPr sz="2000" spc="-25" dirty="0">
                <a:solidFill>
                  <a:srgbClr val="3F3F3F"/>
                </a:solidFill>
                <a:latin typeface="Calibri"/>
                <a:cs typeface="Calibri"/>
              </a:rPr>
              <a:t> </a:t>
            </a:r>
            <a:r>
              <a:rPr sz="2000" spc="-5" dirty="0">
                <a:solidFill>
                  <a:srgbClr val="3F3F3F"/>
                </a:solidFill>
                <a:latin typeface="Calibri"/>
                <a:cs typeface="Calibri"/>
              </a:rPr>
              <a:t>each</a:t>
            </a:r>
            <a:r>
              <a:rPr sz="2000" dirty="0">
                <a:solidFill>
                  <a:srgbClr val="3F3F3F"/>
                </a:solidFill>
                <a:latin typeface="Calibri"/>
                <a:cs typeface="Calibri"/>
              </a:rPr>
              <a:t> </a:t>
            </a:r>
            <a:r>
              <a:rPr sz="2000" spc="-10" dirty="0">
                <a:solidFill>
                  <a:srgbClr val="3F3F3F"/>
                </a:solidFill>
                <a:latin typeface="Calibri"/>
                <a:cs typeface="Calibri"/>
              </a:rPr>
              <a:t>octet</a:t>
            </a:r>
            <a:r>
              <a:rPr sz="2000" spc="-5" dirty="0">
                <a:solidFill>
                  <a:srgbClr val="3F3F3F"/>
                </a:solidFill>
                <a:latin typeface="Calibri"/>
                <a:cs typeface="Calibri"/>
              </a:rPr>
              <a:t> (8</a:t>
            </a:r>
            <a:r>
              <a:rPr sz="2000" spc="-20" dirty="0">
                <a:solidFill>
                  <a:srgbClr val="3F3F3F"/>
                </a:solidFill>
                <a:latin typeface="Calibri"/>
                <a:cs typeface="Calibri"/>
              </a:rPr>
              <a:t> </a:t>
            </a:r>
            <a:r>
              <a:rPr sz="2000" spc="-5" dirty="0">
                <a:solidFill>
                  <a:srgbClr val="3F3F3F"/>
                </a:solidFill>
                <a:latin typeface="Calibri"/>
                <a:cs typeface="Calibri"/>
              </a:rPr>
              <a:t>bits).</a:t>
            </a:r>
            <a:endParaRPr sz="2000">
              <a:latin typeface="Calibri"/>
              <a:cs typeface="Calibri"/>
            </a:endParaRPr>
          </a:p>
          <a:p>
            <a:pPr marL="419100" lvl="1" indent="-183515">
              <a:lnSpc>
                <a:spcPts val="2280"/>
              </a:lnSpc>
              <a:buClr>
                <a:srgbClr val="1CACE4"/>
              </a:buClr>
              <a:buChar char="◦"/>
              <a:tabLst>
                <a:tab pos="419734" algn="l"/>
              </a:tabLst>
            </a:pPr>
            <a:r>
              <a:rPr sz="2000" spc="-10" dirty="0">
                <a:solidFill>
                  <a:srgbClr val="3F3F3F"/>
                </a:solidFill>
                <a:latin typeface="Calibri"/>
                <a:cs typeface="Calibri"/>
              </a:rPr>
              <a:t>Each</a:t>
            </a:r>
            <a:r>
              <a:rPr sz="2000" spc="-20" dirty="0">
                <a:solidFill>
                  <a:srgbClr val="3F3F3F"/>
                </a:solidFill>
                <a:latin typeface="Calibri"/>
                <a:cs typeface="Calibri"/>
              </a:rPr>
              <a:t> </a:t>
            </a:r>
            <a:r>
              <a:rPr sz="2000" spc="-10" dirty="0">
                <a:solidFill>
                  <a:srgbClr val="3F3F3F"/>
                </a:solidFill>
                <a:latin typeface="Calibri"/>
                <a:cs typeface="Calibri"/>
              </a:rPr>
              <a:t>octet</a:t>
            </a:r>
            <a:r>
              <a:rPr sz="2000" spc="-5" dirty="0">
                <a:solidFill>
                  <a:srgbClr val="3F3F3F"/>
                </a:solidFill>
                <a:latin typeface="Calibri"/>
                <a:cs typeface="Calibri"/>
              </a:rPr>
              <a:t> is</a:t>
            </a:r>
            <a:r>
              <a:rPr sz="2000" dirty="0">
                <a:solidFill>
                  <a:srgbClr val="3F3F3F"/>
                </a:solidFill>
                <a:latin typeface="Calibri"/>
                <a:cs typeface="Calibri"/>
              </a:rPr>
              <a:t> </a:t>
            </a:r>
            <a:r>
              <a:rPr sz="2000" spc="-10" dirty="0">
                <a:solidFill>
                  <a:srgbClr val="3F3F3F"/>
                </a:solidFill>
                <a:latin typeface="Calibri"/>
                <a:cs typeface="Calibri"/>
              </a:rPr>
              <a:t>often</a:t>
            </a:r>
            <a:r>
              <a:rPr sz="2000" dirty="0">
                <a:solidFill>
                  <a:srgbClr val="3F3F3F"/>
                </a:solidFill>
                <a:latin typeface="Calibri"/>
                <a:cs typeface="Calibri"/>
              </a:rPr>
              <a:t> </a:t>
            </a:r>
            <a:r>
              <a:rPr sz="2000" spc="-20" dirty="0">
                <a:solidFill>
                  <a:srgbClr val="3F3F3F"/>
                </a:solidFill>
                <a:latin typeface="Calibri"/>
                <a:cs typeface="Calibri"/>
              </a:rPr>
              <a:t>referred</a:t>
            </a:r>
            <a:r>
              <a:rPr sz="2000"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as</a:t>
            </a:r>
            <a:r>
              <a:rPr sz="2000" spc="1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5" dirty="0">
                <a:solidFill>
                  <a:srgbClr val="3F3F3F"/>
                </a:solidFill>
                <a:latin typeface="Calibri"/>
                <a:cs typeface="Calibri"/>
              </a:rPr>
              <a:t>byte</a:t>
            </a:r>
            <a:endParaRPr sz="2000">
              <a:latin typeface="Calibri"/>
              <a:cs typeface="Calibri"/>
            </a:endParaRPr>
          </a:p>
          <a:p>
            <a:pPr marL="189230" marR="5080" indent="-177165">
              <a:lnSpc>
                <a:spcPct val="70000"/>
              </a:lnSpc>
              <a:spcBef>
                <a:spcPts val="1600"/>
              </a:spcBef>
              <a:buClr>
                <a:srgbClr val="1CACE4"/>
              </a:buClr>
              <a:buFont typeface="Arial MT"/>
              <a:buChar char="•"/>
              <a:tabLst>
                <a:tab pos="189865" algn="l"/>
              </a:tabLst>
            </a:pPr>
            <a:r>
              <a:rPr sz="2400" spc="-10" dirty="0">
                <a:solidFill>
                  <a:srgbClr val="3F3F3F"/>
                </a:solidFill>
                <a:latin typeface="Calibri"/>
                <a:cs typeface="Calibri"/>
              </a:rPr>
              <a:t>dotted-decimal </a:t>
            </a:r>
            <a:r>
              <a:rPr sz="2400" spc="-15" dirty="0">
                <a:solidFill>
                  <a:srgbClr val="3F3F3F"/>
                </a:solidFill>
                <a:latin typeface="Calibri"/>
                <a:cs typeface="Calibri"/>
              </a:rPr>
              <a:t>notation </a:t>
            </a:r>
            <a:r>
              <a:rPr sz="2400" spc="-5" dirty="0">
                <a:solidFill>
                  <a:srgbClr val="3F3F3F"/>
                </a:solidFill>
                <a:latin typeface="Calibri"/>
                <a:cs typeface="Calibri"/>
              </a:rPr>
              <a:t>(base 256) </a:t>
            </a:r>
            <a:r>
              <a:rPr sz="2400" dirty="0">
                <a:solidFill>
                  <a:srgbClr val="3F3F3F"/>
                </a:solidFill>
                <a:latin typeface="Calibri"/>
                <a:cs typeface="Calibri"/>
              </a:rPr>
              <a:t>- </a:t>
            </a:r>
            <a:r>
              <a:rPr sz="2400" spc="-5" dirty="0">
                <a:solidFill>
                  <a:srgbClr val="3F3F3F"/>
                </a:solidFill>
                <a:latin typeface="Calibri"/>
                <a:cs typeface="Calibri"/>
              </a:rPr>
              <a:t>usually </a:t>
            </a:r>
            <a:r>
              <a:rPr sz="2400" spc="-10" dirty="0">
                <a:solidFill>
                  <a:srgbClr val="3F3F3F"/>
                </a:solidFill>
                <a:latin typeface="Calibri"/>
                <a:cs typeface="Calibri"/>
              </a:rPr>
              <a:t>written </a:t>
            </a:r>
            <a:r>
              <a:rPr sz="2400" spc="-5" dirty="0">
                <a:solidFill>
                  <a:srgbClr val="3F3F3F"/>
                </a:solidFill>
                <a:latin typeface="Calibri"/>
                <a:cs typeface="Calibri"/>
              </a:rPr>
              <a:t>in decimal </a:t>
            </a:r>
            <a:r>
              <a:rPr sz="2400" spc="-15" dirty="0">
                <a:solidFill>
                  <a:srgbClr val="3F3F3F"/>
                </a:solidFill>
                <a:latin typeface="Calibri"/>
                <a:cs typeface="Calibri"/>
              </a:rPr>
              <a:t>form </a:t>
            </a:r>
            <a:r>
              <a:rPr sz="2400" spc="-530" dirty="0">
                <a:solidFill>
                  <a:srgbClr val="3F3F3F"/>
                </a:solidFill>
                <a:latin typeface="Calibri"/>
                <a:cs typeface="Calibri"/>
              </a:rPr>
              <a:t> </a:t>
            </a:r>
            <a:r>
              <a:rPr sz="2400" spc="-5" dirty="0">
                <a:solidFill>
                  <a:srgbClr val="3F3F3F"/>
                </a:solidFill>
                <a:latin typeface="Calibri"/>
                <a:cs typeface="Calibri"/>
              </a:rPr>
              <a:t>with</a:t>
            </a:r>
            <a:r>
              <a:rPr sz="2400" spc="-40" dirty="0">
                <a:solidFill>
                  <a:srgbClr val="3F3F3F"/>
                </a:solidFill>
                <a:latin typeface="Calibri"/>
                <a:cs typeface="Calibri"/>
              </a:rPr>
              <a:t> </a:t>
            </a:r>
            <a:r>
              <a:rPr sz="2400" dirty="0">
                <a:solidFill>
                  <a:srgbClr val="3F3F3F"/>
                </a:solidFill>
                <a:latin typeface="Calibri"/>
                <a:cs typeface="Calibri"/>
              </a:rPr>
              <a:t>a</a:t>
            </a:r>
            <a:r>
              <a:rPr sz="2400" spc="-5" dirty="0">
                <a:solidFill>
                  <a:srgbClr val="3F3F3F"/>
                </a:solidFill>
                <a:latin typeface="Calibri"/>
                <a:cs typeface="Calibri"/>
              </a:rPr>
              <a:t> decimal</a:t>
            </a:r>
            <a:r>
              <a:rPr sz="2400" spc="-30" dirty="0">
                <a:solidFill>
                  <a:srgbClr val="3F3F3F"/>
                </a:solidFill>
                <a:latin typeface="Calibri"/>
                <a:cs typeface="Calibri"/>
              </a:rPr>
              <a:t> </a:t>
            </a:r>
            <a:r>
              <a:rPr sz="2400" spc="-10" dirty="0">
                <a:solidFill>
                  <a:srgbClr val="3F3F3F"/>
                </a:solidFill>
                <a:latin typeface="Calibri"/>
                <a:cs typeface="Calibri"/>
              </a:rPr>
              <a:t>point</a:t>
            </a:r>
            <a:r>
              <a:rPr sz="2400" spc="-15" dirty="0">
                <a:solidFill>
                  <a:srgbClr val="3F3F3F"/>
                </a:solidFill>
                <a:latin typeface="Calibri"/>
                <a:cs typeface="Calibri"/>
              </a:rPr>
              <a:t> </a:t>
            </a:r>
            <a:r>
              <a:rPr sz="2400" spc="-5" dirty="0">
                <a:solidFill>
                  <a:srgbClr val="3F3F3F"/>
                </a:solidFill>
                <a:latin typeface="Calibri"/>
                <a:cs typeface="Calibri"/>
              </a:rPr>
              <a:t>(dot)</a:t>
            </a:r>
            <a:r>
              <a:rPr sz="2400" spc="-20" dirty="0">
                <a:solidFill>
                  <a:srgbClr val="3F3F3F"/>
                </a:solidFill>
                <a:latin typeface="Calibri"/>
                <a:cs typeface="Calibri"/>
              </a:rPr>
              <a:t> </a:t>
            </a:r>
            <a:r>
              <a:rPr sz="2400" spc="-10" dirty="0">
                <a:solidFill>
                  <a:srgbClr val="3F3F3F"/>
                </a:solidFill>
                <a:latin typeface="Calibri"/>
                <a:cs typeface="Calibri"/>
              </a:rPr>
              <a:t>separating</a:t>
            </a:r>
            <a:r>
              <a:rPr sz="2400" spc="-20" dirty="0">
                <a:solidFill>
                  <a:srgbClr val="3F3F3F"/>
                </a:solidFill>
                <a:latin typeface="Calibri"/>
                <a:cs typeface="Calibri"/>
              </a:rPr>
              <a:t> </a:t>
            </a:r>
            <a:r>
              <a:rPr sz="2400" spc="-5" dirty="0">
                <a:solidFill>
                  <a:srgbClr val="3F3F3F"/>
                </a:solidFill>
                <a:latin typeface="Calibri"/>
                <a:cs typeface="Calibri"/>
              </a:rPr>
              <a:t>the bytes</a:t>
            </a:r>
            <a:endParaRPr sz="2400">
              <a:latin typeface="Calibri"/>
              <a:cs typeface="Calibri"/>
            </a:endParaRPr>
          </a:p>
          <a:p>
            <a:pPr marL="419100" marR="224790" lvl="1" indent="-182880">
              <a:lnSpc>
                <a:spcPct val="70000"/>
              </a:lnSpc>
              <a:spcBef>
                <a:spcPts val="405"/>
              </a:spcBef>
              <a:buClr>
                <a:srgbClr val="1CACE4"/>
              </a:buClr>
              <a:buFont typeface="Calibri"/>
              <a:buChar char="◦"/>
              <a:tabLst>
                <a:tab pos="419734" algn="l"/>
              </a:tabLst>
            </a:pPr>
            <a:r>
              <a:rPr sz="2000" i="1" spc="-5" dirty="0">
                <a:solidFill>
                  <a:srgbClr val="3F3F3F"/>
                </a:solidFill>
                <a:latin typeface="Calibri"/>
                <a:cs typeface="Calibri"/>
              </a:rPr>
              <a:t>each</a:t>
            </a:r>
            <a:r>
              <a:rPr sz="2000" i="1" spc="-30" dirty="0">
                <a:solidFill>
                  <a:srgbClr val="3F3F3F"/>
                </a:solidFill>
                <a:latin typeface="Calibri"/>
                <a:cs typeface="Calibri"/>
              </a:rPr>
              <a:t> </a:t>
            </a:r>
            <a:r>
              <a:rPr sz="2000" i="1" spc="-10" dirty="0">
                <a:solidFill>
                  <a:srgbClr val="3F3F3F"/>
                </a:solidFill>
                <a:latin typeface="Calibri"/>
                <a:cs typeface="Calibri"/>
              </a:rPr>
              <a:t>byte</a:t>
            </a:r>
            <a:r>
              <a:rPr sz="2000" i="1" dirty="0">
                <a:solidFill>
                  <a:srgbClr val="3F3F3F"/>
                </a:solidFill>
                <a:latin typeface="Calibri"/>
                <a:cs typeface="Calibri"/>
              </a:rPr>
              <a:t> </a:t>
            </a:r>
            <a:r>
              <a:rPr sz="2000" i="1" spc="-10" dirty="0">
                <a:solidFill>
                  <a:srgbClr val="3F3F3F"/>
                </a:solidFill>
                <a:latin typeface="Calibri"/>
                <a:cs typeface="Calibri"/>
              </a:rPr>
              <a:t>(octet)</a:t>
            </a:r>
            <a:r>
              <a:rPr sz="2000" i="1" spc="10" dirty="0">
                <a:solidFill>
                  <a:srgbClr val="3F3F3F"/>
                </a:solidFill>
                <a:latin typeface="Calibri"/>
                <a:cs typeface="Calibri"/>
              </a:rPr>
              <a:t> </a:t>
            </a:r>
            <a:r>
              <a:rPr sz="2000" i="1" spc="-5" dirty="0">
                <a:solidFill>
                  <a:srgbClr val="3F3F3F"/>
                </a:solidFill>
                <a:latin typeface="Calibri"/>
                <a:cs typeface="Calibri"/>
              </a:rPr>
              <a:t>is</a:t>
            </a:r>
            <a:r>
              <a:rPr sz="2000" i="1" dirty="0">
                <a:solidFill>
                  <a:srgbClr val="3F3F3F"/>
                </a:solidFill>
                <a:latin typeface="Calibri"/>
                <a:cs typeface="Calibri"/>
              </a:rPr>
              <a:t> </a:t>
            </a:r>
            <a:r>
              <a:rPr sz="2000" i="1" spc="-5" dirty="0">
                <a:solidFill>
                  <a:srgbClr val="3F3F3F"/>
                </a:solidFill>
                <a:latin typeface="Calibri"/>
                <a:cs typeface="Calibri"/>
              </a:rPr>
              <a:t>only</a:t>
            </a:r>
            <a:r>
              <a:rPr sz="2000" i="1" dirty="0">
                <a:solidFill>
                  <a:srgbClr val="3F3F3F"/>
                </a:solidFill>
                <a:latin typeface="Calibri"/>
                <a:cs typeface="Calibri"/>
              </a:rPr>
              <a:t> 8</a:t>
            </a:r>
            <a:r>
              <a:rPr sz="2000" i="1" spc="30" dirty="0">
                <a:solidFill>
                  <a:srgbClr val="3F3F3F"/>
                </a:solidFill>
                <a:latin typeface="Calibri"/>
                <a:cs typeface="Calibri"/>
              </a:rPr>
              <a:t> </a:t>
            </a:r>
            <a:r>
              <a:rPr sz="2000" spc="-5" dirty="0">
                <a:solidFill>
                  <a:srgbClr val="3F3F3F"/>
                </a:solidFill>
                <a:latin typeface="Calibri"/>
                <a:cs typeface="Calibri"/>
              </a:rPr>
              <a:t>bits,</a:t>
            </a:r>
            <a:r>
              <a:rPr sz="2000" spc="10" dirty="0">
                <a:solidFill>
                  <a:srgbClr val="3F3F3F"/>
                </a:solidFill>
                <a:latin typeface="Calibri"/>
                <a:cs typeface="Calibri"/>
              </a:rPr>
              <a:t> </a:t>
            </a:r>
            <a:r>
              <a:rPr sz="2000" spc="-5" dirty="0">
                <a:solidFill>
                  <a:srgbClr val="3F3F3F"/>
                </a:solidFill>
                <a:latin typeface="Calibri"/>
                <a:cs typeface="Calibri"/>
              </a:rPr>
              <a:t>each</a:t>
            </a:r>
            <a:r>
              <a:rPr sz="2000" dirty="0">
                <a:solidFill>
                  <a:srgbClr val="3F3F3F"/>
                </a:solidFill>
                <a:latin typeface="Calibri"/>
                <a:cs typeface="Calibri"/>
              </a:rPr>
              <a:t> </a:t>
            </a:r>
            <a:r>
              <a:rPr sz="2000" spc="-5" dirty="0">
                <a:solidFill>
                  <a:srgbClr val="3F3F3F"/>
                </a:solidFill>
                <a:latin typeface="Calibri"/>
                <a:cs typeface="Calibri"/>
              </a:rPr>
              <a:t>number in</a:t>
            </a:r>
            <a:r>
              <a:rPr sz="2000" spc="1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dotted-decimal</a:t>
            </a:r>
            <a:r>
              <a:rPr sz="2000" spc="15" dirty="0">
                <a:solidFill>
                  <a:srgbClr val="3F3F3F"/>
                </a:solidFill>
                <a:latin typeface="Calibri"/>
                <a:cs typeface="Calibri"/>
              </a:rPr>
              <a:t> </a:t>
            </a:r>
            <a:r>
              <a:rPr sz="2000" spc="-10" dirty="0">
                <a:solidFill>
                  <a:srgbClr val="3F3F3F"/>
                </a:solidFill>
                <a:latin typeface="Calibri"/>
                <a:cs typeface="Calibri"/>
              </a:rPr>
              <a:t>notation</a:t>
            </a:r>
            <a:r>
              <a:rPr sz="2000" spc="-5" dirty="0">
                <a:solidFill>
                  <a:srgbClr val="3F3F3F"/>
                </a:solidFill>
                <a:latin typeface="Calibri"/>
                <a:cs typeface="Calibri"/>
              </a:rPr>
              <a:t> is </a:t>
            </a:r>
            <a:r>
              <a:rPr sz="2000" spc="-434" dirty="0">
                <a:solidFill>
                  <a:srgbClr val="3F3F3F"/>
                </a:solidFill>
                <a:latin typeface="Calibri"/>
                <a:cs typeface="Calibri"/>
              </a:rPr>
              <a:t> </a:t>
            </a:r>
            <a:r>
              <a:rPr sz="2000" spc="-10" dirty="0">
                <a:solidFill>
                  <a:srgbClr val="3F3F3F"/>
                </a:solidFill>
                <a:latin typeface="Calibri"/>
                <a:cs typeface="Calibri"/>
              </a:rPr>
              <a:t>between</a:t>
            </a:r>
            <a:r>
              <a:rPr sz="2000" spc="-25" dirty="0">
                <a:solidFill>
                  <a:srgbClr val="3F3F3F"/>
                </a:solidFill>
                <a:latin typeface="Calibri"/>
                <a:cs typeface="Calibri"/>
              </a:rPr>
              <a:t> </a:t>
            </a:r>
            <a:r>
              <a:rPr sz="2000" dirty="0">
                <a:solidFill>
                  <a:srgbClr val="3F3F3F"/>
                </a:solidFill>
                <a:latin typeface="Calibri"/>
                <a:cs typeface="Calibri"/>
              </a:rPr>
              <a:t>0</a:t>
            </a:r>
            <a:r>
              <a:rPr sz="2000" spc="-5" dirty="0">
                <a:solidFill>
                  <a:srgbClr val="3F3F3F"/>
                </a:solidFill>
                <a:latin typeface="Calibri"/>
                <a:cs typeface="Calibri"/>
              </a:rPr>
              <a:t> </a:t>
            </a:r>
            <a:r>
              <a:rPr sz="2000" dirty="0">
                <a:solidFill>
                  <a:srgbClr val="3F3F3F"/>
                </a:solidFill>
                <a:latin typeface="Calibri"/>
                <a:cs typeface="Calibri"/>
              </a:rPr>
              <a:t>and</a:t>
            </a:r>
            <a:r>
              <a:rPr sz="2000" spc="-10" dirty="0">
                <a:solidFill>
                  <a:srgbClr val="3F3F3F"/>
                </a:solidFill>
                <a:latin typeface="Calibri"/>
                <a:cs typeface="Calibri"/>
              </a:rPr>
              <a:t> </a:t>
            </a:r>
            <a:r>
              <a:rPr sz="2000" dirty="0">
                <a:solidFill>
                  <a:srgbClr val="3F3F3F"/>
                </a:solidFill>
                <a:latin typeface="Calibri"/>
                <a:cs typeface="Calibri"/>
              </a:rPr>
              <a:t>255</a:t>
            </a:r>
            <a:endParaRPr sz="2000">
              <a:latin typeface="Calibri"/>
              <a:cs typeface="Calibri"/>
            </a:endParaRPr>
          </a:p>
          <a:p>
            <a:pPr marL="189230" indent="-177165">
              <a:lnSpc>
                <a:spcPct val="100000"/>
              </a:lnSpc>
              <a:spcBef>
                <a:spcPts val="725"/>
              </a:spcBef>
              <a:buClr>
                <a:srgbClr val="1CACE4"/>
              </a:buClr>
              <a:buFont typeface="Arial MT"/>
              <a:buChar char="•"/>
              <a:tabLst>
                <a:tab pos="189865" algn="l"/>
              </a:tabLst>
            </a:pPr>
            <a:r>
              <a:rPr sz="2400" spc="-10" dirty="0">
                <a:solidFill>
                  <a:srgbClr val="3F3F3F"/>
                </a:solidFill>
                <a:latin typeface="Calibri"/>
                <a:cs typeface="Calibri"/>
              </a:rPr>
              <a:t>hexadecimal</a:t>
            </a:r>
            <a:r>
              <a:rPr sz="2400" spc="-50" dirty="0">
                <a:solidFill>
                  <a:srgbClr val="3F3F3F"/>
                </a:solidFill>
                <a:latin typeface="Calibri"/>
                <a:cs typeface="Calibri"/>
              </a:rPr>
              <a:t> </a:t>
            </a:r>
            <a:r>
              <a:rPr sz="2400" spc="-15" dirty="0">
                <a:solidFill>
                  <a:srgbClr val="3F3F3F"/>
                </a:solidFill>
                <a:latin typeface="Calibri"/>
                <a:cs typeface="Calibri"/>
              </a:rPr>
              <a:t>notation</a:t>
            </a:r>
            <a:r>
              <a:rPr sz="2400" spc="-25" dirty="0">
                <a:solidFill>
                  <a:srgbClr val="3F3F3F"/>
                </a:solidFill>
                <a:latin typeface="Calibri"/>
                <a:cs typeface="Calibri"/>
              </a:rPr>
              <a:t> </a:t>
            </a:r>
            <a:r>
              <a:rPr sz="2400" spc="-5" dirty="0">
                <a:solidFill>
                  <a:srgbClr val="3F3F3F"/>
                </a:solidFill>
                <a:latin typeface="Calibri"/>
                <a:cs typeface="Calibri"/>
              </a:rPr>
              <a:t>(base 16)</a:t>
            </a:r>
            <a:endParaRPr sz="2400">
              <a:latin typeface="Calibri"/>
              <a:cs typeface="Calibri"/>
            </a:endParaRPr>
          </a:p>
          <a:p>
            <a:pPr marL="189230" marR="142240" indent="-177165">
              <a:lnSpc>
                <a:spcPct val="70000"/>
              </a:lnSpc>
              <a:spcBef>
                <a:spcPts val="1405"/>
              </a:spcBef>
              <a:buClr>
                <a:srgbClr val="1CACE4"/>
              </a:buClr>
              <a:buFont typeface="Arial MT"/>
              <a:buChar char="•"/>
              <a:tabLst>
                <a:tab pos="189865" algn="l"/>
              </a:tabLst>
            </a:pPr>
            <a:r>
              <a:rPr sz="2400" spc="-10" dirty="0">
                <a:solidFill>
                  <a:srgbClr val="3F3F3F"/>
                </a:solidFill>
                <a:latin typeface="Calibri"/>
                <a:cs typeface="Calibri"/>
              </a:rPr>
              <a:t>Each hexadecimal </a:t>
            </a:r>
            <a:r>
              <a:rPr sz="2400" spc="-5" dirty="0">
                <a:solidFill>
                  <a:srgbClr val="3F3F3F"/>
                </a:solidFill>
                <a:latin typeface="Calibri"/>
                <a:cs typeface="Calibri"/>
              </a:rPr>
              <a:t>digit is </a:t>
            </a:r>
            <a:r>
              <a:rPr sz="2400" spc="-10" dirty="0">
                <a:solidFill>
                  <a:srgbClr val="3F3F3F"/>
                </a:solidFill>
                <a:latin typeface="Calibri"/>
                <a:cs typeface="Calibri"/>
              </a:rPr>
              <a:t>equivalent </a:t>
            </a:r>
            <a:r>
              <a:rPr sz="2400" spc="-15" dirty="0">
                <a:solidFill>
                  <a:srgbClr val="3F3F3F"/>
                </a:solidFill>
                <a:latin typeface="Calibri"/>
                <a:cs typeface="Calibri"/>
              </a:rPr>
              <a:t>to </a:t>
            </a:r>
            <a:r>
              <a:rPr sz="2400" dirty="0">
                <a:solidFill>
                  <a:srgbClr val="3F3F3F"/>
                </a:solidFill>
                <a:latin typeface="Calibri"/>
                <a:cs typeface="Calibri"/>
              </a:rPr>
              <a:t>4 </a:t>
            </a:r>
            <a:r>
              <a:rPr sz="2400" spc="-5" dirty="0">
                <a:solidFill>
                  <a:srgbClr val="3F3F3F"/>
                </a:solidFill>
                <a:latin typeface="Calibri"/>
                <a:cs typeface="Calibri"/>
              </a:rPr>
              <a:t>bits. This </a:t>
            </a:r>
            <a:r>
              <a:rPr sz="2400" dirty="0">
                <a:solidFill>
                  <a:srgbClr val="3F3F3F"/>
                </a:solidFill>
                <a:latin typeface="Calibri"/>
                <a:cs typeface="Calibri"/>
              </a:rPr>
              <a:t>means </a:t>
            </a:r>
            <a:r>
              <a:rPr sz="2400" spc="-10" dirty="0">
                <a:solidFill>
                  <a:srgbClr val="3F3F3F"/>
                </a:solidFill>
                <a:latin typeface="Calibri"/>
                <a:cs typeface="Calibri"/>
              </a:rPr>
              <a:t>that </a:t>
            </a:r>
            <a:r>
              <a:rPr sz="2400" dirty="0">
                <a:solidFill>
                  <a:srgbClr val="3F3F3F"/>
                </a:solidFill>
                <a:latin typeface="Calibri"/>
                <a:cs typeface="Calibri"/>
              </a:rPr>
              <a:t>a </a:t>
            </a:r>
            <a:r>
              <a:rPr sz="2400" spc="20" dirty="0">
                <a:solidFill>
                  <a:srgbClr val="3F3F3F"/>
                </a:solidFill>
                <a:latin typeface="Calibri"/>
                <a:cs typeface="Calibri"/>
              </a:rPr>
              <a:t>32- </a:t>
            </a:r>
            <a:r>
              <a:rPr sz="2400" spc="-530" dirty="0">
                <a:solidFill>
                  <a:srgbClr val="3F3F3F"/>
                </a:solidFill>
                <a:latin typeface="Calibri"/>
                <a:cs typeface="Calibri"/>
              </a:rPr>
              <a:t> </a:t>
            </a:r>
            <a:r>
              <a:rPr sz="2400" spc="-5" dirty="0">
                <a:solidFill>
                  <a:srgbClr val="3F3F3F"/>
                </a:solidFill>
                <a:latin typeface="Calibri"/>
                <a:cs typeface="Calibri"/>
              </a:rPr>
              <a:t>bit</a:t>
            </a:r>
            <a:r>
              <a:rPr sz="2400" spc="-35" dirty="0">
                <a:solidFill>
                  <a:srgbClr val="3F3F3F"/>
                </a:solidFill>
                <a:latin typeface="Calibri"/>
                <a:cs typeface="Calibri"/>
              </a:rPr>
              <a:t> </a:t>
            </a:r>
            <a:r>
              <a:rPr sz="2400" spc="-10" dirty="0">
                <a:solidFill>
                  <a:srgbClr val="3F3F3F"/>
                </a:solidFill>
                <a:latin typeface="Calibri"/>
                <a:cs typeface="Calibri"/>
              </a:rPr>
              <a:t>address</a:t>
            </a:r>
            <a:r>
              <a:rPr sz="2400" dirty="0">
                <a:solidFill>
                  <a:srgbClr val="3F3F3F"/>
                </a:solidFill>
                <a:latin typeface="Calibri"/>
                <a:cs typeface="Calibri"/>
              </a:rPr>
              <a:t> </a:t>
            </a:r>
            <a:r>
              <a:rPr sz="2400" spc="-5" dirty="0">
                <a:solidFill>
                  <a:srgbClr val="3F3F3F"/>
                </a:solidFill>
                <a:latin typeface="Calibri"/>
                <a:cs typeface="Calibri"/>
              </a:rPr>
              <a:t>has</a:t>
            </a:r>
            <a:r>
              <a:rPr sz="2400" spc="-10" dirty="0">
                <a:solidFill>
                  <a:srgbClr val="3F3F3F"/>
                </a:solidFill>
                <a:latin typeface="Calibri"/>
                <a:cs typeface="Calibri"/>
              </a:rPr>
              <a:t> eight</a:t>
            </a:r>
            <a:r>
              <a:rPr sz="2400" spc="-20" dirty="0">
                <a:solidFill>
                  <a:srgbClr val="3F3F3F"/>
                </a:solidFill>
                <a:latin typeface="Calibri"/>
                <a:cs typeface="Calibri"/>
              </a:rPr>
              <a:t> </a:t>
            </a:r>
            <a:r>
              <a:rPr sz="2400" spc="-10" dirty="0">
                <a:solidFill>
                  <a:srgbClr val="3F3F3F"/>
                </a:solidFill>
                <a:latin typeface="Calibri"/>
                <a:cs typeface="Calibri"/>
              </a:rPr>
              <a:t>hexadecimal</a:t>
            </a:r>
            <a:r>
              <a:rPr sz="2400" spc="-30" dirty="0">
                <a:solidFill>
                  <a:srgbClr val="3F3F3F"/>
                </a:solidFill>
                <a:latin typeface="Calibri"/>
                <a:cs typeface="Calibri"/>
              </a:rPr>
              <a:t> </a:t>
            </a:r>
            <a:r>
              <a:rPr sz="2400" spc="-5" dirty="0">
                <a:solidFill>
                  <a:srgbClr val="3F3F3F"/>
                </a:solidFill>
                <a:latin typeface="Calibri"/>
                <a:cs typeface="Calibri"/>
              </a:rPr>
              <a:t>digits</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5715000" y="5181600"/>
            <a:ext cx="3810000" cy="15240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910705" cy="756920"/>
          </a:xfrm>
          <a:prstGeom prst="rect">
            <a:avLst/>
          </a:prstGeom>
        </p:spPr>
        <p:txBody>
          <a:bodyPr vert="horz" wrap="square" lIns="0" tIns="12700" rIns="0" bIns="0" rtlCol="0">
            <a:spAutoFit/>
          </a:bodyPr>
          <a:lstStyle/>
          <a:p>
            <a:pPr marL="12700">
              <a:lnSpc>
                <a:spcPct val="100000"/>
              </a:lnSpc>
              <a:spcBef>
                <a:spcPts val="100"/>
              </a:spcBef>
            </a:pPr>
            <a:r>
              <a:rPr sz="4800" spc="-50" dirty="0"/>
              <a:t>Hierarchy</a:t>
            </a:r>
            <a:r>
              <a:rPr sz="4800" spc="-120" dirty="0"/>
              <a:t> </a:t>
            </a:r>
            <a:r>
              <a:rPr sz="4800" spc="-30" dirty="0"/>
              <a:t>in</a:t>
            </a:r>
            <a:r>
              <a:rPr sz="4800" spc="-285" dirty="0"/>
              <a:t> </a:t>
            </a:r>
            <a:r>
              <a:rPr sz="4800" spc="-50" dirty="0"/>
              <a:t>Addressing</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50014"/>
            <a:ext cx="8470265" cy="3027680"/>
          </a:xfrm>
          <a:prstGeom prst="rect">
            <a:avLst/>
          </a:prstGeom>
        </p:spPr>
        <p:txBody>
          <a:bodyPr vert="horz" wrap="square" lIns="0" tIns="83820" rIns="0" bIns="0" rtlCol="0">
            <a:spAutoFit/>
          </a:bodyPr>
          <a:lstStyle/>
          <a:p>
            <a:pPr marL="189230" marR="5080" indent="-177165">
              <a:lnSpc>
                <a:spcPts val="2300"/>
              </a:lnSpc>
              <a:spcBef>
                <a:spcPts val="660"/>
              </a:spcBef>
              <a:buClr>
                <a:srgbClr val="1CACE4"/>
              </a:buClr>
              <a:buFont typeface="Arial MT"/>
              <a:buChar char="•"/>
              <a:tabLst>
                <a:tab pos="189865" algn="l"/>
              </a:tabLst>
            </a:pPr>
            <a:r>
              <a:rPr sz="2400" spc="-20" dirty="0">
                <a:solidFill>
                  <a:srgbClr val="3F3F3F"/>
                </a:solidFill>
                <a:latin typeface="Calibri"/>
                <a:cs typeface="Calibri"/>
              </a:rPr>
              <a:t>any</a:t>
            </a:r>
            <a:r>
              <a:rPr sz="2400" spc="-15" dirty="0">
                <a:solidFill>
                  <a:srgbClr val="3F3F3F"/>
                </a:solidFill>
                <a:latin typeface="Calibri"/>
                <a:cs typeface="Calibri"/>
              </a:rPr>
              <a:t> </a:t>
            </a:r>
            <a:r>
              <a:rPr sz="2400" spc="-10" dirty="0">
                <a:solidFill>
                  <a:srgbClr val="3F3F3F"/>
                </a:solidFill>
                <a:latin typeface="Calibri"/>
                <a:cs typeface="Calibri"/>
              </a:rPr>
              <a:t>communication</a:t>
            </a:r>
            <a:r>
              <a:rPr sz="2400" spc="-30" dirty="0">
                <a:solidFill>
                  <a:srgbClr val="3F3F3F"/>
                </a:solidFill>
                <a:latin typeface="Calibri"/>
                <a:cs typeface="Calibri"/>
              </a:rPr>
              <a:t> </a:t>
            </a:r>
            <a:r>
              <a:rPr sz="2400" spc="-10" dirty="0">
                <a:solidFill>
                  <a:srgbClr val="3F3F3F"/>
                </a:solidFill>
                <a:latin typeface="Calibri"/>
                <a:cs typeface="Calibri"/>
              </a:rPr>
              <a:t>network</a:t>
            </a:r>
            <a:r>
              <a:rPr sz="2400" spc="-20" dirty="0">
                <a:solidFill>
                  <a:srgbClr val="3F3F3F"/>
                </a:solidFill>
                <a:latin typeface="Calibri"/>
                <a:cs typeface="Calibri"/>
              </a:rPr>
              <a:t> </a:t>
            </a:r>
            <a:r>
              <a:rPr sz="2400" spc="-10" dirty="0">
                <a:solidFill>
                  <a:srgbClr val="3F3F3F"/>
                </a:solidFill>
                <a:latin typeface="Calibri"/>
                <a:cs typeface="Calibri"/>
              </a:rPr>
              <a:t>that</a:t>
            </a:r>
            <a:r>
              <a:rPr sz="2400" spc="-20" dirty="0">
                <a:solidFill>
                  <a:srgbClr val="3F3F3F"/>
                </a:solidFill>
                <a:latin typeface="Calibri"/>
                <a:cs typeface="Calibri"/>
              </a:rPr>
              <a:t> </a:t>
            </a:r>
            <a:r>
              <a:rPr sz="2400" spc="-15" dirty="0">
                <a:solidFill>
                  <a:srgbClr val="3F3F3F"/>
                </a:solidFill>
                <a:latin typeface="Calibri"/>
                <a:cs typeface="Calibri"/>
              </a:rPr>
              <a:t>involves</a:t>
            </a:r>
            <a:r>
              <a:rPr sz="2400" dirty="0">
                <a:solidFill>
                  <a:srgbClr val="3F3F3F"/>
                </a:solidFill>
                <a:latin typeface="Calibri"/>
                <a:cs typeface="Calibri"/>
              </a:rPr>
              <a:t> </a:t>
            </a:r>
            <a:r>
              <a:rPr sz="2400" spc="-5" dirty="0">
                <a:solidFill>
                  <a:srgbClr val="3F3F3F"/>
                </a:solidFill>
                <a:latin typeface="Calibri"/>
                <a:cs typeface="Calibri"/>
              </a:rPr>
              <a:t>delivery</a:t>
            </a:r>
            <a:r>
              <a:rPr sz="2400" spc="60" dirty="0">
                <a:solidFill>
                  <a:srgbClr val="3F3F3F"/>
                </a:solidFill>
                <a:latin typeface="Calibri"/>
                <a:cs typeface="Calibri"/>
              </a:rPr>
              <a:t> </a:t>
            </a:r>
            <a:r>
              <a:rPr sz="2400" dirty="0">
                <a:solidFill>
                  <a:srgbClr val="3F3F3F"/>
                </a:solidFill>
                <a:latin typeface="Calibri"/>
                <a:cs typeface="Calibri"/>
              </a:rPr>
              <a:t>-</a:t>
            </a:r>
            <a:r>
              <a:rPr sz="2400" spc="-10"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addressing </a:t>
            </a:r>
            <a:r>
              <a:rPr sz="2400" spc="-530" dirty="0">
                <a:solidFill>
                  <a:srgbClr val="3F3F3F"/>
                </a:solidFill>
                <a:latin typeface="Calibri"/>
                <a:cs typeface="Calibri"/>
              </a:rPr>
              <a:t> </a:t>
            </a:r>
            <a:r>
              <a:rPr sz="2400" spc="-25" dirty="0">
                <a:solidFill>
                  <a:srgbClr val="3F3F3F"/>
                </a:solidFill>
                <a:latin typeface="Calibri"/>
                <a:cs typeface="Calibri"/>
              </a:rPr>
              <a:t>system</a:t>
            </a:r>
            <a:r>
              <a:rPr sz="2400" spc="-35"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hierarchical</a:t>
            </a:r>
            <a:endParaRPr sz="2400">
              <a:latin typeface="Calibri"/>
              <a:cs typeface="Calibri"/>
            </a:endParaRPr>
          </a:p>
          <a:p>
            <a:pPr marL="189230" indent="-177165">
              <a:lnSpc>
                <a:spcPct val="100000"/>
              </a:lnSpc>
              <a:spcBef>
                <a:spcPts val="850"/>
              </a:spcBef>
              <a:buClr>
                <a:srgbClr val="1CACE4"/>
              </a:buClr>
              <a:buFont typeface="Arial MT"/>
              <a:buChar char="•"/>
              <a:tabLst>
                <a:tab pos="189865" algn="l"/>
              </a:tabLst>
            </a:pPr>
            <a:r>
              <a:rPr sz="2400" spc="-5" dirty="0">
                <a:latin typeface="Calibri"/>
                <a:cs typeface="Calibri"/>
              </a:rPr>
              <a:t>32-bit</a:t>
            </a:r>
            <a:r>
              <a:rPr sz="2400" spc="-25" dirty="0">
                <a:latin typeface="Calibri"/>
                <a:cs typeface="Calibri"/>
              </a:rPr>
              <a:t> </a:t>
            </a:r>
            <a:r>
              <a:rPr sz="2400" spc="-5" dirty="0">
                <a:latin typeface="Calibri"/>
                <a:cs typeface="Calibri"/>
              </a:rPr>
              <a:t>IPv4 </a:t>
            </a:r>
            <a:r>
              <a:rPr sz="2400" spc="-10" dirty="0">
                <a:latin typeface="Calibri"/>
                <a:cs typeface="Calibri"/>
              </a:rPr>
              <a:t>address</a:t>
            </a:r>
            <a:r>
              <a:rPr sz="2400" dirty="0">
                <a:latin typeface="Calibri"/>
                <a:cs typeface="Calibri"/>
              </a:rPr>
              <a:t> -</a:t>
            </a:r>
            <a:r>
              <a:rPr sz="2400" spc="-15" dirty="0">
                <a:latin typeface="Calibri"/>
                <a:cs typeface="Calibri"/>
              </a:rPr>
              <a:t> </a:t>
            </a:r>
            <a:r>
              <a:rPr sz="2400" spc="-10" dirty="0">
                <a:latin typeface="Calibri"/>
                <a:cs typeface="Calibri"/>
              </a:rPr>
              <a:t>hierarchical</a:t>
            </a:r>
            <a:r>
              <a:rPr sz="2400" spc="-30" dirty="0">
                <a:latin typeface="Calibri"/>
                <a:cs typeface="Calibri"/>
              </a:rPr>
              <a:t> </a:t>
            </a:r>
            <a:r>
              <a:rPr sz="2400" spc="-5" dirty="0">
                <a:latin typeface="Calibri"/>
                <a:cs typeface="Calibri"/>
              </a:rPr>
              <a:t>but</a:t>
            </a:r>
            <a:r>
              <a:rPr sz="2400" spc="-10" dirty="0">
                <a:latin typeface="Calibri"/>
                <a:cs typeface="Calibri"/>
              </a:rPr>
              <a:t> </a:t>
            </a:r>
            <a:r>
              <a:rPr sz="2400" spc="-5" dirty="0">
                <a:latin typeface="Calibri"/>
                <a:cs typeface="Calibri"/>
              </a:rPr>
              <a:t>is</a:t>
            </a:r>
            <a:r>
              <a:rPr sz="2400" spc="-10" dirty="0">
                <a:latin typeface="Calibri"/>
                <a:cs typeface="Calibri"/>
              </a:rPr>
              <a:t> </a:t>
            </a:r>
            <a:r>
              <a:rPr sz="2400" spc="-5" dirty="0">
                <a:latin typeface="Calibri"/>
                <a:cs typeface="Calibri"/>
              </a:rPr>
              <a:t>divided</a:t>
            </a:r>
            <a:r>
              <a:rPr sz="2400" dirty="0">
                <a:latin typeface="Calibri"/>
                <a:cs typeface="Calibri"/>
              </a:rPr>
              <a:t> </a:t>
            </a:r>
            <a:r>
              <a:rPr sz="2400" spc="-5" dirty="0">
                <a:latin typeface="Calibri"/>
                <a:cs typeface="Calibri"/>
              </a:rPr>
              <a:t>only</a:t>
            </a:r>
            <a:r>
              <a:rPr sz="2400" spc="-20" dirty="0">
                <a:latin typeface="Calibri"/>
                <a:cs typeface="Calibri"/>
              </a:rPr>
              <a:t> </a:t>
            </a:r>
            <a:r>
              <a:rPr sz="2400" spc="-15" dirty="0">
                <a:latin typeface="Calibri"/>
                <a:cs typeface="Calibri"/>
              </a:rPr>
              <a:t>into</a:t>
            </a:r>
            <a:r>
              <a:rPr sz="2400" spc="-10" dirty="0">
                <a:latin typeface="Calibri"/>
                <a:cs typeface="Calibri"/>
              </a:rPr>
              <a:t> two</a:t>
            </a:r>
            <a:r>
              <a:rPr sz="2400" spc="-15" dirty="0">
                <a:latin typeface="Calibri"/>
                <a:cs typeface="Calibri"/>
              </a:rPr>
              <a:t> </a:t>
            </a:r>
            <a:r>
              <a:rPr sz="2400" spc="-5" dirty="0">
                <a:latin typeface="Calibri"/>
                <a:cs typeface="Calibri"/>
              </a:rPr>
              <a:t>parts</a:t>
            </a:r>
            <a:endParaRPr sz="2400">
              <a:latin typeface="Calibri"/>
              <a:cs typeface="Calibri"/>
            </a:endParaRPr>
          </a:p>
          <a:p>
            <a:pPr marL="189230" indent="-177165">
              <a:lnSpc>
                <a:spcPts val="2850"/>
              </a:lnSpc>
              <a:spcBef>
                <a:spcPts val="815"/>
              </a:spcBef>
              <a:buClr>
                <a:srgbClr val="1CACE4"/>
              </a:buClr>
              <a:buFont typeface="Arial MT"/>
              <a:buChar char="•"/>
              <a:tabLst>
                <a:tab pos="189865" algn="l"/>
              </a:tabLst>
            </a:pPr>
            <a:r>
              <a:rPr sz="2400" i="1" spc="-5" dirty="0">
                <a:latin typeface="Calibri"/>
                <a:cs typeface="Calibri"/>
              </a:rPr>
              <a:t>Prefix-defines</a:t>
            </a:r>
            <a:r>
              <a:rPr sz="2400" i="1" spc="-30" dirty="0">
                <a:latin typeface="Calibri"/>
                <a:cs typeface="Calibri"/>
              </a:rPr>
              <a:t> </a:t>
            </a:r>
            <a:r>
              <a:rPr sz="2400" i="1" spc="-5" dirty="0">
                <a:latin typeface="Calibri"/>
                <a:cs typeface="Calibri"/>
              </a:rPr>
              <a:t>the</a:t>
            </a:r>
            <a:r>
              <a:rPr sz="2400" i="1" spc="-20" dirty="0">
                <a:latin typeface="Calibri"/>
                <a:cs typeface="Calibri"/>
              </a:rPr>
              <a:t> </a:t>
            </a:r>
            <a:r>
              <a:rPr sz="2400" i="1" spc="-5" dirty="0">
                <a:latin typeface="Calibri"/>
                <a:cs typeface="Calibri"/>
              </a:rPr>
              <a:t>network</a:t>
            </a:r>
            <a:r>
              <a:rPr sz="2400" i="1" spc="-25" dirty="0">
                <a:latin typeface="Calibri"/>
                <a:cs typeface="Calibri"/>
              </a:rPr>
              <a:t> </a:t>
            </a:r>
            <a:r>
              <a:rPr sz="2400" i="1" dirty="0">
                <a:latin typeface="Calibri"/>
                <a:cs typeface="Calibri"/>
              </a:rPr>
              <a:t>(n-bits)</a:t>
            </a:r>
            <a:endParaRPr sz="2400">
              <a:latin typeface="Calibri"/>
              <a:cs typeface="Calibri"/>
            </a:endParaRPr>
          </a:p>
          <a:p>
            <a:pPr marL="419100" lvl="1" indent="-183515">
              <a:lnSpc>
                <a:spcPts val="2370"/>
              </a:lnSpc>
              <a:buClr>
                <a:srgbClr val="1CACE4"/>
              </a:buClr>
              <a:buChar char="◦"/>
              <a:tabLst>
                <a:tab pos="419734" algn="l"/>
              </a:tabLst>
            </a:pPr>
            <a:r>
              <a:rPr sz="2000" spc="-15" dirty="0">
                <a:latin typeface="Calibri"/>
                <a:cs typeface="Calibri"/>
              </a:rPr>
              <a:t>fixed</a:t>
            </a:r>
            <a:r>
              <a:rPr sz="2000" spc="-25" dirty="0">
                <a:latin typeface="Calibri"/>
                <a:cs typeface="Calibri"/>
              </a:rPr>
              <a:t> </a:t>
            </a:r>
            <a:r>
              <a:rPr sz="2000" spc="-10" dirty="0">
                <a:latin typeface="Calibri"/>
                <a:cs typeface="Calibri"/>
              </a:rPr>
              <a:t>length</a:t>
            </a:r>
            <a:r>
              <a:rPr sz="2000" spc="10" dirty="0">
                <a:latin typeface="Calibri"/>
                <a:cs typeface="Calibri"/>
              </a:rPr>
              <a:t> </a:t>
            </a:r>
            <a:r>
              <a:rPr sz="2000" spc="-5" dirty="0">
                <a:latin typeface="Calibri"/>
                <a:cs typeface="Calibri"/>
              </a:rPr>
              <a:t>-classful</a:t>
            </a:r>
            <a:r>
              <a:rPr sz="2000" spc="15" dirty="0">
                <a:latin typeface="Calibri"/>
                <a:cs typeface="Calibri"/>
              </a:rPr>
              <a:t> </a:t>
            </a:r>
            <a:r>
              <a:rPr sz="2000" spc="-5" dirty="0">
                <a:latin typeface="Calibri"/>
                <a:cs typeface="Calibri"/>
              </a:rPr>
              <a:t>addressing </a:t>
            </a:r>
            <a:r>
              <a:rPr sz="2000" dirty="0">
                <a:latin typeface="Calibri"/>
                <a:cs typeface="Calibri"/>
              </a:rPr>
              <a:t>-</a:t>
            </a:r>
            <a:r>
              <a:rPr sz="2000" spc="-5" dirty="0">
                <a:latin typeface="Calibri"/>
                <a:cs typeface="Calibri"/>
              </a:rPr>
              <a:t> </a:t>
            </a:r>
            <a:r>
              <a:rPr sz="2000" spc="-10" dirty="0">
                <a:latin typeface="Calibri"/>
                <a:cs typeface="Calibri"/>
              </a:rPr>
              <a:t>obsolete</a:t>
            </a:r>
            <a:endParaRPr sz="2000">
              <a:latin typeface="Calibri"/>
              <a:cs typeface="Calibri"/>
            </a:endParaRPr>
          </a:p>
          <a:p>
            <a:pPr marL="419100" lvl="1" indent="-183515">
              <a:lnSpc>
                <a:spcPct val="100000"/>
              </a:lnSpc>
              <a:spcBef>
                <a:spcPts val="120"/>
              </a:spcBef>
              <a:buClr>
                <a:srgbClr val="1CACE4"/>
              </a:buClr>
              <a:buChar char="◦"/>
              <a:tabLst>
                <a:tab pos="419734" algn="l"/>
              </a:tabLst>
            </a:pPr>
            <a:r>
              <a:rPr sz="2000" spc="-5" dirty="0">
                <a:latin typeface="Calibri"/>
                <a:cs typeface="Calibri"/>
              </a:rPr>
              <a:t>variable</a:t>
            </a:r>
            <a:r>
              <a:rPr sz="2000" spc="-15" dirty="0">
                <a:latin typeface="Calibri"/>
                <a:cs typeface="Calibri"/>
              </a:rPr>
              <a:t> </a:t>
            </a:r>
            <a:r>
              <a:rPr sz="2000" spc="-5" dirty="0">
                <a:latin typeface="Calibri"/>
                <a:cs typeface="Calibri"/>
              </a:rPr>
              <a:t>length-classless</a:t>
            </a:r>
            <a:r>
              <a:rPr sz="2000" spc="20" dirty="0">
                <a:latin typeface="Calibri"/>
                <a:cs typeface="Calibri"/>
              </a:rPr>
              <a:t> </a:t>
            </a:r>
            <a:r>
              <a:rPr sz="2000" spc="-5" dirty="0">
                <a:latin typeface="Calibri"/>
                <a:cs typeface="Calibri"/>
              </a:rPr>
              <a:t>addressing-</a:t>
            </a:r>
            <a:endParaRPr sz="2000">
              <a:latin typeface="Calibri"/>
              <a:cs typeface="Calibri"/>
            </a:endParaRPr>
          </a:p>
          <a:p>
            <a:pPr marL="189230" marR="178435" indent="-177165">
              <a:lnSpc>
                <a:spcPts val="2300"/>
              </a:lnSpc>
              <a:spcBef>
                <a:spcPts val="1565"/>
              </a:spcBef>
              <a:buClr>
                <a:srgbClr val="1CACE4"/>
              </a:buClr>
              <a:buFont typeface="Arial MT"/>
              <a:buChar char="•"/>
              <a:tabLst>
                <a:tab pos="189865" algn="l"/>
              </a:tabLst>
            </a:pPr>
            <a:r>
              <a:rPr sz="2400" spc="-10" dirty="0">
                <a:latin typeface="Calibri"/>
                <a:cs typeface="Calibri"/>
              </a:rPr>
              <a:t>Address</a:t>
            </a:r>
            <a:r>
              <a:rPr sz="2400" spc="-20" dirty="0">
                <a:latin typeface="Calibri"/>
                <a:cs typeface="Calibri"/>
              </a:rPr>
              <a:t> </a:t>
            </a:r>
            <a:r>
              <a:rPr sz="2400" spc="-5" dirty="0">
                <a:latin typeface="Calibri"/>
                <a:cs typeface="Calibri"/>
              </a:rPr>
              <a:t>(</a:t>
            </a:r>
            <a:r>
              <a:rPr sz="2400" i="1" spc="-5" dirty="0">
                <a:latin typeface="Calibri"/>
                <a:cs typeface="Calibri"/>
              </a:rPr>
              <a:t>suffix)</a:t>
            </a:r>
            <a:r>
              <a:rPr sz="2400" i="1" spc="10" dirty="0">
                <a:latin typeface="Calibri"/>
                <a:cs typeface="Calibri"/>
              </a:rPr>
              <a:t> </a:t>
            </a:r>
            <a:r>
              <a:rPr sz="2400" i="1" dirty="0">
                <a:latin typeface="Calibri"/>
                <a:cs typeface="Calibri"/>
              </a:rPr>
              <a:t>-</a:t>
            </a:r>
            <a:r>
              <a:rPr sz="2400" i="1" spc="-5" dirty="0">
                <a:latin typeface="Calibri"/>
                <a:cs typeface="Calibri"/>
              </a:rPr>
              <a:t> the node</a:t>
            </a:r>
            <a:r>
              <a:rPr sz="2400" i="1" spc="25" dirty="0">
                <a:latin typeface="Calibri"/>
                <a:cs typeface="Calibri"/>
              </a:rPr>
              <a:t> </a:t>
            </a:r>
            <a:r>
              <a:rPr sz="2400" i="1" dirty="0">
                <a:latin typeface="Calibri"/>
                <a:cs typeface="Calibri"/>
              </a:rPr>
              <a:t>-</a:t>
            </a:r>
            <a:r>
              <a:rPr sz="2400" i="1" spc="-10" dirty="0">
                <a:latin typeface="Calibri"/>
                <a:cs typeface="Calibri"/>
              </a:rPr>
              <a:t> connection</a:t>
            </a:r>
            <a:r>
              <a:rPr sz="2400" i="1" spc="5" dirty="0">
                <a:latin typeface="Calibri"/>
                <a:cs typeface="Calibri"/>
              </a:rPr>
              <a:t> </a:t>
            </a:r>
            <a:r>
              <a:rPr sz="2400" i="1" dirty="0">
                <a:latin typeface="Calibri"/>
                <a:cs typeface="Calibri"/>
              </a:rPr>
              <a:t>of</a:t>
            </a:r>
            <a:r>
              <a:rPr sz="2400" i="1" spc="25" dirty="0">
                <a:latin typeface="Calibri"/>
                <a:cs typeface="Calibri"/>
              </a:rPr>
              <a:t> </a:t>
            </a:r>
            <a:r>
              <a:rPr sz="2400" dirty="0">
                <a:latin typeface="Calibri"/>
                <a:cs typeface="Calibri"/>
              </a:rPr>
              <a:t>a</a:t>
            </a:r>
            <a:r>
              <a:rPr sz="2400" spc="-5" dirty="0">
                <a:latin typeface="Calibri"/>
                <a:cs typeface="Calibri"/>
              </a:rPr>
              <a:t> device</a:t>
            </a:r>
            <a:r>
              <a:rPr sz="2400" spc="-10" dirty="0">
                <a:latin typeface="Calibri"/>
                <a:cs typeface="Calibri"/>
              </a:rPr>
              <a:t> </a:t>
            </a:r>
            <a:r>
              <a:rPr sz="2400" spc="-15" dirty="0">
                <a:latin typeface="Calibri"/>
                <a:cs typeface="Calibri"/>
              </a:rPr>
              <a:t>to</a:t>
            </a:r>
            <a:r>
              <a:rPr sz="2400" spc="-10" dirty="0">
                <a:latin typeface="Calibri"/>
                <a:cs typeface="Calibri"/>
              </a:rPr>
              <a:t> </a:t>
            </a:r>
            <a:r>
              <a:rPr sz="2400" spc="-5" dirty="0">
                <a:latin typeface="Calibri"/>
                <a:cs typeface="Calibri"/>
              </a:rPr>
              <a:t>the </a:t>
            </a:r>
            <a:r>
              <a:rPr sz="2400" spc="-10" dirty="0">
                <a:latin typeface="Calibri"/>
                <a:cs typeface="Calibri"/>
              </a:rPr>
              <a:t>Internet </a:t>
            </a:r>
            <a:r>
              <a:rPr sz="2400" spc="-525" dirty="0">
                <a:latin typeface="Calibri"/>
                <a:cs typeface="Calibri"/>
              </a:rPr>
              <a:t> </a:t>
            </a:r>
            <a:r>
              <a:rPr sz="2400" spc="-5" dirty="0">
                <a:latin typeface="Calibri"/>
                <a:cs typeface="Calibri"/>
              </a:rPr>
              <a:t>(32-n</a:t>
            </a:r>
            <a:r>
              <a:rPr sz="2400" spc="-25" dirty="0">
                <a:latin typeface="Calibri"/>
                <a:cs typeface="Calibri"/>
              </a:rPr>
              <a:t> </a:t>
            </a:r>
            <a:r>
              <a:rPr sz="2400" spc="-5" dirty="0">
                <a:latin typeface="Calibri"/>
                <a:cs typeface="Calibri"/>
              </a:rPr>
              <a:t>bits)</a:t>
            </a:r>
            <a:endParaRPr sz="2400">
              <a:latin typeface="Calibri"/>
              <a:cs typeface="Calibri"/>
            </a:endParaRPr>
          </a:p>
        </p:txBody>
      </p:sp>
      <p:pic>
        <p:nvPicPr>
          <p:cNvPr id="9" name="object 9"/>
          <p:cNvPicPr/>
          <p:nvPr/>
        </p:nvPicPr>
        <p:blipFill>
          <a:blip r:embed="rId2" cstate="print"/>
          <a:stretch>
            <a:fillRect/>
          </a:stretch>
        </p:blipFill>
        <p:spPr>
          <a:xfrm>
            <a:off x="5334000" y="4572000"/>
            <a:ext cx="3931920" cy="2196083"/>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783580" cy="756920"/>
          </a:xfrm>
          <a:prstGeom prst="rect">
            <a:avLst/>
          </a:prstGeom>
        </p:spPr>
        <p:txBody>
          <a:bodyPr vert="horz" wrap="square" lIns="0" tIns="12700" rIns="0" bIns="0" rtlCol="0">
            <a:spAutoFit/>
          </a:bodyPr>
          <a:lstStyle/>
          <a:p>
            <a:pPr marL="12700">
              <a:lnSpc>
                <a:spcPct val="100000"/>
              </a:lnSpc>
              <a:spcBef>
                <a:spcPts val="100"/>
              </a:spcBef>
            </a:pPr>
            <a:r>
              <a:rPr sz="4800" spc="-50" dirty="0"/>
              <a:t>C</a:t>
            </a:r>
            <a:r>
              <a:rPr sz="4800" spc="-55" dirty="0"/>
              <a:t>l</a:t>
            </a:r>
            <a:r>
              <a:rPr sz="4800" spc="-60" dirty="0"/>
              <a:t>ass</a:t>
            </a:r>
            <a:r>
              <a:rPr sz="4800" spc="-50" dirty="0"/>
              <a:t>f</a:t>
            </a:r>
            <a:r>
              <a:rPr sz="4800" spc="-55" dirty="0"/>
              <a:t>u</a:t>
            </a:r>
            <a:r>
              <a:rPr sz="4800" spc="-5" dirty="0"/>
              <a:t>l</a:t>
            </a:r>
            <a:r>
              <a:rPr sz="4800" spc="-254" dirty="0"/>
              <a:t> </a:t>
            </a:r>
            <a:r>
              <a:rPr sz="4800" spc="-50" dirty="0"/>
              <a:t>A</a:t>
            </a:r>
            <a:r>
              <a:rPr sz="4800" spc="-55" dirty="0"/>
              <a:t>dd</a:t>
            </a:r>
            <a:r>
              <a:rPr sz="4800" spc="-50" dirty="0"/>
              <a:t>r</a:t>
            </a:r>
            <a:r>
              <a:rPr sz="4800" spc="-60" dirty="0"/>
              <a:t>ess</a:t>
            </a:r>
            <a:r>
              <a:rPr sz="4800" spc="-55" dirty="0"/>
              <a:t>in</a:t>
            </a:r>
            <a:r>
              <a:rPr sz="4800" spc="-5" dirty="0"/>
              <a:t>g</a:t>
            </a:r>
            <a:endParaRPr sz="4800"/>
          </a:p>
        </p:txBody>
      </p:sp>
      <p:sp>
        <p:nvSpPr>
          <p:cNvPr id="3" name="object 3"/>
          <p:cNvSpPr txBox="1"/>
          <p:nvPr/>
        </p:nvSpPr>
        <p:spPr>
          <a:xfrm>
            <a:off x="697667" y="1742395"/>
            <a:ext cx="8651240" cy="2362835"/>
          </a:xfrm>
          <a:prstGeom prst="rect">
            <a:avLst/>
          </a:prstGeom>
        </p:spPr>
        <p:txBody>
          <a:bodyPr vert="horz" wrap="square" lIns="0" tIns="92075" rIns="0" bIns="0" rtlCol="0">
            <a:spAutoFit/>
          </a:bodyPr>
          <a:lstStyle/>
          <a:p>
            <a:pPr marL="189230" marR="5080" indent="-177165">
              <a:lnSpc>
                <a:spcPct val="80000"/>
              </a:lnSpc>
              <a:spcBef>
                <a:spcPts val="725"/>
              </a:spcBef>
              <a:buClr>
                <a:srgbClr val="1CACE4"/>
              </a:buClr>
              <a:buFont typeface="Arial MT"/>
              <a:buChar char="•"/>
              <a:tabLst>
                <a:tab pos="189865" algn="l"/>
              </a:tabLst>
            </a:pPr>
            <a:r>
              <a:rPr sz="2600" spc="-15" dirty="0">
                <a:solidFill>
                  <a:srgbClr val="3F3F3F"/>
                </a:solidFill>
                <a:latin typeface="Calibri"/>
                <a:cs typeface="Calibri"/>
              </a:rPr>
              <a:t>to </a:t>
            </a:r>
            <a:r>
              <a:rPr sz="2600" spc="-10" dirty="0">
                <a:solidFill>
                  <a:srgbClr val="3F3F3F"/>
                </a:solidFill>
                <a:latin typeface="Calibri"/>
                <a:cs typeface="Calibri"/>
              </a:rPr>
              <a:t>accommodate</a:t>
            </a:r>
            <a:r>
              <a:rPr sz="2600" dirty="0">
                <a:solidFill>
                  <a:srgbClr val="3F3F3F"/>
                </a:solidFill>
                <a:latin typeface="Calibri"/>
                <a:cs typeface="Calibri"/>
              </a:rPr>
              <a:t> </a:t>
            </a:r>
            <a:r>
              <a:rPr sz="2600" spc="-5" dirty="0">
                <a:solidFill>
                  <a:srgbClr val="3F3F3F"/>
                </a:solidFill>
                <a:latin typeface="Calibri"/>
                <a:cs typeface="Calibri"/>
              </a:rPr>
              <a:t>both</a:t>
            </a:r>
            <a:r>
              <a:rPr sz="2600" spc="-10" dirty="0">
                <a:solidFill>
                  <a:srgbClr val="3F3F3F"/>
                </a:solidFill>
                <a:latin typeface="Calibri"/>
                <a:cs typeface="Calibri"/>
              </a:rPr>
              <a:t> </a:t>
            </a:r>
            <a:r>
              <a:rPr sz="2600" spc="-5" dirty="0">
                <a:solidFill>
                  <a:srgbClr val="3F3F3F"/>
                </a:solidFill>
                <a:latin typeface="Calibri"/>
                <a:cs typeface="Calibri"/>
              </a:rPr>
              <a:t>small</a:t>
            </a:r>
            <a:r>
              <a:rPr sz="2600" spc="5" dirty="0">
                <a:solidFill>
                  <a:srgbClr val="3F3F3F"/>
                </a:solidFill>
                <a:latin typeface="Calibri"/>
                <a:cs typeface="Calibri"/>
              </a:rPr>
              <a:t> </a:t>
            </a:r>
            <a:r>
              <a:rPr sz="2600" dirty="0">
                <a:solidFill>
                  <a:srgbClr val="3F3F3F"/>
                </a:solidFill>
                <a:latin typeface="Calibri"/>
                <a:cs typeface="Calibri"/>
              </a:rPr>
              <a:t>and</a:t>
            </a:r>
            <a:r>
              <a:rPr sz="2600" spc="-10" dirty="0">
                <a:solidFill>
                  <a:srgbClr val="3F3F3F"/>
                </a:solidFill>
                <a:latin typeface="Calibri"/>
                <a:cs typeface="Calibri"/>
              </a:rPr>
              <a:t> </a:t>
            </a:r>
            <a:r>
              <a:rPr sz="2600" spc="-15" dirty="0">
                <a:solidFill>
                  <a:srgbClr val="3F3F3F"/>
                </a:solidFill>
                <a:latin typeface="Calibri"/>
                <a:cs typeface="Calibri"/>
              </a:rPr>
              <a:t>large</a:t>
            </a:r>
            <a:r>
              <a:rPr sz="2600" dirty="0">
                <a:solidFill>
                  <a:srgbClr val="3F3F3F"/>
                </a:solidFill>
                <a:latin typeface="Calibri"/>
                <a:cs typeface="Calibri"/>
              </a:rPr>
              <a:t> </a:t>
            </a:r>
            <a:r>
              <a:rPr sz="2600" spc="-10" dirty="0">
                <a:solidFill>
                  <a:srgbClr val="3F3F3F"/>
                </a:solidFill>
                <a:latin typeface="Calibri"/>
                <a:cs typeface="Calibri"/>
              </a:rPr>
              <a:t>networks,</a:t>
            </a:r>
            <a:r>
              <a:rPr sz="2600" spc="-20" dirty="0">
                <a:solidFill>
                  <a:srgbClr val="3F3F3F"/>
                </a:solidFill>
                <a:latin typeface="Calibri"/>
                <a:cs typeface="Calibri"/>
              </a:rPr>
              <a:t> </a:t>
            </a:r>
            <a:r>
              <a:rPr sz="2600" spc="-10" dirty="0">
                <a:solidFill>
                  <a:srgbClr val="3F3F3F"/>
                </a:solidFill>
                <a:latin typeface="Calibri"/>
                <a:cs typeface="Calibri"/>
              </a:rPr>
              <a:t>three fixed- </a:t>
            </a:r>
            <a:r>
              <a:rPr sz="2600" spc="-5" dirty="0">
                <a:solidFill>
                  <a:srgbClr val="3F3F3F"/>
                </a:solidFill>
                <a:latin typeface="Calibri"/>
                <a:cs typeface="Calibri"/>
              </a:rPr>
              <a:t> </a:t>
            </a:r>
            <a:r>
              <a:rPr sz="2600" spc="-10" dirty="0">
                <a:solidFill>
                  <a:srgbClr val="3F3F3F"/>
                </a:solidFill>
                <a:latin typeface="Calibri"/>
                <a:cs typeface="Calibri"/>
              </a:rPr>
              <a:t>length</a:t>
            </a:r>
            <a:r>
              <a:rPr sz="2600" spc="-40" dirty="0">
                <a:solidFill>
                  <a:srgbClr val="3F3F3F"/>
                </a:solidFill>
                <a:latin typeface="Calibri"/>
                <a:cs typeface="Calibri"/>
              </a:rPr>
              <a:t> </a:t>
            </a:r>
            <a:r>
              <a:rPr sz="2600" spc="-20" dirty="0">
                <a:solidFill>
                  <a:srgbClr val="3F3F3F"/>
                </a:solidFill>
                <a:latin typeface="Calibri"/>
                <a:cs typeface="Calibri"/>
              </a:rPr>
              <a:t>prefixes</a:t>
            </a:r>
            <a:r>
              <a:rPr sz="2600" spc="-35" dirty="0">
                <a:solidFill>
                  <a:srgbClr val="3F3F3F"/>
                </a:solidFill>
                <a:latin typeface="Calibri"/>
                <a:cs typeface="Calibri"/>
              </a:rPr>
              <a:t> </a:t>
            </a:r>
            <a:r>
              <a:rPr sz="2600" spc="-20" dirty="0">
                <a:solidFill>
                  <a:srgbClr val="3F3F3F"/>
                </a:solidFill>
                <a:latin typeface="Calibri"/>
                <a:cs typeface="Calibri"/>
              </a:rPr>
              <a:t>were</a:t>
            </a:r>
            <a:r>
              <a:rPr sz="2600" spc="-15" dirty="0">
                <a:solidFill>
                  <a:srgbClr val="3F3F3F"/>
                </a:solidFill>
                <a:latin typeface="Calibri"/>
                <a:cs typeface="Calibri"/>
              </a:rPr>
              <a:t> </a:t>
            </a:r>
            <a:r>
              <a:rPr sz="2600" spc="-5" dirty="0">
                <a:solidFill>
                  <a:srgbClr val="3F3F3F"/>
                </a:solidFill>
                <a:latin typeface="Calibri"/>
                <a:cs typeface="Calibri"/>
              </a:rPr>
              <a:t>designed</a:t>
            </a:r>
            <a:r>
              <a:rPr sz="2600" spc="-35" dirty="0">
                <a:solidFill>
                  <a:srgbClr val="3F3F3F"/>
                </a:solidFill>
                <a:latin typeface="Calibri"/>
                <a:cs typeface="Calibri"/>
              </a:rPr>
              <a:t> </a:t>
            </a:r>
            <a:r>
              <a:rPr sz="2600" spc="-10" dirty="0">
                <a:solidFill>
                  <a:srgbClr val="3F3F3F"/>
                </a:solidFill>
                <a:latin typeface="Calibri"/>
                <a:cs typeface="Calibri"/>
              </a:rPr>
              <a:t>instead</a:t>
            </a:r>
            <a:r>
              <a:rPr sz="2600" spc="-35" dirty="0">
                <a:solidFill>
                  <a:srgbClr val="3F3F3F"/>
                </a:solidFill>
                <a:latin typeface="Calibri"/>
                <a:cs typeface="Calibri"/>
              </a:rPr>
              <a:t> </a:t>
            </a:r>
            <a:r>
              <a:rPr sz="2600" spc="-5" dirty="0">
                <a:solidFill>
                  <a:srgbClr val="3F3F3F"/>
                </a:solidFill>
                <a:latin typeface="Calibri"/>
                <a:cs typeface="Calibri"/>
              </a:rPr>
              <a:t>of one</a:t>
            </a:r>
            <a:r>
              <a:rPr sz="2600" dirty="0">
                <a:solidFill>
                  <a:srgbClr val="3F3F3F"/>
                </a:solidFill>
                <a:latin typeface="Calibri"/>
                <a:cs typeface="Calibri"/>
              </a:rPr>
              <a:t> </a:t>
            </a:r>
            <a:r>
              <a:rPr sz="2600" spc="30" dirty="0">
                <a:solidFill>
                  <a:srgbClr val="3F3F3F"/>
                </a:solidFill>
                <a:latin typeface="Calibri"/>
                <a:cs typeface="Calibri"/>
              </a:rPr>
              <a:t>(</a:t>
            </a:r>
            <a:r>
              <a:rPr sz="2600" i="1" spc="30" dirty="0">
                <a:solidFill>
                  <a:srgbClr val="3F3F3F"/>
                </a:solidFill>
                <a:latin typeface="Calibri"/>
                <a:cs typeface="Calibri"/>
              </a:rPr>
              <a:t>n</a:t>
            </a:r>
            <a:r>
              <a:rPr sz="2600" i="1" spc="-10" dirty="0">
                <a:solidFill>
                  <a:srgbClr val="3F3F3F"/>
                </a:solidFill>
                <a:latin typeface="Calibri"/>
                <a:cs typeface="Calibri"/>
              </a:rPr>
              <a:t> </a:t>
            </a:r>
            <a:r>
              <a:rPr sz="2600" i="1" dirty="0">
                <a:solidFill>
                  <a:srgbClr val="3F3F3F"/>
                </a:solidFill>
                <a:latin typeface="Calibri"/>
                <a:cs typeface="Calibri"/>
              </a:rPr>
              <a:t>=</a:t>
            </a:r>
            <a:r>
              <a:rPr sz="2600" i="1" spc="5" dirty="0">
                <a:solidFill>
                  <a:srgbClr val="3F3F3F"/>
                </a:solidFill>
                <a:latin typeface="Calibri"/>
                <a:cs typeface="Calibri"/>
              </a:rPr>
              <a:t> </a:t>
            </a:r>
            <a:r>
              <a:rPr sz="2600" i="1" spc="-5" dirty="0">
                <a:solidFill>
                  <a:srgbClr val="3F3F3F"/>
                </a:solidFill>
                <a:latin typeface="Calibri"/>
                <a:cs typeface="Calibri"/>
              </a:rPr>
              <a:t>8,</a:t>
            </a:r>
            <a:r>
              <a:rPr sz="2600" i="1" spc="-10" dirty="0">
                <a:solidFill>
                  <a:srgbClr val="3F3F3F"/>
                </a:solidFill>
                <a:latin typeface="Calibri"/>
                <a:cs typeface="Calibri"/>
              </a:rPr>
              <a:t> </a:t>
            </a:r>
            <a:r>
              <a:rPr sz="2600" i="1" dirty="0">
                <a:solidFill>
                  <a:srgbClr val="3F3F3F"/>
                </a:solidFill>
                <a:latin typeface="Calibri"/>
                <a:cs typeface="Calibri"/>
              </a:rPr>
              <a:t>n =</a:t>
            </a:r>
            <a:r>
              <a:rPr sz="2600" i="1" spc="5" dirty="0">
                <a:solidFill>
                  <a:srgbClr val="3F3F3F"/>
                </a:solidFill>
                <a:latin typeface="Calibri"/>
                <a:cs typeface="Calibri"/>
              </a:rPr>
              <a:t> </a:t>
            </a:r>
            <a:r>
              <a:rPr sz="2600" i="1" spc="-5" dirty="0">
                <a:solidFill>
                  <a:srgbClr val="3F3F3F"/>
                </a:solidFill>
                <a:latin typeface="Calibri"/>
                <a:cs typeface="Calibri"/>
              </a:rPr>
              <a:t>16,</a:t>
            </a:r>
            <a:r>
              <a:rPr sz="2600" i="1" spc="-10" dirty="0">
                <a:solidFill>
                  <a:srgbClr val="3F3F3F"/>
                </a:solidFill>
                <a:latin typeface="Calibri"/>
                <a:cs typeface="Calibri"/>
              </a:rPr>
              <a:t> </a:t>
            </a:r>
            <a:r>
              <a:rPr sz="2600" i="1" dirty="0">
                <a:solidFill>
                  <a:srgbClr val="3F3F3F"/>
                </a:solidFill>
                <a:latin typeface="Calibri"/>
                <a:cs typeface="Calibri"/>
              </a:rPr>
              <a:t>and </a:t>
            </a:r>
            <a:r>
              <a:rPr sz="2600" i="1" spc="-575" dirty="0">
                <a:solidFill>
                  <a:srgbClr val="3F3F3F"/>
                </a:solidFill>
                <a:latin typeface="Calibri"/>
                <a:cs typeface="Calibri"/>
              </a:rPr>
              <a:t> </a:t>
            </a:r>
            <a:r>
              <a:rPr sz="2600" i="1" dirty="0">
                <a:solidFill>
                  <a:srgbClr val="3F3F3F"/>
                </a:solidFill>
                <a:latin typeface="Calibri"/>
                <a:cs typeface="Calibri"/>
              </a:rPr>
              <a:t>n</a:t>
            </a:r>
            <a:r>
              <a:rPr sz="2600" i="1" spc="-30" dirty="0">
                <a:solidFill>
                  <a:srgbClr val="3F3F3F"/>
                </a:solidFill>
                <a:latin typeface="Calibri"/>
                <a:cs typeface="Calibri"/>
              </a:rPr>
              <a:t> </a:t>
            </a:r>
            <a:r>
              <a:rPr sz="2600" i="1" dirty="0">
                <a:solidFill>
                  <a:srgbClr val="3F3F3F"/>
                </a:solidFill>
                <a:latin typeface="Calibri"/>
                <a:cs typeface="Calibri"/>
              </a:rPr>
              <a:t>=</a:t>
            </a:r>
            <a:r>
              <a:rPr sz="2600" i="1" spc="10" dirty="0">
                <a:solidFill>
                  <a:srgbClr val="3F3F3F"/>
                </a:solidFill>
                <a:latin typeface="Calibri"/>
                <a:cs typeface="Calibri"/>
              </a:rPr>
              <a:t> </a:t>
            </a:r>
            <a:r>
              <a:rPr sz="2600" i="1" spc="-5" dirty="0">
                <a:solidFill>
                  <a:srgbClr val="3F3F3F"/>
                </a:solidFill>
                <a:latin typeface="Calibri"/>
                <a:cs typeface="Calibri"/>
              </a:rPr>
              <a:t>24)</a:t>
            </a:r>
            <a:endParaRPr sz="2600">
              <a:latin typeface="Calibri"/>
              <a:cs typeface="Calibri"/>
            </a:endParaRPr>
          </a:p>
          <a:p>
            <a:pPr marL="189230" marR="226695" indent="-177165">
              <a:lnSpc>
                <a:spcPts val="2500"/>
              </a:lnSpc>
              <a:spcBef>
                <a:spcPts val="1380"/>
              </a:spcBef>
              <a:buClr>
                <a:srgbClr val="1CACE4"/>
              </a:buClr>
              <a:buFont typeface="Arial MT"/>
              <a:buChar char="•"/>
              <a:tabLst>
                <a:tab pos="189865" algn="l"/>
              </a:tabLst>
            </a:pPr>
            <a:r>
              <a:rPr sz="2600" i="1" dirty="0">
                <a:solidFill>
                  <a:srgbClr val="3F3F3F"/>
                </a:solidFill>
                <a:latin typeface="Calibri"/>
                <a:cs typeface="Calibri"/>
              </a:rPr>
              <a:t>The </a:t>
            </a:r>
            <a:r>
              <a:rPr sz="2600" i="1" spc="-5" dirty="0">
                <a:solidFill>
                  <a:srgbClr val="3F3F3F"/>
                </a:solidFill>
                <a:latin typeface="Calibri"/>
                <a:cs typeface="Calibri"/>
              </a:rPr>
              <a:t>whole </a:t>
            </a:r>
            <a:r>
              <a:rPr sz="2600" spc="-5" dirty="0">
                <a:solidFill>
                  <a:srgbClr val="3F3F3F"/>
                </a:solidFill>
                <a:latin typeface="Calibri"/>
                <a:cs typeface="Calibri"/>
              </a:rPr>
              <a:t>address space </a:t>
            </a:r>
            <a:r>
              <a:rPr sz="2600" spc="-10" dirty="0">
                <a:solidFill>
                  <a:srgbClr val="3F3F3F"/>
                </a:solidFill>
                <a:latin typeface="Calibri"/>
                <a:cs typeface="Calibri"/>
              </a:rPr>
              <a:t>was </a:t>
            </a:r>
            <a:r>
              <a:rPr sz="2600" spc="-5" dirty="0">
                <a:solidFill>
                  <a:srgbClr val="3F3F3F"/>
                </a:solidFill>
                <a:latin typeface="Calibri"/>
                <a:cs typeface="Calibri"/>
              </a:rPr>
              <a:t>divided </a:t>
            </a:r>
            <a:r>
              <a:rPr sz="2600" spc="-15" dirty="0">
                <a:solidFill>
                  <a:srgbClr val="3F3F3F"/>
                </a:solidFill>
                <a:latin typeface="Calibri"/>
                <a:cs typeface="Calibri"/>
              </a:rPr>
              <a:t>into </a:t>
            </a:r>
            <a:r>
              <a:rPr sz="2600" spc="-10" dirty="0">
                <a:solidFill>
                  <a:srgbClr val="3F3F3F"/>
                </a:solidFill>
                <a:latin typeface="Calibri"/>
                <a:cs typeface="Calibri"/>
              </a:rPr>
              <a:t>five </a:t>
            </a:r>
            <a:r>
              <a:rPr sz="2600" spc="-5" dirty="0">
                <a:solidFill>
                  <a:srgbClr val="3F3F3F"/>
                </a:solidFill>
                <a:latin typeface="Calibri"/>
                <a:cs typeface="Calibri"/>
              </a:rPr>
              <a:t>classes (classes </a:t>
            </a:r>
            <a:r>
              <a:rPr sz="2600" spc="-575" dirty="0">
                <a:solidFill>
                  <a:srgbClr val="3F3F3F"/>
                </a:solidFill>
                <a:latin typeface="Calibri"/>
                <a:cs typeface="Calibri"/>
              </a:rPr>
              <a:t> </a:t>
            </a:r>
            <a:r>
              <a:rPr sz="2600" spc="10" dirty="0">
                <a:solidFill>
                  <a:srgbClr val="3F3F3F"/>
                </a:solidFill>
                <a:latin typeface="Calibri"/>
                <a:cs typeface="Calibri"/>
              </a:rPr>
              <a:t>A,</a:t>
            </a:r>
            <a:r>
              <a:rPr sz="2600" spc="-35" dirty="0">
                <a:solidFill>
                  <a:srgbClr val="3F3F3F"/>
                </a:solidFill>
                <a:latin typeface="Calibri"/>
                <a:cs typeface="Calibri"/>
              </a:rPr>
              <a:t> </a:t>
            </a:r>
            <a:r>
              <a:rPr sz="2600" spc="-20" dirty="0">
                <a:solidFill>
                  <a:srgbClr val="3F3F3F"/>
                </a:solidFill>
                <a:latin typeface="Calibri"/>
                <a:cs typeface="Calibri"/>
              </a:rPr>
              <a:t>B,</a:t>
            </a:r>
            <a:r>
              <a:rPr sz="2600" spc="-5" dirty="0">
                <a:solidFill>
                  <a:srgbClr val="3F3F3F"/>
                </a:solidFill>
                <a:latin typeface="Calibri"/>
                <a:cs typeface="Calibri"/>
              </a:rPr>
              <a:t> C,</a:t>
            </a:r>
            <a:r>
              <a:rPr sz="2600" spc="-15" dirty="0">
                <a:solidFill>
                  <a:srgbClr val="3F3F3F"/>
                </a:solidFill>
                <a:latin typeface="Calibri"/>
                <a:cs typeface="Calibri"/>
              </a:rPr>
              <a:t> </a:t>
            </a:r>
            <a:r>
              <a:rPr sz="2600" spc="-35" dirty="0">
                <a:solidFill>
                  <a:srgbClr val="3F3F3F"/>
                </a:solidFill>
                <a:latin typeface="Calibri"/>
                <a:cs typeface="Calibri"/>
              </a:rPr>
              <a:t>D,</a:t>
            </a:r>
            <a:r>
              <a:rPr sz="2600" spc="-5" dirty="0">
                <a:solidFill>
                  <a:srgbClr val="3F3F3F"/>
                </a:solidFill>
                <a:latin typeface="Calibri"/>
                <a:cs typeface="Calibri"/>
              </a:rPr>
              <a:t> </a:t>
            </a:r>
            <a:r>
              <a:rPr sz="2600" dirty="0">
                <a:solidFill>
                  <a:srgbClr val="3F3F3F"/>
                </a:solidFill>
                <a:latin typeface="Calibri"/>
                <a:cs typeface="Calibri"/>
              </a:rPr>
              <a:t>and</a:t>
            </a:r>
            <a:r>
              <a:rPr sz="2600" spc="-10" dirty="0">
                <a:solidFill>
                  <a:srgbClr val="3F3F3F"/>
                </a:solidFill>
                <a:latin typeface="Calibri"/>
                <a:cs typeface="Calibri"/>
              </a:rPr>
              <a:t> </a:t>
            </a:r>
            <a:r>
              <a:rPr sz="2600" spc="-5" dirty="0">
                <a:solidFill>
                  <a:srgbClr val="3F3F3F"/>
                </a:solidFill>
                <a:latin typeface="Calibri"/>
                <a:cs typeface="Calibri"/>
              </a:rPr>
              <a:t>E)</a:t>
            </a:r>
            <a:endParaRPr sz="2600">
              <a:latin typeface="Calibri"/>
              <a:cs typeface="Calibri"/>
            </a:endParaRPr>
          </a:p>
          <a:p>
            <a:pPr marL="189230" indent="-177165">
              <a:lnSpc>
                <a:spcPct val="100000"/>
              </a:lnSpc>
              <a:spcBef>
                <a:spcPts val="785"/>
              </a:spcBef>
              <a:buClr>
                <a:srgbClr val="1CACE4"/>
              </a:buClr>
              <a:buFont typeface="Arial MT"/>
              <a:buChar char="•"/>
              <a:tabLst>
                <a:tab pos="189865" algn="l"/>
              </a:tabLst>
            </a:pPr>
            <a:r>
              <a:rPr sz="2600" spc="-5" dirty="0">
                <a:solidFill>
                  <a:srgbClr val="3F3F3F"/>
                </a:solidFill>
                <a:latin typeface="Calibri"/>
                <a:cs typeface="Calibri"/>
              </a:rPr>
              <a:t>helps</a:t>
            </a:r>
            <a:r>
              <a:rPr sz="2600" spc="-45" dirty="0">
                <a:solidFill>
                  <a:srgbClr val="3F3F3F"/>
                </a:solidFill>
                <a:latin typeface="Calibri"/>
                <a:cs typeface="Calibri"/>
              </a:rPr>
              <a:t> </a:t>
            </a:r>
            <a:r>
              <a:rPr sz="2600" spc="-5" dirty="0">
                <a:solidFill>
                  <a:srgbClr val="3F3F3F"/>
                </a:solidFill>
                <a:latin typeface="Calibri"/>
                <a:cs typeface="Calibri"/>
              </a:rPr>
              <a:t>us</a:t>
            </a:r>
            <a:r>
              <a:rPr sz="2600" spc="-15" dirty="0">
                <a:solidFill>
                  <a:srgbClr val="3F3F3F"/>
                </a:solidFill>
                <a:latin typeface="Calibri"/>
                <a:cs typeface="Calibri"/>
              </a:rPr>
              <a:t> to</a:t>
            </a:r>
            <a:r>
              <a:rPr sz="2600" spc="-5" dirty="0">
                <a:solidFill>
                  <a:srgbClr val="3F3F3F"/>
                </a:solidFill>
                <a:latin typeface="Calibri"/>
                <a:cs typeface="Calibri"/>
              </a:rPr>
              <a:t> </a:t>
            </a:r>
            <a:r>
              <a:rPr sz="2600" spc="-15" dirty="0">
                <a:solidFill>
                  <a:srgbClr val="3F3F3F"/>
                </a:solidFill>
                <a:latin typeface="Calibri"/>
                <a:cs typeface="Calibri"/>
              </a:rPr>
              <a:t>understand</a:t>
            </a:r>
            <a:r>
              <a:rPr sz="2600" spc="-40" dirty="0">
                <a:solidFill>
                  <a:srgbClr val="3F3F3F"/>
                </a:solidFill>
                <a:latin typeface="Calibri"/>
                <a:cs typeface="Calibri"/>
              </a:rPr>
              <a:t> </a:t>
            </a:r>
            <a:r>
              <a:rPr sz="2600" spc="-5" dirty="0">
                <a:solidFill>
                  <a:srgbClr val="3F3F3F"/>
                </a:solidFill>
                <a:latin typeface="Calibri"/>
                <a:cs typeface="Calibri"/>
              </a:rPr>
              <a:t>classless</a:t>
            </a:r>
            <a:r>
              <a:rPr sz="2600" spc="-55" dirty="0">
                <a:solidFill>
                  <a:srgbClr val="3F3F3F"/>
                </a:solidFill>
                <a:latin typeface="Calibri"/>
                <a:cs typeface="Calibri"/>
              </a:rPr>
              <a:t> </a:t>
            </a:r>
            <a:r>
              <a:rPr sz="2600" spc="-5" dirty="0">
                <a:solidFill>
                  <a:srgbClr val="3F3F3F"/>
                </a:solidFill>
                <a:latin typeface="Calibri"/>
                <a:cs typeface="Calibri"/>
              </a:rPr>
              <a:t>addressing.</a:t>
            </a:r>
            <a:endParaRPr sz="26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3733800" y="4114800"/>
            <a:ext cx="5452871" cy="2467355"/>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816215" cy="756920"/>
          </a:xfrm>
          <a:prstGeom prst="rect">
            <a:avLst/>
          </a:prstGeom>
        </p:spPr>
        <p:txBody>
          <a:bodyPr vert="horz" wrap="square" lIns="0" tIns="12700" rIns="0" bIns="0" rtlCol="0">
            <a:spAutoFit/>
          </a:bodyPr>
          <a:lstStyle/>
          <a:p>
            <a:pPr marL="12700">
              <a:lnSpc>
                <a:spcPct val="100000"/>
              </a:lnSpc>
              <a:spcBef>
                <a:spcPts val="100"/>
              </a:spcBef>
            </a:pPr>
            <a:r>
              <a:rPr sz="4800" spc="-50" dirty="0"/>
              <a:t>Classful</a:t>
            </a:r>
            <a:r>
              <a:rPr sz="4800" spc="-275" dirty="0"/>
              <a:t> </a:t>
            </a:r>
            <a:r>
              <a:rPr sz="4800" spc="-50" dirty="0"/>
              <a:t>Addressing</a:t>
            </a:r>
            <a:r>
              <a:rPr sz="4800" spc="-80" dirty="0"/>
              <a:t> </a:t>
            </a:r>
            <a:r>
              <a:rPr sz="4800" spc="-45" dirty="0"/>
              <a:t>cont…</a:t>
            </a:r>
            <a:endParaRPr sz="4800"/>
          </a:p>
        </p:txBody>
      </p:sp>
      <p:sp>
        <p:nvSpPr>
          <p:cNvPr id="3" name="object 3"/>
          <p:cNvSpPr txBox="1"/>
          <p:nvPr/>
        </p:nvSpPr>
        <p:spPr>
          <a:xfrm>
            <a:off x="672267" y="1740871"/>
            <a:ext cx="8531860" cy="777875"/>
          </a:xfrm>
          <a:prstGeom prst="rect">
            <a:avLst/>
          </a:prstGeom>
        </p:spPr>
        <p:txBody>
          <a:bodyPr vert="horz" wrap="square" lIns="0" tIns="104775" rIns="0" bIns="0" rtlCol="0">
            <a:spAutoFit/>
          </a:bodyPr>
          <a:lstStyle/>
          <a:p>
            <a:pPr marL="214629" marR="30480" indent="-177165">
              <a:lnSpc>
                <a:spcPct val="70000"/>
              </a:lnSpc>
              <a:spcBef>
                <a:spcPts val="825"/>
              </a:spcBef>
              <a:buClr>
                <a:srgbClr val="1CACE4"/>
              </a:buClr>
              <a:buFont typeface="Arial MT"/>
              <a:buChar char="•"/>
              <a:tabLst>
                <a:tab pos="215265" algn="l"/>
              </a:tabLst>
            </a:pPr>
            <a:r>
              <a:rPr sz="2000" spc="-5" dirty="0">
                <a:solidFill>
                  <a:srgbClr val="3F3F3F"/>
                </a:solidFill>
                <a:latin typeface="Calibri"/>
                <a:cs typeface="Calibri"/>
              </a:rPr>
              <a:t>class</a:t>
            </a:r>
            <a:r>
              <a:rPr sz="2000" dirty="0">
                <a:solidFill>
                  <a:srgbClr val="3F3F3F"/>
                </a:solidFill>
                <a:latin typeface="Calibri"/>
                <a:cs typeface="Calibri"/>
              </a:rPr>
              <a:t> A</a:t>
            </a:r>
            <a:r>
              <a:rPr sz="2000" spc="10" dirty="0">
                <a:solidFill>
                  <a:srgbClr val="3F3F3F"/>
                </a:solidFill>
                <a:latin typeface="Calibri"/>
                <a:cs typeface="Calibri"/>
              </a:rPr>
              <a:t> </a:t>
            </a:r>
            <a:r>
              <a:rPr sz="2000" dirty="0">
                <a:solidFill>
                  <a:srgbClr val="3F3F3F"/>
                </a:solidFill>
                <a:latin typeface="Calibri"/>
                <a:cs typeface="Calibri"/>
              </a:rPr>
              <a:t>-</a:t>
            </a:r>
            <a:r>
              <a:rPr sz="2000" spc="-5" dirty="0">
                <a:solidFill>
                  <a:srgbClr val="3F3F3F"/>
                </a:solidFill>
                <a:latin typeface="Calibri"/>
                <a:cs typeface="Calibri"/>
              </a:rPr>
              <a:t> </a:t>
            </a:r>
            <a:r>
              <a:rPr sz="2000" spc="-10" dirty="0">
                <a:solidFill>
                  <a:srgbClr val="3F3F3F"/>
                </a:solidFill>
                <a:latin typeface="Calibri"/>
                <a:cs typeface="Calibri"/>
              </a:rPr>
              <a:t>network</a:t>
            </a:r>
            <a:r>
              <a:rPr sz="2000" spc="5" dirty="0">
                <a:solidFill>
                  <a:srgbClr val="3F3F3F"/>
                </a:solidFill>
                <a:latin typeface="Calibri"/>
                <a:cs typeface="Calibri"/>
              </a:rPr>
              <a:t> </a:t>
            </a:r>
            <a:r>
              <a:rPr sz="2000" spc="-10" dirty="0">
                <a:solidFill>
                  <a:srgbClr val="3F3F3F"/>
                </a:solidFill>
                <a:latin typeface="Calibri"/>
                <a:cs typeface="Calibri"/>
              </a:rPr>
              <a:t>length</a:t>
            </a:r>
            <a:r>
              <a:rPr sz="2000" spc="-5" dirty="0">
                <a:solidFill>
                  <a:srgbClr val="3F3F3F"/>
                </a:solidFill>
                <a:latin typeface="Calibri"/>
                <a:cs typeface="Calibri"/>
              </a:rPr>
              <a:t> is</a:t>
            </a:r>
            <a:r>
              <a:rPr sz="2000" spc="15" dirty="0">
                <a:solidFill>
                  <a:srgbClr val="3F3F3F"/>
                </a:solidFill>
                <a:latin typeface="Calibri"/>
                <a:cs typeface="Calibri"/>
              </a:rPr>
              <a:t> </a:t>
            </a:r>
            <a:r>
              <a:rPr sz="2000" dirty="0">
                <a:solidFill>
                  <a:srgbClr val="3F3F3F"/>
                </a:solidFill>
                <a:latin typeface="Calibri"/>
                <a:cs typeface="Calibri"/>
              </a:rPr>
              <a:t>8 </a:t>
            </a:r>
            <a:r>
              <a:rPr sz="2000" spc="-5" dirty="0">
                <a:solidFill>
                  <a:srgbClr val="3F3F3F"/>
                </a:solidFill>
                <a:latin typeface="Calibri"/>
                <a:cs typeface="Calibri"/>
              </a:rPr>
              <a:t>bits</a:t>
            </a:r>
            <a:r>
              <a:rPr sz="2000" dirty="0">
                <a:solidFill>
                  <a:srgbClr val="3F3F3F"/>
                </a:solidFill>
                <a:latin typeface="Calibri"/>
                <a:cs typeface="Calibri"/>
              </a:rPr>
              <a:t> but</a:t>
            </a:r>
            <a:r>
              <a:rPr sz="2000" spc="-10" dirty="0">
                <a:solidFill>
                  <a:srgbClr val="3F3F3F"/>
                </a:solidFill>
                <a:latin typeface="Calibri"/>
                <a:cs typeface="Calibri"/>
              </a:rPr>
              <a:t> </a:t>
            </a:r>
            <a:r>
              <a:rPr sz="2000" spc="-5" dirty="0">
                <a:solidFill>
                  <a:srgbClr val="3F3F3F"/>
                </a:solidFill>
                <a:latin typeface="Calibri"/>
                <a:cs typeface="Calibri"/>
              </a:rPr>
              <a:t>because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first</a:t>
            </a:r>
            <a:r>
              <a:rPr sz="2000" spc="25" dirty="0">
                <a:solidFill>
                  <a:srgbClr val="3F3F3F"/>
                </a:solidFill>
                <a:latin typeface="Calibri"/>
                <a:cs typeface="Calibri"/>
              </a:rPr>
              <a:t> </a:t>
            </a:r>
            <a:r>
              <a:rPr sz="2000" spc="-5" dirty="0">
                <a:solidFill>
                  <a:srgbClr val="3F3F3F"/>
                </a:solidFill>
                <a:latin typeface="Calibri"/>
                <a:cs typeface="Calibri"/>
              </a:rPr>
              <a:t>bit</a:t>
            </a:r>
            <a:r>
              <a:rPr sz="2000" spc="-1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dirty="0">
                <a:solidFill>
                  <a:srgbClr val="3F3F3F"/>
                </a:solidFill>
                <a:latin typeface="Calibri"/>
                <a:cs typeface="Calibri"/>
              </a:rPr>
              <a:t>0,</a:t>
            </a:r>
            <a:r>
              <a:rPr sz="2000" spc="-5" dirty="0">
                <a:solidFill>
                  <a:srgbClr val="3F3F3F"/>
                </a:solidFill>
                <a:latin typeface="Calibri"/>
                <a:cs typeface="Calibri"/>
              </a:rPr>
              <a:t> </a:t>
            </a:r>
            <a:r>
              <a:rPr sz="2000" spc="-10" dirty="0">
                <a:solidFill>
                  <a:srgbClr val="3F3F3F"/>
                </a:solidFill>
                <a:latin typeface="Calibri"/>
                <a:cs typeface="Calibri"/>
              </a:rPr>
              <a:t>we</a:t>
            </a:r>
            <a:r>
              <a:rPr sz="2000" spc="-5" dirty="0">
                <a:solidFill>
                  <a:srgbClr val="3F3F3F"/>
                </a:solidFill>
                <a:latin typeface="Calibri"/>
                <a:cs typeface="Calibri"/>
              </a:rPr>
              <a:t> can</a:t>
            </a:r>
            <a:r>
              <a:rPr sz="2000" spc="-15" dirty="0">
                <a:solidFill>
                  <a:srgbClr val="3F3F3F"/>
                </a:solidFill>
                <a:latin typeface="Calibri"/>
                <a:cs typeface="Calibri"/>
              </a:rPr>
              <a:t> have</a:t>
            </a:r>
            <a:r>
              <a:rPr sz="2000" spc="15" dirty="0">
                <a:solidFill>
                  <a:srgbClr val="3F3F3F"/>
                </a:solidFill>
                <a:latin typeface="Calibri"/>
                <a:cs typeface="Calibri"/>
              </a:rPr>
              <a:t> </a:t>
            </a:r>
            <a:r>
              <a:rPr sz="2000" spc="-5" dirty="0">
                <a:solidFill>
                  <a:srgbClr val="3F3F3F"/>
                </a:solidFill>
                <a:latin typeface="Calibri"/>
                <a:cs typeface="Calibri"/>
              </a:rPr>
              <a:t>only</a:t>
            </a:r>
            <a:r>
              <a:rPr sz="2000" spc="-15" dirty="0">
                <a:solidFill>
                  <a:srgbClr val="3F3F3F"/>
                </a:solidFill>
                <a:latin typeface="Calibri"/>
                <a:cs typeface="Calibri"/>
              </a:rPr>
              <a:t> </a:t>
            </a:r>
            <a:r>
              <a:rPr sz="2000" dirty="0">
                <a:solidFill>
                  <a:srgbClr val="3F3F3F"/>
                </a:solidFill>
                <a:latin typeface="Calibri"/>
                <a:cs typeface="Calibri"/>
              </a:rPr>
              <a:t>7 </a:t>
            </a:r>
            <a:r>
              <a:rPr sz="2000" spc="-440" dirty="0">
                <a:solidFill>
                  <a:srgbClr val="3F3F3F"/>
                </a:solidFill>
                <a:latin typeface="Calibri"/>
                <a:cs typeface="Calibri"/>
              </a:rPr>
              <a:t> </a:t>
            </a:r>
            <a:r>
              <a:rPr sz="2000" spc="-5" dirty="0">
                <a:solidFill>
                  <a:srgbClr val="3F3F3F"/>
                </a:solidFill>
                <a:latin typeface="Calibri"/>
                <a:cs typeface="Calibri"/>
              </a:rPr>
              <a:t>bits</a:t>
            </a:r>
            <a:r>
              <a:rPr sz="2000" spc="-20" dirty="0">
                <a:solidFill>
                  <a:srgbClr val="3F3F3F"/>
                </a:solidFill>
                <a:latin typeface="Calibri"/>
                <a:cs typeface="Calibri"/>
              </a:rPr>
              <a:t> </a:t>
            </a:r>
            <a:r>
              <a:rPr sz="2000" dirty="0">
                <a:solidFill>
                  <a:srgbClr val="3F3F3F"/>
                </a:solidFill>
                <a:latin typeface="Calibri"/>
                <a:cs typeface="Calibri"/>
              </a:rPr>
              <a:t>as</a:t>
            </a:r>
            <a:r>
              <a:rPr sz="2000" spc="1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network</a:t>
            </a:r>
            <a:r>
              <a:rPr sz="2000" dirty="0">
                <a:solidFill>
                  <a:srgbClr val="3F3F3F"/>
                </a:solidFill>
                <a:latin typeface="Calibri"/>
                <a:cs typeface="Calibri"/>
              </a:rPr>
              <a:t> </a:t>
            </a:r>
            <a:r>
              <a:rPr sz="2000" spc="-25" dirty="0">
                <a:solidFill>
                  <a:srgbClr val="3F3F3F"/>
                </a:solidFill>
                <a:latin typeface="Calibri"/>
                <a:cs typeface="Calibri"/>
              </a:rPr>
              <a:t>identifier.</a:t>
            </a:r>
            <a:endParaRPr sz="2000">
              <a:latin typeface="Calibri"/>
              <a:cs typeface="Calibri"/>
            </a:endParaRPr>
          </a:p>
          <a:p>
            <a:pPr marL="444500" lvl="1" indent="-183515">
              <a:lnSpc>
                <a:spcPts val="1835"/>
              </a:lnSpc>
              <a:buClr>
                <a:srgbClr val="1CACE4"/>
              </a:buClr>
              <a:buChar char="◦"/>
              <a:tabLst>
                <a:tab pos="445134" algn="l"/>
              </a:tabLst>
            </a:pPr>
            <a:r>
              <a:rPr sz="1700" spc="5" dirty="0">
                <a:solidFill>
                  <a:srgbClr val="3F3F3F"/>
                </a:solidFill>
                <a:latin typeface="Calibri"/>
                <a:cs typeface="Calibri"/>
              </a:rPr>
              <a:t>2</a:t>
            </a:r>
            <a:r>
              <a:rPr sz="1650" spc="7" baseline="25252" dirty="0">
                <a:solidFill>
                  <a:srgbClr val="3F3F3F"/>
                </a:solidFill>
                <a:latin typeface="Calibri"/>
                <a:cs typeface="Calibri"/>
              </a:rPr>
              <a:t>7</a:t>
            </a:r>
            <a:r>
              <a:rPr sz="1650" spc="172" baseline="25252" dirty="0">
                <a:solidFill>
                  <a:srgbClr val="3F3F3F"/>
                </a:solidFill>
                <a:latin typeface="Calibri"/>
                <a:cs typeface="Calibri"/>
              </a:rPr>
              <a:t> </a:t>
            </a:r>
            <a:r>
              <a:rPr sz="1700" dirty="0">
                <a:solidFill>
                  <a:srgbClr val="3F3F3F"/>
                </a:solidFill>
                <a:latin typeface="Calibri"/>
                <a:cs typeface="Calibri"/>
              </a:rPr>
              <a:t>=</a:t>
            </a:r>
            <a:r>
              <a:rPr sz="1700" spc="-5" dirty="0">
                <a:solidFill>
                  <a:srgbClr val="3F3F3F"/>
                </a:solidFill>
                <a:latin typeface="Calibri"/>
                <a:cs typeface="Calibri"/>
              </a:rPr>
              <a:t> 128 networks</a:t>
            </a:r>
            <a:r>
              <a:rPr sz="1700" spc="-10" dirty="0">
                <a:solidFill>
                  <a:srgbClr val="3F3F3F"/>
                </a:solidFill>
                <a:latin typeface="Calibri"/>
                <a:cs typeface="Calibri"/>
              </a:rPr>
              <a:t> </a:t>
            </a:r>
            <a:r>
              <a:rPr sz="1700" dirty="0">
                <a:solidFill>
                  <a:srgbClr val="3F3F3F"/>
                </a:solidFill>
                <a:latin typeface="Calibri"/>
                <a:cs typeface="Calibri"/>
              </a:rPr>
              <a:t>in</a:t>
            </a:r>
            <a:r>
              <a:rPr sz="1700" spc="-60" dirty="0">
                <a:solidFill>
                  <a:srgbClr val="3F3F3F"/>
                </a:solidFill>
                <a:latin typeface="Calibri"/>
                <a:cs typeface="Calibri"/>
              </a:rPr>
              <a:t> </a:t>
            </a:r>
            <a:r>
              <a:rPr sz="1700" dirty="0">
                <a:solidFill>
                  <a:srgbClr val="3F3F3F"/>
                </a:solidFill>
                <a:latin typeface="Calibri"/>
                <a:cs typeface="Calibri"/>
              </a:rPr>
              <a:t>the</a:t>
            </a:r>
            <a:r>
              <a:rPr sz="1700" spc="-15" dirty="0">
                <a:solidFill>
                  <a:srgbClr val="3F3F3F"/>
                </a:solidFill>
                <a:latin typeface="Calibri"/>
                <a:cs typeface="Calibri"/>
              </a:rPr>
              <a:t> </a:t>
            </a:r>
            <a:r>
              <a:rPr sz="1700" spc="-5" dirty="0">
                <a:solidFill>
                  <a:srgbClr val="3F3F3F"/>
                </a:solidFill>
                <a:latin typeface="Calibri"/>
                <a:cs typeface="Calibri"/>
              </a:rPr>
              <a:t>world</a:t>
            </a:r>
            <a:endParaRPr sz="1700">
              <a:latin typeface="Calibri"/>
              <a:cs typeface="Calibri"/>
            </a:endParaRPr>
          </a:p>
        </p:txBody>
      </p:sp>
      <p:sp>
        <p:nvSpPr>
          <p:cNvPr id="4" name="object 4"/>
          <p:cNvSpPr txBox="1"/>
          <p:nvPr/>
        </p:nvSpPr>
        <p:spPr>
          <a:xfrm>
            <a:off x="672267" y="2603454"/>
            <a:ext cx="8725535" cy="330835"/>
          </a:xfrm>
          <a:prstGeom prst="rect">
            <a:avLst/>
          </a:prstGeom>
        </p:spPr>
        <p:txBody>
          <a:bodyPr vert="horz" wrap="square" lIns="0" tIns="13335" rIns="0" bIns="0" rtlCol="0">
            <a:spAutoFit/>
          </a:bodyPr>
          <a:lstStyle/>
          <a:p>
            <a:pPr marL="214629" indent="-177165">
              <a:lnSpc>
                <a:spcPct val="100000"/>
              </a:lnSpc>
              <a:spcBef>
                <a:spcPts val="105"/>
              </a:spcBef>
              <a:buClr>
                <a:srgbClr val="1CACE4"/>
              </a:buClr>
              <a:buFont typeface="Arial MT"/>
              <a:buChar char="•"/>
              <a:tabLst>
                <a:tab pos="215265" algn="l"/>
              </a:tabLst>
            </a:pPr>
            <a:r>
              <a:rPr sz="2000" spc="-5" dirty="0">
                <a:latin typeface="Calibri"/>
                <a:cs typeface="Calibri"/>
              </a:rPr>
              <a:t>class</a:t>
            </a:r>
            <a:r>
              <a:rPr sz="2000" spc="5" dirty="0">
                <a:latin typeface="Calibri"/>
                <a:cs typeface="Calibri"/>
              </a:rPr>
              <a:t> </a:t>
            </a:r>
            <a:r>
              <a:rPr sz="2000" dirty="0">
                <a:latin typeface="Calibri"/>
                <a:cs typeface="Calibri"/>
              </a:rPr>
              <a:t>B</a:t>
            </a:r>
            <a:r>
              <a:rPr sz="2000" spc="-5" dirty="0">
                <a:latin typeface="Calibri"/>
                <a:cs typeface="Calibri"/>
              </a:rPr>
              <a:t> </a:t>
            </a:r>
            <a:r>
              <a:rPr sz="2000" dirty="0">
                <a:latin typeface="Calibri"/>
                <a:cs typeface="Calibri"/>
              </a:rPr>
              <a:t>-</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network</a:t>
            </a:r>
            <a:r>
              <a:rPr sz="2000" spc="-5" dirty="0">
                <a:latin typeface="Calibri"/>
                <a:cs typeface="Calibri"/>
              </a:rPr>
              <a:t> </a:t>
            </a:r>
            <a:r>
              <a:rPr sz="2000" spc="-10" dirty="0">
                <a:latin typeface="Calibri"/>
                <a:cs typeface="Calibri"/>
              </a:rPr>
              <a:t>length</a:t>
            </a:r>
            <a:r>
              <a:rPr sz="2000" spc="5" dirty="0">
                <a:latin typeface="Calibri"/>
                <a:cs typeface="Calibri"/>
              </a:rPr>
              <a:t> </a:t>
            </a:r>
            <a:r>
              <a:rPr sz="2000" spc="-5" dirty="0">
                <a:latin typeface="Calibri"/>
                <a:cs typeface="Calibri"/>
              </a:rPr>
              <a:t>is</a:t>
            </a:r>
            <a:r>
              <a:rPr sz="2000" spc="5" dirty="0">
                <a:latin typeface="Calibri"/>
                <a:cs typeface="Calibri"/>
              </a:rPr>
              <a:t> </a:t>
            </a:r>
            <a:r>
              <a:rPr sz="2000" dirty="0">
                <a:latin typeface="Calibri"/>
                <a:cs typeface="Calibri"/>
              </a:rPr>
              <a:t>16 </a:t>
            </a:r>
            <a:r>
              <a:rPr sz="2000" spc="-5" dirty="0">
                <a:latin typeface="Calibri"/>
                <a:cs typeface="Calibri"/>
              </a:rPr>
              <a:t>bits,</a:t>
            </a:r>
            <a:r>
              <a:rPr sz="2000" spc="5" dirty="0">
                <a:latin typeface="Calibri"/>
                <a:cs typeface="Calibri"/>
              </a:rPr>
              <a:t> </a:t>
            </a:r>
            <a:r>
              <a:rPr sz="2000" dirty="0">
                <a:latin typeface="Calibri"/>
                <a:cs typeface="Calibri"/>
              </a:rPr>
              <a:t>but</a:t>
            </a:r>
            <a:r>
              <a:rPr sz="2000" spc="-20" dirty="0">
                <a:latin typeface="Calibri"/>
                <a:cs typeface="Calibri"/>
              </a:rPr>
              <a:t> </a:t>
            </a:r>
            <a:r>
              <a:rPr sz="2000" spc="-5" dirty="0">
                <a:latin typeface="Calibri"/>
                <a:cs typeface="Calibri"/>
              </a:rPr>
              <a:t>because</a:t>
            </a:r>
            <a:r>
              <a:rPr sz="2000" spc="5" dirty="0">
                <a:latin typeface="Calibri"/>
                <a:cs typeface="Calibri"/>
              </a:rPr>
              <a:t> </a:t>
            </a:r>
            <a:r>
              <a:rPr sz="2000" dirty="0">
                <a:latin typeface="Calibri"/>
                <a:cs typeface="Calibri"/>
              </a:rPr>
              <a:t>the</a:t>
            </a:r>
            <a:r>
              <a:rPr sz="2000" spc="-5" dirty="0">
                <a:latin typeface="Calibri"/>
                <a:cs typeface="Calibri"/>
              </a:rPr>
              <a:t> </a:t>
            </a:r>
            <a:r>
              <a:rPr sz="2000" spc="-15" dirty="0">
                <a:latin typeface="Calibri"/>
                <a:cs typeface="Calibri"/>
              </a:rPr>
              <a:t>first</a:t>
            </a:r>
            <a:r>
              <a:rPr sz="2000" spc="30" dirty="0">
                <a:latin typeface="Calibri"/>
                <a:cs typeface="Calibri"/>
              </a:rPr>
              <a:t> </a:t>
            </a:r>
            <a:r>
              <a:rPr sz="2000" dirty="0">
                <a:latin typeface="Calibri"/>
                <a:cs typeface="Calibri"/>
              </a:rPr>
              <a:t>2 </a:t>
            </a:r>
            <a:r>
              <a:rPr sz="2000" spc="-5" dirty="0">
                <a:latin typeface="Calibri"/>
                <a:cs typeface="Calibri"/>
              </a:rPr>
              <a:t>bits</a:t>
            </a:r>
            <a:r>
              <a:rPr sz="2000" dirty="0">
                <a:latin typeface="Calibri"/>
                <a:cs typeface="Calibri"/>
              </a:rPr>
              <a:t> </a:t>
            </a:r>
            <a:r>
              <a:rPr sz="2000" spc="-10" dirty="0">
                <a:latin typeface="Calibri"/>
                <a:cs typeface="Calibri"/>
              </a:rPr>
              <a:t>are</a:t>
            </a:r>
            <a:r>
              <a:rPr sz="2000" spc="5" dirty="0">
                <a:latin typeface="Calibri"/>
                <a:cs typeface="Calibri"/>
              </a:rPr>
              <a:t> </a:t>
            </a:r>
            <a:r>
              <a:rPr sz="2000" spc="10" dirty="0">
                <a:latin typeface="Calibri"/>
                <a:cs typeface="Calibri"/>
              </a:rPr>
              <a:t>(10)</a:t>
            </a:r>
            <a:r>
              <a:rPr sz="1950" spc="15" baseline="-21367" dirty="0">
                <a:latin typeface="Calibri"/>
                <a:cs typeface="Calibri"/>
              </a:rPr>
              <a:t>2</a:t>
            </a:r>
            <a:r>
              <a:rPr sz="2000" spc="10" dirty="0">
                <a:latin typeface="Calibri"/>
                <a:cs typeface="Calibri"/>
              </a:rPr>
              <a:t>,</a:t>
            </a:r>
            <a:r>
              <a:rPr sz="2000" spc="-5" dirty="0">
                <a:latin typeface="Calibri"/>
                <a:cs typeface="Calibri"/>
              </a:rPr>
              <a:t> </a:t>
            </a:r>
            <a:r>
              <a:rPr sz="2000" spc="-10" dirty="0">
                <a:latin typeface="Calibri"/>
                <a:cs typeface="Calibri"/>
              </a:rPr>
              <a:t>we</a:t>
            </a:r>
            <a:r>
              <a:rPr sz="2000" spc="-5" dirty="0">
                <a:latin typeface="Calibri"/>
                <a:cs typeface="Calibri"/>
              </a:rPr>
              <a:t> can</a:t>
            </a:r>
            <a:endParaRPr sz="2000">
              <a:latin typeface="Calibri"/>
              <a:cs typeface="Calibri"/>
            </a:endParaRPr>
          </a:p>
        </p:txBody>
      </p:sp>
      <p:sp>
        <p:nvSpPr>
          <p:cNvPr id="5" name="object 5"/>
          <p:cNvSpPr txBox="1"/>
          <p:nvPr/>
        </p:nvSpPr>
        <p:spPr>
          <a:xfrm>
            <a:off x="672267" y="2732080"/>
            <a:ext cx="4586605" cy="805815"/>
          </a:xfrm>
          <a:prstGeom prst="rect">
            <a:avLst/>
          </a:prstGeom>
        </p:spPr>
        <p:txBody>
          <a:bodyPr vert="horz" wrap="square" lIns="0" tIns="97790" rIns="0" bIns="0" rtlCol="0">
            <a:spAutoFit/>
          </a:bodyPr>
          <a:lstStyle/>
          <a:p>
            <a:pPr marL="214629">
              <a:lnSpc>
                <a:spcPct val="100000"/>
              </a:lnSpc>
              <a:spcBef>
                <a:spcPts val="770"/>
              </a:spcBef>
            </a:pPr>
            <a:r>
              <a:rPr sz="2000" spc="-15" dirty="0">
                <a:latin typeface="Calibri"/>
                <a:cs typeface="Calibri"/>
              </a:rPr>
              <a:t>have </a:t>
            </a:r>
            <a:r>
              <a:rPr sz="2000" spc="-5" dirty="0">
                <a:latin typeface="Calibri"/>
                <a:cs typeface="Calibri"/>
              </a:rPr>
              <a:t>only</a:t>
            </a:r>
            <a:r>
              <a:rPr sz="2000" spc="-25" dirty="0">
                <a:latin typeface="Calibri"/>
                <a:cs typeface="Calibri"/>
              </a:rPr>
              <a:t> </a:t>
            </a:r>
            <a:r>
              <a:rPr sz="2000" dirty="0">
                <a:latin typeface="Calibri"/>
                <a:cs typeface="Calibri"/>
              </a:rPr>
              <a:t>14</a:t>
            </a:r>
            <a:r>
              <a:rPr sz="2000" spc="-25" dirty="0">
                <a:latin typeface="Calibri"/>
                <a:cs typeface="Calibri"/>
              </a:rPr>
              <a:t> </a:t>
            </a:r>
            <a:r>
              <a:rPr sz="2000" spc="-5" dirty="0">
                <a:latin typeface="Calibri"/>
                <a:cs typeface="Calibri"/>
              </a:rPr>
              <a:t>bits</a:t>
            </a:r>
            <a:r>
              <a:rPr sz="2000" spc="5" dirty="0">
                <a:latin typeface="Calibri"/>
                <a:cs typeface="Calibri"/>
              </a:rPr>
              <a:t> </a:t>
            </a:r>
            <a:r>
              <a:rPr sz="2000" dirty="0">
                <a:latin typeface="Calibri"/>
                <a:cs typeface="Calibri"/>
              </a:rPr>
              <a:t>as</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network</a:t>
            </a:r>
            <a:r>
              <a:rPr sz="2000" dirty="0">
                <a:latin typeface="Calibri"/>
                <a:cs typeface="Calibri"/>
              </a:rPr>
              <a:t> </a:t>
            </a:r>
            <a:r>
              <a:rPr sz="2000" spc="-5" dirty="0">
                <a:latin typeface="Calibri"/>
                <a:cs typeface="Calibri"/>
              </a:rPr>
              <a:t>identifier</a:t>
            </a:r>
            <a:endParaRPr sz="2000">
              <a:latin typeface="Calibri"/>
              <a:cs typeface="Calibri"/>
            </a:endParaRPr>
          </a:p>
          <a:p>
            <a:pPr marL="214629" indent="-177165">
              <a:lnSpc>
                <a:spcPct val="100000"/>
              </a:lnSpc>
              <a:spcBef>
                <a:spcPts val="670"/>
              </a:spcBef>
              <a:buClr>
                <a:srgbClr val="1CACE4"/>
              </a:buClr>
              <a:buFont typeface="Arial MT"/>
              <a:buChar char="•"/>
              <a:tabLst>
                <a:tab pos="215265" algn="l"/>
              </a:tabLst>
            </a:pPr>
            <a:r>
              <a:rPr sz="2000" spc="5" dirty="0">
                <a:latin typeface="Calibri"/>
                <a:cs typeface="Calibri"/>
              </a:rPr>
              <a:t>2</a:t>
            </a:r>
            <a:r>
              <a:rPr sz="1950" spc="7" baseline="25641" dirty="0">
                <a:latin typeface="Calibri"/>
                <a:cs typeface="Calibri"/>
              </a:rPr>
              <a:t>14</a:t>
            </a:r>
            <a:r>
              <a:rPr sz="1950" spc="-22" baseline="25641" dirty="0">
                <a:latin typeface="Calibri"/>
                <a:cs typeface="Calibri"/>
              </a:rPr>
              <a:t> </a:t>
            </a:r>
            <a:r>
              <a:rPr sz="2000" dirty="0">
                <a:latin typeface="Calibri"/>
                <a:cs typeface="Calibri"/>
              </a:rPr>
              <a:t>=</a:t>
            </a:r>
            <a:r>
              <a:rPr sz="2000" spc="-5" dirty="0">
                <a:latin typeface="Calibri"/>
                <a:cs typeface="Calibri"/>
              </a:rPr>
              <a:t> </a:t>
            </a:r>
            <a:r>
              <a:rPr sz="2000" dirty="0">
                <a:latin typeface="Calibri"/>
                <a:cs typeface="Calibri"/>
              </a:rPr>
              <a:t>16,384</a:t>
            </a:r>
            <a:r>
              <a:rPr sz="2000" spc="-50" dirty="0">
                <a:latin typeface="Calibri"/>
                <a:cs typeface="Calibri"/>
              </a:rPr>
              <a:t> </a:t>
            </a:r>
            <a:r>
              <a:rPr sz="2000" spc="-10" dirty="0">
                <a:latin typeface="Calibri"/>
                <a:cs typeface="Calibri"/>
              </a:rPr>
              <a:t>networks</a:t>
            </a:r>
            <a:r>
              <a:rPr sz="2000" spc="5" dirty="0">
                <a:latin typeface="Calibri"/>
                <a:cs typeface="Calibri"/>
              </a:rPr>
              <a:t> </a:t>
            </a:r>
            <a:r>
              <a:rPr sz="2000" spc="-5" dirty="0">
                <a:latin typeface="Calibri"/>
                <a:cs typeface="Calibri"/>
              </a:rPr>
              <a:t>in</a:t>
            </a:r>
            <a:r>
              <a:rPr sz="2000" spc="-20"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world</a:t>
            </a:r>
            <a:endParaRPr sz="2000">
              <a:latin typeface="Calibri"/>
              <a:cs typeface="Calibri"/>
            </a:endParaRPr>
          </a:p>
        </p:txBody>
      </p:sp>
      <p:sp>
        <p:nvSpPr>
          <p:cNvPr id="6" name="object 6"/>
          <p:cNvSpPr txBox="1"/>
          <p:nvPr/>
        </p:nvSpPr>
        <p:spPr>
          <a:xfrm>
            <a:off x="672267" y="3598626"/>
            <a:ext cx="8416925" cy="330835"/>
          </a:xfrm>
          <a:prstGeom prst="rect">
            <a:avLst/>
          </a:prstGeom>
        </p:spPr>
        <p:txBody>
          <a:bodyPr vert="horz" wrap="square" lIns="0" tIns="13335" rIns="0" bIns="0" rtlCol="0">
            <a:spAutoFit/>
          </a:bodyPr>
          <a:lstStyle/>
          <a:p>
            <a:pPr marL="214629" indent="-177165">
              <a:lnSpc>
                <a:spcPct val="100000"/>
              </a:lnSpc>
              <a:spcBef>
                <a:spcPts val="105"/>
              </a:spcBef>
              <a:buClr>
                <a:srgbClr val="1CACE4"/>
              </a:buClr>
              <a:buFont typeface="Arial MT"/>
              <a:buChar char="•"/>
              <a:tabLst>
                <a:tab pos="215265" algn="l"/>
              </a:tabLst>
            </a:pPr>
            <a:r>
              <a:rPr sz="2000" spc="-5" dirty="0">
                <a:latin typeface="Calibri"/>
                <a:cs typeface="Calibri"/>
              </a:rPr>
              <a:t>class</a:t>
            </a:r>
            <a:r>
              <a:rPr sz="2000" dirty="0">
                <a:latin typeface="Calibri"/>
                <a:cs typeface="Calibri"/>
              </a:rPr>
              <a:t> C</a:t>
            </a:r>
            <a:r>
              <a:rPr sz="2000" spc="-5" dirty="0">
                <a:latin typeface="Calibri"/>
                <a:cs typeface="Calibri"/>
              </a:rPr>
              <a:t> </a:t>
            </a:r>
            <a:r>
              <a:rPr sz="2000" dirty="0">
                <a:latin typeface="Calibri"/>
                <a:cs typeface="Calibri"/>
              </a:rPr>
              <a:t>-</a:t>
            </a:r>
            <a:r>
              <a:rPr sz="2000" spc="5" dirty="0">
                <a:latin typeface="Calibri"/>
                <a:cs typeface="Calibri"/>
              </a:rPr>
              <a:t> </a:t>
            </a:r>
            <a:r>
              <a:rPr sz="2000" spc="-10" dirty="0">
                <a:latin typeface="Calibri"/>
                <a:cs typeface="Calibri"/>
              </a:rPr>
              <a:t>network</a:t>
            </a:r>
            <a:r>
              <a:rPr sz="2000" spc="5" dirty="0">
                <a:latin typeface="Calibri"/>
                <a:cs typeface="Calibri"/>
              </a:rPr>
              <a:t> </a:t>
            </a:r>
            <a:r>
              <a:rPr sz="2000" spc="-10" dirty="0">
                <a:latin typeface="Calibri"/>
                <a:cs typeface="Calibri"/>
              </a:rPr>
              <a:t>length </a:t>
            </a:r>
            <a:r>
              <a:rPr sz="2000" spc="-5" dirty="0">
                <a:latin typeface="Calibri"/>
                <a:cs typeface="Calibri"/>
              </a:rPr>
              <a:t>is</a:t>
            </a:r>
            <a:r>
              <a:rPr sz="2000" spc="15" dirty="0">
                <a:latin typeface="Calibri"/>
                <a:cs typeface="Calibri"/>
              </a:rPr>
              <a:t> </a:t>
            </a:r>
            <a:r>
              <a:rPr sz="2000" dirty="0">
                <a:latin typeface="Calibri"/>
                <a:cs typeface="Calibri"/>
              </a:rPr>
              <a:t>24</a:t>
            </a:r>
            <a:r>
              <a:rPr sz="2000" spc="-15" dirty="0">
                <a:latin typeface="Calibri"/>
                <a:cs typeface="Calibri"/>
              </a:rPr>
              <a:t> </a:t>
            </a:r>
            <a:r>
              <a:rPr sz="2000" spc="-5" dirty="0">
                <a:latin typeface="Calibri"/>
                <a:cs typeface="Calibri"/>
              </a:rPr>
              <a:t>bits</a:t>
            </a:r>
            <a:r>
              <a:rPr sz="2000" spc="484" dirty="0">
                <a:latin typeface="Calibri"/>
                <a:cs typeface="Calibri"/>
              </a:rPr>
              <a:t> </a:t>
            </a:r>
            <a:r>
              <a:rPr sz="2000" dirty="0">
                <a:solidFill>
                  <a:srgbClr val="3F3F3F"/>
                </a:solidFill>
                <a:latin typeface="Calibri"/>
                <a:cs typeface="Calibri"/>
              </a:rPr>
              <a:t>but</a:t>
            </a:r>
            <a:r>
              <a:rPr sz="2000" spc="-10" dirty="0">
                <a:solidFill>
                  <a:srgbClr val="3F3F3F"/>
                </a:solidFill>
                <a:latin typeface="Calibri"/>
                <a:cs typeface="Calibri"/>
              </a:rPr>
              <a:t> </a:t>
            </a:r>
            <a:r>
              <a:rPr sz="2000" spc="-5" dirty="0">
                <a:solidFill>
                  <a:srgbClr val="3F3F3F"/>
                </a:solidFill>
                <a:latin typeface="Calibri"/>
                <a:cs typeface="Calibri"/>
              </a:rPr>
              <a:t>because </a:t>
            </a:r>
            <a:r>
              <a:rPr sz="2000" dirty="0">
                <a:solidFill>
                  <a:srgbClr val="3F3F3F"/>
                </a:solidFill>
                <a:latin typeface="Calibri"/>
                <a:cs typeface="Calibri"/>
              </a:rPr>
              <a:t>the </a:t>
            </a:r>
            <a:r>
              <a:rPr sz="2000" spc="-15" dirty="0">
                <a:solidFill>
                  <a:srgbClr val="3F3F3F"/>
                </a:solidFill>
                <a:latin typeface="Calibri"/>
                <a:cs typeface="Calibri"/>
              </a:rPr>
              <a:t>first</a:t>
            </a:r>
            <a:r>
              <a:rPr sz="2000" spc="15" dirty="0">
                <a:solidFill>
                  <a:srgbClr val="3F3F3F"/>
                </a:solidFill>
                <a:latin typeface="Calibri"/>
                <a:cs typeface="Calibri"/>
              </a:rPr>
              <a:t> </a:t>
            </a:r>
            <a:r>
              <a:rPr sz="2000" dirty="0">
                <a:solidFill>
                  <a:srgbClr val="3F3F3F"/>
                </a:solidFill>
                <a:latin typeface="Calibri"/>
                <a:cs typeface="Calibri"/>
              </a:rPr>
              <a:t>3 </a:t>
            </a:r>
            <a:r>
              <a:rPr sz="2000" spc="-5" dirty="0">
                <a:solidFill>
                  <a:srgbClr val="3F3F3F"/>
                </a:solidFill>
                <a:latin typeface="Calibri"/>
                <a:cs typeface="Calibri"/>
              </a:rPr>
              <a:t>bits</a:t>
            </a:r>
            <a:r>
              <a:rPr sz="2000" dirty="0">
                <a:solidFill>
                  <a:srgbClr val="3F3F3F"/>
                </a:solidFill>
                <a:latin typeface="Calibri"/>
                <a:cs typeface="Calibri"/>
              </a:rPr>
              <a:t> </a:t>
            </a:r>
            <a:r>
              <a:rPr sz="2000" spc="-10" dirty="0">
                <a:solidFill>
                  <a:srgbClr val="3F3F3F"/>
                </a:solidFill>
                <a:latin typeface="Calibri"/>
                <a:cs typeface="Calibri"/>
              </a:rPr>
              <a:t>are</a:t>
            </a:r>
            <a:r>
              <a:rPr sz="2000" spc="490" dirty="0">
                <a:solidFill>
                  <a:srgbClr val="3F3F3F"/>
                </a:solidFill>
                <a:latin typeface="Calibri"/>
                <a:cs typeface="Calibri"/>
              </a:rPr>
              <a:t> </a:t>
            </a:r>
            <a:r>
              <a:rPr sz="2000" spc="5" dirty="0">
                <a:latin typeface="Calibri"/>
                <a:cs typeface="Calibri"/>
              </a:rPr>
              <a:t>(110)</a:t>
            </a:r>
            <a:r>
              <a:rPr sz="1950" spc="7" baseline="-21367" dirty="0">
                <a:latin typeface="Calibri"/>
                <a:cs typeface="Calibri"/>
              </a:rPr>
              <a:t>2</a:t>
            </a:r>
            <a:r>
              <a:rPr sz="1950" spc="-15" baseline="-21367" dirty="0">
                <a:latin typeface="Calibri"/>
                <a:cs typeface="Calibri"/>
              </a:rPr>
              <a:t> </a:t>
            </a:r>
            <a:r>
              <a:rPr sz="2000" spc="-10" dirty="0">
                <a:solidFill>
                  <a:srgbClr val="3F3F3F"/>
                </a:solidFill>
                <a:latin typeface="Calibri"/>
                <a:cs typeface="Calibri"/>
              </a:rPr>
              <a:t>we</a:t>
            </a:r>
            <a:r>
              <a:rPr sz="2000" spc="-5" dirty="0">
                <a:solidFill>
                  <a:srgbClr val="3F3F3F"/>
                </a:solidFill>
                <a:latin typeface="Calibri"/>
                <a:cs typeface="Calibri"/>
              </a:rPr>
              <a:t> can</a:t>
            </a:r>
            <a:endParaRPr sz="2000">
              <a:latin typeface="Calibri"/>
              <a:cs typeface="Calibri"/>
            </a:endParaRPr>
          </a:p>
        </p:txBody>
      </p:sp>
      <p:grpSp>
        <p:nvGrpSpPr>
          <p:cNvPr id="7" name="object 7"/>
          <p:cNvGrpSpPr/>
          <p:nvPr/>
        </p:nvGrpSpPr>
        <p:grpSpPr>
          <a:xfrm>
            <a:off x="457200" y="3886200"/>
            <a:ext cx="9142730" cy="3427729"/>
            <a:chOff x="457200" y="3886200"/>
            <a:chExt cx="9142730" cy="3427729"/>
          </a:xfrm>
        </p:grpSpPr>
        <p:sp>
          <p:nvSpPr>
            <p:cNvPr id="8" name="object 8"/>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9" name="object 9"/>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10" name="object 10"/>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11" name="object 11"/>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12" name="object 12"/>
          <p:cNvSpPr txBox="1"/>
          <p:nvPr/>
        </p:nvSpPr>
        <p:spPr>
          <a:xfrm>
            <a:off x="672267" y="3811987"/>
            <a:ext cx="8279765" cy="1762125"/>
          </a:xfrm>
          <a:prstGeom prst="rect">
            <a:avLst/>
          </a:prstGeom>
        </p:spPr>
        <p:txBody>
          <a:bodyPr vert="horz" wrap="square" lIns="0" tIns="13335" rIns="0" bIns="0" rtlCol="0">
            <a:spAutoFit/>
          </a:bodyPr>
          <a:lstStyle/>
          <a:p>
            <a:pPr marL="214629">
              <a:lnSpc>
                <a:spcPts val="2300"/>
              </a:lnSpc>
              <a:spcBef>
                <a:spcPts val="105"/>
              </a:spcBef>
            </a:pPr>
            <a:r>
              <a:rPr sz="2000" spc="-15" dirty="0">
                <a:solidFill>
                  <a:srgbClr val="3F3F3F"/>
                </a:solidFill>
                <a:latin typeface="Calibri"/>
                <a:cs typeface="Calibri"/>
              </a:rPr>
              <a:t>have </a:t>
            </a:r>
            <a:r>
              <a:rPr sz="2000" spc="-5" dirty="0">
                <a:solidFill>
                  <a:srgbClr val="3F3F3F"/>
                </a:solidFill>
                <a:latin typeface="Calibri"/>
                <a:cs typeface="Calibri"/>
              </a:rPr>
              <a:t>only</a:t>
            </a:r>
            <a:r>
              <a:rPr sz="2000" spc="-20" dirty="0">
                <a:solidFill>
                  <a:srgbClr val="3F3F3F"/>
                </a:solidFill>
                <a:latin typeface="Calibri"/>
                <a:cs typeface="Calibri"/>
              </a:rPr>
              <a:t> </a:t>
            </a:r>
            <a:r>
              <a:rPr sz="2000" dirty="0">
                <a:solidFill>
                  <a:srgbClr val="3F3F3F"/>
                </a:solidFill>
                <a:latin typeface="Calibri"/>
                <a:cs typeface="Calibri"/>
              </a:rPr>
              <a:t>21</a:t>
            </a:r>
            <a:r>
              <a:rPr sz="2000" spc="-20" dirty="0">
                <a:solidFill>
                  <a:srgbClr val="3F3F3F"/>
                </a:solidFill>
                <a:latin typeface="Calibri"/>
                <a:cs typeface="Calibri"/>
              </a:rPr>
              <a:t> </a:t>
            </a:r>
            <a:r>
              <a:rPr sz="2000" spc="-5" dirty="0">
                <a:solidFill>
                  <a:srgbClr val="3F3F3F"/>
                </a:solidFill>
                <a:latin typeface="Calibri"/>
                <a:cs typeface="Calibri"/>
              </a:rPr>
              <a:t>bits</a:t>
            </a:r>
            <a:r>
              <a:rPr sz="2000" spc="5" dirty="0">
                <a:solidFill>
                  <a:srgbClr val="3F3F3F"/>
                </a:solidFill>
                <a:latin typeface="Calibri"/>
                <a:cs typeface="Calibri"/>
              </a:rPr>
              <a:t> </a:t>
            </a:r>
            <a:r>
              <a:rPr sz="2000" dirty="0">
                <a:solidFill>
                  <a:srgbClr val="3F3F3F"/>
                </a:solidFill>
                <a:latin typeface="Calibri"/>
                <a:cs typeface="Calibri"/>
              </a:rPr>
              <a:t>as the </a:t>
            </a:r>
            <a:r>
              <a:rPr sz="2000" spc="-10" dirty="0">
                <a:solidFill>
                  <a:srgbClr val="3F3F3F"/>
                </a:solidFill>
                <a:latin typeface="Calibri"/>
                <a:cs typeface="Calibri"/>
              </a:rPr>
              <a:t>network</a:t>
            </a:r>
            <a:r>
              <a:rPr sz="2000" dirty="0">
                <a:solidFill>
                  <a:srgbClr val="3F3F3F"/>
                </a:solidFill>
                <a:latin typeface="Calibri"/>
                <a:cs typeface="Calibri"/>
              </a:rPr>
              <a:t> </a:t>
            </a:r>
            <a:r>
              <a:rPr sz="2000" spc="-25" dirty="0">
                <a:solidFill>
                  <a:srgbClr val="3F3F3F"/>
                </a:solidFill>
                <a:latin typeface="Calibri"/>
                <a:cs typeface="Calibri"/>
              </a:rPr>
              <a:t>identifier.</a:t>
            </a:r>
            <a:endParaRPr sz="2000">
              <a:latin typeface="Calibri"/>
              <a:cs typeface="Calibri"/>
            </a:endParaRPr>
          </a:p>
          <a:p>
            <a:pPr marL="444500" indent="-183515">
              <a:lnSpc>
                <a:spcPts val="1939"/>
              </a:lnSpc>
              <a:buClr>
                <a:srgbClr val="1CACE4"/>
              </a:buClr>
              <a:buChar char="◦"/>
              <a:tabLst>
                <a:tab pos="445134" algn="l"/>
              </a:tabLst>
            </a:pPr>
            <a:r>
              <a:rPr sz="1700" spc="10" dirty="0">
                <a:solidFill>
                  <a:srgbClr val="3F3F3F"/>
                </a:solidFill>
                <a:latin typeface="Calibri"/>
                <a:cs typeface="Calibri"/>
              </a:rPr>
              <a:t>2</a:t>
            </a:r>
            <a:r>
              <a:rPr sz="1650" spc="15" baseline="25252" dirty="0">
                <a:solidFill>
                  <a:srgbClr val="3F3F3F"/>
                </a:solidFill>
                <a:latin typeface="Calibri"/>
                <a:cs typeface="Calibri"/>
              </a:rPr>
              <a:t>21</a:t>
            </a:r>
            <a:r>
              <a:rPr sz="1650" spc="179" baseline="25252" dirty="0">
                <a:solidFill>
                  <a:srgbClr val="3F3F3F"/>
                </a:solidFill>
                <a:latin typeface="Calibri"/>
                <a:cs typeface="Calibri"/>
              </a:rPr>
              <a:t> </a:t>
            </a:r>
            <a:r>
              <a:rPr sz="1700" dirty="0">
                <a:solidFill>
                  <a:srgbClr val="3F3F3F"/>
                </a:solidFill>
                <a:latin typeface="Calibri"/>
                <a:cs typeface="Calibri"/>
              </a:rPr>
              <a:t>=</a:t>
            </a:r>
            <a:r>
              <a:rPr sz="1700" spc="380" dirty="0">
                <a:solidFill>
                  <a:srgbClr val="3F3F3F"/>
                </a:solidFill>
                <a:latin typeface="Calibri"/>
                <a:cs typeface="Calibri"/>
              </a:rPr>
              <a:t> </a:t>
            </a:r>
            <a:r>
              <a:rPr sz="1700" spc="-5" dirty="0">
                <a:latin typeface="Calibri"/>
                <a:cs typeface="Calibri"/>
              </a:rPr>
              <a:t>2,097,152</a:t>
            </a:r>
            <a:r>
              <a:rPr sz="1700" spc="-5" dirty="0">
                <a:solidFill>
                  <a:srgbClr val="3F3F3F"/>
                </a:solidFill>
                <a:latin typeface="Calibri"/>
                <a:cs typeface="Calibri"/>
              </a:rPr>
              <a:t>networks</a:t>
            </a:r>
            <a:r>
              <a:rPr sz="1700" spc="-10" dirty="0">
                <a:solidFill>
                  <a:srgbClr val="3F3F3F"/>
                </a:solidFill>
                <a:latin typeface="Calibri"/>
                <a:cs typeface="Calibri"/>
              </a:rPr>
              <a:t> </a:t>
            </a:r>
            <a:r>
              <a:rPr sz="1700" dirty="0">
                <a:solidFill>
                  <a:srgbClr val="3F3F3F"/>
                </a:solidFill>
                <a:latin typeface="Calibri"/>
                <a:cs typeface="Calibri"/>
              </a:rPr>
              <a:t>in</a:t>
            </a:r>
            <a:r>
              <a:rPr sz="1700" spc="-60" dirty="0">
                <a:solidFill>
                  <a:srgbClr val="3F3F3F"/>
                </a:solidFill>
                <a:latin typeface="Calibri"/>
                <a:cs typeface="Calibri"/>
              </a:rPr>
              <a:t> </a:t>
            </a:r>
            <a:r>
              <a:rPr sz="1700" dirty="0">
                <a:solidFill>
                  <a:srgbClr val="3F3F3F"/>
                </a:solidFill>
                <a:latin typeface="Calibri"/>
                <a:cs typeface="Calibri"/>
              </a:rPr>
              <a:t>the</a:t>
            </a:r>
            <a:r>
              <a:rPr sz="1700" spc="-10" dirty="0">
                <a:solidFill>
                  <a:srgbClr val="3F3F3F"/>
                </a:solidFill>
                <a:latin typeface="Calibri"/>
                <a:cs typeface="Calibri"/>
              </a:rPr>
              <a:t> </a:t>
            </a:r>
            <a:r>
              <a:rPr sz="1700" spc="-5" dirty="0">
                <a:solidFill>
                  <a:srgbClr val="3F3F3F"/>
                </a:solidFill>
                <a:latin typeface="Calibri"/>
                <a:cs typeface="Calibri"/>
              </a:rPr>
              <a:t>world</a:t>
            </a:r>
            <a:endParaRPr sz="1700">
              <a:latin typeface="Calibri"/>
              <a:cs typeface="Calibri"/>
            </a:endParaRPr>
          </a:p>
          <a:p>
            <a:pPr marL="214629" indent="-177165">
              <a:lnSpc>
                <a:spcPct val="100000"/>
              </a:lnSpc>
              <a:spcBef>
                <a:spcPts val="875"/>
              </a:spcBef>
              <a:buClr>
                <a:srgbClr val="1CACE4"/>
              </a:buClr>
              <a:buFont typeface="Arial MT"/>
              <a:buChar char="•"/>
              <a:tabLst>
                <a:tab pos="215265" algn="l"/>
              </a:tabLst>
            </a:pPr>
            <a:r>
              <a:rPr sz="2000" spc="-5" dirty="0">
                <a:latin typeface="Calibri"/>
                <a:cs typeface="Calibri"/>
              </a:rPr>
              <a:t>Class</a:t>
            </a:r>
            <a:r>
              <a:rPr sz="2000" dirty="0">
                <a:latin typeface="Calibri"/>
                <a:cs typeface="Calibri"/>
              </a:rPr>
              <a:t> D</a:t>
            </a:r>
            <a:r>
              <a:rPr sz="2000" spc="-5" dirty="0">
                <a:latin typeface="Calibri"/>
                <a:cs typeface="Calibri"/>
              </a:rPr>
              <a:t> is</a:t>
            </a:r>
            <a:r>
              <a:rPr sz="2000" spc="5" dirty="0">
                <a:latin typeface="Calibri"/>
                <a:cs typeface="Calibri"/>
              </a:rPr>
              <a:t> </a:t>
            </a:r>
            <a:r>
              <a:rPr sz="2000" dirty="0">
                <a:latin typeface="Calibri"/>
                <a:cs typeface="Calibri"/>
              </a:rPr>
              <a:t>not</a:t>
            </a:r>
            <a:r>
              <a:rPr sz="2000" spc="-5" dirty="0">
                <a:latin typeface="Calibri"/>
                <a:cs typeface="Calibri"/>
              </a:rPr>
              <a:t> divided </a:t>
            </a:r>
            <a:r>
              <a:rPr sz="2000" spc="-15" dirty="0">
                <a:latin typeface="Calibri"/>
                <a:cs typeface="Calibri"/>
              </a:rPr>
              <a:t>into</a:t>
            </a:r>
            <a:r>
              <a:rPr sz="2000" spc="15" dirty="0">
                <a:latin typeface="Calibri"/>
                <a:cs typeface="Calibri"/>
              </a:rPr>
              <a:t> </a:t>
            </a:r>
            <a:r>
              <a:rPr sz="2000" spc="-10" dirty="0">
                <a:latin typeface="Calibri"/>
                <a:cs typeface="Calibri"/>
              </a:rPr>
              <a:t>prefix</a:t>
            </a:r>
            <a:r>
              <a:rPr sz="2000" spc="-5" dirty="0">
                <a:latin typeface="Calibri"/>
                <a:cs typeface="Calibri"/>
              </a:rPr>
              <a:t> </a:t>
            </a:r>
            <a:r>
              <a:rPr sz="2000" dirty="0">
                <a:latin typeface="Calibri"/>
                <a:cs typeface="Calibri"/>
              </a:rPr>
              <a:t>and</a:t>
            </a:r>
            <a:r>
              <a:rPr sz="2000" spc="-10" dirty="0">
                <a:latin typeface="Calibri"/>
                <a:cs typeface="Calibri"/>
              </a:rPr>
              <a:t> </a:t>
            </a:r>
            <a:r>
              <a:rPr sz="2000" spc="-5" dirty="0">
                <a:latin typeface="Calibri"/>
                <a:cs typeface="Calibri"/>
              </a:rPr>
              <a:t>suffix.</a:t>
            </a:r>
            <a:r>
              <a:rPr sz="2000" spc="5" dirty="0">
                <a:latin typeface="Calibri"/>
                <a:cs typeface="Calibri"/>
              </a:rPr>
              <a:t> </a:t>
            </a:r>
            <a:r>
              <a:rPr sz="2000" spc="-5" dirty="0">
                <a:latin typeface="Calibri"/>
                <a:cs typeface="Calibri"/>
              </a:rPr>
              <a:t>It</a:t>
            </a:r>
            <a:r>
              <a:rPr sz="2000" spc="-1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used </a:t>
            </a:r>
            <a:r>
              <a:rPr sz="2000" spc="-15" dirty="0">
                <a:latin typeface="Calibri"/>
                <a:cs typeface="Calibri"/>
              </a:rPr>
              <a:t>for</a:t>
            </a:r>
            <a:r>
              <a:rPr sz="2000" spc="-5" dirty="0">
                <a:latin typeface="Calibri"/>
                <a:cs typeface="Calibri"/>
              </a:rPr>
              <a:t> </a:t>
            </a:r>
            <a:r>
              <a:rPr sz="2000" spc="-10" dirty="0">
                <a:latin typeface="Calibri"/>
                <a:cs typeface="Calibri"/>
              </a:rPr>
              <a:t>multicast</a:t>
            </a:r>
            <a:r>
              <a:rPr sz="2000" spc="35" dirty="0">
                <a:latin typeface="Calibri"/>
                <a:cs typeface="Calibri"/>
              </a:rPr>
              <a:t> </a:t>
            </a:r>
            <a:r>
              <a:rPr sz="2000" spc="-5" dirty="0">
                <a:latin typeface="Calibri"/>
                <a:cs typeface="Calibri"/>
              </a:rPr>
              <a:t>addresses</a:t>
            </a:r>
            <a:endParaRPr sz="2000">
              <a:latin typeface="Calibri"/>
              <a:cs typeface="Calibri"/>
            </a:endParaRPr>
          </a:p>
          <a:p>
            <a:pPr marL="214629" indent="-177165">
              <a:lnSpc>
                <a:spcPct val="100000"/>
              </a:lnSpc>
              <a:spcBef>
                <a:spcPts val="670"/>
              </a:spcBef>
              <a:buClr>
                <a:srgbClr val="1CACE4"/>
              </a:buClr>
              <a:buFont typeface="Arial MT"/>
              <a:buChar char="•"/>
              <a:tabLst>
                <a:tab pos="215265" algn="l"/>
              </a:tabLst>
            </a:pPr>
            <a:r>
              <a:rPr sz="2000" spc="-5" dirty="0">
                <a:latin typeface="Calibri"/>
                <a:cs typeface="Calibri"/>
              </a:rPr>
              <a:t>class</a:t>
            </a:r>
            <a:r>
              <a:rPr sz="2000" spc="5" dirty="0">
                <a:latin typeface="Calibri"/>
                <a:cs typeface="Calibri"/>
              </a:rPr>
              <a:t> </a:t>
            </a:r>
            <a:r>
              <a:rPr sz="2000" dirty="0">
                <a:latin typeface="Calibri"/>
                <a:cs typeface="Calibri"/>
              </a:rPr>
              <a:t>E </a:t>
            </a:r>
            <a:r>
              <a:rPr sz="2000" spc="-5" dirty="0">
                <a:latin typeface="Calibri"/>
                <a:cs typeface="Calibri"/>
              </a:rPr>
              <a:t>-All</a:t>
            </a:r>
            <a:r>
              <a:rPr sz="2000" spc="15" dirty="0">
                <a:latin typeface="Calibri"/>
                <a:cs typeface="Calibri"/>
              </a:rPr>
              <a:t> </a:t>
            </a:r>
            <a:r>
              <a:rPr sz="2000" spc="-5" dirty="0">
                <a:latin typeface="Calibri"/>
                <a:cs typeface="Calibri"/>
              </a:rPr>
              <a:t>addresses</a:t>
            </a:r>
            <a:r>
              <a:rPr sz="2000" spc="15" dirty="0">
                <a:latin typeface="Calibri"/>
                <a:cs typeface="Calibri"/>
              </a:rPr>
              <a:t> </a:t>
            </a:r>
            <a:r>
              <a:rPr sz="2000" spc="-10" dirty="0">
                <a:latin typeface="Calibri"/>
                <a:cs typeface="Calibri"/>
              </a:rPr>
              <a:t>that</a:t>
            </a:r>
            <a:r>
              <a:rPr sz="2000" dirty="0">
                <a:latin typeface="Calibri"/>
                <a:cs typeface="Calibri"/>
              </a:rPr>
              <a:t> </a:t>
            </a:r>
            <a:r>
              <a:rPr sz="2000" spc="-15" dirty="0">
                <a:latin typeface="Calibri"/>
                <a:cs typeface="Calibri"/>
              </a:rPr>
              <a:t>start</a:t>
            </a:r>
            <a:r>
              <a:rPr sz="2000" spc="15" dirty="0">
                <a:latin typeface="Calibri"/>
                <a:cs typeface="Calibri"/>
              </a:rPr>
              <a:t> </a:t>
            </a:r>
            <a:r>
              <a:rPr sz="2000" spc="-5" dirty="0">
                <a:latin typeface="Calibri"/>
                <a:cs typeface="Calibri"/>
              </a:rPr>
              <a:t>with</a:t>
            </a:r>
            <a:r>
              <a:rPr sz="2000" spc="5" dirty="0">
                <a:latin typeface="Calibri"/>
                <a:cs typeface="Calibri"/>
              </a:rPr>
              <a:t> </a:t>
            </a:r>
            <a:r>
              <a:rPr sz="2000" dirty="0">
                <a:latin typeface="Calibri"/>
                <a:cs typeface="Calibri"/>
              </a:rPr>
              <a:t>1111</a:t>
            </a:r>
            <a:r>
              <a:rPr sz="2000" spc="-25" dirty="0">
                <a:latin typeface="Calibri"/>
                <a:cs typeface="Calibri"/>
              </a:rPr>
              <a:t> </a:t>
            </a:r>
            <a:r>
              <a:rPr sz="2000" spc="-5" dirty="0">
                <a:latin typeface="Calibri"/>
                <a:cs typeface="Calibri"/>
              </a:rPr>
              <a:t>in </a:t>
            </a:r>
            <a:r>
              <a:rPr sz="2000" dirty="0">
                <a:latin typeface="Calibri"/>
                <a:cs typeface="Calibri"/>
              </a:rPr>
              <a:t>binary </a:t>
            </a:r>
            <a:r>
              <a:rPr sz="2000" spc="-5" dirty="0">
                <a:latin typeface="Calibri"/>
                <a:cs typeface="Calibri"/>
              </a:rPr>
              <a:t>belong</a:t>
            </a:r>
            <a:r>
              <a:rPr sz="2000" spc="-15" dirty="0">
                <a:latin typeface="Calibri"/>
                <a:cs typeface="Calibri"/>
              </a:rPr>
              <a:t> to.</a:t>
            </a:r>
            <a:endParaRPr sz="2000">
              <a:latin typeface="Calibri"/>
              <a:cs typeface="Calibri"/>
            </a:endParaRPr>
          </a:p>
          <a:p>
            <a:pPr marL="214629" indent="-177165">
              <a:lnSpc>
                <a:spcPct val="100000"/>
              </a:lnSpc>
              <a:spcBef>
                <a:spcPts val="685"/>
              </a:spcBef>
              <a:buClr>
                <a:srgbClr val="1CACE4"/>
              </a:buClr>
              <a:buFont typeface="Arial MT"/>
              <a:buChar char="•"/>
              <a:tabLst>
                <a:tab pos="215265" algn="l"/>
              </a:tabLst>
            </a:pPr>
            <a:r>
              <a:rPr sz="2000" dirty="0">
                <a:latin typeface="Calibri"/>
                <a:cs typeface="Calibri"/>
              </a:rPr>
              <a:t>As</a:t>
            </a:r>
            <a:r>
              <a:rPr sz="2000" spc="-5" dirty="0">
                <a:latin typeface="Calibri"/>
                <a:cs typeface="Calibri"/>
              </a:rPr>
              <a:t> in</a:t>
            </a:r>
            <a:r>
              <a:rPr sz="2000" spc="5" dirty="0">
                <a:latin typeface="Calibri"/>
                <a:cs typeface="Calibri"/>
              </a:rPr>
              <a:t> </a:t>
            </a:r>
            <a:r>
              <a:rPr sz="2000" spc="-5" dirty="0">
                <a:latin typeface="Calibri"/>
                <a:cs typeface="Calibri"/>
              </a:rPr>
              <a:t>class</a:t>
            </a:r>
            <a:r>
              <a:rPr sz="2000" spc="15" dirty="0">
                <a:latin typeface="Calibri"/>
                <a:cs typeface="Calibri"/>
              </a:rPr>
              <a:t> </a:t>
            </a:r>
            <a:r>
              <a:rPr sz="2000" spc="-25" dirty="0">
                <a:latin typeface="Calibri"/>
                <a:cs typeface="Calibri"/>
              </a:rPr>
              <a:t>D,</a:t>
            </a:r>
            <a:r>
              <a:rPr sz="2000" spc="-10" dirty="0">
                <a:latin typeface="Calibri"/>
                <a:cs typeface="Calibri"/>
              </a:rPr>
              <a:t> </a:t>
            </a:r>
            <a:r>
              <a:rPr sz="2000" spc="-5" dirty="0">
                <a:latin typeface="Calibri"/>
                <a:cs typeface="Calibri"/>
              </a:rPr>
              <a:t>class</a:t>
            </a:r>
            <a:r>
              <a:rPr sz="2000" spc="15" dirty="0">
                <a:latin typeface="Calibri"/>
                <a:cs typeface="Calibri"/>
              </a:rPr>
              <a:t> </a:t>
            </a:r>
            <a:r>
              <a:rPr sz="2000" dirty="0">
                <a:latin typeface="Calibri"/>
                <a:cs typeface="Calibri"/>
              </a:rPr>
              <a:t>E </a:t>
            </a:r>
            <a:r>
              <a:rPr sz="2000" spc="-5" dirty="0">
                <a:latin typeface="Calibri"/>
                <a:cs typeface="Calibri"/>
              </a:rPr>
              <a:t>is</a:t>
            </a:r>
            <a:r>
              <a:rPr sz="2000" spc="10" dirty="0">
                <a:latin typeface="Calibri"/>
                <a:cs typeface="Calibri"/>
              </a:rPr>
              <a:t> </a:t>
            </a:r>
            <a:r>
              <a:rPr sz="2000" dirty="0">
                <a:latin typeface="Calibri"/>
                <a:cs typeface="Calibri"/>
              </a:rPr>
              <a:t>not</a:t>
            </a:r>
            <a:r>
              <a:rPr sz="2000" spc="-5" dirty="0">
                <a:latin typeface="Calibri"/>
                <a:cs typeface="Calibri"/>
              </a:rPr>
              <a:t> divided</a:t>
            </a:r>
            <a:r>
              <a:rPr sz="2000" spc="5" dirty="0">
                <a:latin typeface="Calibri"/>
                <a:cs typeface="Calibri"/>
              </a:rPr>
              <a:t> </a:t>
            </a:r>
            <a:r>
              <a:rPr sz="2000" spc="-15" dirty="0">
                <a:latin typeface="Calibri"/>
                <a:cs typeface="Calibri"/>
              </a:rPr>
              <a:t>into</a:t>
            </a:r>
            <a:r>
              <a:rPr sz="2000" spc="5" dirty="0">
                <a:latin typeface="Calibri"/>
                <a:cs typeface="Calibri"/>
              </a:rPr>
              <a:t> </a:t>
            </a:r>
            <a:r>
              <a:rPr sz="2000" spc="-10" dirty="0">
                <a:latin typeface="Calibri"/>
                <a:cs typeface="Calibri"/>
              </a:rPr>
              <a:t>prefix</a:t>
            </a:r>
            <a:r>
              <a:rPr sz="2000" dirty="0">
                <a:latin typeface="Calibri"/>
                <a:cs typeface="Calibri"/>
              </a:rPr>
              <a:t> and</a:t>
            </a:r>
            <a:r>
              <a:rPr sz="2000" spc="-5" dirty="0">
                <a:latin typeface="Calibri"/>
                <a:cs typeface="Calibri"/>
              </a:rPr>
              <a:t> </a:t>
            </a:r>
            <a:r>
              <a:rPr sz="2000" spc="-10" dirty="0">
                <a:latin typeface="Calibri"/>
                <a:cs typeface="Calibri"/>
              </a:rPr>
              <a:t>suffix</a:t>
            </a:r>
            <a:r>
              <a:rPr sz="2000" spc="5" dirty="0">
                <a:latin typeface="Calibri"/>
                <a:cs typeface="Calibri"/>
              </a:rPr>
              <a:t> </a:t>
            </a:r>
            <a:r>
              <a:rPr sz="2000" dirty="0">
                <a:latin typeface="Calibri"/>
                <a:cs typeface="Calibri"/>
              </a:rPr>
              <a:t>and </a:t>
            </a:r>
            <a:r>
              <a:rPr sz="2000" spc="-5" dirty="0">
                <a:latin typeface="Calibri"/>
                <a:cs typeface="Calibri"/>
              </a:rPr>
              <a:t>is</a:t>
            </a:r>
            <a:r>
              <a:rPr sz="2000" spc="15" dirty="0">
                <a:latin typeface="Calibri"/>
                <a:cs typeface="Calibri"/>
              </a:rPr>
              <a:t> </a:t>
            </a:r>
            <a:r>
              <a:rPr sz="2000" spc="-5" dirty="0">
                <a:latin typeface="Calibri"/>
                <a:cs typeface="Calibri"/>
              </a:rPr>
              <a:t>used </a:t>
            </a:r>
            <a:r>
              <a:rPr sz="2000" dirty="0">
                <a:latin typeface="Calibri"/>
                <a:cs typeface="Calibri"/>
              </a:rPr>
              <a:t>as</a:t>
            </a:r>
            <a:r>
              <a:rPr sz="2000" spc="15" dirty="0">
                <a:latin typeface="Calibri"/>
                <a:cs typeface="Calibri"/>
              </a:rPr>
              <a:t> </a:t>
            </a:r>
            <a:r>
              <a:rPr sz="2000" spc="-10" dirty="0">
                <a:latin typeface="Calibri"/>
                <a:cs typeface="Calibri"/>
              </a:rPr>
              <a:t>reserve.</a:t>
            </a:r>
            <a:endParaRPr sz="2000">
              <a:latin typeface="Calibri"/>
              <a:cs typeface="Calibri"/>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309870" cy="756920"/>
          </a:xfrm>
          <a:prstGeom prst="rect">
            <a:avLst/>
          </a:prstGeom>
        </p:spPr>
        <p:txBody>
          <a:bodyPr vert="horz" wrap="square" lIns="0" tIns="12700" rIns="0" bIns="0" rtlCol="0">
            <a:spAutoFit/>
          </a:bodyPr>
          <a:lstStyle/>
          <a:p>
            <a:pPr marL="12700">
              <a:lnSpc>
                <a:spcPct val="100000"/>
              </a:lnSpc>
              <a:spcBef>
                <a:spcPts val="100"/>
              </a:spcBef>
            </a:pPr>
            <a:r>
              <a:rPr sz="4800" spc="-45" dirty="0"/>
              <a:t>Address</a:t>
            </a:r>
            <a:r>
              <a:rPr sz="4800" spc="-165" dirty="0"/>
              <a:t> </a:t>
            </a:r>
            <a:r>
              <a:rPr sz="4800" spc="-50" dirty="0"/>
              <a:t>Depletion</a:t>
            </a:r>
            <a:endParaRPr sz="4800" dirty="0"/>
          </a:p>
        </p:txBody>
      </p:sp>
      <p:sp>
        <p:nvSpPr>
          <p:cNvPr id="3" name="object 3"/>
          <p:cNvSpPr txBox="1"/>
          <p:nvPr/>
        </p:nvSpPr>
        <p:spPr>
          <a:xfrm>
            <a:off x="697667" y="1614931"/>
            <a:ext cx="8582660" cy="5037455"/>
          </a:xfrm>
          <a:prstGeom prst="rect">
            <a:avLst/>
          </a:prstGeom>
        </p:spPr>
        <p:txBody>
          <a:bodyPr vert="horz" wrap="square" lIns="0" tIns="104775" rIns="0" bIns="0" rtlCol="0">
            <a:spAutoFit/>
          </a:bodyPr>
          <a:lstStyle/>
          <a:p>
            <a:pPr marL="189230" marR="113664" indent="-177165">
              <a:lnSpc>
                <a:spcPct val="70000"/>
              </a:lnSpc>
              <a:spcBef>
                <a:spcPts val="825"/>
              </a:spcBef>
              <a:buClr>
                <a:srgbClr val="1CACE4"/>
              </a:buClr>
              <a:buFont typeface="Arial MT"/>
              <a:buChar char="•"/>
              <a:tabLst>
                <a:tab pos="189865" algn="l"/>
              </a:tabLst>
            </a:pP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addresses</a:t>
            </a:r>
            <a:r>
              <a:rPr sz="2000" spc="15" dirty="0">
                <a:solidFill>
                  <a:srgbClr val="3F3F3F"/>
                </a:solidFill>
                <a:latin typeface="Calibri"/>
                <a:cs typeface="Calibri"/>
              </a:rPr>
              <a:t> </a:t>
            </a:r>
            <a:r>
              <a:rPr sz="2000" spc="-15" dirty="0">
                <a:solidFill>
                  <a:srgbClr val="3F3F3F"/>
                </a:solidFill>
                <a:latin typeface="Calibri"/>
                <a:cs typeface="Calibri"/>
              </a:rPr>
              <a:t>were</a:t>
            </a:r>
            <a:r>
              <a:rPr sz="2000" spc="5" dirty="0">
                <a:solidFill>
                  <a:srgbClr val="3F3F3F"/>
                </a:solidFill>
                <a:latin typeface="Calibri"/>
                <a:cs typeface="Calibri"/>
              </a:rPr>
              <a:t> </a:t>
            </a:r>
            <a:r>
              <a:rPr sz="2000" dirty="0">
                <a:solidFill>
                  <a:srgbClr val="3F3F3F"/>
                </a:solidFill>
                <a:latin typeface="Calibri"/>
                <a:cs typeface="Calibri"/>
              </a:rPr>
              <a:t>not</a:t>
            </a:r>
            <a:r>
              <a:rPr sz="2000" spc="-20" dirty="0">
                <a:solidFill>
                  <a:srgbClr val="3F3F3F"/>
                </a:solidFill>
                <a:latin typeface="Calibri"/>
                <a:cs typeface="Calibri"/>
              </a:rPr>
              <a:t> </a:t>
            </a:r>
            <a:r>
              <a:rPr sz="2000" spc="-10" dirty="0">
                <a:solidFill>
                  <a:srgbClr val="3F3F3F"/>
                </a:solidFill>
                <a:latin typeface="Calibri"/>
                <a:cs typeface="Calibri"/>
              </a:rPr>
              <a:t>distributed</a:t>
            </a:r>
            <a:r>
              <a:rPr sz="2000" spc="20" dirty="0">
                <a:solidFill>
                  <a:srgbClr val="3F3F3F"/>
                </a:solidFill>
                <a:latin typeface="Calibri"/>
                <a:cs typeface="Calibri"/>
              </a:rPr>
              <a:t> </a:t>
            </a:r>
            <a:r>
              <a:rPr sz="2000" spc="-10" dirty="0">
                <a:solidFill>
                  <a:srgbClr val="3F3F3F"/>
                </a:solidFill>
                <a:latin typeface="Calibri"/>
                <a:cs typeface="Calibri"/>
              </a:rPr>
              <a:t>properly</a:t>
            </a:r>
            <a:r>
              <a:rPr sz="2000" spc="-5" dirty="0">
                <a:solidFill>
                  <a:srgbClr val="3F3F3F"/>
                </a:solidFill>
                <a:latin typeface="Calibri"/>
                <a:cs typeface="Calibri"/>
              </a:rPr>
              <a:t> so</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Internet</a:t>
            </a:r>
            <a:r>
              <a:rPr sz="2000" spc="15" dirty="0">
                <a:solidFill>
                  <a:srgbClr val="3F3F3F"/>
                </a:solidFill>
                <a:latin typeface="Calibri"/>
                <a:cs typeface="Calibri"/>
              </a:rPr>
              <a:t> </a:t>
            </a:r>
            <a:r>
              <a:rPr sz="2000" spc="-10" dirty="0">
                <a:solidFill>
                  <a:srgbClr val="3F3F3F"/>
                </a:solidFill>
                <a:latin typeface="Calibri"/>
                <a:cs typeface="Calibri"/>
              </a:rPr>
              <a:t>was</a:t>
            </a:r>
            <a:r>
              <a:rPr sz="2000" spc="5" dirty="0">
                <a:solidFill>
                  <a:srgbClr val="3F3F3F"/>
                </a:solidFill>
                <a:latin typeface="Calibri"/>
                <a:cs typeface="Calibri"/>
              </a:rPr>
              <a:t> </a:t>
            </a:r>
            <a:r>
              <a:rPr sz="2000" spc="-10" dirty="0">
                <a:solidFill>
                  <a:srgbClr val="3F3F3F"/>
                </a:solidFill>
                <a:latin typeface="Calibri"/>
                <a:cs typeface="Calibri"/>
              </a:rPr>
              <a:t>faced</a:t>
            </a:r>
            <a:r>
              <a:rPr sz="2000" spc="-5" dirty="0">
                <a:solidFill>
                  <a:srgbClr val="3F3F3F"/>
                </a:solidFill>
                <a:latin typeface="Calibri"/>
                <a:cs typeface="Calibri"/>
              </a:rPr>
              <a:t> with</a:t>
            </a:r>
            <a:r>
              <a:rPr sz="2000" spc="-1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 </a:t>
            </a:r>
            <a:r>
              <a:rPr sz="2000" spc="-10" dirty="0">
                <a:solidFill>
                  <a:srgbClr val="3F3F3F"/>
                </a:solidFill>
                <a:latin typeface="Calibri"/>
                <a:cs typeface="Calibri"/>
              </a:rPr>
              <a:t>problem</a:t>
            </a:r>
            <a:r>
              <a:rPr sz="2000" spc="-15"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addresses</a:t>
            </a:r>
            <a:r>
              <a:rPr sz="2000" spc="15" dirty="0">
                <a:solidFill>
                  <a:srgbClr val="3F3F3F"/>
                </a:solidFill>
                <a:latin typeface="Calibri"/>
                <a:cs typeface="Calibri"/>
              </a:rPr>
              <a:t> </a:t>
            </a:r>
            <a:r>
              <a:rPr sz="2000" spc="-5" dirty="0">
                <a:solidFill>
                  <a:srgbClr val="3F3F3F"/>
                </a:solidFill>
                <a:latin typeface="Calibri"/>
                <a:cs typeface="Calibri"/>
              </a:rPr>
              <a:t>being</a:t>
            </a:r>
            <a:r>
              <a:rPr sz="2000" spc="-20" dirty="0">
                <a:solidFill>
                  <a:srgbClr val="3F3F3F"/>
                </a:solidFill>
                <a:latin typeface="Calibri"/>
                <a:cs typeface="Calibri"/>
              </a:rPr>
              <a:t> </a:t>
            </a:r>
            <a:r>
              <a:rPr sz="2000" spc="-10" dirty="0">
                <a:solidFill>
                  <a:srgbClr val="3F3F3F"/>
                </a:solidFill>
                <a:latin typeface="Calibri"/>
                <a:cs typeface="Calibri"/>
              </a:rPr>
              <a:t>rapidly</a:t>
            </a:r>
            <a:r>
              <a:rPr sz="2000" dirty="0">
                <a:solidFill>
                  <a:srgbClr val="3F3F3F"/>
                </a:solidFill>
                <a:latin typeface="Calibri"/>
                <a:cs typeface="Calibri"/>
              </a:rPr>
              <a:t> </a:t>
            </a:r>
            <a:r>
              <a:rPr sz="2000" spc="-5" dirty="0">
                <a:solidFill>
                  <a:srgbClr val="3F3F3F"/>
                </a:solidFill>
                <a:latin typeface="Calibri"/>
                <a:cs typeface="Calibri"/>
              </a:rPr>
              <a:t>used</a:t>
            </a:r>
            <a:r>
              <a:rPr sz="2000" spc="5" dirty="0">
                <a:solidFill>
                  <a:srgbClr val="3F3F3F"/>
                </a:solidFill>
                <a:latin typeface="Calibri"/>
                <a:cs typeface="Calibri"/>
              </a:rPr>
              <a:t> </a:t>
            </a:r>
            <a:r>
              <a:rPr sz="2000" dirty="0">
                <a:solidFill>
                  <a:srgbClr val="3F3F3F"/>
                </a:solidFill>
                <a:latin typeface="Calibri"/>
                <a:cs typeface="Calibri"/>
              </a:rPr>
              <a:t>up,</a:t>
            </a:r>
            <a:r>
              <a:rPr sz="2000" spc="-15" dirty="0">
                <a:solidFill>
                  <a:srgbClr val="3F3F3F"/>
                </a:solidFill>
                <a:latin typeface="Calibri"/>
                <a:cs typeface="Calibri"/>
              </a:rPr>
              <a:t> </a:t>
            </a:r>
            <a:r>
              <a:rPr sz="2000" spc="-5" dirty="0">
                <a:solidFill>
                  <a:srgbClr val="3F3F3F"/>
                </a:solidFill>
                <a:latin typeface="Calibri"/>
                <a:cs typeface="Calibri"/>
              </a:rPr>
              <a:t>resulting</a:t>
            </a:r>
            <a:r>
              <a:rPr sz="2000" spc="5" dirty="0">
                <a:solidFill>
                  <a:srgbClr val="3F3F3F"/>
                </a:solidFill>
                <a:latin typeface="Calibri"/>
                <a:cs typeface="Calibri"/>
              </a:rPr>
              <a:t> </a:t>
            </a:r>
            <a:r>
              <a:rPr sz="2000" spc="-5" dirty="0">
                <a:solidFill>
                  <a:srgbClr val="3F3F3F"/>
                </a:solidFill>
                <a:latin typeface="Calibri"/>
                <a:cs typeface="Calibri"/>
              </a:rPr>
              <a:t>in </a:t>
            </a:r>
            <a:r>
              <a:rPr sz="2000" dirty="0">
                <a:solidFill>
                  <a:srgbClr val="3F3F3F"/>
                </a:solidFill>
                <a:latin typeface="Calibri"/>
                <a:cs typeface="Calibri"/>
              </a:rPr>
              <a:t>no</a:t>
            </a:r>
            <a:r>
              <a:rPr sz="2000" spc="-5" dirty="0">
                <a:solidFill>
                  <a:srgbClr val="3F3F3F"/>
                </a:solidFill>
                <a:latin typeface="Calibri"/>
                <a:cs typeface="Calibri"/>
              </a:rPr>
              <a:t> </a:t>
            </a:r>
            <a:r>
              <a:rPr sz="2000" spc="-10" dirty="0">
                <a:solidFill>
                  <a:srgbClr val="3F3F3F"/>
                </a:solidFill>
                <a:latin typeface="Calibri"/>
                <a:cs typeface="Calibri"/>
              </a:rPr>
              <a:t>more</a:t>
            </a:r>
            <a:r>
              <a:rPr sz="2000" spc="5" dirty="0">
                <a:solidFill>
                  <a:srgbClr val="3F3F3F"/>
                </a:solidFill>
                <a:latin typeface="Calibri"/>
                <a:cs typeface="Calibri"/>
              </a:rPr>
              <a:t> </a:t>
            </a:r>
            <a:r>
              <a:rPr sz="2000" spc="-5" dirty="0">
                <a:solidFill>
                  <a:srgbClr val="3F3F3F"/>
                </a:solidFill>
                <a:latin typeface="Calibri"/>
                <a:cs typeface="Calibri"/>
              </a:rPr>
              <a:t>addresses </a:t>
            </a:r>
            <a:r>
              <a:rPr sz="2000" dirty="0">
                <a:solidFill>
                  <a:srgbClr val="3F3F3F"/>
                </a:solidFill>
                <a:latin typeface="Calibri"/>
                <a:cs typeface="Calibri"/>
              </a:rPr>
              <a:t> </a:t>
            </a:r>
            <a:r>
              <a:rPr sz="2000" spc="-5" dirty="0">
                <a:solidFill>
                  <a:srgbClr val="3F3F3F"/>
                </a:solidFill>
                <a:latin typeface="Calibri"/>
                <a:cs typeface="Calibri"/>
              </a:rPr>
              <a:t>being</a:t>
            </a:r>
            <a:r>
              <a:rPr sz="2000" spc="-25" dirty="0">
                <a:solidFill>
                  <a:srgbClr val="3F3F3F"/>
                </a:solidFill>
                <a:latin typeface="Calibri"/>
                <a:cs typeface="Calibri"/>
              </a:rPr>
              <a:t> </a:t>
            </a:r>
            <a:r>
              <a:rPr sz="2000" spc="-10" dirty="0">
                <a:solidFill>
                  <a:srgbClr val="3F3F3F"/>
                </a:solidFill>
                <a:latin typeface="Calibri"/>
                <a:cs typeface="Calibri"/>
              </a:rPr>
              <a:t>available</a:t>
            </a:r>
            <a:r>
              <a:rPr sz="2000" spc="25" dirty="0">
                <a:solidFill>
                  <a:srgbClr val="3F3F3F"/>
                </a:solidFill>
                <a:latin typeface="Calibri"/>
                <a:cs typeface="Calibri"/>
              </a:rPr>
              <a:t> </a:t>
            </a:r>
            <a:r>
              <a:rPr sz="2000" spc="-15" dirty="0">
                <a:solidFill>
                  <a:srgbClr val="3F3F3F"/>
                </a:solidFill>
                <a:latin typeface="Calibri"/>
                <a:cs typeface="Calibri"/>
              </a:rPr>
              <a:t>for</a:t>
            </a:r>
            <a:r>
              <a:rPr sz="2000" dirty="0">
                <a:solidFill>
                  <a:srgbClr val="3F3F3F"/>
                </a:solidFill>
                <a:latin typeface="Calibri"/>
                <a:cs typeface="Calibri"/>
              </a:rPr>
              <a:t> </a:t>
            </a:r>
            <a:r>
              <a:rPr sz="2000" spc="-10" dirty="0">
                <a:solidFill>
                  <a:srgbClr val="3F3F3F"/>
                </a:solidFill>
                <a:latin typeface="Calibri"/>
                <a:cs typeface="Calibri"/>
              </a:rPr>
              <a:t>organizations</a:t>
            </a:r>
            <a:r>
              <a:rPr sz="2000" spc="-5" dirty="0">
                <a:solidFill>
                  <a:srgbClr val="3F3F3F"/>
                </a:solidFill>
                <a:latin typeface="Calibri"/>
                <a:cs typeface="Calibri"/>
              </a:rPr>
              <a:t> </a:t>
            </a:r>
            <a:r>
              <a:rPr sz="2000" dirty="0">
                <a:solidFill>
                  <a:srgbClr val="3F3F3F"/>
                </a:solidFill>
                <a:latin typeface="Calibri"/>
                <a:cs typeface="Calibri"/>
              </a:rPr>
              <a:t>and </a:t>
            </a:r>
            <a:r>
              <a:rPr sz="2000" spc="-5" dirty="0">
                <a:solidFill>
                  <a:srgbClr val="3F3F3F"/>
                </a:solidFill>
                <a:latin typeface="Calibri"/>
                <a:cs typeface="Calibri"/>
              </a:rPr>
              <a:t>individuals</a:t>
            </a:r>
            <a:r>
              <a:rPr sz="2000" spc="5" dirty="0">
                <a:solidFill>
                  <a:srgbClr val="3F3F3F"/>
                </a:solidFill>
                <a:latin typeface="Calibri"/>
                <a:cs typeface="Calibri"/>
              </a:rPr>
              <a:t> </a:t>
            </a:r>
            <a:r>
              <a:rPr sz="2000" spc="-10" dirty="0">
                <a:solidFill>
                  <a:srgbClr val="3F3F3F"/>
                </a:solidFill>
                <a:latin typeface="Calibri"/>
                <a:cs typeface="Calibri"/>
              </a:rPr>
              <a:t>that</a:t>
            </a:r>
            <a:r>
              <a:rPr sz="2000" dirty="0">
                <a:solidFill>
                  <a:srgbClr val="3F3F3F"/>
                </a:solidFill>
                <a:latin typeface="Calibri"/>
                <a:cs typeface="Calibri"/>
              </a:rPr>
              <a:t> </a:t>
            </a:r>
            <a:r>
              <a:rPr sz="2000" spc="-5" dirty="0">
                <a:solidFill>
                  <a:srgbClr val="3F3F3F"/>
                </a:solidFill>
                <a:latin typeface="Calibri"/>
                <a:cs typeface="Calibri"/>
              </a:rPr>
              <a:t>needed</a:t>
            </a:r>
            <a:r>
              <a:rPr sz="200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15" dirty="0">
                <a:solidFill>
                  <a:srgbClr val="3F3F3F"/>
                </a:solidFill>
                <a:latin typeface="Calibri"/>
                <a:cs typeface="Calibri"/>
              </a:rPr>
              <a:t>have</a:t>
            </a:r>
            <a:r>
              <a:rPr sz="2000" spc="10" dirty="0">
                <a:solidFill>
                  <a:srgbClr val="3F3F3F"/>
                </a:solidFill>
                <a:latin typeface="Calibri"/>
                <a:cs typeface="Calibri"/>
              </a:rPr>
              <a:t> </a:t>
            </a:r>
            <a:r>
              <a:rPr sz="2000" dirty="0">
                <a:solidFill>
                  <a:srgbClr val="3F3F3F"/>
                </a:solidFill>
                <a:latin typeface="Calibri"/>
                <a:cs typeface="Calibri"/>
              </a:rPr>
              <a:t>an</a:t>
            </a:r>
            <a:r>
              <a:rPr sz="2000" spc="-5" dirty="0">
                <a:solidFill>
                  <a:srgbClr val="3F3F3F"/>
                </a:solidFill>
                <a:latin typeface="Calibri"/>
                <a:cs typeface="Calibri"/>
              </a:rPr>
              <a:t> </a:t>
            </a:r>
            <a:r>
              <a:rPr sz="2000" spc="-10" dirty="0">
                <a:solidFill>
                  <a:srgbClr val="3F3F3F"/>
                </a:solidFill>
                <a:latin typeface="Calibri"/>
                <a:cs typeface="Calibri"/>
              </a:rPr>
              <a:t>Internet </a:t>
            </a:r>
            <a:r>
              <a:rPr sz="2000" spc="-434" dirty="0">
                <a:solidFill>
                  <a:srgbClr val="3F3F3F"/>
                </a:solidFill>
                <a:latin typeface="Calibri"/>
                <a:cs typeface="Calibri"/>
              </a:rPr>
              <a:t> </a:t>
            </a:r>
            <a:r>
              <a:rPr sz="2000" spc="-5" dirty="0">
                <a:solidFill>
                  <a:srgbClr val="3F3F3F"/>
                </a:solidFill>
                <a:latin typeface="Calibri"/>
                <a:cs typeface="Calibri"/>
              </a:rPr>
              <a:t>connection.</a:t>
            </a:r>
            <a:endParaRPr sz="2000" dirty="0">
              <a:latin typeface="Calibri"/>
              <a:cs typeface="Calibri"/>
            </a:endParaRPr>
          </a:p>
          <a:p>
            <a:pPr marL="189230" marR="5080" indent="-177165">
              <a:lnSpc>
                <a:spcPct val="70000"/>
              </a:lnSpc>
              <a:spcBef>
                <a:spcPts val="1400"/>
              </a:spcBef>
              <a:buClr>
                <a:srgbClr val="1CACE4"/>
              </a:buClr>
              <a:buFont typeface="Arial MT"/>
              <a:buChar char="•"/>
              <a:tabLst>
                <a:tab pos="189865" algn="l"/>
              </a:tabLst>
            </a:pPr>
            <a:r>
              <a:rPr sz="2000" dirty="0">
                <a:solidFill>
                  <a:srgbClr val="3F3F3F"/>
                </a:solidFill>
                <a:latin typeface="Calibri"/>
                <a:cs typeface="Calibri"/>
              </a:rPr>
              <a:t>Eg.</a:t>
            </a:r>
            <a:r>
              <a:rPr sz="2000" spc="-30" dirty="0">
                <a:solidFill>
                  <a:srgbClr val="3F3F3F"/>
                </a:solidFill>
                <a:latin typeface="Calibri"/>
                <a:cs typeface="Calibri"/>
              </a:rPr>
              <a:t> </a:t>
            </a:r>
            <a:r>
              <a:rPr sz="2000" spc="-5" dirty="0">
                <a:solidFill>
                  <a:srgbClr val="3F3F3F"/>
                </a:solidFill>
                <a:latin typeface="Calibri"/>
                <a:cs typeface="Calibri"/>
              </a:rPr>
              <a:t>class</a:t>
            </a:r>
            <a:r>
              <a:rPr sz="2000" spc="2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-assigned</a:t>
            </a:r>
            <a:r>
              <a:rPr sz="2000" spc="1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5" dirty="0">
                <a:solidFill>
                  <a:srgbClr val="3F3F3F"/>
                </a:solidFill>
                <a:latin typeface="Calibri"/>
                <a:cs typeface="Calibri"/>
              </a:rPr>
              <a:t>only</a:t>
            </a:r>
            <a:r>
              <a:rPr sz="2000" spc="-10" dirty="0">
                <a:solidFill>
                  <a:srgbClr val="3F3F3F"/>
                </a:solidFill>
                <a:latin typeface="Calibri"/>
                <a:cs typeface="Calibri"/>
              </a:rPr>
              <a:t> </a:t>
            </a:r>
            <a:r>
              <a:rPr sz="2000" dirty="0">
                <a:solidFill>
                  <a:srgbClr val="3F3F3F"/>
                </a:solidFill>
                <a:latin typeface="Calibri"/>
                <a:cs typeface="Calibri"/>
              </a:rPr>
              <a:t>128</a:t>
            </a:r>
            <a:r>
              <a:rPr sz="2000" spc="-10" dirty="0">
                <a:solidFill>
                  <a:srgbClr val="3F3F3F"/>
                </a:solidFill>
                <a:latin typeface="Calibri"/>
                <a:cs typeface="Calibri"/>
              </a:rPr>
              <a:t> organizations</a:t>
            </a:r>
            <a:r>
              <a:rPr sz="2000" spc="-5" dirty="0">
                <a:solidFill>
                  <a:srgbClr val="3F3F3F"/>
                </a:solidFill>
                <a:latin typeface="Calibri"/>
                <a:cs typeface="Calibri"/>
              </a:rPr>
              <a:t> in</a:t>
            </a:r>
            <a:r>
              <a:rPr sz="2000" dirty="0">
                <a:solidFill>
                  <a:srgbClr val="3F3F3F"/>
                </a:solidFill>
                <a:latin typeface="Calibri"/>
                <a:cs typeface="Calibri"/>
              </a:rPr>
              <a:t> the</a:t>
            </a:r>
            <a:r>
              <a:rPr sz="2000" spc="5" dirty="0">
                <a:solidFill>
                  <a:srgbClr val="3F3F3F"/>
                </a:solidFill>
                <a:latin typeface="Calibri"/>
                <a:cs typeface="Calibri"/>
              </a:rPr>
              <a:t> </a:t>
            </a:r>
            <a:r>
              <a:rPr sz="2000" spc="-10" dirty="0">
                <a:solidFill>
                  <a:srgbClr val="3F3F3F"/>
                </a:solidFill>
                <a:latin typeface="Calibri"/>
                <a:cs typeface="Calibri"/>
              </a:rPr>
              <a:t>world,</a:t>
            </a:r>
            <a:r>
              <a:rPr sz="2000" dirty="0">
                <a:solidFill>
                  <a:srgbClr val="3F3F3F"/>
                </a:solidFill>
                <a:latin typeface="Calibri"/>
                <a:cs typeface="Calibri"/>
              </a:rPr>
              <a:t> but</a:t>
            </a:r>
            <a:r>
              <a:rPr sz="2000" spc="-10" dirty="0">
                <a:solidFill>
                  <a:srgbClr val="3F3F3F"/>
                </a:solidFill>
                <a:latin typeface="Calibri"/>
                <a:cs typeface="Calibri"/>
              </a:rPr>
              <a:t> </a:t>
            </a:r>
            <a:r>
              <a:rPr sz="2000" spc="-5" dirty="0">
                <a:solidFill>
                  <a:srgbClr val="3F3F3F"/>
                </a:solidFill>
                <a:latin typeface="Calibri"/>
                <a:cs typeface="Calibri"/>
              </a:rPr>
              <a:t>each</a:t>
            </a:r>
            <a:r>
              <a:rPr sz="2000" dirty="0">
                <a:solidFill>
                  <a:srgbClr val="3F3F3F"/>
                </a:solidFill>
                <a:latin typeface="Calibri"/>
                <a:cs typeface="Calibri"/>
              </a:rPr>
              <a:t> </a:t>
            </a:r>
            <a:r>
              <a:rPr sz="2000" spc="-15" dirty="0">
                <a:solidFill>
                  <a:srgbClr val="3F3F3F"/>
                </a:solidFill>
                <a:latin typeface="Calibri"/>
                <a:cs typeface="Calibri"/>
              </a:rPr>
              <a:t>organization </a:t>
            </a:r>
            <a:r>
              <a:rPr sz="2000" spc="-434" dirty="0">
                <a:solidFill>
                  <a:srgbClr val="3F3F3F"/>
                </a:solidFill>
                <a:latin typeface="Calibri"/>
                <a:cs typeface="Calibri"/>
              </a:rPr>
              <a:t> </a:t>
            </a:r>
            <a:r>
              <a:rPr sz="2000" spc="-10" dirty="0">
                <a:solidFill>
                  <a:srgbClr val="3F3F3F"/>
                </a:solidFill>
                <a:latin typeface="Calibri"/>
                <a:cs typeface="Calibri"/>
              </a:rPr>
              <a:t>would</a:t>
            </a:r>
            <a:r>
              <a:rPr sz="2000" spc="-20" dirty="0">
                <a:solidFill>
                  <a:srgbClr val="3F3F3F"/>
                </a:solidFill>
                <a:latin typeface="Calibri"/>
                <a:cs typeface="Calibri"/>
              </a:rPr>
              <a:t> </a:t>
            </a:r>
            <a:r>
              <a:rPr sz="2000" spc="-5" dirty="0">
                <a:solidFill>
                  <a:srgbClr val="3F3F3F"/>
                </a:solidFill>
                <a:latin typeface="Calibri"/>
                <a:cs typeface="Calibri"/>
              </a:rPr>
              <a:t>need</a:t>
            </a:r>
            <a:r>
              <a:rPr sz="2000" spc="-1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15" dirty="0">
                <a:solidFill>
                  <a:srgbClr val="3F3F3F"/>
                </a:solidFill>
                <a:latin typeface="Calibri"/>
                <a:cs typeface="Calibri"/>
              </a:rPr>
              <a:t>have</a:t>
            </a:r>
            <a:r>
              <a:rPr sz="2000" dirty="0">
                <a:solidFill>
                  <a:srgbClr val="3F3F3F"/>
                </a:solidFill>
                <a:latin typeface="Calibri"/>
                <a:cs typeface="Calibri"/>
              </a:rPr>
              <a:t> one</a:t>
            </a:r>
            <a:r>
              <a:rPr sz="2000" spc="-5" dirty="0">
                <a:solidFill>
                  <a:srgbClr val="3F3F3F"/>
                </a:solidFill>
                <a:latin typeface="Calibri"/>
                <a:cs typeface="Calibri"/>
              </a:rPr>
              <a:t> single</a:t>
            </a:r>
            <a:r>
              <a:rPr sz="2000" dirty="0">
                <a:solidFill>
                  <a:srgbClr val="3F3F3F"/>
                </a:solidFill>
                <a:latin typeface="Calibri"/>
                <a:cs typeface="Calibri"/>
              </a:rPr>
              <a:t> </a:t>
            </a:r>
            <a:r>
              <a:rPr sz="2000" spc="-10" dirty="0">
                <a:solidFill>
                  <a:srgbClr val="3F3F3F"/>
                </a:solidFill>
                <a:latin typeface="Calibri"/>
                <a:cs typeface="Calibri"/>
              </a:rPr>
              <a:t>network</a:t>
            </a:r>
            <a:r>
              <a:rPr sz="2000" spc="5" dirty="0">
                <a:solidFill>
                  <a:srgbClr val="3F3F3F"/>
                </a:solidFill>
                <a:latin typeface="Calibri"/>
                <a:cs typeface="Calibri"/>
              </a:rPr>
              <a:t> </a:t>
            </a:r>
            <a:r>
              <a:rPr sz="2000" spc="-5" dirty="0">
                <a:solidFill>
                  <a:srgbClr val="3F3F3F"/>
                </a:solidFill>
                <a:latin typeface="Calibri"/>
                <a:cs typeface="Calibri"/>
              </a:rPr>
              <a:t>(seen</a:t>
            </a:r>
            <a:r>
              <a:rPr sz="2000" dirty="0">
                <a:solidFill>
                  <a:srgbClr val="3F3F3F"/>
                </a:solidFill>
                <a:latin typeface="Calibri"/>
                <a:cs typeface="Calibri"/>
              </a:rPr>
              <a:t> </a:t>
            </a:r>
            <a:r>
              <a:rPr sz="2000" spc="-5" dirty="0">
                <a:solidFill>
                  <a:srgbClr val="3F3F3F"/>
                </a:solidFill>
                <a:latin typeface="Calibri"/>
                <a:cs typeface="Calibri"/>
              </a:rPr>
              <a:t>by</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rest</a:t>
            </a:r>
            <a:r>
              <a:rPr sz="2000" spc="10"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a:t>
            </a:r>
            <a:r>
              <a:rPr sz="2000" spc="-10" dirty="0">
                <a:solidFill>
                  <a:srgbClr val="3F3F3F"/>
                </a:solidFill>
                <a:latin typeface="Calibri"/>
                <a:cs typeface="Calibri"/>
              </a:rPr>
              <a:t> world)</a:t>
            </a:r>
            <a:r>
              <a:rPr sz="2000" spc="5" dirty="0">
                <a:solidFill>
                  <a:srgbClr val="3F3F3F"/>
                </a:solidFill>
                <a:latin typeface="Calibri"/>
                <a:cs typeface="Calibri"/>
              </a:rPr>
              <a:t> </a:t>
            </a:r>
            <a:r>
              <a:rPr sz="2000" spc="-5" dirty="0">
                <a:solidFill>
                  <a:srgbClr val="3F3F3F"/>
                </a:solidFill>
                <a:latin typeface="Calibri"/>
                <a:cs typeface="Calibri"/>
              </a:rPr>
              <a:t>with </a:t>
            </a:r>
            <a:r>
              <a:rPr sz="2000" dirty="0">
                <a:solidFill>
                  <a:srgbClr val="3F3F3F"/>
                </a:solidFill>
                <a:latin typeface="Calibri"/>
                <a:cs typeface="Calibri"/>
              </a:rPr>
              <a:t> </a:t>
            </a:r>
            <a:r>
              <a:rPr sz="2000" spc="-5" dirty="0">
                <a:solidFill>
                  <a:srgbClr val="3F3F3F"/>
                </a:solidFill>
                <a:latin typeface="Calibri"/>
                <a:cs typeface="Calibri"/>
              </a:rPr>
              <a:t>16,777,216</a:t>
            </a:r>
            <a:r>
              <a:rPr sz="2000" spc="-55" dirty="0">
                <a:solidFill>
                  <a:srgbClr val="3F3F3F"/>
                </a:solidFill>
                <a:latin typeface="Calibri"/>
                <a:cs typeface="Calibri"/>
              </a:rPr>
              <a:t> </a:t>
            </a:r>
            <a:r>
              <a:rPr sz="2000" dirty="0">
                <a:solidFill>
                  <a:srgbClr val="3F3F3F"/>
                </a:solidFill>
                <a:latin typeface="Calibri"/>
                <a:cs typeface="Calibri"/>
              </a:rPr>
              <a:t>nodes</a:t>
            </a:r>
            <a:r>
              <a:rPr sz="2000" spc="-15" dirty="0">
                <a:solidFill>
                  <a:srgbClr val="3F3F3F"/>
                </a:solidFill>
                <a:latin typeface="Calibri"/>
                <a:cs typeface="Calibri"/>
              </a:rPr>
              <a:t> </a:t>
            </a:r>
            <a:r>
              <a:rPr sz="2000" spc="-10" dirty="0">
                <a:solidFill>
                  <a:srgbClr val="3F3F3F"/>
                </a:solidFill>
                <a:latin typeface="Calibri"/>
                <a:cs typeface="Calibri"/>
              </a:rPr>
              <a:t>(computers</a:t>
            </a:r>
            <a:r>
              <a:rPr sz="2000" dirty="0">
                <a:solidFill>
                  <a:srgbClr val="3F3F3F"/>
                </a:solidFill>
                <a:latin typeface="Calibri"/>
                <a:cs typeface="Calibri"/>
              </a:rPr>
              <a:t> </a:t>
            </a:r>
            <a:r>
              <a:rPr sz="2000" spc="-5" dirty="0">
                <a:solidFill>
                  <a:srgbClr val="3F3F3F"/>
                </a:solidFill>
                <a:latin typeface="Calibri"/>
                <a:cs typeface="Calibri"/>
              </a:rPr>
              <a:t>in</a:t>
            </a:r>
            <a:r>
              <a:rPr sz="2000" spc="-10" dirty="0">
                <a:solidFill>
                  <a:srgbClr val="3F3F3F"/>
                </a:solidFill>
                <a:latin typeface="Calibri"/>
                <a:cs typeface="Calibri"/>
              </a:rPr>
              <a:t> </a:t>
            </a:r>
            <a:r>
              <a:rPr sz="2000" spc="-5" dirty="0">
                <a:solidFill>
                  <a:srgbClr val="3F3F3F"/>
                </a:solidFill>
                <a:latin typeface="Calibri"/>
                <a:cs typeface="Calibri"/>
              </a:rPr>
              <a:t>this</a:t>
            </a:r>
            <a:r>
              <a:rPr sz="2000" spc="10" dirty="0">
                <a:solidFill>
                  <a:srgbClr val="3F3F3F"/>
                </a:solidFill>
                <a:latin typeface="Calibri"/>
                <a:cs typeface="Calibri"/>
              </a:rPr>
              <a:t> </a:t>
            </a:r>
            <a:r>
              <a:rPr sz="2000" spc="-5" dirty="0">
                <a:solidFill>
                  <a:srgbClr val="3F3F3F"/>
                </a:solidFill>
                <a:latin typeface="Calibri"/>
                <a:cs typeface="Calibri"/>
              </a:rPr>
              <a:t>single</a:t>
            </a:r>
            <a:r>
              <a:rPr sz="2000" spc="5" dirty="0">
                <a:solidFill>
                  <a:srgbClr val="3F3F3F"/>
                </a:solidFill>
                <a:latin typeface="Calibri"/>
                <a:cs typeface="Calibri"/>
              </a:rPr>
              <a:t> </a:t>
            </a:r>
            <a:r>
              <a:rPr sz="2000" spc="-10" dirty="0">
                <a:solidFill>
                  <a:srgbClr val="3F3F3F"/>
                </a:solidFill>
                <a:latin typeface="Calibri"/>
                <a:cs typeface="Calibri"/>
              </a:rPr>
              <a:t>network).</a:t>
            </a:r>
            <a:endParaRPr sz="2000" dirty="0">
              <a:latin typeface="Calibri"/>
              <a:cs typeface="Calibri"/>
            </a:endParaRPr>
          </a:p>
          <a:p>
            <a:pPr marL="419100" marR="56515" lvl="1" indent="-182880">
              <a:lnSpc>
                <a:spcPct val="70000"/>
              </a:lnSpc>
              <a:spcBef>
                <a:spcPts val="395"/>
              </a:spcBef>
              <a:buClr>
                <a:srgbClr val="1CACE4"/>
              </a:buClr>
              <a:buChar char="◦"/>
              <a:tabLst>
                <a:tab pos="419734" algn="l"/>
              </a:tabLst>
            </a:pPr>
            <a:r>
              <a:rPr sz="1700" spc="-5" dirty="0">
                <a:solidFill>
                  <a:srgbClr val="3F3F3F"/>
                </a:solidFill>
                <a:latin typeface="Calibri"/>
                <a:cs typeface="Calibri"/>
              </a:rPr>
              <a:t>Because there </a:t>
            </a:r>
            <a:r>
              <a:rPr sz="1700" spc="-10" dirty="0">
                <a:solidFill>
                  <a:srgbClr val="3F3F3F"/>
                </a:solidFill>
                <a:latin typeface="Calibri"/>
                <a:cs typeface="Calibri"/>
              </a:rPr>
              <a:t>were </a:t>
            </a:r>
            <a:r>
              <a:rPr sz="1700" dirty="0">
                <a:solidFill>
                  <a:srgbClr val="3F3F3F"/>
                </a:solidFill>
                <a:latin typeface="Calibri"/>
                <a:cs typeface="Calibri"/>
              </a:rPr>
              <a:t>only a </a:t>
            </a:r>
            <a:r>
              <a:rPr sz="1700" spc="-20" dirty="0">
                <a:solidFill>
                  <a:srgbClr val="3F3F3F"/>
                </a:solidFill>
                <a:latin typeface="Calibri"/>
                <a:cs typeface="Calibri"/>
              </a:rPr>
              <a:t>few </a:t>
            </a:r>
            <a:r>
              <a:rPr sz="1700" spc="-10" dirty="0">
                <a:solidFill>
                  <a:srgbClr val="3F3F3F"/>
                </a:solidFill>
                <a:latin typeface="Calibri"/>
                <a:cs typeface="Calibri"/>
              </a:rPr>
              <a:t>organizations </a:t>
            </a:r>
            <a:r>
              <a:rPr sz="1700" spc="-5" dirty="0">
                <a:solidFill>
                  <a:srgbClr val="3F3F3F"/>
                </a:solidFill>
                <a:latin typeface="Calibri"/>
                <a:cs typeface="Calibri"/>
              </a:rPr>
              <a:t>that are </a:t>
            </a:r>
            <a:r>
              <a:rPr sz="1700" dirty="0">
                <a:solidFill>
                  <a:srgbClr val="3F3F3F"/>
                </a:solidFill>
                <a:latin typeface="Calibri"/>
                <a:cs typeface="Calibri"/>
              </a:rPr>
              <a:t>this </a:t>
            </a:r>
            <a:r>
              <a:rPr sz="1700" spc="-5" dirty="0">
                <a:solidFill>
                  <a:srgbClr val="3F3F3F"/>
                </a:solidFill>
                <a:latin typeface="Calibri"/>
                <a:cs typeface="Calibri"/>
              </a:rPr>
              <a:t>large, </a:t>
            </a:r>
            <a:r>
              <a:rPr sz="1700" spc="-10" dirty="0">
                <a:solidFill>
                  <a:srgbClr val="3F3F3F"/>
                </a:solidFill>
                <a:latin typeface="Calibri"/>
                <a:cs typeface="Calibri"/>
              </a:rPr>
              <a:t>most </a:t>
            </a:r>
            <a:r>
              <a:rPr sz="1700" spc="-5" dirty="0">
                <a:solidFill>
                  <a:srgbClr val="3F3F3F"/>
                </a:solidFill>
                <a:latin typeface="Calibri"/>
                <a:cs typeface="Calibri"/>
              </a:rPr>
              <a:t>of </a:t>
            </a:r>
            <a:r>
              <a:rPr sz="1700" dirty="0">
                <a:solidFill>
                  <a:srgbClr val="3F3F3F"/>
                </a:solidFill>
                <a:latin typeface="Calibri"/>
                <a:cs typeface="Calibri"/>
              </a:rPr>
              <a:t>the </a:t>
            </a:r>
            <a:r>
              <a:rPr sz="1700" spc="-5" dirty="0">
                <a:solidFill>
                  <a:srgbClr val="3F3F3F"/>
                </a:solidFill>
                <a:latin typeface="Calibri"/>
                <a:cs typeface="Calibri"/>
              </a:rPr>
              <a:t>addresses </a:t>
            </a:r>
            <a:r>
              <a:rPr sz="1700" dirty="0">
                <a:solidFill>
                  <a:srgbClr val="3F3F3F"/>
                </a:solidFill>
                <a:latin typeface="Calibri"/>
                <a:cs typeface="Calibri"/>
              </a:rPr>
              <a:t>in this </a:t>
            </a:r>
            <a:r>
              <a:rPr sz="1700" spc="-370" dirty="0">
                <a:solidFill>
                  <a:srgbClr val="3F3F3F"/>
                </a:solidFill>
                <a:latin typeface="Calibri"/>
                <a:cs typeface="Calibri"/>
              </a:rPr>
              <a:t> </a:t>
            </a:r>
            <a:r>
              <a:rPr sz="1700" dirty="0">
                <a:solidFill>
                  <a:srgbClr val="3F3F3F"/>
                </a:solidFill>
                <a:latin typeface="Calibri"/>
                <a:cs typeface="Calibri"/>
              </a:rPr>
              <a:t>class</a:t>
            </a:r>
            <a:r>
              <a:rPr sz="1700" spc="-40" dirty="0">
                <a:solidFill>
                  <a:srgbClr val="3F3F3F"/>
                </a:solidFill>
                <a:latin typeface="Calibri"/>
                <a:cs typeface="Calibri"/>
              </a:rPr>
              <a:t> </a:t>
            </a:r>
            <a:r>
              <a:rPr sz="1700" spc="-10" dirty="0">
                <a:solidFill>
                  <a:srgbClr val="3F3F3F"/>
                </a:solidFill>
                <a:latin typeface="Calibri"/>
                <a:cs typeface="Calibri"/>
              </a:rPr>
              <a:t>were</a:t>
            </a:r>
            <a:r>
              <a:rPr sz="1700" spc="-25" dirty="0">
                <a:solidFill>
                  <a:srgbClr val="3F3F3F"/>
                </a:solidFill>
                <a:latin typeface="Calibri"/>
                <a:cs typeface="Calibri"/>
              </a:rPr>
              <a:t> </a:t>
            </a:r>
            <a:r>
              <a:rPr sz="1700" spc="-10" dirty="0">
                <a:solidFill>
                  <a:srgbClr val="3F3F3F"/>
                </a:solidFill>
                <a:latin typeface="Calibri"/>
                <a:cs typeface="Calibri"/>
              </a:rPr>
              <a:t>wasted</a:t>
            </a:r>
            <a:r>
              <a:rPr sz="1700" spc="-25" dirty="0">
                <a:solidFill>
                  <a:srgbClr val="3F3F3F"/>
                </a:solidFill>
                <a:latin typeface="Calibri"/>
                <a:cs typeface="Calibri"/>
              </a:rPr>
              <a:t> </a:t>
            </a:r>
            <a:r>
              <a:rPr sz="1700" spc="-5" dirty="0">
                <a:solidFill>
                  <a:srgbClr val="3F3F3F"/>
                </a:solidFill>
                <a:latin typeface="Calibri"/>
                <a:cs typeface="Calibri"/>
              </a:rPr>
              <a:t>(unused).</a:t>
            </a:r>
            <a:endParaRPr sz="1700" dirty="0">
              <a:latin typeface="Calibri"/>
              <a:cs typeface="Calibri"/>
            </a:endParaRPr>
          </a:p>
          <a:p>
            <a:pPr lvl="1">
              <a:lnSpc>
                <a:spcPct val="100000"/>
              </a:lnSpc>
              <a:spcBef>
                <a:spcPts val="10"/>
              </a:spcBef>
              <a:buClr>
                <a:srgbClr val="1CACE4"/>
              </a:buClr>
              <a:buFont typeface="Calibri"/>
              <a:buChar char="◦"/>
            </a:pPr>
            <a:endParaRPr sz="1300" dirty="0">
              <a:latin typeface="Calibri"/>
              <a:cs typeface="Calibri"/>
            </a:endParaRPr>
          </a:p>
          <a:p>
            <a:pPr marL="189230" marR="643255" indent="-177165">
              <a:lnSpc>
                <a:spcPct val="70000"/>
              </a:lnSpc>
              <a:buClr>
                <a:srgbClr val="1CACE4"/>
              </a:buClr>
              <a:buFont typeface="Arial MT"/>
              <a:buChar char="•"/>
              <a:tabLst>
                <a:tab pos="189865" algn="l"/>
              </a:tabLst>
            </a:pPr>
            <a:r>
              <a:rPr sz="2000" spc="-5" dirty="0">
                <a:solidFill>
                  <a:srgbClr val="3F3F3F"/>
                </a:solidFill>
                <a:latin typeface="Calibri"/>
                <a:cs typeface="Calibri"/>
              </a:rPr>
              <a:t>Class</a:t>
            </a:r>
            <a:r>
              <a:rPr sz="2000" dirty="0">
                <a:solidFill>
                  <a:srgbClr val="3F3F3F"/>
                </a:solidFill>
                <a:latin typeface="Calibri"/>
                <a:cs typeface="Calibri"/>
              </a:rPr>
              <a:t> B</a:t>
            </a:r>
            <a:r>
              <a:rPr sz="2000" spc="-15" dirty="0">
                <a:solidFill>
                  <a:srgbClr val="3F3F3F"/>
                </a:solidFill>
                <a:latin typeface="Calibri"/>
                <a:cs typeface="Calibri"/>
              </a:rPr>
              <a:t> </a:t>
            </a:r>
            <a:r>
              <a:rPr sz="2000" spc="-5" dirty="0">
                <a:solidFill>
                  <a:srgbClr val="3F3F3F"/>
                </a:solidFill>
                <a:latin typeface="Calibri"/>
                <a:cs typeface="Calibri"/>
              </a:rPr>
              <a:t>addresses</a:t>
            </a:r>
            <a:r>
              <a:rPr sz="2000" spc="25" dirty="0">
                <a:solidFill>
                  <a:srgbClr val="3F3F3F"/>
                </a:solidFill>
                <a:latin typeface="Calibri"/>
                <a:cs typeface="Calibri"/>
              </a:rPr>
              <a:t> </a:t>
            </a:r>
            <a:r>
              <a:rPr sz="2000" spc="-15" dirty="0">
                <a:solidFill>
                  <a:srgbClr val="3F3F3F"/>
                </a:solidFill>
                <a:latin typeface="Calibri"/>
                <a:cs typeface="Calibri"/>
              </a:rPr>
              <a:t>were</a:t>
            </a:r>
            <a:r>
              <a:rPr sz="2000" spc="-10" dirty="0">
                <a:solidFill>
                  <a:srgbClr val="3F3F3F"/>
                </a:solidFill>
                <a:latin typeface="Calibri"/>
                <a:cs typeface="Calibri"/>
              </a:rPr>
              <a:t> </a:t>
            </a:r>
            <a:r>
              <a:rPr sz="2000" spc="-5" dirty="0">
                <a:solidFill>
                  <a:srgbClr val="3F3F3F"/>
                </a:solidFill>
                <a:latin typeface="Calibri"/>
                <a:cs typeface="Calibri"/>
              </a:rPr>
              <a:t>designed </a:t>
            </a:r>
            <a:r>
              <a:rPr sz="2000" spc="-15" dirty="0">
                <a:solidFill>
                  <a:srgbClr val="3F3F3F"/>
                </a:solidFill>
                <a:latin typeface="Calibri"/>
                <a:cs typeface="Calibri"/>
              </a:rPr>
              <a:t>for</a:t>
            </a:r>
            <a:r>
              <a:rPr sz="2000" spc="-10" dirty="0">
                <a:solidFill>
                  <a:srgbClr val="3F3F3F"/>
                </a:solidFill>
                <a:latin typeface="Calibri"/>
                <a:cs typeface="Calibri"/>
              </a:rPr>
              <a:t> midsize</a:t>
            </a:r>
            <a:r>
              <a:rPr sz="2000" spc="10" dirty="0">
                <a:solidFill>
                  <a:srgbClr val="3F3F3F"/>
                </a:solidFill>
                <a:latin typeface="Calibri"/>
                <a:cs typeface="Calibri"/>
              </a:rPr>
              <a:t> </a:t>
            </a:r>
            <a:r>
              <a:rPr sz="2000" spc="-10" dirty="0">
                <a:solidFill>
                  <a:srgbClr val="3F3F3F"/>
                </a:solidFill>
                <a:latin typeface="Calibri"/>
                <a:cs typeface="Calibri"/>
              </a:rPr>
              <a:t>organizations,</a:t>
            </a:r>
            <a:r>
              <a:rPr sz="2000" spc="-5" dirty="0">
                <a:solidFill>
                  <a:srgbClr val="3F3F3F"/>
                </a:solidFill>
                <a:latin typeface="Calibri"/>
                <a:cs typeface="Calibri"/>
              </a:rPr>
              <a:t> </a:t>
            </a:r>
            <a:r>
              <a:rPr sz="2000" dirty="0">
                <a:solidFill>
                  <a:srgbClr val="3F3F3F"/>
                </a:solidFill>
                <a:latin typeface="Calibri"/>
                <a:cs typeface="Calibri"/>
              </a:rPr>
              <a:t>but</a:t>
            </a:r>
            <a:r>
              <a:rPr sz="2000" spc="-15" dirty="0">
                <a:solidFill>
                  <a:srgbClr val="3F3F3F"/>
                </a:solidFill>
                <a:latin typeface="Calibri"/>
                <a:cs typeface="Calibri"/>
              </a:rPr>
              <a:t> </a:t>
            </a:r>
            <a:r>
              <a:rPr sz="2000" spc="-10" dirty="0">
                <a:solidFill>
                  <a:srgbClr val="3F3F3F"/>
                </a:solidFill>
                <a:latin typeface="Calibri"/>
                <a:cs typeface="Calibri"/>
              </a:rPr>
              <a:t>many</a:t>
            </a:r>
            <a:r>
              <a:rPr sz="2000" spc="-20"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 </a:t>
            </a:r>
            <a:r>
              <a:rPr sz="2000" spc="-440" dirty="0">
                <a:solidFill>
                  <a:srgbClr val="3F3F3F"/>
                </a:solidFill>
                <a:latin typeface="Calibri"/>
                <a:cs typeface="Calibri"/>
              </a:rPr>
              <a:t> </a:t>
            </a:r>
            <a:r>
              <a:rPr sz="2000" spc="-5" dirty="0">
                <a:solidFill>
                  <a:srgbClr val="3F3F3F"/>
                </a:solidFill>
                <a:latin typeface="Calibri"/>
                <a:cs typeface="Calibri"/>
              </a:rPr>
              <a:t>addresses</a:t>
            </a:r>
            <a:r>
              <a:rPr sz="2000" spc="-10" dirty="0">
                <a:solidFill>
                  <a:srgbClr val="3F3F3F"/>
                </a:solidFill>
                <a:latin typeface="Calibri"/>
                <a:cs typeface="Calibri"/>
              </a:rPr>
              <a:t> </a:t>
            </a:r>
            <a:r>
              <a:rPr sz="2000" spc="-5" dirty="0">
                <a:solidFill>
                  <a:srgbClr val="3F3F3F"/>
                </a:solidFill>
                <a:latin typeface="Calibri"/>
                <a:cs typeface="Calibri"/>
              </a:rPr>
              <a:t>in</a:t>
            </a:r>
            <a:r>
              <a:rPr sz="2000" dirty="0">
                <a:solidFill>
                  <a:srgbClr val="3F3F3F"/>
                </a:solidFill>
                <a:latin typeface="Calibri"/>
                <a:cs typeface="Calibri"/>
              </a:rPr>
              <a:t> </a:t>
            </a:r>
            <a:r>
              <a:rPr sz="2000" spc="-5" dirty="0">
                <a:solidFill>
                  <a:srgbClr val="3F3F3F"/>
                </a:solidFill>
                <a:latin typeface="Calibri"/>
                <a:cs typeface="Calibri"/>
              </a:rPr>
              <a:t>this</a:t>
            </a:r>
            <a:r>
              <a:rPr sz="2000" dirty="0">
                <a:solidFill>
                  <a:srgbClr val="3F3F3F"/>
                </a:solidFill>
                <a:latin typeface="Calibri"/>
                <a:cs typeface="Calibri"/>
              </a:rPr>
              <a:t> </a:t>
            </a:r>
            <a:r>
              <a:rPr sz="2000" spc="-5" dirty="0">
                <a:solidFill>
                  <a:srgbClr val="3F3F3F"/>
                </a:solidFill>
                <a:latin typeface="Calibri"/>
                <a:cs typeface="Calibri"/>
              </a:rPr>
              <a:t>class</a:t>
            </a:r>
            <a:r>
              <a:rPr sz="2000" spc="20" dirty="0">
                <a:solidFill>
                  <a:srgbClr val="3F3F3F"/>
                </a:solidFill>
                <a:latin typeface="Calibri"/>
                <a:cs typeface="Calibri"/>
              </a:rPr>
              <a:t> </a:t>
            </a:r>
            <a:r>
              <a:rPr sz="2000" spc="-5" dirty="0">
                <a:solidFill>
                  <a:srgbClr val="3F3F3F"/>
                </a:solidFill>
                <a:latin typeface="Calibri"/>
                <a:cs typeface="Calibri"/>
              </a:rPr>
              <a:t>also</a:t>
            </a:r>
            <a:r>
              <a:rPr sz="2000" dirty="0">
                <a:solidFill>
                  <a:srgbClr val="3F3F3F"/>
                </a:solidFill>
                <a:latin typeface="Calibri"/>
                <a:cs typeface="Calibri"/>
              </a:rPr>
              <a:t> </a:t>
            </a:r>
            <a:r>
              <a:rPr sz="2000" spc="-5" dirty="0">
                <a:solidFill>
                  <a:srgbClr val="3F3F3F"/>
                </a:solidFill>
                <a:latin typeface="Calibri"/>
                <a:cs typeface="Calibri"/>
              </a:rPr>
              <a:t>remained</a:t>
            </a:r>
            <a:r>
              <a:rPr sz="2000" dirty="0">
                <a:solidFill>
                  <a:srgbClr val="3F3F3F"/>
                </a:solidFill>
                <a:latin typeface="Calibri"/>
                <a:cs typeface="Calibri"/>
              </a:rPr>
              <a:t> unused.</a:t>
            </a:r>
            <a:endParaRPr sz="2000" dirty="0">
              <a:latin typeface="Calibri"/>
              <a:cs typeface="Calibri"/>
            </a:endParaRPr>
          </a:p>
          <a:p>
            <a:pPr marL="189230" marR="859155" indent="-177165" algn="just">
              <a:lnSpc>
                <a:spcPct val="70000"/>
              </a:lnSpc>
              <a:spcBef>
                <a:spcPts val="1405"/>
              </a:spcBef>
              <a:buClr>
                <a:srgbClr val="1CACE4"/>
              </a:buClr>
              <a:buFont typeface="Arial MT"/>
              <a:buChar char="•"/>
              <a:tabLst>
                <a:tab pos="189865" algn="l"/>
              </a:tabLst>
            </a:pPr>
            <a:r>
              <a:rPr sz="2000" spc="-5" dirty="0">
                <a:solidFill>
                  <a:srgbClr val="3F3F3F"/>
                </a:solidFill>
                <a:latin typeface="Calibri"/>
                <a:cs typeface="Calibri"/>
              </a:rPr>
              <a:t>Class </a:t>
            </a:r>
            <a:r>
              <a:rPr sz="2000" dirty="0">
                <a:solidFill>
                  <a:srgbClr val="3F3F3F"/>
                </a:solidFill>
                <a:latin typeface="Calibri"/>
                <a:cs typeface="Calibri"/>
              </a:rPr>
              <a:t>C </a:t>
            </a:r>
            <a:r>
              <a:rPr sz="2000" spc="-5" dirty="0">
                <a:solidFill>
                  <a:srgbClr val="3F3F3F"/>
                </a:solidFill>
                <a:latin typeface="Calibri"/>
                <a:cs typeface="Calibri"/>
              </a:rPr>
              <a:t>addresses </a:t>
            </a:r>
            <a:r>
              <a:rPr sz="2000" spc="-15" dirty="0">
                <a:solidFill>
                  <a:srgbClr val="3F3F3F"/>
                </a:solidFill>
                <a:latin typeface="Calibri"/>
                <a:cs typeface="Calibri"/>
              </a:rPr>
              <a:t>have </a:t>
            </a:r>
            <a:r>
              <a:rPr sz="2000" dirty="0">
                <a:solidFill>
                  <a:srgbClr val="3F3F3F"/>
                </a:solidFill>
                <a:latin typeface="Calibri"/>
                <a:cs typeface="Calibri"/>
              </a:rPr>
              <a:t>a </a:t>
            </a:r>
            <a:r>
              <a:rPr sz="2000" spc="-10" dirty="0">
                <a:solidFill>
                  <a:srgbClr val="3F3F3F"/>
                </a:solidFill>
                <a:latin typeface="Calibri"/>
                <a:cs typeface="Calibri"/>
              </a:rPr>
              <a:t>completely </a:t>
            </a:r>
            <a:r>
              <a:rPr sz="2000" spc="-15" dirty="0">
                <a:solidFill>
                  <a:srgbClr val="3F3F3F"/>
                </a:solidFill>
                <a:latin typeface="Calibri"/>
                <a:cs typeface="Calibri"/>
              </a:rPr>
              <a:t>different </a:t>
            </a:r>
            <a:r>
              <a:rPr sz="2000" spc="-5" dirty="0">
                <a:solidFill>
                  <a:srgbClr val="3F3F3F"/>
                </a:solidFill>
                <a:latin typeface="Calibri"/>
                <a:cs typeface="Calibri"/>
              </a:rPr>
              <a:t>design </a:t>
            </a:r>
            <a:r>
              <a:rPr sz="2000" spc="-35" dirty="0">
                <a:solidFill>
                  <a:srgbClr val="3F3F3F"/>
                </a:solidFill>
                <a:latin typeface="Calibri"/>
                <a:cs typeface="Calibri"/>
              </a:rPr>
              <a:t>flaw. </a:t>
            </a:r>
            <a:r>
              <a:rPr sz="2000" dirty="0">
                <a:solidFill>
                  <a:srgbClr val="3F3F3F"/>
                </a:solidFill>
                <a:latin typeface="Calibri"/>
                <a:cs typeface="Calibri"/>
              </a:rPr>
              <a:t>The </a:t>
            </a:r>
            <a:r>
              <a:rPr sz="2000" spc="-5" dirty="0">
                <a:solidFill>
                  <a:srgbClr val="3F3F3F"/>
                </a:solidFill>
                <a:latin typeface="Calibri"/>
                <a:cs typeface="Calibri"/>
              </a:rPr>
              <a:t>number of </a:t>
            </a:r>
            <a:r>
              <a:rPr sz="2000" spc="-440" dirty="0">
                <a:solidFill>
                  <a:srgbClr val="3F3F3F"/>
                </a:solidFill>
                <a:latin typeface="Calibri"/>
                <a:cs typeface="Calibri"/>
              </a:rPr>
              <a:t> </a:t>
            </a:r>
            <a:r>
              <a:rPr sz="2000" spc="-5" dirty="0">
                <a:solidFill>
                  <a:srgbClr val="3F3F3F"/>
                </a:solidFill>
                <a:latin typeface="Calibri"/>
                <a:cs typeface="Calibri"/>
              </a:rPr>
              <a:t>addresses </a:t>
            </a:r>
            <a:r>
              <a:rPr sz="2000" spc="-10" dirty="0">
                <a:solidFill>
                  <a:srgbClr val="3F3F3F"/>
                </a:solidFill>
                <a:latin typeface="Calibri"/>
                <a:cs typeface="Calibri"/>
              </a:rPr>
              <a:t>that </a:t>
            </a:r>
            <a:r>
              <a:rPr sz="2000" spc="-5" dirty="0">
                <a:solidFill>
                  <a:srgbClr val="3F3F3F"/>
                </a:solidFill>
                <a:latin typeface="Calibri"/>
                <a:cs typeface="Calibri"/>
              </a:rPr>
              <a:t>can </a:t>
            </a:r>
            <a:r>
              <a:rPr sz="2000" dirty="0">
                <a:solidFill>
                  <a:srgbClr val="3F3F3F"/>
                </a:solidFill>
                <a:latin typeface="Calibri"/>
                <a:cs typeface="Calibri"/>
              </a:rPr>
              <a:t>be </a:t>
            </a:r>
            <a:r>
              <a:rPr sz="2000" spc="-5" dirty="0">
                <a:solidFill>
                  <a:srgbClr val="3F3F3F"/>
                </a:solidFill>
                <a:latin typeface="Calibri"/>
                <a:cs typeface="Calibri"/>
              </a:rPr>
              <a:t>used in each </a:t>
            </a:r>
            <a:r>
              <a:rPr sz="2000" spc="-10" dirty="0">
                <a:solidFill>
                  <a:srgbClr val="3F3F3F"/>
                </a:solidFill>
                <a:latin typeface="Calibri"/>
                <a:cs typeface="Calibri"/>
              </a:rPr>
              <a:t>network </a:t>
            </a:r>
            <a:r>
              <a:rPr sz="2000" dirty="0">
                <a:solidFill>
                  <a:srgbClr val="3F3F3F"/>
                </a:solidFill>
                <a:latin typeface="Calibri"/>
                <a:cs typeface="Calibri"/>
              </a:rPr>
              <a:t>(256) </a:t>
            </a:r>
            <a:r>
              <a:rPr sz="2000" spc="-10" dirty="0">
                <a:solidFill>
                  <a:srgbClr val="3F3F3F"/>
                </a:solidFill>
                <a:latin typeface="Calibri"/>
                <a:cs typeface="Calibri"/>
              </a:rPr>
              <a:t>was </a:t>
            </a:r>
            <a:r>
              <a:rPr sz="2000" spc="-5" dirty="0">
                <a:solidFill>
                  <a:srgbClr val="3F3F3F"/>
                </a:solidFill>
                <a:latin typeface="Calibri"/>
                <a:cs typeface="Calibri"/>
              </a:rPr>
              <a:t>so small </a:t>
            </a:r>
            <a:r>
              <a:rPr sz="2000" spc="-10" dirty="0">
                <a:solidFill>
                  <a:srgbClr val="3F3F3F"/>
                </a:solidFill>
                <a:latin typeface="Calibri"/>
                <a:cs typeface="Calibri"/>
              </a:rPr>
              <a:t>that most </a:t>
            </a:r>
            <a:r>
              <a:rPr sz="2000" spc="-440" dirty="0">
                <a:solidFill>
                  <a:srgbClr val="3F3F3F"/>
                </a:solidFill>
                <a:latin typeface="Calibri"/>
                <a:cs typeface="Calibri"/>
              </a:rPr>
              <a:t> </a:t>
            </a:r>
            <a:r>
              <a:rPr sz="2000" spc="-5" dirty="0">
                <a:solidFill>
                  <a:srgbClr val="3F3F3F"/>
                </a:solidFill>
                <a:latin typeface="Calibri"/>
                <a:cs typeface="Calibri"/>
              </a:rPr>
              <a:t>companies</a:t>
            </a:r>
            <a:r>
              <a:rPr sz="2000" spc="-25" dirty="0">
                <a:solidFill>
                  <a:srgbClr val="3F3F3F"/>
                </a:solidFill>
                <a:latin typeface="Calibri"/>
                <a:cs typeface="Calibri"/>
              </a:rPr>
              <a:t> </a:t>
            </a:r>
            <a:r>
              <a:rPr sz="2000" spc="-15" dirty="0">
                <a:solidFill>
                  <a:srgbClr val="3F3F3F"/>
                </a:solidFill>
                <a:latin typeface="Calibri"/>
                <a:cs typeface="Calibri"/>
              </a:rPr>
              <a:t>were</a:t>
            </a:r>
            <a:r>
              <a:rPr sz="2000" dirty="0">
                <a:solidFill>
                  <a:srgbClr val="3F3F3F"/>
                </a:solidFill>
                <a:latin typeface="Calibri"/>
                <a:cs typeface="Calibri"/>
              </a:rPr>
              <a:t> not</a:t>
            </a:r>
            <a:r>
              <a:rPr sz="2000" spc="-10" dirty="0">
                <a:solidFill>
                  <a:srgbClr val="3F3F3F"/>
                </a:solidFill>
                <a:latin typeface="Calibri"/>
                <a:cs typeface="Calibri"/>
              </a:rPr>
              <a:t> comfortable</a:t>
            </a:r>
            <a:r>
              <a:rPr sz="2000" spc="-5" dirty="0">
                <a:solidFill>
                  <a:srgbClr val="3F3F3F"/>
                </a:solidFill>
                <a:latin typeface="Calibri"/>
                <a:cs typeface="Calibri"/>
              </a:rPr>
              <a:t> using </a:t>
            </a:r>
            <a:r>
              <a:rPr sz="2000" dirty="0">
                <a:solidFill>
                  <a:srgbClr val="3F3F3F"/>
                </a:solidFill>
                <a:latin typeface="Calibri"/>
                <a:cs typeface="Calibri"/>
              </a:rPr>
              <a:t>a</a:t>
            </a:r>
            <a:r>
              <a:rPr sz="2000" spc="-10" dirty="0">
                <a:solidFill>
                  <a:srgbClr val="3F3F3F"/>
                </a:solidFill>
                <a:latin typeface="Calibri"/>
                <a:cs typeface="Calibri"/>
              </a:rPr>
              <a:t> </a:t>
            </a:r>
            <a:r>
              <a:rPr sz="2000" spc="-5" dirty="0">
                <a:solidFill>
                  <a:srgbClr val="3F3F3F"/>
                </a:solidFill>
                <a:latin typeface="Calibri"/>
                <a:cs typeface="Calibri"/>
              </a:rPr>
              <a:t>block in</a:t>
            </a:r>
            <a:r>
              <a:rPr sz="2000" dirty="0">
                <a:solidFill>
                  <a:srgbClr val="3F3F3F"/>
                </a:solidFill>
                <a:latin typeface="Calibri"/>
                <a:cs typeface="Calibri"/>
              </a:rPr>
              <a:t> </a:t>
            </a:r>
            <a:r>
              <a:rPr sz="2000" spc="-5" dirty="0">
                <a:solidFill>
                  <a:srgbClr val="3F3F3F"/>
                </a:solidFill>
                <a:latin typeface="Calibri"/>
                <a:cs typeface="Calibri"/>
              </a:rPr>
              <a:t>this</a:t>
            </a:r>
            <a:r>
              <a:rPr sz="2000" dirty="0">
                <a:solidFill>
                  <a:srgbClr val="3F3F3F"/>
                </a:solidFill>
                <a:latin typeface="Calibri"/>
                <a:cs typeface="Calibri"/>
              </a:rPr>
              <a:t> </a:t>
            </a:r>
            <a:r>
              <a:rPr sz="2000" spc="-5" dirty="0">
                <a:solidFill>
                  <a:srgbClr val="3F3F3F"/>
                </a:solidFill>
                <a:latin typeface="Calibri"/>
                <a:cs typeface="Calibri"/>
              </a:rPr>
              <a:t>address.</a:t>
            </a:r>
            <a:endParaRPr sz="2000" dirty="0">
              <a:latin typeface="Calibri"/>
              <a:cs typeface="Calibri"/>
            </a:endParaRPr>
          </a:p>
          <a:p>
            <a:pPr marL="189230" indent="-177165" algn="just">
              <a:lnSpc>
                <a:spcPct val="100000"/>
              </a:lnSpc>
              <a:spcBef>
                <a:spcPts val="685"/>
              </a:spcBef>
              <a:buClr>
                <a:srgbClr val="1CACE4"/>
              </a:buClr>
              <a:buFont typeface="Arial MT"/>
              <a:buChar char="•"/>
              <a:tabLst>
                <a:tab pos="189865" algn="l"/>
              </a:tabLst>
            </a:pPr>
            <a:r>
              <a:rPr sz="2000" spc="-5" dirty="0">
                <a:solidFill>
                  <a:srgbClr val="3F3F3F"/>
                </a:solidFill>
                <a:latin typeface="Calibri"/>
                <a:cs typeface="Calibri"/>
              </a:rPr>
              <a:t>Class</a:t>
            </a:r>
            <a:r>
              <a:rPr sz="2000" dirty="0">
                <a:solidFill>
                  <a:srgbClr val="3F3F3F"/>
                </a:solidFill>
                <a:latin typeface="Calibri"/>
                <a:cs typeface="Calibri"/>
              </a:rPr>
              <a:t> E </a:t>
            </a:r>
            <a:r>
              <a:rPr sz="2000" spc="-5" dirty="0">
                <a:solidFill>
                  <a:srgbClr val="3F3F3F"/>
                </a:solidFill>
                <a:latin typeface="Calibri"/>
                <a:cs typeface="Calibri"/>
              </a:rPr>
              <a:t>addresses</a:t>
            </a:r>
            <a:r>
              <a:rPr sz="2000" spc="15" dirty="0">
                <a:solidFill>
                  <a:srgbClr val="3F3F3F"/>
                </a:solidFill>
                <a:latin typeface="Calibri"/>
                <a:cs typeface="Calibri"/>
              </a:rPr>
              <a:t> </a:t>
            </a:r>
            <a:r>
              <a:rPr sz="2000" spc="-15" dirty="0">
                <a:solidFill>
                  <a:srgbClr val="3F3F3F"/>
                </a:solidFill>
                <a:latin typeface="Calibri"/>
                <a:cs typeface="Calibri"/>
              </a:rPr>
              <a:t>were</a:t>
            </a:r>
            <a:r>
              <a:rPr sz="2000" spc="5" dirty="0">
                <a:solidFill>
                  <a:srgbClr val="3F3F3F"/>
                </a:solidFill>
                <a:latin typeface="Calibri"/>
                <a:cs typeface="Calibri"/>
              </a:rPr>
              <a:t> </a:t>
            </a:r>
            <a:r>
              <a:rPr sz="2000" spc="-10" dirty="0">
                <a:solidFill>
                  <a:srgbClr val="3F3F3F"/>
                </a:solidFill>
                <a:latin typeface="Calibri"/>
                <a:cs typeface="Calibri"/>
              </a:rPr>
              <a:t>almost</a:t>
            </a:r>
            <a:r>
              <a:rPr sz="2000" spc="15" dirty="0">
                <a:solidFill>
                  <a:srgbClr val="3F3F3F"/>
                </a:solidFill>
                <a:latin typeface="Calibri"/>
                <a:cs typeface="Calibri"/>
              </a:rPr>
              <a:t> </a:t>
            </a:r>
            <a:r>
              <a:rPr sz="2000" spc="-10" dirty="0">
                <a:solidFill>
                  <a:srgbClr val="3F3F3F"/>
                </a:solidFill>
                <a:latin typeface="Calibri"/>
                <a:cs typeface="Calibri"/>
              </a:rPr>
              <a:t>never</a:t>
            </a:r>
            <a:r>
              <a:rPr sz="2000" dirty="0">
                <a:solidFill>
                  <a:srgbClr val="3F3F3F"/>
                </a:solidFill>
                <a:latin typeface="Calibri"/>
                <a:cs typeface="Calibri"/>
              </a:rPr>
              <a:t> </a:t>
            </a:r>
            <a:r>
              <a:rPr sz="2000" spc="-5" dirty="0">
                <a:solidFill>
                  <a:srgbClr val="3F3F3F"/>
                </a:solidFill>
                <a:latin typeface="Calibri"/>
                <a:cs typeface="Calibri"/>
              </a:rPr>
              <a:t>used,</a:t>
            </a:r>
            <a:r>
              <a:rPr sz="2000" spc="5" dirty="0">
                <a:solidFill>
                  <a:srgbClr val="3F3F3F"/>
                </a:solidFill>
                <a:latin typeface="Calibri"/>
                <a:cs typeface="Calibri"/>
              </a:rPr>
              <a:t> </a:t>
            </a:r>
            <a:r>
              <a:rPr sz="2000" spc="-10" dirty="0">
                <a:solidFill>
                  <a:srgbClr val="3F3F3F"/>
                </a:solidFill>
                <a:latin typeface="Calibri"/>
                <a:cs typeface="Calibri"/>
              </a:rPr>
              <a:t>wasting</a:t>
            </a:r>
            <a:r>
              <a:rPr sz="2000" dirty="0">
                <a:solidFill>
                  <a:srgbClr val="3F3F3F"/>
                </a:solidFill>
                <a:latin typeface="Calibri"/>
                <a:cs typeface="Calibri"/>
              </a:rPr>
              <a:t> th</a:t>
            </a:r>
            <a:r>
              <a:rPr lang="en-US" sz="2000" dirty="0">
                <a:solidFill>
                  <a:srgbClr val="3F3F3F"/>
                </a:solidFill>
                <a:latin typeface="Calibri"/>
                <a:cs typeface="Calibri"/>
              </a:rPr>
              <a:t>e</a:t>
            </a:r>
            <a:r>
              <a:rPr sz="2000" dirty="0">
                <a:solidFill>
                  <a:srgbClr val="3F3F3F"/>
                </a:solidFill>
                <a:latin typeface="Calibri"/>
                <a:cs typeface="Calibri"/>
              </a:rPr>
              <a:t> </a:t>
            </a:r>
            <a:r>
              <a:rPr sz="2000" spc="-5" dirty="0">
                <a:solidFill>
                  <a:srgbClr val="3F3F3F"/>
                </a:solidFill>
                <a:latin typeface="Calibri"/>
                <a:cs typeface="Calibri"/>
              </a:rPr>
              <a:t>whole class.</a:t>
            </a:r>
            <a:endParaRPr sz="2000" dirty="0">
              <a:latin typeface="Calibri"/>
              <a:cs typeface="Calibri"/>
            </a:endParaRPr>
          </a:p>
          <a:p>
            <a:pPr marL="189230" marR="60325" indent="-177165">
              <a:lnSpc>
                <a:spcPct val="70000"/>
              </a:lnSpc>
              <a:spcBef>
                <a:spcPts val="1390"/>
              </a:spcBef>
              <a:buClr>
                <a:srgbClr val="1CACE4"/>
              </a:buClr>
              <a:buFont typeface="Arial MT"/>
              <a:buChar char="•"/>
              <a:tabLst>
                <a:tab pos="189865" algn="l"/>
              </a:tabLst>
            </a:pPr>
            <a:r>
              <a:rPr sz="2000" spc="-10" dirty="0">
                <a:solidFill>
                  <a:srgbClr val="3F3F3F"/>
                </a:solidFill>
                <a:latin typeface="Calibri"/>
                <a:cs typeface="Calibri"/>
              </a:rPr>
              <a:t>larger</a:t>
            </a:r>
            <a:r>
              <a:rPr sz="2000" spc="-15" dirty="0">
                <a:solidFill>
                  <a:srgbClr val="3F3F3F"/>
                </a:solidFill>
                <a:latin typeface="Calibri"/>
                <a:cs typeface="Calibri"/>
              </a:rPr>
              <a:t> </a:t>
            </a:r>
            <a:r>
              <a:rPr sz="2000" spc="-5" dirty="0">
                <a:solidFill>
                  <a:srgbClr val="3F3F3F"/>
                </a:solidFill>
                <a:latin typeface="Calibri"/>
                <a:cs typeface="Calibri"/>
              </a:rPr>
              <a:t>address</a:t>
            </a:r>
            <a:r>
              <a:rPr sz="2000" dirty="0">
                <a:solidFill>
                  <a:srgbClr val="3F3F3F"/>
                </a:solidFill>
                <a:latin typeface="Calibri"/>
                <a:cs typeface="Calibri"/>
              </a:rPr>
              <a:t> space</a:t>
            </a:r>
            <a:r>
              <a:rPr sz="2000" spc="5" dirty="0">
                <a:solidFill>
                  <a:srgbClr val="3F3F3F"/>
                </a:solidFill>
                <a:latin typeface="Calibri"/>
                <a:cs typeface="Calibri"/>
              </a:rPr>
              <a:t> </a:t>
            </a:r>
            <a:r>
              <a:rPr sz="2000" spc="-10" dirty="0">
                <a:solidFill>
                  <a:srgbClr val="3F3F3F"/>
                </a:solidFill>
                <a:latin typeface="Calibri"/>
                <a:cs typeface="Calibri"/>
              </a:rPr>
              <a:t>requires</a:t>
            </a:r>
            <a:r>
              <a:rPr sz="2000" spc="1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length</a:t>
            </a:r>
            <a:r>
              <a:rPr sz="2000"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spc="-5" dirty="0">
                <a:solidFill>
                  <a:srgbClr val="3F3F3F"/>
                </a:solidFill>
                <a:latin typeface="Calibri"/>
                <a:cs typeface="Calibri"/>
              </a:rPr>
              <a:t>IP</a:t>
            </a:r>
            <a:r>
              <a:rPr sz="2000" spc="-10" dirty="0">
                <a:solidFill>
                  <a:srgbClr val="3F3F3F"/>
                </a:solidFill>
                <a:latin typeface="Calibri"/>
                <a:cs typeface="Calibri"/>
              </a:rPr>
              <a:t> </a:t>
            </a:r>
            <a:r>
              <a:rPr sz="2000" spc="-5" dirty="0">
                <a:solidFill>
                  <a:srgbClr val="3F3F3F"/>
                </a:solidFill>
                <a:latin typeface="Calibri"/>
                <a:cs typeface="Calibri"/>
              </a:rPr>
              <a:t>addresses</a:t>
            </a:r>
            <a:r>
              <a:rPr sz="2000" spc="20" dirty="0">
                <a:solidFill>
                  <a:srgbClr val="3F3F3F"/>
                </a:solidFill>
                <a:latin typeface="Calibri"/>
                <a:cs typeface="Calibri"/>
              </a:rPr>
              <a:t> </a:t>
            </a:r>
            <a:r>
              <a:rPr sz="2000" dirty="0">
                <a:solidFill>
                  <a:srgbClr val="3F3F3F"/>
                </a:solidFill>
                <a:latin typeface="Calibri"/>
                <a:cs typeface="Calibri"/>
              </a:rPr>
              <a:t>be</a:t>
            </a:r>
            <a:r>
              <a:rPr sz="2000" spc="-5" dirty="0">
                <a:solidFill>
                  <a:srgbClr val="3F3F3F"/>
                </a:solidFill>
                <a:latin typeface="Calibri"/>
                <a:cs typeface="Calibri"/>
              </a:rPr>
              <a:t> increased</a:t>
            </a:r>
            <a:r>
              <a:rPr sz="2000" spc="40" dirty="0">
                <a:solidFill>
                  <a:srgbClr val="3F3F3F"/>
                </a:solidFill>
                <a:latin typeface="Calibri"/>
                <a:cs typeface="Calibri"/>
              </a:rPr>
              <a:t> </a:t>
            </a:r>
            <a:r>
              <a:rPr sz="2000" spc="-5" dirty="0">
                <a:solidFill>
                  <a:srgbClr val="3F3F3F"/>
                </a:solidFill>
                <a:latin typeface="Calibri"/>
                <a:cs typeface="Calibri"/>
              </a:rPr>
              <a:t>-means</a:t>
            </a:r>
            <a:r>
              <a:rPr sz="2000" spc="10" dirty="0">
                <a:solidFill>
                  <a:srgbClr val="3F3F3F"/>
                </a:solidFill>
                <a:latin typeface="Calibri"/>
                <a:cs typeface="Calibri"/>
              </a:rPr>
              <a:t> </a:t>
            </a:r>
            <a:r>
              <a:rPr sz="2000" dirty="0">
                <a:solidFill>
                  <a:srgbClr val="3F3F3F"/>
                </a:solidFill>
                <a:latin typeface="Calibri"/>
                <a:cs typeface="Calibri"/>
              </a:rPr>
              <a:t>the </a:t>
            </a:r>
            <a:r>
              <a:rPr sz="2000" spc="-434" dirty="0">
                <a:solidFill>
                  <a:srgbClr val="3F3F3F"/>
                </a:solidFill>
                <a:latin typeface="Calibri"/>
                <a:cs typeface="Calibri"/>
              </a:rPr>
              <a:t> </a:t>
            </a:r>
            <a:r>
              <a:rPr sz="2000" spc="-15" dirty="0">
                <a:solidFill>
                  <a:srgbClr val="3F3F3F"/>
                </a:solidFill>
                <a:latin typeface="Calibri"/>
                <a:cs typeface="Calibri"/>
              </a:rPr>
              <a:t>format </a:t>
            </a:r>
            <a:r>
              <a:rPr sz="2000" spc="-5" dirty="0">
                <a:solidFill>
                  <a:srgbClr val="3F3F3F"/>
                </a:solidFill>
                <a:latin typeface="Calibri"/>
                <a:cs typeface="Calibri"/>
              </a:rPr>
              <a:t>of</a:t>
            </a:r>
            <a:r>
              <a:rPr sz="2000" spc="-1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IP</a:t>
            </a:r>
            <a:r>
              <a:rPr sz="2000" spc="-15" dirty="0">
                <a:solidFill>
                  <a:srgbClr val="3F3F3F"/>
                </a:solidFill>
                <a:latin typeface="Calibri"/>
                <a:cs typeface="Calibri"/>
              </a:rPr>
              <a:t> </a:t>
            </a:r>
            <a:r>
              <a:rPr sz="2000" spc="-10" dirty="0">
                <a:solidFill>
                  <a:srgbClr val="3F3F3F"/>
                </a:solidFill>
                <a:latin typeface="Calibri"/>
                <a:cs typeface="Calibri"/>
              </a:rPr>
              <a:t>packets</a:t>
            </a:r>
            <a:r>
              <a:rPr sz="2000" spc="-5" dirty="0">
                <a:solidFill>
                  <a:srgbClr val="3F3F3F"/>
                </a:solidFill>
                <a:latin typeface="Calibri"/>
                <a:cs typeface="Calibri"/>
              </a:rPr>
              <a:t> needs</a:t>
            </a:r>
            <a:r>
              <a:rPr sz="2000" spc="5"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be</a:t>
            </a:r>
            <a:r>
              <a:rPr sz="2000" spc="-5" dirty="0">
                <a:solidFill>
                  <a:srgbClr val="3F3F3F"/>
                </a:solidFill>
                <a:latin typeface="Calibri"/>
                <a:cs typeface="Calibri"/>
              </a:rPr>
              <a:t> changed</a:t>
            </a:r>
            <a:r>
              <a:rPr sz="2000" spc="-35" dirty="0">
                <a:solidFill>
                  <a:srgbClr val="3F3F3F"/>
                </a:solidFill>
                <a:latin typeface="Calibri"/>
                <a:cs typeface="Calibri"/>
              </a:rPr>
              <a:t> </a:t>
            </a:r>
            <a:r>
              <a:rPr sz="2000" spc="-5" dirty="0">
                <a:solidFill>
                  <a:srgbClr val="3F3F3F"/>
                </a:solidFill>
                <a:latin typeface="Calibri"/>
                <a:cs typeface="Calibri"/>
              </a:rPr>
              <a:t>(IPv6)</a:t>
            </a:r>
            <a:r>
              <a:rPr sz="2000" spc="35" dirty="0">
                <a:solidFill>
                  <a:srgbClr val="3F3F3F"/>
                </a:solidFill>
                <a:latin typeface="Calibri"/>
                <a:cs typeface="Calibri"/>
              </a:rPr>
              <a:t> </a:t>
            </a:r>
            <a:r>
              <a:rPr sz="2000" dirty="0">
                <a:solidFill>
                  <a:srgbClr val="3F3F3F"/>
                </a:solidFill>
                <a:latin typeface="Calibri"/>
                <a:cs typeface="Calibri"/>
              </a:rPr>
              <a:t>-</a:t>
            </a:r>
            <a:r>
              <a:rPr sz="2000" spc="5" dirty="0">
                <a:solidFill>
                  <a:srgbClr val="3F3F3F"/>
                </a:solidFill>
                <a:latin typeface="Calibri"/>
                <a:cs typeface="Calibri"/>
              </a:rPr>
              <a:t> </a:t>
            </a:r>
            <a:r>
              <a:rPr sz="2000" spc="-5" dirty="0">
                <a:solidFill>
                  <a:srgbClr val="3F3F3F"/>
                </a:solidFill>
                <a:latin typeface="Calibri"/>
                <a:cs typeface="Calibri"/>
              </a:rPr>
              <a:t>long-range</a:t>
            </a:r>
            <a:r>
              <a:rPr sz="2000" spc="-35" dirty="0">
                <a:solidFill>
                  <a:srgbClr val="3F3F3F"/>
                </a:solidFill>
                <a:latin typeface="Calibri"/>
                <a:cs typeface="Calibri"/>
              </a:rPr>
              <a:t> </a:t>
            </a:r>
            <a:r>
              <a:rPr sz="2000" spc="-5" dirty="0">
                <a:solidFill>
                  <a:srgbClr val="3F3F3F"/>
                </a:solidFill>
                <a:latin typeface="Calibri"/>
                <a:cs typeface="Calibri"/>
              </a:rPr>
              <a:t>solution</a:t>
            </a:r>
            <a:endParaRPr sz="2000" dirty="0">
              <a:latin typeface="Calibri"/>
              <a:cs typeface="Calibri"/>
            </a:endParaRPr>
          </a:p>
          <a:p>
            <a:pPr marL="189230" indent="-177165" algn="just">
              <a:lnSpc>
                <a:spcPct val="100000"/>
              </a:lnSpc>
              <a:spcBef>
                <a:spcPts val="685"/>
              </a:spcBef>
              <a:buClr>
                <a:srgbClr val="1CACE4"/>
              </a:buClr>
              <a:buFont typeface="Arial MT"/>
              <a:buChar char="•"/>
              <a:tabLst>
                <a:tab pos="189865" algn="l"/>
              </a:tabLst>
            </a:pPr>
            <a:r>
              <a:rPr sz="2000" spc="-5" dirty="0">
                <a:solidFill>
                  <a:srgbClr val="3F3F3F"/>
                </a:solidFill>
                <a:latin typeface="Calibri"/>
                <a:cs typeface="Calibri"/>
              </a:rPr>
              <a:t>Short</a:t>
            </a:r>
            <a:r>
              <a:rPr sz="2000" spc="-25" dirty="0">
                <a:solidFill>
                  <a:srgbClr val="3F3F3F"/>
                </a:solidFill>
                <a:latin typeface="Calibri"/>
                <a:cs typeface="Calibri"/>
              </a:rPr>
              <a:t> </a:t>
            </a:r>
            <a:r>
              <a:rPr sz="2000" spc="-10" dirty="0">
                <a:solidFill>
                  <a:srgbClr val="3F3F3F"/>
                </a:solidFill>
                <a:latin typeface="Calibri"/>
                <a:cs typeface="Calibri"/>
              </a:rPr>
              <a:t>term</a:t>
            </a:r>
            <a:r>
              <a:rPr sz="2000" spc="10" dirty="0">
                <a:solidFill>
                  <a:srgbClr val="3F3F3F"/>
                </a:solidFill>
                <a:latin typeface="Calibri"/>
                <a:cs typeface="Calibri"/>
              </a:rPr>
              <a:t> </a:t>
            </a:r>
            <a:r>
              <a:rPr sz="2000" spc="-5" dirty="0">
                <a:solidFill>
                  <a:srgbClr val="3F3F3F"/>
                </a:solidFill>
                <a:latin typeface="Calibri"/>
                <a:cs typeface="Calibri"/>
              </a:rPr>
              <a:t>solution</a:t>
            </a:r>
            <a:r>
              <a:rPr sz="2000" spc="20" dirty="0">
                <a:solidFill>
                  <a:srgbClr val="3F3F3F"/>
                </a:solidFill>
                <a:latin typeface="Calibri"/>
                <a:cs typeface="Calibri"/>
              </a:rPr>
              <a:t> </a:t>
            </a:r>
            <a:r>
              <a:rPr sz="2000" dirty="0">
                <a:solidFill>
                  <a:srgbClr val="3F3F3F"/>
                </a:solidFill>
                <a:latin typeface="Calibri"/>
                <a:cs typeface="Calibri"/>
              </a:rPr>
              <a:t>–</a:t>
            </a:r>
            <a:r>
              <a:rPr sz="2000" spc="-10" dirty="0">
                <a:solidFill>
                  <a:srgbClr val="3F3F3F"/>
                </a:solidFill>
                <a:latin typeface="Calibri"/>
                <a:cs typeface="Calibri"/>
              </a:rPr>
              <a:t> </a:t>
            </a:r>
            <a:r>
              <a:rPr sz="2000" i="1" spc="-5" dirty="0">
                <a:solidFill>
                  <a:srgbClr val="3F3F3F"/>
                </a:solidFill>
                <a:latin typeface="Calibri"/>
                <a:cs typeface="Calibri"/>
              </a:rPr>
              <a:t>classless addressing</a:t>
            </a:r>
            <a:r>
              <a:rPr sz="2000" i="1" spc="409" dirty="0">
                <a:solidFill>
                  <a:srgbClr val="3F3F3F"/>
                </a:solidFill>
                <a:latin typeface="Calibri"/>
                <a:cs typeface="Calibri"/>
              </a:rPr>
              <a:t> </a:t>
            </a:r>
            <a:r>
              <a:rPr sz="2000" i="1" spc="5" dirty="0">
                <a:solidFill>
                  <a:srgbClr val="3F3F3F"/>
                </a:solidFill>
                <a:latin typeface="Calibri"/>
                <a:cs typeface="Calibri"/>
              </a:rPr>
              <a:t>(</a:t>
            </a:r>
            <a:r>
              <a:rPr sz="2000" spc="5" dirty="0">
                <a:solidFill>
                  <a:srgbClr val="3F3F3F"/>
                </a:solidFill>
                <a:latin typeface="Calibri"/>
                <a:cs typeface="Calibri"/>
              </a:rPr>
              <a:t>no</a:t>
            </a:r>
            <a:r>
              <a:rPr sz="2000" spc="-5" dirty="0">
                <a:solidFill>
                  <a:srgbClr val="3F3F3F"/>
                </a:solidFill>
                <a:latin typeface="Calibri"/>
                <a:cs typeface="Calibri"/>
              </a:rPr>
              <a:t> classes)</a:t>
            </a:r>
            <a:endParaRPr sz="20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220460" cy="756920"/>
          </a:xfrm>
          <a:prstGeom prst="rect">
            <a:avLst/>
          </a:prstGeom>
        </p:spPr>
        <p:txBody>
          <a:bodyPr vert="horz" wrap="square" lIns="0" tIns="12700" rIns="0" bIns="0" rtlCol="0">
            <a:spAutoFit/>
          </a:bodyPr>
          <a:lstStyle/>
          <a:p>
            <a:pPr marL="12700">
              <a:lnSpc>
                <a:spcPct val="100000"/>
              </a:lnSpc>
              <a:spcBef>
                <a:spcPts val="100"/>
              </a:spcBef>
            </a:pPr>
            <a:r>
              <a:rPr sz="4800" spc="-50" dirty="0"/>
              <a:t>C</a:t>
            </a:r>
            <a:r>
              <a:rPr sz="4800" spc="-55" dirty="0"/>
              <a:t>l</a:t>
            </a:r>
            <a:r>
              <a:rPr sz="4800" spc="-60" dirty="0"/>
              <a:t>ass</a:t>
            </a:r>
            <a:r>
              <a:rPr sz="4800" spc="-55" dirty="0"/>
              <a:t>l</a:t>
            </a:r>
            <a:r>
              <a:rPr sz="4800" spc="-60" dirty="0"/>
              <a:t>es</a:t>
            </a:r>
            <a:r>
              <a:rPr sz="4800" spc="-5" dirty="0"/>
              <a:t>s</a:t>
            </a:r>
            <a:r>
              <a:rPr sz="4800" spc="-235" dirty="0"/>
              <a:t> </a:t>
            </a:r>
            <a:r>
              <a:rPr sz="4800" spc="-50" dirty="0"/>
              <a:t>A</a:t>
            </a:r>
            <a:r>
              <a:rPr sz="4800" spc="-55" dirty="0"/>
              <a:t>dd</a:t>
            </a:r>
            <a:r>
              <a:rPr sz="4800" spc="-50" dirty="0"/>
              <a:t>r</a:t>
            </a:r>
            <a:r>
              <a:rPr sz="4800" spc="-60" dirty="0"/>
              <a:t>ess</a:t>
            </a:r>
            <a:r>
              <a:rPr sz="4800" spc="-55" dirty="0"/>
              <a:t>in</a:t>
            </a:r>
            <a:r>
              <a:rPr sz="4800" spc="-5" dirty="0"/>
              <a:t>g</a:t>
            </a:r>
            <a:endParaRPr sz="4800"/>
          </a:p>
        </p:txBody>
      </p:sp>
      <p:sp>
        <p:nvSpPr>
          <p:cNvPr id="3" name="object 3"/>
          <p:cNvSpPr txBox="1"/>
          <p:nvPr/>
        </p:nvSpPr>
        <p:spPr>
          <a:xfrm>
            <a:off x="697667" y="1647297"/>
            <a:ext cx="8668385" cy="4466590"/>
          </a:xfrm>
          <a:prstGeom prst="rect">
            <a:avLst/>
          </a:prstGeom>
        </p:spPr>
        <p:txBody>
          <a:bodyPr vert="horz" wrap="square" lIns="0" tIns="132715" rIns="0" bIns="0" rtlCol="0">
            <a:spAutoFit/>
          </a:bodyPr>
          <a:lstStyle/>
          <a:p>
            <a:pPr marL="189230" indent="-177165">
              <a:lnSpc>
                <a:spcPct val="100000"/>
              </a:lnSpc>
              <a:spcBef>
                <a:spcPts val="1045"/>
              </a:spcBef>
              <a:buClr>
                <a:srgbClr val="1CACE4"/>
              </a:buClr>
              <a:buFont typeface="Arial MT"/>
              <a:buChar char="•"/>
              <a:tabLst>
                <a:tab pos="189865" algn="l"/>
              </a:tabLst>
            </a:pPr>
            <a:r>
              <a:rPr sz="1900" spc="-10" dirty="0">
                <a:solidFill>
                  <a:srgbClr val="3F3F3F"/>
                </a:solidFill>
                <a:latin typeface="Calibri"/>
                <a:cs typeface="Calibri"/>
              </a:rPr>
              <a:t>new</a:t>
            </a:r>
            <a:r>
              <a:rPr sz="1900" dirty="0">
                <a:solidFill>
                  <a:srgbClr val="3F3F3F"/>
                </a:solidFill>
                <a:latin typeface="Calibri"/>
                <a:cs typeface="Calibri"/>
              </a:rPr>
              <a:t> </a:t>
            </a:r>
            <a:r>
              <a:rPr sz="1900" spc="-15" dirty="0">
                <a:solidFill>
                  <a:srgbClr val="3F3F3F"/>
                </a:solidFill>
                <a:latin typeface="Calibri"/>
                <a:cs typeface="Calibri"/>
              </a:rPr>
              <a:t>architecture</a:t>
            </a:r>
            <a:r>
              <a:rPr sz="1900" spc="5" dirty="0">
                <a:solidFill>
                  <a:srgbClr val="3F3F3F"/>
                </a:solidFill>
                <a:latin typeface="Calibri"/>
                <a:cs typeface="Calibri"/>
              </a:rPr>
              <a:t> </a:t>
            </a:r>
            <a:r>
              <a:rPr sz="1900" spc="-5" dirty="0">
                <a:solidFill>
                  <a:srgbClr val="3F3F3F"/>
                </a:solidFill>
                <a:latin typeface="Calibri"/>
                <a:cs typeface="Calibri"/>
              </a:rPr>
              <a:t>announced</a:t>
            </a:r>
            <a:r>
              <a:rPr sz="1900" spc="25" dirty="0">
                <a:solidFill>
                  <a:srgbClr val="3F3F3F"/>
                </a:solidFill>
                <a:latin typeface="Calibri"/>
                <a:cs typeface="Calibri"/>
              </a:rPr>
              <a:t> </a:t>
            </a:r>
            <a:r>
              <a:rPr sz="1900" spc="-5" dirty="0">
                <a:solidFill>
                  <a:srgbClr val="3F3F3F"/>
                </a:solidFill>
                <a:latin typeface="Calibri"/>
                <a:cs typeface="Calibri"/>
              </a:rPr>
              <a:t>in</a:t>
            </a:r>
            <a:r>
              <a:rPr sz="1900" dirty="0">
                <a:solidFill>
                  <a:srgbClr val="3F3F3F"/>
                </a:solidFill>
                <a:latin typeface="Calibri"/>
                <a:cs typeface="Calibri"/>
              </a:rPr>
              <a:t> </a:t>
            </a:r>
            <a:r>
              <a:rPr sz="1900" spc="-10" dirty="0">
                <a:solidFill>
                  <a:srgbClr val="3F3F3F"/>
                </a:solidFill>
                <a:latin typeface="Calibri"/>
                <a:cs typeface="Calibri"/>
              </a:rPr>
              <a:t>1996</a:t>
            </a:r>
            <a:r>
              <a:rPr sz="1900" spc="5" dirty="0">
                <a:solidFill>
                  <a:srgbClr val="3F3F3F"/>
                </a:solidFill>
                <a:latin typeface="Calibri"/>
                <a:cs typeface="Calibri"/>
              </a:rPr>
              <a:t> </a:t>
            </a:r>
            <a:r>
              <a:rPr sz="1900" spc="-10" dirty="0">
                <a:solidFill>
                  <a:srgbClr val="3F3F3F"/>
                </a:solidFill>
                <a:latin typeface="Calibri"/>
                <a:cs typeface="Calibri"/>
              </a:rPr>
              <a:t>by</a:t>
            </a:r>
            <a:r>
              <a:rPr sz="1900" spc="10" dirty="0">
                <a:solidFill>
                  <a:srgbClr val="3F3F3F"/>
                </a:solidFill>
                <a:latin typeface="Calibri"/>
                <a:cs typeface="Calibri"/>
              </a:rPr>
              <a:t> </a:t>
            </a:r>
            <a:r>
              <a:rPr sz="1900" spc="-10" dirty="0">
                <a:solidFill>
                  <a:srgbClr val="3F3F3F"/>
                </a:solidFill>
                <a:latin typeface="Calibri"/>
                <a:cs typeface="Calibri"/>
              </a:rPr>
              <a:t>the</a:t>
            </a:r>
            <a:r>
              <a:rPr sz="1900" spc="5" dirty="0">
                <a:solidFill>
                  <a:srgbClr val="3F3F3F"/>
                </a:solidFill>
                <a:latin typeface="Calibri"/>
                <a:cs typeface="Calibri"/>
              </a:rPr>
              <a:t> </a:t>
            </a:r>
            <a:r>
              <a:rPr sz="1900" spc="-10" dirty="0">
                <a:solidFill>
                  <a:srgbClr val="3F3F3F"/>
                </a:solidFill>
                <a:latin typeface="Calibri"/>
                <a:cs typeface="Calibri"/>
              </a:rPr>
              <a:t>Internet</a:t>
            </a:r>
            <a:r>
              <a:rPr sz="1900" spc="15" dirty="0">
                <a:solidFill>
                  <a:srgbClr val="3F3F3F"/>
                </a:solidFill>
                <a:latin typeface="Calibri"/>
                <a:cs typeface="Calibri"/>
              </a:rPr>
              <a:t> </a:t>
            </a:r>
            <a:r>
              <a:rPr sz="1900" spc="-10" dirty="0">
                <a:solidFill>
                  <a:srgbClr val="3F3F3F"/>
                </a:solidFill>
                <a:latin typeface="Calibri"/>
                <a:cs typeface="Calibri"/>
              </a:rPr>
              <a:t>authorities</a:t>
            </a:r>
            <a:endParaRPr sz="1900" dirty="0">
              <a:latin typeface="Calibri"/>
              <a:cs typeface="Calibri"/>
            </a:endParaRPr>
          </a:p>
          <a:p>
            <a:pPr marL="189230" marR="144780" indent="-177165">
              <a:lnSpc>
                <a:spcPct val="80000"/>
              </a:lnSpc>
              <a:spcBef>
                <a:spcPts val="1405"/>
              </a:spcBef>
              <a:buClr>
                <a:srgbClr val="1CACE4"/>
              </a:buClr>
              <a:buFont typeface="Arial MT"/>
              <a:buChar char="•"/>
              <a:tabLst>
                <a:tab pos="189865" algn="l"/>
              </a:tabLst>
            </a:pPr>
            <a:r>
              <a:rPr sz="1900" spc="-5" dirty="0">
                <a:solidFill>
                  <a:srgbClr val="3F3F3F"/>
                </a:solidFill>
                <a:latin typeface="Calibri"/>
                <a:cs typeface="Calibri"/>
              </a:rPr>
              <a:t>use</a:t>
            </a:r>
            <a:r>
              <a:rPr sz="1900" spc="-15" dirty="0">
                <a:solidFill>
                  <a:srgbClr val="3F3F3F"/>
                </a:solidFill>
                <a:latin typeface="Calibri"/>
                <a:cs typeface="Calibri"/>
              </a:rPr>
              <a:t> </a:t>
            </a:r>
            <a:r>
              <a:rPr sz="1900" spc="-10" dirty="0">
                <a:solidFill>
                  <a:srgbClr val="3F3F3F"/>
                </a:solidFill>
                <a:latin typeface="Calibri"/>
                <a:cs typeface="Calibri"/>
              </a:rPr>
              <a:t>the</a:t>
            </a:r>
            <a:r>
              <a:rPr sz="1900" spc="5" dirty="0">
                <a:solidFill>
                  <a:srgbClr val="3F3F3F"/>
                </a:solidFill>
                <a:latin typeface="Calibri"/>
                <a:cs typeface="Calibri"/>
              </a:rPr>
              <a:t> </a:t>
            </a:r>
            <a:r>
              <a:rPr sz="1900" spc="-5" dirty="0">
                <a:solidFill>
                  <a:srgbClr val="3F3F3F"/>
                </a:solidFill>
                <a:latin typeface="Calibri"/>
                <a:cs typeface="Calibri"/>
              </a:rPr>
              <a:t>same</a:t>
            </a:r>
            <a:r>
              <a:rPr sz="1900" spc="5" dirty="0">
                <a:solidFill>
                  <a:srgbClr val="3F3F3F"/>
                </a:solidFill>
                <a:latin typeface="Calibri"/>
                <a:cs typeface="Calibri"/>
              </a:rPr>
              <a:t> </a:t>
            </a:r>
            <a:r>
              <a:rPr sz="1900" spc="-10" dirty="0">
                <a:solidFill>
                  <a:srgbClr val="3F3F3F"/>
                </a:solidFill>
                <a:latin typeface="Calibri"/>
                <a:cs typeface="Calibri"/>
              </a:rPr>
              <a:t>address</a:t>
            </a:r>
            <a:r>
              <a:rPr sz="1900" spc="-5" dirty="0">
                <a:solidFill>
                  <a:srgbClr val="3F3F3F"/>
                </a:solidFill>
                <a:latin typeface="Calibri"/>
                <a:cs typeface="Calibri"/>
              </a:rPr>
              <a:t> space </a:t>
            </a:r>
            <a:r>
              <a:rPr sz="1900" spc="-10" dirty="0">
                <a:solidFill>
                  <a:srgbClr val="3F3F3F"/>
                </a:solidFill>
                <a:latin typeface="Calibri"/>
                <a:cs typeface="Calibri"/>
              </a:rPr>
              <a:t>but</a:t>
            </a:r>
            <a:r>
              <a:rPr sz="1900" spc="5" dirty="0">
                <a:solidFill>
                  <a:srgbClr val="3F3F3F"/>
                </a:solidFill>
                <a:latin typeface="Calibri"/>
                <a:cs typeface="Calibri"/>
              </a:rPr>
              <a:t> </a:t>
            </a:r>
            <a:r>
              <a:rPr sz="1900" spc="-10" dirty="0">
                <a:solidFill>
                  <a:srgbClr val="3F3F3F"/>
                </a:solidFill>
                <a:latin typeface="Calibri"/>
                <a:cs typeface="Calibri"/>
              </a:rPr>
              <a:t>change</a:t>
            </a:r>
            <a:r>
              <a:rPr sz="1900" spc="20" dirty="0">
                <a:solidFill>
                  <a:srgbClr val="3F3F3F"/>
                </a:solidFill>
                <a:latin typeface="Calibri"/>
                <a:cs typeface="Calibri"/>
              </a:rPr>
              <a:t> </a:t>
            </a:r>
            <a:r>
              <a:rPr sz="1900" spc="-10" dirty="0">
                <a:solidFill>
                  <a:srgbClr val="3F3F3F"/>
                </a:solidFill>
                <a:latin typeface="Calibri"/>
                <a:cs typeface="Calibri"/>
              </a:rPr>
              <a:t>the</a:t>
            </a:r>
            <a:r>
              <a:rPr sz="1900" spc="5" dirty="0">
                <a:solidFill>
                  <a:srgbClr val="3F3F3F"/>
                </a:solidFill>
                <a:latin typeface="Calibri"/>
                <a:cs typeface="Calibri"/>
              </a:rPr>
              <a:t> </a:t>
            </a:r>
            <a:r>
              <a:rPr sz="1900" spc="-10" dirty="0">
                <a:solidFill>
                  <a:srgbClr val="3F3F3F"/>
                </a:solidFill>
                <a:latin typeface="Calibri"/>
                <a:cs typeface="Calibri"/>
              </a:rPr>
              <a:t>distribution</a:t>
            </a:r>
            <a:r>
              <a:rPr sz="1900" spc="25" dirty="0">
                <a:solidFill>
                  <a:srgbClr val="3F3F3F"/>
                </a:solidFill>
                <a:latin typeface="Calibri"/>
                <a:cs typeface="Calibri"/>
              </a:rPr>
              <a:t> </a:t>
            </a:r>
            <a:r>
              <a:rPr sz="1900" spc="-5" dirty="0">
                <a:solidFill>
                  <a:srgbClr val="3F3F3F"/>
                </a:solidFill>
                <a:latin typeface="Calibri"/>
                <a:cs typeface="Calibri"/>
              </a:rPr>
              <a:t>of</a:t>
            </a:r>
            <a:r>
              <a:rPr sz="1900" spc="5" dirty="0">
                <a:solidFill>
                  <a:srgbClr val="3F3F3F"/>
                </a:solidFill>
                <a:latin typeface="Calibri"/>
                <a:cs typeface="Calibri"/>
              </a:rPr>
              <a:t> </a:t>
            </a:r>
            <a:r>
              <a:rPr sz="1900" spc="-10" dirty="0">
                <a:solidFill>
                  <a:srgbClr val="3F3F3F"/>
                </a:solidFill>
                <a:latin typeface="Calibri"/>
                <a:cs typeface="Calibri"/>
              </a:rPr>
              <a:t>addresses</a:t>
            </a:r>
            <a:r>
              <a:rPr sz="1900" spc="-5" dirty="0">
                <a:solidFill>
                  <a:srgbClr val="3F3F3F"/>
                </a:solidFill>
                <a:latin typeface="Calibri"/>
                <a:cs typeface="Calibri"/>
              </a:rPr>
              <a:t> </a:t>
            </a:r>
            <a:r>
              <a:rPr sz="1900" spc="-15" dirty="0">
                <a:solidFill>
                  <a:srgbClr val="3F3F3F"/>
                </a:solidFill>
                <a:latin typeface="Calibri"/>
                <a:cs typeface="Calibri"/>
              </a:rPr>
              <a:t>to</a:t>
            </a:r>
            <a:r>
              <a:rPr sz="1900" dirty="0">
                <a:solidFill>
                  <a:srgbClr val="3F3F3F"/>
                </a:solidFill>
                <a:latin typeface="Calibri"/>
                <a:cs typeface="Calibri"/>
              </a:rPr>
              <a:t> </a:t>
            </a:r>
            <a:r>
              <a:rPr sz="1900" spc="-15" dirty="0">
                <a:solidFill>
                  <a:srgbClr val="3F3F3F"/>
                </a:solidFill>
                <a:latin typeface="Calibri"/>
                <a:cs typeface="Calibri"/>
              </a:rPr>
              <a:t>provide</a:t>
            </a:r>
            <a:r>
              <a:rPr sz="1900" spc="40" dirty="0">
                <a:solidFill>
                  <a:srgbClr val="3F3F3F"/>
                </a:solidFill>
                <a:latin typeface="Calibri"/>
                <a:cs typeface="Calibri"/>
              </a:rPr>
              <a:t> </a:t>
            </a:r>
            <a:r>
              <a:rPr sz="1900" spc="-5" dirty="0">
                <a:solidFill>
                  <a:srgbClr val="3F3F3F"/>
                </a:solidFill>
                <a:latin typeface="Calibri"/>
                <a:cs typeface="Calibri"/>
              </a:rPr>
              <a:t>a</a:t>
            </a:r>
            <a:r>
              <a:rPr sz="1900" spc="10" dirty="0">
                <a:solidFill>
                  <a:srgbClr val="3F3F3F"/>
                </a:solidFill>
                <a:latin typeface="Calibri"/>
                <a:cs typeface="Calibri"/>
              </a:rPr>
              <a:t> </a:t>
            </a:r>
            <a:r>
              <a:rPr sz="1900" spc="-15" dirty="0">
                <a:solidFill>
                  <a:srgbClr val="3F3F3F"/>
                </a:solidFill>
                <a:latin typeface="Calibri"/>
                <a:cs typeface="Calibri"/>
              </a:rPr>
              <a:t>fair </a:t>
            </a:r>
            <a:r>
              <a:rPr sz="1900" spc="-415" dirty="0">
                <a:solidFill>
                  <a:srgbClr val="3F3F3F"/>
                </a:solidFill>
                <a:latin typeface="Calibri"/>
                <a:cs typeface="Calibri"/>
              </a:rPr>
              <a:t> </a:t>
            </a:r>
            <a:r>
              <a:rPr sz="1900" spc="-10" dirty="0">
                <a:solidFill>
                  <a:srgbClr val="3F3F3F"/>
                </a:solidFill>
                <a:latin typeface="Calibri"/>
                <a:cs typeface="Calibri"/>
              </a:rPr>
              <a:t>share</a:t>
            </a:r>
            <a:r>
              <a:rPr sz="1900" spc="-15" dirty="0">
                <a:solidFill>
                  <a:srgbClr val="3F3F3F"/>
                </a:solidFill>
                <a:latin typeface="Calibri"/>
                <a:cs typeface="Calibri"/>
              </a:rPr>
              <a:t> to</a:t>
            </a:r>
            <a:r>
              <a:rPr sz="1900" spc="-5" dirty="0">
                <a:solidFill>
                  <a:srgbClr val="3F3F3F"/>
                </a:solidFill>
                <a:latin typeface="Calibri"/>
                <a:cs typeface="Calibri"/>
              </a:rPr>
              <a:t> each</a:t>
            </a:r>
            <a:r>
              <a:rPr sz="1900" spc="-15" dirty="0">
                <a:solidFill>
                  <a:srgbClr val="3F3F3F"/>
                </a:solidFill>
                <a:latin typeface="Calibri"/>
                <a:cs typeface="Calibri"/>
              </a:rPr>
              <a:t> organization</a:t>
            </a:r>
            <a:endParaRPr sz="1900" dirty="0">
              <a:latin typeface="Calibri"/>
              <a:cs typeface="Calibri"/>
            </a:endParaRPr>
          </a:p>
          <a:p>
            <a:pPr marL="189230" indent="-177165">
              <a:lnSpc>
                <a:spcPts val="2255"/>
              </a:lnSpc>
              <a:spcBef>
                <a:spcPts val="935"/>
              </a:spcBef>
              <a:buClr>
                <a:srgbClr val="1CACE4"/>
              </a:buClr>
              <a:buFont typeface="Arial MT"/>
              <a:buChar char="•"/>
              <a:tabLst>
                <a:tab pos="189865" algn="l"/>
              </a:tabLst>
            </a:pPr>
            <a:r>
              <a:rPr sz="1900" spc="-10" dirty="0">
                <a:solidFill>
                  <a:srgbClr val="3F3F3F"/>
                </a:solidFill>
                <a:latin typeface="Calibri"/>
                <a:cs typeface="Calibri"/>
              </a:rPr>
              <a:t>Motivation</a:t>
            </a:r>
            <a:endParaRPr sz="1900" dirty="0">
              <a:latin typeface="Calibri"/>
              <a:cs typeface="Calibri"/>
            </a:endParaRPr>
          </a:p>
          <a:p>
            <a:pPr marL="419100" lvl="1" indent="-183515">
              <a:lnSpc>
                <a:spcPts val="2255"/>
              </a:lnSpc>
              <a:buClr>
                <a:srgbClr val="1CACE4"/>
              </a:buClr>
              <a:buChar char="◦"/>
              <a:tabLst>
                <a:tab pos="419734" algn="l"/>
              </a:tabLst>
            </a:pPr>
            <a:r>
              <a:rPr sz="1900" spc="-10" dirty="0">
                <a:solidFill>
                  <a:srgbClr val="3F3F3F"/>
                </a:solidFill>
                <a:latin typeface="Calibri"/>
                <a:cs typeface="Calibri"/>
              </a:rPr>
              <a:t>Solution</a:t>
            </a:r>
            <a:r>
              <a:rPr sz="1900" spc="5" dirty="0">
                <a:solidFill>
                  <a:srgbClr val="3F3F3F"/>
                </a:solidFill>
                <a:latin typeface="Calibri"/>
                <a:cs typeface="Calibri"/>
              </a:rPr>
              <a:t> </a:t>
            </a:r>
            <a:r>
              <a:rPr sz="1900" spc="-15" dirty="0">
                <a:solidFill>
                  <a:srgbClr val="3F3F3F"/>
                </a:solidFill>
                <a:latin typeface="Calibri"/>
                <a:cs typeface="Calibri"/>
              </a:rPr>
              <a:t>to</a:t>
            </a:r>
            <a:r>
              <a:rPr sz="1900" spc="-5" dirty="0">
                <a:solidFill>
                  <a:srgbClr val="3F3F3F"/>
                </a:solidFill>
                <a:latin typeface="Calibri"/>
                <a:cs typeface="Calibri"/>
              </a:rPr>
              <a:t> </a:t>
            </a:r>
            <a:r>
              <a:rPr sz="1900" spc="-10" dirty="0">
                <a:solidFill>
                  <a:srgbClr val="3F3F3F"/>
                </a:solidFill>
                <a:latin typeface="Calibri"/>
                <a:cs typeface="Calibri"/>
              </a:rPr>
              <a:t>address</a:t>
            </a:r>
            <a:r>
              <a:rPr sz="1900" spc="-15" dirty="0">
                <a:solidFill>
                  <a:srgbClr val="3F3F3F"/>
                </a:solidFill>
                <a:latin typeface="Calibri"/>
                <a:cs typeface="Calibri"/>
              </a:rPr>
              <a:t> </a:t>
            </a:r>
            <a:r>
              <a:rPr sz="1900" spc="-10" dirty="0">
                <a:solidFill>
                  <a:srgbClr val="3F3F3F"/>
                </a:solidFill>
                <a:latin typeface="Calibri"/>
                <a:cs typeface="Calibri"/>
              </a:rPr>
              <a:t>depletion</a:t>
            </a:r>
            <a:endParaRPr sz="1900" dirty="0">
              <a:latin typeface="Calibri"/>
              <a:cs typeface="Calibri"/>
            </a:endParaRPr>
          </a:p>
          <a:p>
            <a:pPr marL="419100" lvl="1" indent="-183515">
              <a:lnSpc>
                <a:spcPct val="100000"/>
              </a:lnSpc>
              <a:spcBef>
                <a:spcPts val="145"/>
              </a:spcBef>
              <a:buClr>
                <a:srgbClr val="1CACE4"/>
              </a:buClr>
              <a:buChar char="◦"/>
              <a:tabLst>
                <a:tab pos="419734" algn="l"/>
              </a:tabLst>
            </a:pPr>
            <a:r>
              <a:rPr sz="1900" spc="-10" dirty="0">
                <a:solidFill>
                  <a:srgbClr val="3F3F3F"/>
                </a:solidFill>
                <a:latin typeface="Calibri"/>
                <a:cs typeface="Calibri"/>
              </a:rPr>
              <a:t>Manage Internet</a:t>
            </a:r>
            <a:r>
              <a:rPr sz="1900" spc="5" dirty="0">
                <a:solidFill>
                  <a:srgbClr val="3F3F3F"/>
                </a:solidFill>
                <a:latin typeface="Calibri"/>
                <a:cs typeface="Calibri"/>
              </a:rPr>
              <a:t> </a:t>
            </a:r>
            <a:r>
              <a:rPr sz="1900" spc="-5" dirty="0">
                <a:solidFill>
                  <a:srgbClr val="3F3F3F"/>
                </a:solidFill>
                <a:latin typeface="Calibri"/>
                <a:cs typeface="Calibri"/>
              </a:rPr>
              <a:t>Service</a:t>
            </a:r>
            <a:r>
              <a:rPr sz="1900" spc="10" dirty="0">
                <a:solidFill>
                  <a:srgbClr val="3F3F3F"/>
                </a:solidFill>
                <a:latin typeface="Calibri"/>
                <a:cs typeface="Calibri"/>
              </a:rPr>
              <a:t> </a:t>
            </a:r>
            <a:r>
              <a:rPr sz="1900" spc="-15" dirty="0">
                <a:solidFill>
                  <a:srgbClr val="3F3F3F"/>
                </a:solidFill>
                <a:latin typeface="Calibri"/>
                <a:cs typeface="Calibri"/>
              </a:rPr>
              <a:t>Providers</a:t>
            </a:r>
            <a:r>
              <a:rPr sz="1900" spc="30" dirty="0">
                <a:solidFill>
                  <a:srgbClr val="3F3F3F"/>
                </a:solidFill>
                <a:latin typeface="Calibri"/>
                <a:cs typeface="Calibri"/>
              </a:rPr>
              <a:t> </a:t>
            </a:r>
            <a:r>
              <a:rPr sz="1900" spc="-10" dirty="0">
                <a:solidFill>
                  <a:srgbClr val="3F3F3F"/>
                </a:solidFill>
                <a:latin typeface="Calibri"/>
                <a:cs typeface="Calibri"/>
              </a:rPr>
              <a:t>(ISPs)</a:t>
            </a:r>
            <a:endParaRPr sz="1900" dirty="0">
              <a:latin typeface="Calibri"/>
              <a:cs typeface="Calibri"/>
            </a:endParaRPr>
          </a:p>
          <a:p>
            <a:pPr marL="640080" lvl="2" indent="-183515">
              <a:lnSpc>
                <a:spcPct val="100000"/>
              </a:lnSpc>
              <a:spcBef>
                <a:spcPts val="145"/>
              </a:spcBef>
              <a:buClr>
                <a:srgbClr val="1CACE4"/>
              </a:buClr>
              <a:buChar char="◦"/>
              <a:tabLst>
                <a:tab pos="640715" algn="l"/>
              </a:tabLst>
            </a:pPr>
            <a:r>
              <a:rPr sz="1900" spc="-10" dirty="0">
                <a:latin typeface="Calibri"/>
                <a:cs typeface="Calibri"/>
              </a:rPr>
              <a:t>During</a:t>
            </a:r>
            <a:r>
              <a:rPr sz="1900" spc="20" dirty="0">
                <a:latin typeface="Calibri"/>
                <a:cs typeface="Calibri"/>
              </a:rPr>
              <a:t> </a:t>
            </a:r>
            <a:r>
              <a:rPr sz="1900" spc="-10" dirty="0">
                <a:latin typeface="Calibri"/>
                <a:cs typeface="Calibri"/>
              </a:rPr>
              <a:t>the</a:t>
            </a:r>
            <a:r>
              <a:rPr sz="1900" spc="5" dirty="0">
                <a:latin typeface="Calibri"/>
                <a:cs typeface="Calibri"/>
              </a:rPr>
              <a:t> </a:t>
            </a:r>
            <a:r>
              <a:rPr sz="1900" spc="-10" dirty="0">
                <a:latin typeface="Calibri"/>
                <a:cs typeface="Calibri"/>
              </a:rPr>
              <a:t>1990s,</a:t>
            </a:r>
            <a:r>
              <a:rPr sz="1900" dirty="0">
                <a:latin typeface="Calibri"/>
                <a:cs typeface="Calibri"/>
              </a:rPr>
              <a:t> </a:t>
            </a:r>
            <a:r>
              <a:rPr sz="1900" spc="-10" dirty="0">
                <a:latin typeface="Calibri"/>
                <a:cs typeface="Calibri"/>
              </a:rPr>
              <a:t>Internet</a:t>
            </a:r>
            <a:r>
              <a:rPr sz="1900" dirty="0">
                <a:latin typeface="Calibri"/>
                <a:cs typeface="Calibri"/>
              </a:rPr>
              <a:t> </a:t>
            </a:r>
            <a:r>
              <a:rPr sz="1900" spc="-5" dirty="0">
                <a:latin typeface="Calibri"/>
                <a:cs typeface="Calibri"/>
              </a:rPr>
              <a:t>Service</a:t>
            </a:r>
            <a:r>
              <a:rPr sz="1900" spc="30" dirty="0">
                <a:latin typeface="Calibri"/>
                <a:cs typeface="Calibri"/>
              </a:rPr>
              <a:t> </a:t>
            </a:r>
            <a:r>
              <a:rPr sz="1900" spc="-15" dirty="0">
                <a:latin typeface="Calibri"/>
                <a:cs typeface="Calibri"/>
              </a:rPr>
              <a:t>Providers</a:t>
            </a:r>
            <a:r>
              <a:rPr sz="1900" spc="40" dirty="0">
                <a:latin typeface="Calibri"/>
                <a:cs typeface="Calibri"/>
              </a:rPr>
              <a:t> </a:t>
            </a:r>
            <a:r>
              <a:rPr sz="1900" spc="-10" dirty="0">
                <a:latin typeface="Calibri"/>
                <a:cs typeface="Calibri"/>
              </a:rPr>
              <a:t>(ISPs)</a:t>
            </a:r>
            <a:r>
              <a:rPr sz="1900" spc="-20" dirty="0">
                <a:latin typeface="Calibri"/>
                <a:cs typeface="Calibri"/>
              </a:rPr>
              <a:t> </a:t>
            </a:r>
            <a:r>
              <a:rPr sz="1900" spc="-10" dirty="0">
                <a:latin typeface="Calibri"/>
                <a:cs typeface="Calibri"/>
              </a:rPr>
              <a:t>came</a:t>
            </a:r>
            <a:r>
              <a:rPr sz="1900" spc="-5" dirty="0">
                <a:latin typeface="Calibri"/>
                <a:cs typeface="Calibri"/>
              </a:rPr>
              <a:t> </a:t>
            </a:r>
            <a:r>
              <a:rPr sz="1900" spc="-15" dirty="0">
                <a:latin typeface="Calibri"/>
                <a:cs typeface="Calibri"/>
              </a:rPr>
              <a:t>into</a:t>
            </a:r>
            <a:r>
              <a:rPr sz="1900" dirty="0">
                <a:latin typeface="Calibri"/>
                <a:cs typeface="Calibri"/>
              </a:rPr>
              <a:t> </a:t>
            </a:r>
            <a:r>
              <a:rPr sz="1900" spc="-10" dirty="0">
                <a:latin typeface="Calibri"/>
                <a:cs typeface="Calibri"/>
              </a:rPr>
              <a:t>prominence</a:t>
            </a:r>
            <a:endParaRPr sz="1900" dirty="0">
              <a:latin typeface="Calibri"/>
              <a:cs typeface="Calibri"/>
            </a:endParaRPr>
          </a:p>
          <a:p>
            <a:pPr marL="640080" marR="5080" lvl="2" indent="-182880">
              <a:lnSpc>
                <a:spcPts val="1820"/>
              </a:lnSpc>
              <a:spcBef>
                <a:spcPts val="590"/>
              </a:spcBef>
              <a:buClr>
                <a:srgbClr val="1CACE4"/>
              </a:buClr>
              <a:buChar char="◦"/>
              <a:tabLst>
                <a:tab pos="640715" algn="l"/>
              </a:tabLst>
            </a:pPr>
            <a:r>
              <a:rPr sz="1900" spc="-5" dirty="0">
                <a:latin typeface="Calibri"/>
                <a:cs typeface="Calibri"/>
              </a:rPr>
              <a:t>An</a:t>
            </a:r>
            <a:r>
              <a:rPr sz="1900" spc="-15" dirty="0">
                <a:latin typeface="Calibri"/>
                <a:cs typeface="Calibri"/>
              </a:rPr>
              <a:t> </a:t>
            </a:r>
            <a:r>
              <a:rPr sz="1900" spc="-5" dirty="0">
                <a:latin typeface="Calibri"/>
                <a:cs typeface="Calibri"/>
              </a:rPr>
              <a:t>ISP</a:t>
            </a:r>
            <a:r>
              <a:rPr sz="1900" spc="5" dirty="0">
                <a:latin typeface="Calibri"/>
                <a:cs typeface="Calibri"/>
              </a:rPr>
              <a:t> </a:t>
            </a:r>
            <a:r>
              <a:rPr sz="1900" spc="-5" dirty="0">
                <a:latin typeface="Calibri"/>
                <a:cs typeface="Calibri"/>
              </a:rPr>
              <a:t>is</a:t>
            </a:r>
            <a:r>
              <a:rPr sz="1900" spc="-10" dirty="0">
                <a:latin typeface="Calibri"/>
                <a:cs typeface="Calibri"/>
              </a:rPr>
              <a:t> </a:t>
            </a:r>
            <a:r>
              <a:rPr sz="1900" spc="-5" dirty="0">
                <a:latin typeface="Calibri"/>
                <a:cs typeface="Calibri"/>
              </a:rPr>
              <a:t>an</a:t>
            </a:r>
            <a:r>
              <a:rPr sz="1900" dirty="0">
                <a:latin typeface="Calibri"/>
                <a:cs typeface="Calibri"/>
              </a:rPr>
              <a:t> </a:t>
            </a:r>
            <a:r>
              <a:rPr sz="1900" spc="-15" dirty="0">
                <a:latin typeface="Calibri"/>
                <a:cs typeface="Calibri"/>
              </a:rPr>
              <a:t>organization</a:t>
            </a:r>
            <a:r>
              <a:rPr sz="1900" spc="35" dirty="0">
                <a:latin typeface="Calibri"/>
                <a:cs typeface="Calibri"/>
              </a:rPr>
              <a:t> </a:t>
            </a:r>
            <a:r>
              <a:rPr sz="1900" spc="-10" dirty="0">
                <a:latin typeface="Calibri"/>
                <a:cs typeface="Calibri"/>
              </a:rPr>
              <a:t>that</a:t>
            </a:r>
            <a:r>
              <a:rPr sz="1900" dirty="0">
                <a:latin typeface="Calibri"/>
                <a:cs typeface="Calibri"/>
              </a:rPr>
              <a:t> </a:t>
            </a:r>
            <a:r>
              <a:rPr sz="1900" spc="-15" dirty="0">
                <a:latin typeface="Calibri"/>
                <a:cs typeface="Calibri"/>
              </a:rPr>
              <a:t>provides</a:t>
            </a:r>
            <a:r>
              <a:rPr sz="1900" spc="25" dirty="0">
                <a:latin typeface="Calibri"/>
                <a:cs typeface="Calibri"/>
              </a:rPr>
              <a:t> </a:t>
            </a:r>
            <a:r>
              <a:rPr sz="1900" spc="-10" dirty="0">
                <a:latin typeface="Calibri"/>
                <a:cs typeface="Calibri"/>
              </a:rPr>
              <a:t>Internet</a:t>
            </a:r>
            <a:r>
              <a:rPr sz="1900" spc="15" dirty="0">
                <a:latin typeface="Calibri"/>
                <a:cs typeface="Calibri"/>
              </a:rPr>
              <a:t> </a:t>
            </a:r>
            <a:r>
              <a:rPr sz="1900" spc="-5" dirty="0">
                <a:latin typeface="Calibri"/>
                <a:cs typeface="Calibri"/>
              </a:rPr>
              <a:t>access</a:t>
            </a:r>
            <a:r>
              <a:rPr sz="1900" spc="-35" dirty="0">
                <a:latin typeface="Calibri"/>
                <a:cs typeface="Calibri"/>
              </a:rPr>
              <a:t> </a:t>
            </a:r>
            <a:r>
              <a:rPr sz="1900" spc="-5" dirty="0">
                <a:latin typeface="Calibri"/>
                <a:cs typeface="Calibri"/>
              </a:rPr>
              <a:t>and</a:t>
            </a:r>
            <a:r>
              <a:rPr sz="1900" spc="15" dirty="0">
                <a:latin typeface="Calibri"/>
                <a:cs typeface="Calibri"/>
              </a:rPr>
              <a:t> </a:t>
            </a:r>
            <a:r>
              <a:rPr sz="1900" spc="-5" dirty="0">
                <a:latin typeface="Calibri"/>
                <a:cs typeface="Calibri"/>
              </a:rPr>
              <a:t>services</a:t>
            </a:r>
            <a:r>
              <a:rPr sz="1900" dirty="0">
                <a:latin typeface="Calibri"/>
                <a:cs typeface="Calibri"/>
              </a:rPr>
              <a:t> </a:t>
            </a:r>
            <a:r>
              <a:rPr sz="1900" spc="-20" dirty="0">
                <a:latin typeface="Calibri"/>
                <a:cs typeface="Calibri"/>
              </a:rPr>
              <a:t>for</a:t>
            </a:r>
            <a:r>
              <a:rPr sz="1900" spc="-10" dirty="0">
                <a:latin typeface="Calibri"/>
                <a:cs typeface="Calibri"/>
              </a:rPr>
              <a:t> </a:t>
            </a:r>
            <a:r>
              <a:rPr sz="1900" spc="-5" dirty="0">
                <a:latin typeface="Calibri"/>
                <a:cs typeface="Calibri"/>
              </a:rPr>
              <a:t>individuals, </a:t>
            </a:r>
            <a:r>
              <a:rPr sz="1900" spc="-415" dirty="0">
                <a:latin typeface="Calibri"/>
                <a:cs typeface="Calibri"/>
              </a:rPr>
              <a:t> </a:t>
            </a:r>
            <a:r>
              <a:rPr sz="1900" spc="-5" dirty="0">
                <a:latin typeface="Calibri"/>
                <a:cs typeface="Calibri"/>
              </a:rPr>
              <a:t>small</a:t>
            </a:r>
            <a:r>
              <a:rPr sz="1900" spc="-15" dirty="0">
                <a:latin typeface="Calibri"/>
                <a:cs typeface="Calibri"/>
              </a:rPr>
              <a:t> </a:t>
            </a:r>
            <a:r>
              <a:rPr sz="1900" spc="-5" dirty="0">
                <a:latin typeface="Calibri"/>
                <a:cs typeface="Calibri"/>
              </a:rPr>
              <a:t>businesses, and</a:t>
            </a:r>
            <a:r>
              <a:rPr sz="1900" dirty="0">
                <a:latin typeface="Calibri"/>
                <a:cs typeface="Calibri"/>
              </a:rPr>
              <a:t> </a:t>
            </a:r>
            <a:r>
              <a:rPr sz="1900" spc="-15" dirty="0">
                <a:latin typeface="Calibri"/>
                <a:cs typeface="Calibri"/>
              </a:rPr>
              <a:t>midsize</a:t>
            </a:r>
            <a:r>
              <a:rPr sz="1900" spc="15" dirty="0">
                <a:latin typeface="Calibri"/>
                <a:cs typeface="Calibri"/>
              </a:rPr>
              <a:t> </a:t>
            </a:r>
            <a:r>
              <a:rPr sz="1900" spc="-15" dirty="0">
                <a:latin typeface="Calibri"/>
                <a:cs typeface="Calibri"/>
              </a:rPr>
              <a:t>organizations</a:t>
            </a:r>
            <a:r>
              <a:rPr sz="1900" spc="40" dirty="0">
                <a:latin typeface="Calibri"/>
                <a:cs typeface="Calibri"/>
              </a:rPr>
              <a:t> </a:t>
            </a:r>
            <a:r>
              <a:rPr sz="1900" spc="-10" dirty="0">
                <a:latin typeface="Calibri"/>
                <a:cs typeface="Calibri"/>
              </a:rPr>
              <a:t>that</a:t>
            </a:r>
            <a:r>
              <a:rPr sz="1900" spc="-15" dirty="0">
                <a:latin typeface="Calibri"/>
                <a:cs typeface="Calibri"/>
              </a:rPr>
              <a:t> </a:t>
            </a:r>
            <a:r>
              <a:rPr sz="1900" spc="-5" dirty="0">
                <a:latin typeface="Calibri"/>
                <a:cs typeface="Calibri"/>
              </a:rPr>
              <a:t>do</a:t>
            </a:r>
            <a:r>
              <a:rPr sz="1900" dirty="0">
                <a:latin typeface="Calibri"/>
                <a:cs typeface="Calibri"/>
              </a:rPr>
              <a:t> </a:t>
            </a:r>
            <a:r>
              <a:rPr sz="1900" spc="-10" dirty="0">
                <a:latin typeface="Calibri"/>
                <a:cs typeface="Calibri"/>
              </a:rPr>
              <a:t>not</a:t>
            </a:r>
            <a:r>
              <a:rPr sz="1900" spc="10" dirty="0">
                <a:latin typeface="Calibri"/>
                <a:cs typeface="Calibri"/>
              </a:rPr>
              <a:t> </a:t>
            </a:r>
            <a:r>
              <a:rPr sz="1900" spc="-15" dirty="0">
                <a:latin typeface="Calibri"/>
                <a:cs typeface="Calibri"/>
              </a:rPr>
              <a:t>want</a:t>
            </a:r>
            <a:r>
              <a:rPr sz="1900" spc="-5" dirty="0">
                <a:latin typeface="Calibri"/>
                <a:cs typeface="Calibri"/>
              </a:rPr>
              <a:t> </a:t>
            </a:r>
            <a:r>
              <a:rPr sz="1900" spc="-15" dirty="0">
                <a:latin typeface="Calibri"/>
                <a:cs typeface="Calibri"/>
              </a:rPr>
              <a:t>to</a:t>
            </a:r>
            <a:r>
              <a:rPr sz="1900" dirty="0">
                <a:latin typeface="Calibri"/>
                <a:cs typeface="Calibri"/>
              </a:rPr>
              <a:t> </a:t>
            </a:r>
            <a:r>
              <a:rPr sz="1900" spc="-15" dirty="0">
                <a:latin typeface="Calibri"/>
                <a:cs typeface="Calibri"/>
              </a:rPr>
              <a:t>create</a:t>
            </a:r>
            <a:r>
              <a:rPr sz="1900" dirty="0">
                <a:latin typeface="Calibri"/>
                <a:cs typeface="Calibri"/>
              </a:rPr>
              <a:t> </a:t>
            </a:r>
            <a:r>
              <a:rPr sz="1900" spc="-5" dirty="0">
                <a:latin typeface="Calibri"/>
                <a:cs typeface="Calibri"/>
              </a:rPr>
              <a:t>an</a:t>
            </a:r>
            <a:r>
              <a:rPr sz="1900" dirty="0">
                <a:latin typeface="Calibri"/>
                <a:cs typeface="Calibri"/>
              </a:rPr>
              <a:t> </a:t>
            </a:r>
            <a:r>
              <a:rPr sz="1900" spc="-10" dirty="0">
                <a:latin typeface="Calibri"/>
                <a:cs typeface="Calibri"/>
              </a:rPr>
              <a:t>Internet </a:t>
            </a:r>
            <a:r>
              <a:rPr sz="1900" spc="-415" dirty="0">
                <a:latin typeface="Calibri"/>
                <a:cs typeface="Calibri"/>
              </a:rPr>
              <a:t> </a:t>
            </a:r>
            <a:r>
              <a:rPr sz="1900" spc="-10" dirty="0">
                <a:latin typeface="Calibri"/>
                <a:cs typeface="Calibri"/>
              </a:rPr>
              <a:t>site</a:t>
            </a:r>
            <a:r>
              <a:rPr sz="1900" spc="-15" dirty="0">
                <a:latin typeface="Calibri"/>
                <a:cs typeface="Calibri"/>
              </a:rPr>
              <a:t> </a:t>
            </a:r>
            <a:r>
              <a:rPr sz="1900" spc="-5" dirty="0">
                <a:latin typeface="Calibri"/>
                <a:cs typeface="Calibri"/>
              </a:rPr>
              <a:t>and </a:t>
            </a:r>
            <a:r>
              <a:rPr sz="1900" spc="-10" dirty="0">
                <a:latin typeface="Calibri"/>
                <a:cs typeface="Calibri"/>
              </a:rPr>
              <a:t>become</a:t>
            </a:r>
            <a:r>
              <a:rPr sz="1900" dirty="0">
                <a:latin typeface="Calibri"/>
                <a:cs typeface="Calibri"/>
              </a:rPr>
              <a:t> </a:t>
            </a:r>
            <a:r>
              <a:rPr sz="1900" spc="-15" dirty="0">
                <a:latin typeface="Calibri"/>
                <a:cs typeface="Calibri"/>
              </a:rPr>
              <a:t>involved</a:t>
            </a:r>
            <a:r>
              <a:rPr sz="1900" spc="35" dirty="0">
                <a:latin typeface="Calibri"/>
                <a:cs typeface="Calibri"/>
              </a:rPr>
              <a:t> </a:t>
            </a:r>
            <a:r>
              <a:rPr sz="1900" spc="-5" dirty="0">
                <a:latin typeface="Calibri"/>
                <a:cs typeface="Calibri"/>
              </a:rPr>
              <a:t>in</a:t>
            </a:r>
            <a:r>
              <a:rPr sz="1900" spc="10" dirty="0">
                <a:latin typeface="Calibri"/>
                <a:cs typeface="Calibri"/>
              </a:rPr>
              <a:t> </a:t>
            </a:r>
            <a:r>
              <a:rPr sz="1900" spc="-10" dirty="0">
                <a:latin typeface="Calibri"/>
                <a:cs typeface="Calibri"/>
              </a:rPr>
              <a:t>providing</a:t>
            </a:r>
            <a:r>
              <a:rPr sz="1900" spc="30" dirty="0">
                <a:latin typeface="Calibri"/>
                <a:cs typeface="Calibri"/>
              </a:rPr>
              <a:t> </a:t>
            </a:r>
            <a:r>
              <a:rPr sz="1900" spc="-10" dirty="0">
                <a:latin typeface="Calibri"/>
                <a:cs typeface="Calibri"/>
              </a:rPr>
              <a:t>Internet</a:t>
            </a:r>
            <a:r>
              <a:rPr sz="1900" spc="10" dirty="0">
                <a:latin typeface="Calibri"/>
                <a:cs typeface="Calibri"/>
              </a:rPr>
              <a:t> </a:t>
            </a:r>
            <a:r>
              <a:rPr sz="1900" spc="-5" dirty="0">
                <a:latin typeface="Calibri"/>
                <a:cs typeface="Calibri"/>
              </a:rPr>
              <a:t>services (such</a:t>
            </a:r>
            <a:r>
              <a:rPr sz="1900" spc="-15" dirty="0">
                <a:latin typeface="Calibri"/>
                <a:cs typeface="Calibri"/>
              </a:rPr>
              <a:t> </a:t>
            </a:r>
            <a:r>
              <a:rPr sz="1900" spc="-5" dirty="0">
                <a:latin typeface="Calibri"/>
                <a:cs typeface="Calibri"/>
              </a:rPr>
              <a:t>as</a:t>
            </a:r>
            <a:r>
              <a:rPr sz="1900" spc="-10" dirty="0">
                <a:latin typeface="Calibri"/>
                <a:cs typeface="Calibri"/>
              </a:rPr>
              <a:t> electronic</a:t>
            </a:r>
            <a:r>
              <a:rPr sz="1900" spc="10" dirty="0">
                <a:latin typeface="Calibri"/>
                <a:cs typeface="Calibri"/>
              </a:rPr>
              <a:t> </a:t>
            </a:r>
            <a:r>
              <a:rPr sz="1900" spc="-5" dirty="0">
                <a:latin typeface="Calibri"/>
                <a:cs typeface="Calibri"/>
              </a:rPr>
              <a:t>mail) </a:t>
            </a:r>
            <a:r>
              <a:rPr sz="1900" dirty="0">
                <a:latin typeface="Calibri"/>
                <a:cs typeface="Calibri"/>
              </a:rPr>
              <a:t> </a:t>
            </a:r>
            <a:r>
              <a:rPr sz="1900" spc="-20" dirty="0">
                <a:latin typeface="Calibri"/>
                <a:cs typeface="Calibri"/>
              </a:rPr>
              <a:t>for </a:t>
            </a:r>
            <a:r>
              <a:rPr sz="1900" spc="-5" dirty="0">
                <a:latin typeface="Calibri"/>
                <a:cs typeface="Calibri"/>
              </a:rPr>
              <a:t>their </a:t>
            </a:r>
            <a:r>
              <a:rPr sz="1900" spc="-10" dirty="0">
                <a:latin typeface="Calibri"/>
                <a:cs typeface="Calibri"/>
              </a:rPr>
              <a:t>employees.</a:t>
            </a:r>
            <a:endParaRPr sz="1900" dirty="0">
              <a:latin typeface="Calibri"/>
              <a:cs typeface="Calibri"/>
            </a:endParaRPr>
          </a:p>
          <a:p>
            <a:pPr marL="640080" marR="20955" lvl="2" indent="-182880" algn="just">
              <a:lnSpc>
                <a:spcPts val="1820"/>
              </a:lnSpc>
              <a:spcBef>
                <a:spcPts val="615"/>
              </a:spcBef>
              <a:buClr>
                <a:srgbClr val="1CACE4"/>
              </a:buClr>
              <a:buChar char="◦"/>
              <a:tabLst>
                <a:tab pos="640715" algn="l"/>
              </a:tabLst>
            </a:pPr>
            <a:r>
              <a:rPr sz="1900" spc="-5" dirty="0">
                <a:latin typeface="Calibri"/>
                <a:cs typeface="Calibri"/>
              </a:rPr>
              <a:t>An ISP is </a:t>
            </a:r>
            <a:r>
              <a:rPr sz="1900" spc="-15" dirty="0">
                <a:latin typeface="Calibri"/>
                <a:cs typeface="Calibri"/>
              </a:rPr>
              <a:t>granted </a:t>
            </a:r>
            <a:r>
              <a:rPr sz="1900" spc="-5" dirty="0">
                <a:latin typeface="Calibri"/>
                <a:cs typeface="Calibri"/>
              </a:rPr>
              <a:t>a </a:t>
            </a:r>
            <a:r>
              <a:rPr sz="1900" spc="-15" dirty="0">
                <a:latin typeface="Calibri"/>
                <a:cs typeface="Calibri"/>
              </a:rPr>
              <a:t>large range </a:t>
            </a:r>
            <a:r>
              <a:rPr sz="1900" spc="-5" dirty="0">
                <a:latin typeface="Calibri"/>
                <a:cs typeface="Calibri"/>
              </a:rPr>
              <a:t>of </a:t>
            </a:r>
            <a:r>
              <a:rPr sz="1900" spc="-10" dirty="0">
                <a:latin typeface="Calibri"/>
                <a:cs typeface="Calibri"/>
              </a:rPr>
              <a:t>addresses </a:t>
            </a:r>
            <a:r>
              <a:rPr sz="1900" spc="-5" dirty="0">
                <a:latin typeface="Calibri"/>
                <a:cs typeface="Calibri"/>
              </a:rPr>
              <a:t>and then </a:t>
            </a:r>
            <a:r>
              <a:rPr sz="1900" spc="-10" dirty="0">
                <a:latin typeface="Calibri"/>
                <a:cs typeface="Calibri"/>
              </a:rPr>
              <a:t>subdivides the addresses </a:t>
            </a:r>
            <a:r>
              <a:rPr sz="1900" spc="-5" dirty="0">
                <a:latin typeface="Calibri"/>
                <a:cs typeface="Calibri"/>
              </a:rPr>
              <a:t>(in </a:t>
            </a:r>
            <a:r>
              <a:rPr sz="1900" dirty="0">
                <a:latin typeface="Calibri"/>
                <a:cs typeface="Calibri"/>
              </a:rPr>
              <a:t> </a:t>
            </a:r>
            <a:r>
              <a:rPr sz="1900" spc="-15" dirty="0">
                <a:latin typeface="Calibri"/>
                <a:cs typeface="Calibri"/>
              </a:rPr>
              <a:t>groups </a:t>
            </a:r>
            <a:r>
              <a:rPr sz="1900" spc="-5" dirty="0">
                <a:latin typeface="Calibri"/>
                <a:cs typeface="Calibri"/>
              </a:rPr>
              <a:t>of 1, 2, 4, 8, 16, and so </a:t>
            </a:r>
            <a:r>
              <a:rPr sz="1900" spc="-10" dirty="0">
                <a:latin typeface="Calibri"/>
                <a:cs typeface="Calibri"/>
              </a:rPr>
              <a:t>on), giving </a:t>
            </a:r>
            <a:r>
              <a:rPr sz="1900" spc="-5" dirty="0">
                <a:latin typeface="Calibri"/>
                <a:cs typeface="Calibri"/>
              </a:rPr>
              <a:t>a </a:t>
            </a:r>
            <a:r>
              <a:rPr sz="1900" spc="-15" dirty="0">
                <a:latin typeface="Calibri"/>
                <a:cs typeface="Calibri"/>
              </a:rPr>
              <a:t>range </a:t>
            </a:r>
            <a:r>
              <a:rPr sz="1900" spc="-5" dirty="0">
                <a:latin typeface="Calibri"/>
                <a:cs typeface="Calibri"/>
              </a:rPr>
              <a:t>of </a:t>
            </a:r>
            <a:r>
              <a:rPr sz="1900" spc="-10" dirty="0">
                <a:latin typeface="Calibri"/>
                <a:cs typeface="Calibri"/>
              </a:rPr>
              <a:t>addresses </a:t>
            </a:r>
            <a:r>
              <a:rPr sz="1900" spc="-15" dirty="0">
                <a:latin typeface="Calibri"/>
                <a:cs typeface="Calibri"/>
              </a:rPr>
              <a:t>to </a:t>
            </a:r>
            <a:r>
              <a:rPr sz="1900" spc="-5" dirty="0">
                <a:latin typeface="Calibri"/>
                <a:cs typeface="Calibri"/>
              </a:rPr>
              <a:t>a </a:t>
            </a:r>
            <a:r>
              <a:rPr sz="1900" spc="-10" dirty="0">
                <a:latin typeface="Calibri"/>
                <a:cs typeface="Calibri"/>
              </a:rPr>
              <a:t>household </a:t>
            </a:r>
            <a:r>
              <a:rPr sz="1900" spc="-5" dirty="0">
                <a:latin typeface="Calibri"/>
                <a:cs typeface="Calibri"/>
              </a:rPr>
              <a:t>or a </a:t>
            </a:r>
            <a:r>
              <a:rPr sz="1900" spc="-415" dirty="0">
                <a:latin typeface="Calibri"/>
                <a:cs typeface="Calibri"/>
              </a:rPr>
              <a:t> </a:t>
            </a:r>
            <a:r>
              <a:rPr sz="1900" spc="-5" dirty="0">
                <a:latin typeface="Calibri"/>
                <a:cs typeface="Calibri"/>
              </a:rPr>
              <a:t>small</a:t>
            </a:r>
            <a:r>
              <a:rPr sz="1900" spc="-20" dirty="0">
                <a:latin typeface="Calibri"/>
                <a:cs typeface="Calibri"/>
              </a:rPr>
              <a:t> </a:t>
            </a:r>
            <a:r>
              <a:rPr sz="1900" spc="-5" dirty="0">
                <a:latin typeface="Calibri"/>
                <a:cs typeface="Calibri"/>
              </a:rPr>
              <a:t>business</a:t>
            </a:r>
            <a:endParaRPr sz="1900" dirty="0">
              <a:latin typeface="Calibri"/>
              <a:cs typeface="Calibri"/>
            </a:endParaRPr>
          </a:p>
          <a:p>
            <a:pPr marL="817244" lvl="3" indent="-183515" algn="just">
              <a:lnSpc>
                <a:spcPct val="100000"/>
              </a:lnSpc>
              <a:spcBef>
                <a:spcPts val="165"/>
              </a:spcBef>
              <a:buClr>
                <a:srgbClr val="1CACE4"/>
              </a:buClr>
              <a:buChar char="◦"/>
              <a:tabLst>
                <a:tab pos="817880" algn="l"/>
              </a:tabLst>
            </a:pPr>
            <a:r>
              <a:rPr sz="1900" spc="-10" dirty="0">
                <a:latin typeface="Calibri"/>
                <a:cs typeface="Calibri"/>
              </a:rPr>
              <a:t>connected</a:t>
            </a:r>
            <a:r>
              <a:rPr sz="1900" spc="-15" dirty="0">
                <a:latin typeface="Calibri"/>
                <a:cs typeface="Calibri"/>
              </a:rPr>
              <a:t> </a:t>
            </a:r>
            <a:r>
              <a:rPr sz="1900" spc="-5" dirty="0">
                <a:latin typeface="Calibri"/>
                <a:cs typeface="Calibri"/>
              </a:rPr>
              <a:t>via</a:t>
            </a:r>
            <a:r>
              <a:rPr sz="1900" spc="20" dirty="0">
                <a:latin typeface="Calibri"/>
                <a:cs typeface="Calibri"/>
              </a:rPr>
              <a:t> </a:t>
            </a:r>
            <a:r>
              <a:rPr sz="1900" spc="-5" dirty="0">
                <a:latin typeface="Calibri"/>
                <a:cs typeface="Calibri"/>
              </a:rPr>
              <a:t>a</a:t>
            </a:r>
            <a:r>
              <a:rPr sz="1900" dirty="0">
                <a:latin typeface="Calibri"/>
                <a:cs typeface="Calibri"/>
              </a:rPr>
              <a:t> </a:t>
            </a:r>
            <a:r>
              <a:rPr sz="1900" spc="-5" dirty="0">
                <a:latin typeface="Calibri"/>
                <a:cs typeface="Calibri"/>
              </a:rPr>
              <a:t>dial-up</a:t>
            </a:r>
            <a:r>
              <a:rPr sz="1900" spc="25" dirty="0">
                <a:latin typeface="Calibri"/>
                <a:cs typeface="Calibri"/>
              </a:rPr>
              <a:t> </a:t>
            </a:r>
            <a:r>
              <a:rPr sz="1900" spc="-10" dirty="0">
                <a:latin typeface="Calibri"/>
                <a:cs typeface="Calibri"/>
              </a:rPr>
              <a:t>modem,</a:t>
            </a:r>
            <a:r>
              <a:rPr sz="1900" spc="5" dirty="0">
                <a:latin typeface="Calibri"/>
                <a:cs typeface="Calibri"/>
              </a:rPr>
              <a:t> </a:t>
            </a:r>
            <a:r>
              <a:rPr sz="1900" spc="-5" dirty="0">
                <a:latin typeface="Calibri"/>
                <a:cs typeface="Calibri"/>
              </a:rPr>
              <a:t>DSL,</a:t>
            </a:r>
            <a:r>
              <a:rPr sz="1900" spc="25" dirty="0">
                <a:latin typeface="Calibri"/>
                <a:cs typeface="Calibri"/>
              </a:rPr>
              <a:t> </a:t>
            </a:r>
            <a:r>
              <a:rPr sz="1900" spc="-5" dirty="0">
                <a:latin typeface="Calibri"/>
                <a:cs typeface="Calibri"/>
              </a:rPr>
              <a:t>or</a:t>
            </a:r>
            <a:r>
              <a:rPr sz="1900" dirty="0">
                <a:latin typeface="Calibri"/>
                <a:cs typeface="Calibri"/>
              </a:rPr>
              <a:t> </a:t>
            </a:r>
            <a:r>
              <a:rPr sz="1900" spc="-10" dirty="0">
                <a:latin typeface="Calibri"/>
                <a:cs typeface="Calibri"/>
              </a:rPr>
              <a:t>cable</a:t>
            </a:r>
            <a:r>
              <a:rPr sz="1900" dirty="0">
                <a:latin typeface="Calibri"/>
                <a:cs typeface="Calibri"/>
              </a:rPr>
              <a:t> </a:t>
            </a:r>
            <a:r>
              <a:rPr sz="1900" spc="-10" dirty="0">
                <a:latin typeface="Calibri"/>
                <a:cs typeface="Calibri"/>
              </a:rPr>
              <a:t>modem</a:t>
            </a:r>
            <a:r>
              <a:rPr sz="1900" dirty="0">
                <a:latin typeface="Calibri"/>
                <a:cs typeface="Calibri"/>
              </a:rPr>
              <a:t> </a:t>
            </a:r>
            <a:r>
              <a:rPr sz="1900" spc="-15" dirty="0">
                <a:latin typeface="Calibri"/>
                <a:cs typeface="Calibri"/>
              </a:rPr>
              <a:t>to</a:t>
            </a:r>
            <a:r>
              <a:rPr sz="1900" spc="-5" dirty="0">
                <a:latin typeface="Calibri"/>
                <a:cs typeface="Calibri"/>
              </a:rPr>
              <a:t> </a:t>
            </a:r>
            <a:r>
              <a:rPr sz="1900" spc="-10" dirty="0">
                <a:latin typeface="Calibri"/>
                <a:cs typeface="Calibri"/>
              </a:rPr>
              <a:t>the</a:t>
            </a:r>
            <a:r>
              <a:rPr sz="1900" spc="5" dirty="0">
                <a:latin typeface="Calibri"/>
                <a:cs typeface="Calibri"/>
              </a:rPr>
              <a:t> </a:t>
            </a:r>
            <a:r>
              <a:rPr sz="1900" spc="-5" dirty="0">
                <a:latin typeface="Calibri"/>
                <a:cs typeface="Calibri"/>
              </a:rPr>
              <a:t>ISP</a:t>
            </a:r>
            <a:endParaRPr sz="19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220460" cy="756920"/>
          </a:xfrm>
          <a:prstGeom prst="rect">
            <a:avLst/>
          </a:prstGeom>
        </p:spPr>
        <p:txBody>
          <a:bodyPr vert="horz" wrap="square" lIns="0" tIns="12700" rIns="0" bIns="0" rtlCol="0">
            <a:spAutoFit/>
          </a:bodyPr>
          <a:lstStyle/>
          <a:p>
            <a:pPr marL="12700">
              <a:lnSpc>
                <a:spcPct val="100000"/>
              </a:lnSpc>
              <a:spcBef>
                <a:spcPts val="100"/>
              </a:spcBef>
            </a:pPr>
            <a:r>
              <a:rPr sz="4800" spc="-50" dirty="0"/>
              <a:t>C</a:t>
            </a:r>
            <a:r>
              <a:rPr sz="4800" spc="-55" dirty="0"/>
              <a:t>l</a:t>
            </a:r>
            <a:r>
              <a:rPr sz="4800" spc="-60" dirty="0"/>
              <a:t>ass</a:t>
            </a:r>
            <a:r>
              <a:rPr sz="4800" spc="-55" dirty="0"/>
              <a:t>l</a:t>
            </a:r>
            <a:r>
              <a:rPr sz="4800" spc="-60" dirty="0"/>
              <a:t>es</a:t>
            </a:r>
            <a:r>
              <a:rPr sz="4800" spc="-5" dirty="0"/>
              <a:t>s</a:t>
            </a:r>
            <a:r>
              <a:rPr sz="4800" spc="-235" dirty="0"/>
              <a:t> </a:t>
            </a:r>
            <a:r>
              <a:rPr sz="4800" spc="-50" dirty="0"/>
              <a:t>A</a:t>
            </a:r>
            <a:r>
              <a:rPr sz="4800" spc="-55" dirty="0"/>
              <a:t>dd</a:t>
            </a:r>
            <a:r>
              <a:rPr sz="4800" spc="-50" dirty="0"/>
              <a:t>r</a:t>
            </a:r>
            <a:r>
              <a:rPr sz="4800" spc="-60" dirty="0"/>
              <a:t>ess</a:t>
            </a:r>
            <a:r>
              <a:rPr sz="4800" spc="-55" dirty="0"/>
              <a:t>in</a:t>
            </a:r>
            <a:r>
              <a:rPr sz="4800" spc="-5" dirty="0"/>
              <a:t>g</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59567" y="1769826"/>
            <a:ext cx="8690610" cy="3256279"/>
          </a:xfrm>
          <a:prstGeom prst="rect">
            <a:avLst/>
          </a:prstGeom>
        </p:spPr>
        <p:txBody>
          <a:bodyPr vert="horz" wrap="square" lIns="0" tIns="60960" rIns="0" bIns="0" rtlCol="0">
            <a:spAutoFit/>
          </a:bodyPr>
          <a:lstStyle/>
          <a:p>
            <a:pPr marL="227329" marR="43180" indent="-177165">
              <a:lnSpc>
                <a:spcPts val="3020"/>
              </a:lnSpc>
              <a:spcBef>
                <a:spcPts val="480"/>
              </a:spcBef>
              <a:buClr>
                <a:srgbClr val="1CACE4"/>
              </a:buClr>
              <a:buFont typeface="Arial MT"/>
              <a:buChar char="•"/>
              <a:tabLst>
                <a:tab pos="227965" algn="l"/>
              </a:tabLst>
            </a:pPr>
            <a:r>
              <a:rPr sz="2800" spc="-10" dirty="0">
                <a:solidFill>
                  <a:srgbClr val="3F3F3F"/>
                </a:solidFill>
                <a:latin typeface="Calibri"/>
                <a:cs typeface="Calibri"/>
              </a:rPr>
              <a:t>whole </a:t>
            </a:r>
            <a:r>
              <a:rPr sz="2800" spc="-15" dirty="0">
                <a:solidFill>
                  <a:srgbClr val="3F3F3F"/>
                </a:solidFill>
                <a:latin typeface="Calibri"/>
                <a:cs typeface="Calibri"/>
              </a:rPr>
              <a:t>address</a:t>
            </a:r>
            <a:r>
              <a:rPr sz="2800" spc="30" dirty="0">
                <a:solidFill>
                  <a:srgbClr val="3F3F3F"/>
                </a:solidFill>
                <a:latin typeface="Calibri"/>
                <a:cs typeface="Calibri"/>
              </a:rPr>
              <a:t> </a:t>
            </a:r>
            <a:r>
              <a:rPr sz="2800" spc="-5" dirty="0">
                <a:solidFill>
                  <a:srgbClr val="3F3F3F"/>
                </a:solidFill>
                <a:latin typeface="Calibri"/>
                <a:cs typeface="Calibri"/>
              </a:rPr>
              <a:t>space</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0" dirty="0">
                <a:solidFill>
                  <a:srgbClr val="3F3F3F"/>
                </a:solidFill>
                <a:latin typeface="Calibri"/>
                <a:cs typeface="Calibri"/>
              </a:rPr>
              <a:t>divided</a:t>
            </a:r>
            <a:r>
              <a:rPr sz="2800" spc="30" dirty="0">
                <a:solidFill>
                  <a:srgbClr val="3F3F3F"/>
                </a:solidFill>
                <a:latin typeface="Calibri"/>
                <a:cs typeface="Calibri"/>
              </a:rPr>
              <a:t> </a:t>
            </a:r>
            <a:r>
              <a:rPr sz="2800" spc="-20" dirty="0">
                <a:solidFill>
                  <a:srgbClr val="3F3F3F"/>
                </a:solidFill>
                <a:latin typeface="Calibri"/>
                <a:cs typeface="Calibri"/>
              </a:rPr>
              <a:t>into</a:t>
            </a:r>
            <a:r>
              <a:rPr sz="2800" spc="-5" dirty="0">
                <a:solidFill>
                  <a:srgbClr val="3F3F3F"/>
                </a:solidFill>
                <a:latin typeface="Calibri"/>
                <a:cs typeface="Calibri"/>
              </a:rPr>
              <a:t> </a:t>
            </a:r>
            <a:r>
              <a:rPr sz="2800" spc="-10" dirty="0">
                <a:solidFill>
                  <a:srgbClr val="3F3F3F"/>
                </a:solidFill>
                <a:latin typeface="Calibri"/>
                <a:cs typeface="Calibri"/>
              </a:rPr>
              <a:t>non</a:t>
            </a:r>
            <a:r>
              <a:rPr sz="2800" spc="20" dirty="0">
                <a:solidFill>
                  <a:srgbClr val="3F3F3F"/>
                </a:solidFill>
                <a:latin typeface="Calibri"/>
                <a:cs typeface="Calibri"/>
              </a:rPr>
              <a:t> </a:t>
            </a:r>
            <a:r>
              <a:rPr sz="2800" spc="-10" dirty="0">
                <a:solidFill>
                  <a:srgbClr val="3F3F3F"/>
                </a:solidFill>
                <a:latin typeface="Calibri"/>
                <a:cs typeface="Calibri"/>
              </a:rPr>
              <a:t>overlapping </a:t>
            </a:r>
            <a:r>
              <a:rPr sz="2800" spc="-5" dirty="0">
                <a:solidFill>
                  <a:srgbClr val="3F3F3F"/>
                </a:solidFill>
                <a:latin typeface="Calibri"/>
                <a:cs typeface="Calibri"/>
              </a:rPr>
              <a:t> </a:t>
            </a:r>
            <a:r>
              <a:rPr sz="2800" spc="-15" dirty="0">
                <a:solidFill>
                  <a:srgbClr val="3F3F3F"/>
                </a:solidFill>
                <a:latin typeface="Calibri"/>
                <a:cs typeface="Calibri"/>
              </a:rPr>
              <a:t>variable-length</a:t>
            </a:r>
            <a:r>
              <a:rPr sz="2800" spc="10" dirty="0">
                <a:solidFill>
                  <a:srgbClr val="3F3F3F"/>
                </a:solidFill>
                <a:latin typeface="Calibri"/>
                <a:cs typeface="Calibri"/>
              </a:rPr>
              <a:t> </a:t>
            </a:r>
            <a:r>
              <a:rPr sz="2800" spc="-10" dirty="0">
                <a:solidFill>
                  <a:srgbClr val="3F3F3F"/>
                </a:solidFill>
                <a:latin typeface="Calibri"/>
                <a:cs typeface="Calibri"/>
              </a:rPr>
              <a:t>blocks</a:t>
            </a:r>
            <a:r>
              <a:rPr sz="2800" spc="40"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spc="-10" dirty="0">
                <a:solidFill>
                  <a:srgbClr val="3F3F3F"/>
                </a:solidFill>
                <a:latin typeface="Calibri"/>
                <a:cs typeface="Calibri"/>
              </a:rPr>
              <a:t>block</a:t>
            </a:r>
            <a:r>
              <a:rPr sz="2800" spc="10"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2</a:t>
            </a:r>
            <a:r>
              <a:rPr sz="2775" baseline="25525" dirty="0">
                <a:solidFill>
                  <a:srgbClr val="3F3F3F"/>
                </a:solidFill>
                <a:latin typeface="Calibri"/>
                <a:cs typeface="Calibri"/>
              </a:rPr>
              <a:t>0</a:t>
            </a:r>
            <a:r>
              <a:rPr sz="2800" dirty="0">
                <a:solidFill>
                  <a:srgbClr val="3F3F3F"/>
                </a:solidFill>
                <a:latin typeface="Calibri"/>
                <a:cs typeface="Calibri"/>
              </a:rPr>
              <a:t>,</a:t>
            </a:r>
            <a:r>
              <a:rPr sz="2800" spc="25" dirty="0">
                <a:solidFill>
                  <a:srgbClr val="3F3F3F"/>
                </a:solidFill>
                <a:latin typeface="Calibri"/>
                <a:cs typeface="Calibri"/>
              </a:rPr>
              <a:t> </a:t>
            </a:r>
            <a:r>
              <a:rPr sz="2800" dirty="0">
                <a:solidFill>
                  <a:srgbClr val="3F3F3F"/>
                </a:solidFill>
                <a:latin typeface="Calibri"/>
                <a:cs typeface="Calibri"/>
              </a:rPr>
              <a:t>2</a:t>
            </a:r>
            <a:r>
              <a:rPr sz="2775" baseline="25525" dirty="0">
                <a:solidFill>
                  <a:srgbClr val="3F3F3F"/>
                </a:solidFill>
                <a:latin typeface="Calibri"/>
                <a:cs typeface="Calibri"/>
              </a:rPr>
              <a:t>1</a:t>
            </a:r>
            <a:r>
              <a:rPr sz="2800" dirty="0">
                <a:solidFill>
                  <a:srgbClr val="3F3F3F"/>
                </a:solidFill>
                <a:latin typeface="Calibri"/>
                <a:cs typeface="Calibri"/>
              </a:rPr>
              <a:t>,</a:t>
            </a:r>
            <a:r>
              <a:rPr sz="2800" spc="15" dirty="0">
                <a:solidFill>
                  <a:srgbClr val="3F3F3F"/>
                </a:solidFill>
                <a:latin typeface="Calibri"/>
                <a:cs typeface="Calibri"/>
              </a:rPr>
              <a:t> </a:t>
            </a:r>
            <a:r>
              <a:rPr sz="2800" dirty="0">
                <a:solidFill>
                  <a:srgbClr val="3F3F3F"/>
                </a:solidFill>
                <a:latin typeface="Calibri"/>
                <a:cs typeface="Calibri"/>
              </a:rPr>
              <a:t>2</a:t>
            </a:r>
            <a:r>
              <a:rPr sz="2775" baseline="25525" dirty="0">
                <a:solidFill>
                  <a:srgbClr val="3F3F3F"/>
                </a:solidFill>
                <a:latin typeface="Calibri"/>
                <a:cs typeface="Calibri"/>
              </a:rPr>
              <a:t>2</a:t>
            </a:r>
            <a:r>
              <a:rPr sz="2800" dirty="0">
                <a:solidFill>
                  <a:srgbClr val="3F3F3F"/>
                </a:solidFill>
                <a:latin typeface="Calibri"/>
                <a:cs typeface="Calibri"/>
              </a:rPr>
              <a:t>,</a:t>
            </a:r>
            <a:r>
              <a:rPr sz="2800" spc="15"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spc="5" dirty="0">
                <a:solidFill>
                  <a:srgbClr val="3F3F3F"/>
                </a:solidFill>
                <a:latin typeface="Calibri"/>
                <a:cs typeface="Calibri"/>
              </a:rPr>
              <a:t>2</a:t>
            </a:r>
            <a:r>
              <a:rPr sz="2775" spc="7" baseline="25525" dirty="0">
                <a:solidFill>
                  <a:srgbClr val="3F3F3F"/>
                </a:solidFill>
                <a:latin typeface="Calibri"/>
                <a:cs typeface="Calibri"/>
              </a:rPr>
              <a:t>32</a:t>
            </a:r>
            <a:r>
              <a:rPr sz="2775" spc="367" baseline="25525" dirty="0">
                <a:solidFill>
                  <a:srgbClr val="3F3F3F"/>
                </a:solidFill>
                <a:latin typeface="Calibri"/>
                <a:cs typeface="Calibri"/>
              </a:rPr>
              <a:t> </a:t>
            </a:r>
            <a:r>
              <a:rPr sz="2800" spc="-15" dirty="0">
                <a:solidFill>
                  <a:srgbClr val="3F3F3F"/>
                </a:solidFill>
                <a:latin typeface="Calibri"/>
                <a:cs typeface="Calibri"/>
              </a:rPr>
              <a:t>addresses</a:t>
            </a:r>
            <a:endParaRPr sz="2800">
              <a:latin typeface="Calibri"/>
              <a:cs typeface="Calibri"/>
            </a:endParaRPr>
          </a:p>
          <a:p>
            <a:pPr marL="457200" marR="552450" lvl="1" indent="-182880">
              <a:lnSpc>
                <a:spcPts val="2590"/>
              </a:lnSpc>
              <a:spcBef>
                <a:spcPts val="434"/>
              </a:spcBef>
              <a:buClr>
                <a:srgbClr val="1CACE4"/>
              </a:buClr>
              <a:buChar char="◦"/>
              <a:tabLst>
                <a:tab pos="457834" algn="l"/>
              </a:tabLst>
            </a:pPr>
            <a:r>
              <a:rPr sz="2400" spc="-10" dirty="0">
                <a:solidFill>
                  <a:srgbClr val="3F3F3F"/>
                </a:solidFill>
                <a:latin typeface="Calibri"/>
                <a:cs typeface="Calibri"/>
              </a:rPr>
              <a:t>restrictions </a:t>
            </a:r>
            <a:r>
              <a:rPr sz="2400" dirty="0">
                <a:solidFill>
                  <a:srgbClr val="3F3F3F"/>
                </a:solidFill>
                <a:latin typeface="Calibri"/>
                <a:cs typeface="Calibri"/>
              </a:rPr>
              <a:t>- </a:t>
            </a:r>
            <a:r>
              <a:rPr sz="2400" spc="-5" dirty="0">
                <a:solidFill>
                  <a:srgbClr val="3F3F3F"/>
                </a:solidFill>
                <a:latin typeface="Calibri"/>
                <a:cs typeface="Calibri"/>
              </a:rPr>
              <a:t>the number of addresses in </a:t>
            </a:r>
            <a:r>
              <a:rPr sz="2400" dirty="0">
                <a:solidFill>
                  <a:srgbClr val="3F3F3F"/>
                </a:solidFill>
                <a:latin typeface="Calibri"/>
                <a:cs typeface="Calibri"/>
              </a:rPr>
              <a:t>a </a:t>
            </a:r>
            <a:r>
              <a:rPr sz="2400" spc="-5" dirty="0">
                <a:solidFill>
                  <a:srgbClr val="3F3F3F"/>
                </a:solidFill>
                <a:latin typeface="Calibri"/>
                <a:cs typeface="Calibri"/>
              </a:rPr>
              <a:t>block needs </a:t>
            </a:r>
            <a:r>
              <a:rPr sz="2400" spc="-15" dirty="0">
                <a:solidFill>
                  <a:srgbClr val="3F3F3F"/>
                </a:solidFill>
                <a:latin typeface="Calibri"/>
                <a:cs typeface="Calibri"/>
              </a:rPr>
              <a:t>to </a:t>
            </a:r>
            <a:r>
              <a:rPr sz="2400" spc="-5" dirty="0">
                <a:solidFill>
                  <a:srgbClr val="3F3F3F"/>
                </a:solidFill>
                <a:latin typeface="Calibri"/>
                <a:cs typeface="Calibri"/>
              </a:rPr>
              <a:t>be </a:t>
            </a:r>
            <a:r>
              <a:rPr sz="2400" dirty="0">
                <a:solidFill>
                  <a:srgbClr val="3F3F3F"/>
                </a:solidFill>
                <a:latin typeface="Calibri"/>
                <a:cs typeface="Calibri"/>
              </a:rPr>
              <a:t>a </a:t>
            </a:r>
            <a:r>
              <a:rPr sz="2400" spc="-530" dirty="0">
                <a:solidFill>
                  <a:srgbClr val="3F3F3F"/>
                </a:solidFill>
                <a:latin typeface="Calibri"/>
                <a:cs typeface="Calibri"/>
              </a:rPr>
              <a:t> </a:t>
            </a:r>
            <a:r>
              <a:rPr sz="2400" spc="-10" dirty="0">
                <a:solidFill>
                  <a:srgbClr val="3F3F3F"/>
                </a:solidFill>
                <a:latin typeface="Calibri"/>
                <a:cs typeface="Calibri"/>
              </a:rPr>
              <a:t>power</a:t>
            </a:r>
            <a:r>
              <a:rPr sz="2400" spc="-2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dirty="0">
                <a:solidFill>
                  <a:srgbClr val="3F3F3F"/>
                </a:solidFill>
                <a:latin typeface="Calibri"/>
                <a:cs typeface="Calibri"/>
              </a:rPr>
              <a:t>2</a:t>
            </a:r>
            <a:endParaRPr sz="2400">
              <a:latin typeface="Calibri"/>
              <a:cs typeface="Calibri"/>
            </a:endParaRPr>
          </a:p>
          <a:p>
            <a:pPr marL="227329" indent="-177165">
              <a:lnSpc>
                <a:spcPct val="100000"/>
              </a:lnSpc>
              <a:spcBef>
                <a:spcPts val="1195"/>
              </a:spcBef>
              <a:buClr>
                <a:srgbClr val="1CACE4"/>
              </a:buClr>
              <a:buFont typeface="Arial MT"/>
              <a:buChar char="•"/>
              <a:tabLst>
                <a:tab pos="227965" algn="l"/>
              </a:tabLst>
            </a:pPr>
            <a:r>
              <a:rPr sz="2800" spc="-5" dirty="0">
                <a:solidFill>
                  <a:srgbClr val="3F3F3F"/>
                </a:solidFill>
                <a:latin typeface="Calibri"/>
                <a:cs typeface="Calibri"/>
              </a:rPr>
              <a:t>An </a:t>
            </a:r>
            <a:r>
              <a:rPr sz="2800" spc="-20" dirty="0">
                <a:solidFill>
                  <a:srgbClr val="3F3F3F"/>
                </a:solidFill>
                <a:latin typeface="Calibri"/>
                <a:cs typeface="Calibri"/>
              </a:rPr>
              <a:t>organization</a:t>
            </a:r>
            <a:r>
              <a:rPr sz="2800" spc="-5" dirty="0">
                <a:solidFill>
                  <a:srgbClr val="3F3F3F"/>
                </a:solidFill>
                <a:latin typeface="Calibri"/>
                <a:cs typeface="Calibri"/>
              </a:rPr>
              <a:t> </a:t>
            </a:r>
            <a:r>
              <a:rPr sz="2800" spc="-10" dirty="0">
                <a:solidFill>
                  <a:srgbClr val="3F3F3F"/>
                </a:solidFill>
                <a:latin typeface="Calibri"/>
                <a:cs typeface="Calibri"/>
              </a:rPr>
              <a:t>can</a:t>
            </a:r>
            <a:r>
              <a:rPr sz="2800" spc="5" dirty="0">
                <a:solidFill>
                  <a:srgbClr val="3F3F3F"/>
                </a:solidFill>
                <a:latin typeface="Calibri"/>
                <a:cs typeface="Calibri"/>
              </a:rPr>
              <a:t> </a:t>
            </a:r>
            <a:r>
              <a:rPr sz="2800" spc="-5" dirty="0">
                <a:solidFill>
                  <a:srgbClr val="3F3F3F"/>
                </a:solidFill>
                <a:latin typeface="Calibri"/>
                <a:cs typeface="Calibri"/>
              </a:rPr>
              <a:t>be </a:t>
            </a:r>
            <a:r>
              <a:rPr sz="2800" spc="-25" dirty="0">
                <a:solidFill>
                  <a:srgbClr val="3F3F3F"/>
                </a:solidFill>
                <a:latin typeface="Calibri"/>
                <a:cs typeface="Calibri"/>
              </a:rPr>
              <a:t>granted</a:t>
            </a:r>
            <a:r>
              <a:rPr sz="2800" spc="5" dirty="0">
                <a:solidFill>
                  <a:srgbClr val="3F3F3F"/>
                </a:solidFill>
                <a:latin typeface="Calibri"/>
                <a:cs typeface="Calibri"/>
              </a:rPr>
              <a:t> </a:t>
            </a:r>
            <a:r>
              <a:rPr sz="2800" spc="-10" dirty="0">
                <a:solidFill>
                  <a:srgbClr val="3F3F3F"/>
                </a:solidFill>
                <a:latin typeface="Calibri"/>
                <a:cs typeface="Calibri"/>
              </a:rPr>
              <a:t>one</a:t>
            </a:r>
            <a:r>
              <a:rPr sz="2800" spc="-5" dirty="0">
                <a:solidFill>
                  <a:srgbClr val="3F3F3F"/>
                </a:solidFill>
                <a:latin typeface="Calibri"/>
                <a:cs typeface="Calibri"/>
              </a:rPr>
              <a:t> </a:t>
            </a:r>
            <a:r>
              <a:rPr sz="2800" spc="-10" dirty="0">
                <a:solidFill>
                  <a:srgbClr val="3F3F3F"/>
                </a:solidFill>
                <a:latin typeface="Calibri"/>
                <a:cs typeface="Calibri"/>
              </a:rPr>
              <a:t>block</a:t>
            </a:r>
            <a:r>
              <a:rPr sz="2800" spc="2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addresses.</a:t>
            </a:r>
            <a:endParaRPr sz="2800">
              <a:latin typeface="Calibri"/>
              <a:cs typeface="Calibri"/>
            </a:endParaRPr>
          </a:p>
          <a:p>
            <a:pPr marL="227329" indent="-177165">
              <a:lnSpc>
                <a:spcPct val="100000"/>
              </a:lnSpc>
              <a:spcBef>
                <a:spcPts val="1070"/>
              </a:spcBef>
              <a:buClr>
                <a:srgbClr val="1CACE4"/>
              </a:buClr>
              <a:buFont typeface="Arial MT"/>
              <a:buChar char="•"/>
              <a:tabLst>
                <a:tab pos="227965" algn="l"/>
              </a:tabLst>
            </a:pPr>
            <a:r>
              <a:rPr sz="2800" spc="-20" dirty="0">
                <a:solidFill>
                  <a:srgbClr val="3F3F3F"/>
                </a:solidFill>
                <a:latin typeface="Calibri"/>
                <a:cs typeface="Calibri"/>
              </a:rPr>
              <a:t>prefix</a:t>
            </a:r>
            <a:r>
              <a:rPr sz="2800"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5" dirty="0">
                <a:solidFill>
                  <a:srgbClr val="3F3F3F"/>
                </a:solidFill>
                <a:latin typeface="Calibri"/>
                <a:cs typeface="Calibri"/>
              </a:rPr>
              <a:t>an</a:t>
            </a:r>
            <a:r>
              <a:rPr sz="2800" dirty="0">
                <a:solidFill>
                  <a:srgbClr val="3F3F3F"/>
                </a:solidFill>
                <a:latin typeface="Calibri"/>
                <a:cs typeface="Calibri"/>
              </a:rPr>
              <a:t> </a:t>
            </a:r>
            <a:r>
              <a:rPr sz="2800" spc="-15" dirty="0">
                <a:solidFill>
                  <a:srgbClr val="3F3F3F"/>
                </a:solidFill>
                <a:latin typeface="Calibri"/>
                <a:cs typeface="Calibri"/>
              </a:rPr>
              <a:t>address</a:t>
            </a:r>
            <a:r>
              <a:rPr sz="2800" spc="30" dirty="0">
                <a:solidFill>
                  <a:srgbClr val="3F3F3F"/>
                </a:solidFill>
                <a:latin typeface="Calibri"/>
                <a:cs typeface="Calibri"/>
              </a:rPr>
              <a:t> </a:t>
            </a:r>
            <a:r>
              <a:rPr sz="2800" spc="-10" dirty="0">
                <a:solidFill>
                  <a:srgbClr val="3F3F3F"/>
                </a:solidFill>
                <a:latin typeface="Calibri"/>
                <a:cs typeface="Calibri"/>
              </a:rPr>
              <a:t>defines</a:t>
            </a:r>
            <a:r>
              <a:rPr sz="2800" spc="2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0" dirty="0">
                <a:solidFill>
                  <a:srgbClr val="3F3F3F"/>
                </a:solidFill>
                <a:latin typeface="Calibri"/>
                <a:cs typeface="Calibri"/>
              </a:rPr>
              <a:t>block</a:t>
            </a:r>
            <a:r>
              <a:rPr sz="2800" spc="10" dirty="0">
                <a:solidFill>
                  <a:srgbClr val="3F3F3F"/>
                </a:solidFill>
                <a:latin typeface="Calibri"/>
                <a:cs typeface="Calibri"/>
              </a:rPr>
              <a:t> </a:t>
            </a:r>
            <a:r>
              <a:rPr sz="2800" spc="-10" dirty="0">
                <a:solidFill>
                  <a:srgbClr val="3F3F3F"/>
                </a:solidFill>
                <a:latin typeface="Calibri"/>
                <a:cs typeface="Calibri"/>
              </a:rPr>
              <a:t>(network)</a:t>
            </a:r>
            <a:endParaRPr sz="2800">
              <a:latin typeface="Calibri"/>
              <a:cs typeface="Calibri"/>
            </a:endParaRPr>
          </a:p>
          <a:p>
            <a:pPr marL="227329" indent="-177165">
              <a:lnSpc>
                <a:spcPct val="100000"/>
              </a:lnSpc>
              <a:spcBef>
                <a:spcPts val="1055"/>
              </a:spcBef>
              <a:buClr>
                <a:srgbClr val="1CACE4"/>
              </a:buClr>
              <a:buFont typeface="Arial MT"/>
              <a:buChar char="•"/>
              <a:tabLst>
                <a:tab pos="227965" algn="l"/>
              </a:tabLst>
            </a:pPr>
            <a:r>
              <a:rPr sz="2800" spc="-15" dirty="0">
                <a:solidFill>
                  <a:srgbClr val="3F3F3F"/>
                </a:solidFill>
                <a:latin typeface="Calibri"/>
                <a:cs typeface="Calibri"/>
              </a:rPr>
              <a:t>suffix</a:t>
            </a:r>
            <a:r>
              <a:rPr sz="2800" spc="-5" dirty="0">
                <a:solidFill>
                  <a:srgbClr val="3F3F3F"/>
                </a:solidFill>
                <a:latin typeface="Calibri"/>
                <a:cs typeface="Calibri"/>
              </a:rPr>
              <a:t> </a:t>
            </a:r>
            <a:r>
              <a:rPr sz="2800" spc="-10" dirty="0">
                <a:solidFill>
                  <a:srgbClr val="3F3F3F"/>
                </a:solidFill>
                <a:latin typeface="Calibri"/>
                <a:cs typeface="Calibri"/>
              </a:rPr>
              <a:t>defines</a:t>
            </a:r>
            <a:r>
              <a:rPr sz="2800" spc="1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0" dirty="0">
                <a:solidFill>
                  <a:srgbClr val="3F3F3F"/>
                </a:solidFill>
                <a:latin typeface="Calibri"/>
                <a:cs typeface="Calibri"/>
              </a:rPr>
              <a:t>node</a:t>
            </a:r>
            <a:r>
              <a:rPr sz="2800" dirty="0">
                <a:solidFill>
                  <a:srgbClr val="3F3F3F"/>
                </a:solidFill>
                <a:latin typeface="Calibri"/>
                <a:cs typeface="Calibri"/>
              </a:rPr>
              <a:t> </a:t>
            </a:r>
            <a:r>
              <a:rPr sz="2800" spc="-10" dirty="0">
                <a:solidFill>
                  <a:srgbClr val="3F3F3F"/>
                </a:solidFill>
                <a:latin typeface="Calibri"/>
                <a:cs typeface="Calibri"/>
              </a:rPr>
              <a:t>(device)</a:t>
            </a:r>
            <a:endParaRPr sz="2800">
              <a:latin typeface="Calibri"/>
              <a:cs typeface="Calibri"/>
            </a:endParaRPr>
          </a:p>
        </p:txBody>
      </p:sp>
      <p:pic>
        <p:nvPicPr>
          <p:cNvPr id="9" name="object 9"/>
          <p:cNvPicPr/>
          <p:nvPr/>
        </p:nvPicPr>
        <p:blipFill>
          <a:blip r:embed="rId2" cstate="print"/>
          <a:stretch>
            <a:fillRect/>
          </a:stretch>
        </p:blipFill>
        <p:spPr>
          <a:xfrm>
            <a:off x="533400" y="5334000"/>
            <a:ext cx="8686800" cy="990600"/>
          </a:xfrm>
          <a:prstGeom prst="rect">
            <a:avLst/>
          </a:prstGeom>
        </p:spPr>
      </p:pic>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8388985" cy="756920"/>
          </a:xfrm>
          <a:prstGeom prst="rect">
            <a:avLst/>
          </a:prstGeom>
        </p:spPr>
        <p:txBody>
          <a:bodyPr vert="horz" wrap="square" lIns="0" tIns="12700" rIns="0" bIns="0" rtlCol="0">
            <a:spAutoFit/>
          </a:bodyPr>
          <a:lstStyle/>
          <a:p>
            <a:pPr marL="12700">
              <a:lnSpc>
                <a:spcPct val="100000"/>
              </a:lnSpc>
              <a:spcBef>
                <a:spcPts val="100"/>
              </a:spcBef>
            </a:pPr>
            <a:r>
              <a:rPr sz="4800" spc="-45" dirty="0"/>
              <a:t>Prefix</a:t>
            </a:r>
            <a:r>
              <a:rPr sz="4800" spc="-114" dirty="0"/>
              <a:t> </a:t>
            </a:r>
            <a:r>
              <a:rPr sz="4800" spc="-50" dirty="0"/>
              <a:t>Length:</a:t>
            </a:r>
            <a:r>
              <a:rPr sz="4800" spc="-60" dirty="0"/>
              <a:t> </a:t>
            </a:r>
            <a:r>
              <a:rPr sz="4800" spc="-45" dirty="0"/>
              <a:t>Slash</a:t>
            </a:r>
            <a:r>
              <a:rPr sz="4800" spc="-85" dirty="0"/>
              <a:t> </a:t>
            </a:r>
            <a:r>
              <a:rPr sz="4800" spc="-50" dirty="0"/>
              <a:t>Notation</a:t>
            </a:r>
            <a:endParaRPr sz="4800"/>
          </a:p>
        </p:txBody>
      </p:sp>
      <p:sp>
        <p:nvSpPr>
          <p:cNvPr id="3" name="object 3"/>
          <p:cNvSpPr txBox="1"/>
          <p:nvPr/>
        </p:nvSpPr>
        <p:spPr>
          <a:xfrm>
            <a:off x="697667" y="1633581"/>
            <a:ext cx="8651875" cy="3270250"/>
          </a:xfrm>
          <a:prstGeom prst="rect">
            <a:avLst/>
          </a:prstGeom>
        </p:spPr>
        <p:txBody>
          <a:bodyPr vert="horz" wrap="square" lIns="0" tIns="147955" rIns="0" bIns="0" rtlCol="0">
            <a:spAutoFit/>
          </a:bodyPr>
          <a:lstStyle/>
          <a:p>
            <a:pPr marL="189230" indent="-177165">
              <a:lnSpc>
                <a:spcPct val="100000"/>
              </a:lnSpc>
              <a:spcBef>
                <a:spcPts val="1165"/>
              </a:spcBef>
              <a:buClr>
                <a:srgbClr val="1CACE4"/>
              </a:buClr>
              <a:buFont typeface="Arial MT"/>
              <a:buChar char="•"/>
              <a:tabLst>
                <a:tab pos="189865" algn="l"/>
              </a:tabLst>
            </a:pPr>
            <a:r>
              <a:rPr sz="2800" spc="-10" dirty="0">
                <a:solidFill>
                  <a:srgbClr val="3F3F3F"/>
                </a:solidFill>
                <a:latin typeface="Calibri"/>
                <a:cs typeface="Calibri"/>
              </a:rPr>
              <a:t>how</a:t>
            </a:r>
            <a:r>
              <a:rPr sz="2800"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10" dirty="0">
                <a:solidFill>
                  <a:srgbClr val="3F3F3F"/>
                </a:solidFill>
                <a:latin typeface="Calibri"/>
                <a:cs typeface="Calibri"/>
              </a:rPr>
              <a:t>find</a:t>
            </a:r>
            <a:r>
              <a:rPr sz="2800" spc="25" dirty="0">
                <a:solidFill>
                  <a:srgbClr val="3F3F3F"/>
                </a:solidFill>
                <a:latin typeface="Calibri"/>
                <a:cs typeface="Calibri"/>
              </a:rPr>
              <a:t> </a:t>
            </a:r>
            <a:r>
              <a:rPr sz="2800" spc="-10" dirty="0">
                <a:solidFill>
                  <a:srgbClr val="3F3F3F"/>
                </a:solidFill>
                <a:latin typeface="Calibri"/>
                <a:cs typeface="Calibri"/>
              </a:rPr>
              <a:t>the</a:t>
            </a:r>
            <a:r>
              <a:rPr sz="2800" dirty="0">
                <a:solidFill>
                  <a:srgbClr val="3F3F3F"/>
                </a:solidFill>
                <a:latin typeface="Calibri"/>
                <a:cs typeface="Calibri"/>
              </a:rPr>
              <a:t> </a:t>
            </a:r>
            <a:r>
              <a:rPr sz="2800" spc="-20" dirty="0">
                <a:solidFill>
                  <a:srgbClr val="3F3F3F"/>
                </a:solidFill>
                <a:latin typeface="Calibri"/>
                <a:cs typeface="Calibri"/>
              </a:rPr>
              <a:t>prefix</a:t>
            </a:r>
            <a:r>
              <a:rPr sz="2800" spc="15" dirty="0">
                <a:solidFill>
                  <a:srgbClr val="3F3F3F"/>
                </a:solidFill>
                <a:latin typeface="Calibri"/>
                <a:cs typeface="Calibri"/>
              </a:rPr>
              <a:t> </a:t>
            </a:r>
            <a:r>
              <a:rPr sz="2800" spc="-15" dirty="0">
                <a:solidFill>
                  <a:srgbClr val="3F3F3F"/>
                </a:solidFill>
                <a:latin typeface="Calibri"/>
                <a:cs typeface="Calibri"/>
              </a:rPr>
              <a:t>length</a:t>
            </a:r>
            <a:r>
              <a:rPr sz="2800" spc="20" dirty="0">
                <a:solidFill>
                  <a:srgbClr val="3F3F3F"/>
                </a:solidFill>
                <a:latin typeface="Calibri"/>
                <a:cs typeface="Calibri"/>
              </a:rPr>
              <a:t> </a:t>
            </a:r>
            <a:r>
              <a:rPr sz="2800" spc="-10" dirty="0">
                <a:solidFill>
                  <a:srgbClr val="3F3F3F"/>
                </a:solidFill>
                <a:latin typeface="Calibri"/>
                <a:cs typeface="Calibri"/>
              </a:rPr>
              <a:t>if</a:t>
            </a:r>
            <a:r>
              <a:rPr sz="2800" spc="5" dirty="0">
                <a:solidFill>
                  <a:srgbClr val="3F3F3F"/>
                </a:solidFill>
                <a:latin typeface="Calibri"/>
                <a:cs typeface="Calibri"/>
              </a:rPr>
              <a:t> </a:t>
            </a:r>
            <a:r>
              <a:rPr sz="2800" spc="-5" dirty="0">
                <a:solidFill>
                  <a:srgbClr val="3F3F3F"/>
                </a:solidFill>
                <a:latin typeface="Calibri"/>
                <a:cs typeface="Calibri"/>
              </a:rPr>
              <a:t>an</a:t>
            </a:r>
            <a:r>
              <a:rPr sz="2800" dirty="0">
                <a:solidFill>
                  <a:srgbClr val="3F3F3F"/>
                </a:solidFill>
                <a:latin typeface="Calibri"/>
                <a:cs typeface="Calibri"/>
              </a:rPr>
              <a:t> </a:t>
            </a:r>
            <a:r>
              <a:rPr sz="2800" spc="-15" dirty="0">
                <a:solidFill>
                  <a:srgbClr val="3F3F3F"/>
                </a:solidFill>
                <a:latin typeface="Calibri"/>
                <a:cs typeface="Calibri"/>
              </a:rPr>
              <a:t>address</a:t>
            </a:r>
            <a:r>
              <a:rPr sz="2800" spc="35"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15" dirty="0">
                <a:solidFill>
                  <a:srgbClr val="3F3F3F"/>
                </a:solidFill>
                <a:latin typeface="Calibri"/>
                <a:cs typeface="Calibri"/>
              </a:rPr>
              <a:t>given?</a:t>
            </a:r>
            <a:endParaRPr sz="2800">
              <a:latin typeface="Calibri"/>
              <a:cs typeface="Calibri"/>
            </a:endParaRPr>
          </a:p>
          <a:p>
            <a:pPr marL="189230" marR="427355" indent="-177165">
              <a:lnSpc>
                <a:spcPts val="3020"/>
              </a:lnSpc>
              <a:spcBef>
                <a:spcPts val="1455"/>
              </a:spcBef>
              <a:buClr>
                <a:srgbClr val="1CACE4"/>
              </a:buClr>
              <a:buFont typeface="Arial MT"/>
              <a:buChar char="•"/>
              <a:tabLst>
                <a:tab pos="189865" algn="l"/>
              </a:tabLst>
            </a:pPr>
            <a:r>
              <a:rPr sz="2800" spc="-10" dirty="0">
                <a:solidFill>
                  <a:srgbClr val="3F3F3F"/>
                </a:solidFill>
                <a:latin typeface="Calibri"/>
                <a:cs typeface="Calibri"/>
              </a:rPr>
              <a:t>Because</a:t>
            </a:r>
            <a:r>
              <a:rPr sz="2800" spc="5" dirty="0">
                <a:solidFill>
                  <a:srgbClr val="3F3F3F"/>
                </a:solidFill>
                <a:latin typeface="Calibri"/>
                <a:cs typeface="Calibri"/>
              </a:rPr>
              <a:t> </a:t>
            </a:r>
            <a:r>
              <a:rPr sz="2800" spc="-10" dirty="0">
                <a:solidFill>
                  <a:srgbClr val="3F3F3F"/>
                </a:solidFill>
                <a:latin typeface="Calibri"/>
                <a:cs typeface="Calibri"/>
              </a:rPr>
              <a:t>the</a:t>
            </a:r>
            <a:r>
              <a:rPr sz="2800" dirty="0">
                <a:solidFill>
                  <a:srgbClr val="3F3F3F"/>
                </a:solidFill>
                <a:latin typeface="Calibri"/>
                <a:cs typeface="Calibri"/>
              </a:rPr>
              <a:t> </a:t>
            </a:r>
            <a:r>
              <a:rPr sz="2800" spc="-20" dirty="0">
                <a:solidFill>
                  <a:srgbClr val="3F3F3F"/>
                </a:solidFill>
                <a:latin typeface="Calibri"/>
                <a:cs typeface="Calibri"/>
              </a:rPr>
              <a:t>prefix</a:t>
            </a:r>
            <a:r>
              <a:rPr sz="2800" spc="15" dirty="0">
                <a:solidFill>
                  <a:srgbClr val="3F3F3F"/>
                </a:solidFill>
                <a:latin typeface="Calibri"/>
                <a:cs typeface="Calibri"/>
              </a:rPr>
              <a:t> </a:t>
            </a:r>
            <a:r>
              <a:rPr sz="2800" spc="-15" dirty="0">
                <a:solidFill>
                  <a:srgbClr val="3F3F3F"/>
                </a:solidFill>
                <a:latin typeface="Calibri"/>
                <a:cs typeface="Calibri"/>
              </a:rPr>
              <a:t>length</a:t>
            </a:r>
            <a:r>
              <a:rPr sz="2800" spc="20"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10" dirty="0">
                <a:solidFill>
                  <a:srgbClr val="3F3F3F"/>
                </a:solidFill>
                <a:latin typeface="Calibri"/>
                <a:cs typeface="Calibri"/>
              </a:rPr>
              <a:t>not</a:t>
            </a:r>
            <a:r>
              <a:rPr sz="2800" spc="15" dirty="0">
                <a:solidFill>
                  <a:srgbClr val="3F3F3F"/>
                </a:solidFill>
                <a:latin typeface="Calibri"/>
                <a:cs typeface="Calibri"/>
              </a:rPr>
              <a:t> </a:t>
            </a:r>
            <a:r>
              <a:rPr sz="2800" spc="-15" dirty="0">
                <a:solidFill>
                  <a:srgbClr val="3F3F3F"/>
                </a:solidFill>
                <a:latin typeface="Calibri"/>
                <a:cs typeface="Calibri"/>
              </a:rPr>
              <a:t>inherent</a:t>
            </a:r>
            <a:r>
              <a:rPr sz="2800" spc="20" dirty="0">
                <a:solidFill>
                  <a:srgbClr val="3F3F3F"/>
                </a:solidFill>
                <a:latin typeface="Calibri"/>
                <a:cs typeface="Calibri"/>
              </a:rPr>
              <a:t> </a:t>
            </a:r>
            <a:r>
              <a:rPr sz="2800" spc="-10" dirty="0">
                <a:solidFill>
                  <a:srgbClr val="3F3F3F"/>
                </a:solidFill>
                <a:latin typeface="Calibri"/>
                <a:cs typeface="Calibri"/>
              </a:rPr>
              <a:t>in</a:t>
            </a:r>
            <a:r>
              <a:rPr sz="2800" spc="10" dirty="0">
                <a:solidFill>
                  <a:srgbClr val="3F3F3F"/>
                </a:solidFill>
                <a:latin typeface="Calibri"/>
                <a:cs typeface="Calibri"/>
              </a:rPr>
              <a:t> </a:t>
            </a:r>
            <a:r>
              <a:rPr sz="2800" spc="-10" dirty="0">
                <a:solidFill>
                  <a:srgbClr val="3F3F3F"/>
                </a:solidFill>
                <a:latin typeface="Calibri"/>
                <a:cs typeface="Calibri"/>
              </a:rPr>
              <a:t>the</a:t>
            </a:r>
            <a:r>
              <a:rPr sz="2800" spc="10" dirty="0">
                <a:solidFill>
                  <a:srgbClr val="3F3F3F"/>
                </a:solidFill>
                <a:latin typeface="Calibri"/>
                <a:cs typeface="Calibri"/>
              </a:rPr>
              <a:t> </a:t>
            </a:r>
            <a:r>
              <a:rPr sz="2800" spc="-15" dirty="0">
                <a:solidFill>
                  <a:srgbClr val="3F3F3F"/>
                </a:solidFill>
                <a:latin typeface="Calibri"/>
                <a:cs typeface="Calibri"/>
              </a:rPr>
              <a:t>address, </a:t>
            </a:r>
            <a:r>
              <a:rPr sz="2800" spc="-620" dirty="0">
                <a:solidFill>
                  <a:srgbClr val="3F3F3F"/>
                </a:solidFill>
                <a:latin typeface="Calibri"/>
                <a:cs typeface="Calibri"/>
              </a:rPr>
              <a:t> </a:t>
            </a:r>
            <a:r>
              <a:rPr sz="2800" spc="-15" dirty="0">
                <a:solidFill>
                  <a:srgbClr val="3F3F3F"/>
                </a:solidFill>
                <a:latin typeface="Calibri"/>
                <a:cs typeface="Calibri"/>
              </a:rPr>
              <a:t>we</a:t>
            </a:r>
            <a:r>
              <a:rPr sz="2800" spc="-25" dirty="0">
                <a:solidFill>
                  <a:srgbClr val="3F3F3F"/>
                </a:solidFill>
                <a:latin typeface="Calibri"/>
                <a:cs typeface="Calibri"/>
              </a:rPr>
              <a:t> </a:t>
            </a:r>
            <a:r>
              <a:rPr sz="2800" spc="-10" dirty="0">
                <a:solidFill>
                  <a:srgbClr val="3F3F3F"/>
                </a:solidFill>
                <a:latin typeface="Calibri"/>
                <a:cs typeface="Calibri"/>
              </a:rPr>
              <a:t>need</a:t>
            </a:r>
            <a:r>
              <a:rPr sz="2800" spc="20" dirty="0">
                <a:solidFill>
                  <a:srgbClr val="3F3F3F"/>
                </a:solidFill>
                <a:latin typeface="Calibri"/>
                <a:cs typeface="Calibri"/>
              </a:rPr>
              <a:t> </a:t>
            </a:r>
            <a:r>
              <a:rPr sz="2800" spc="-20" dirty="0">
                <a:solidFill>
                  <a:srgbClr val="3F3F3F"/>
                </a:solidFill>
                <a:latin typeface="Calibri"/>
                <a:cs typeface="Calibri"/>
              </a:rPr>
              <a:t>to</a:t>
            </a:r>
            <a:r>
              <a:rPr sz="2800" spc="-10" dirty="0">
                <a:solidFill>
                  <a:srgbClr val="3F3F3F"/>
                </a:solidFill>
                <a:latin typeface="Calibri"/>
                <a:cs typeface="Calibri"/>
              </a:rPr>
              <a:t> </a:t>
            </a:r>
            <a:r>
              <a:rPr sz="2800" spc="-20" dirty="0">
                <a:solidFill>
                  <a:srgbClr val="3F3F3F"/>
                </a:solidFill>
                <a:latin typeface="Calibri"/>
                <a:cs typeface="Calibri"/>
              </a:rPr>
              <a:t>separately</a:t>
            </a:r>
            <a:r>
              <a:rPr sz="2800" spc="10" dirty="0">
                <a:solidFill>
                  <a:srgbClr val="3F3F3F"/>
                </a:solidFill>
                <a:latin typeface="Calibri"/>
                <a:cs typeface="Calibri"/>
              </a:rPr>
              <a:t> </a:t>
            </a:r>
            <a:r>
              <a:rPr sz="2800" spc="-15" dirty="0">
                <a:solidFill>
                  <a:srgbClr val="3F3F3F"/>
                </a:solidFill>
                <a:latin typeface="Calibri"/>
                <a:cs typeface="Calibri"/>
              </a:rPr>
              <a:t>give</a:t>
            </a:r>
            <a:r>
              <a:rPr sz="2800" spc="-10" dirty="0">
                <a:solidFill>
                  <a:srgbClr val="3F3F3F"/>
                </a:solidFill>
                <a:latin typeface="Calibri"/>
                <a:cs typeface="Calibri"/>
              </a:rPr>
              <a:t> the</a:t>
            </a:r>
            <a:r>
              <a:rPr sz="2800" spc="10" dirty="0">
                <a:solidFill>
                  <a:srgbClr val="3F3F3F"/>
                </a:solidFill>
                <a:latin typeface="Calibri"/>
                <a:cs typeface="Calibri"/>
              </a:rPr>
              <a:t> </a:t>
            </a:r>
            <a:r>
              <a:rPr sz="2800" spc="-15" dirty="0">
                <a:solidFill>
                  <a:srgbClr val="3F3F3F"/>
                </a:solidFill>
                <a:latin typeface="Calibri"/>
                <a:cs typeface="Calibri"/>
              </a:rPr>
              <a:t>length</a:t>
            </a:r>
            <a:r>
              <a:rPr sz="2800" spc="5"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prefix.</a:t>
            </a:r>
            <a:endParaRPr sz="2800">
              <a:latin typeface="Calibri"/>
              <a:cs typeface="Calibri"/>
            </a:endParaRPr>
          </a:p>
          <a:p>
            <a:pPr marL="419100" lvl="1" indent="-183515">
              <a:lnSpc>
                <a:spcPct val="100000"/>
              </a:lnSpc>
              <a:spcBef>
                <a:spcPts val="95"/>
              </a:spcBef>
              <a:buClr>
                <a:srgbClr val="1CACE4"/>
              </a:buClr>
              <a:buChar char="◦"/>
              <a:tabLst>
                <a:tab pos="419734" algn="l"/>
              </a:tabLst>
            </a:pPr>
            <a:r>
              <a:rPr sz="2400" spc="-5" dirty="0">
                <a:solidFill>
                  <a:srgbClr val="3F3F3F"/>
                </a:solidFill>
                <a:latin typeface="Calibri"/>
                <a:cs typeface="Calibri"/>
              </a:rPr>
              <a:t>the</a:t>
            </a:r>
            <a:r>
              <a:rPr sz="2400" spc="-20" dirty="0">
                <a:solidFill>
                  <a:srgbClr val="3F3F3F"/>
                </a:solidFill>
                <a:latin typeface="Calibri"/>
                <a:cs typeface="Calibri"/>
              </a:rPr>
              <a:t> </a:t>
            </a:r>
            <a:r>
              <a:rPr sz="2400" spc="-15" dirty="0">
                <a:solidFill>
                  <a:srgbClr val="3F3F3F"/>
                </a:solidFill>
                <a:latin typeface="Calibri"/>
                <a:cs typeface="Calibri"/>
              </a:rPr>
              <a:t>prefix</a:t>
            </a:r>
            <a:r>
              <a:rPr sz="2400" spc="-5" dirty="0">
                <a:solidFill>
                  <a:srgbClr val="3F3F3F"/>
                </a:solidFill>
                <a:latin typeface="Calibri"/>
                <a:cs typeface="Calibri"/>
              </a:rPr>
              <a:t> </a:t>
            </a:r>
            <a:r>
              <a:rPr sz="2400" spc="-10" dirty="0">
                <a:solidFill>
                  <a:srgbClr val="3F3F3F"/>
                </a:solidFill>
                <a:latin typeface="Calibri"/>
                <a:cs typeface="Calibri"/>
              </a:rPr>
              <a:t>length,</a:t>
            </a:r>
            <a:r>
              <a:rPr sz="2400" spc="5" dirty="0">
                <a:solidFill>
                  <a:srgbClr val="3F3F3F"/>
                </a:solidFill>
                <a:latin typeface="Calibri"/>
                <a:cs typeface="Calibri"/>
              </a:rPr>
              <a:t> </a:t>
            </a:r>
            <a:r>
              <a:rPr sz="2400" i="1" spc="-5" dirty="0">
                <a:solidFill>
                  <a:srgbClr val="3F3F3F"/>
                </a:solidFill>
                <a:latin typeface="Calibri"/>
                <a:cs typeface="Calibri"/>
              </a:rPr>
              <a:t>n,</a:t>
            </a:r>
            <a:r>
              <a:rPr sz="2400" i="1" spc="-10" dirty="0">
                <a:solidFill>
                  <a:srgbClr val="3F3F3F"/>
                </a:solidFill>
                <a:latin typeface="Calibri"/>
                <a:cs typeface="Calibri"/>
              </a:rPr>
              <a:t> </a:t>
            </a:r>
            <a:r>
              <a:rPr sz="2400" i="1" spc="-5" dirty="0">
                <a:solidFill>
                  <a:srgbClr val="3F3F3F"/>
                </a:solidFill>
                <a:latin typeface="Calibri"/>
                <a:cs typeface="Calibri"/>
              </a:rPr>
              <a:t>is added </a:t>
            </a:r>
            <a:r>
              <a:rPr sz="2400" i="1" spc="-15" dirty="0">
                <a:solidFill>
                  <a:srgbClr val="3F3F3F"/>
                </a:solidFill>
                <a:latin typeface="Calibri"/>
                <a:cs typeface="Calibri"/>
              </a:rPr>
              <a:t>to</a:t>
            </a:r>
            <a:r>
              <a:rPr sz="2400" i="1" spc="-20" dirty="0">
                <a:solidFill>
                  <a:srgbClr val="3F3F3F"/>
                </a:solidFill>
                <a:latin typeface="Calibri"/>
                <a:cs typeface="Calibri"/>
              </a:rPr>
              <a:t> </a:t>
            </a:r>
            <a:r>
              <a:rPr sz="2400" i="1" spc="-5" dirty="0">
                <a:solidFill>
                  <a:srgbClr val="3F3F3F"/>
                </a:solidFill>
                <a:latin typeface="Calibri"/>
                <a:cs typeface="Calibri"/>
              </a:rPr>
              <a:t>the address, separated</a:t>
            </a:r>
            <a:r>
              <a:rPr sz="2400" i="1" spc="-25" dirty="0">
                <a:solidFill>
                  <a:srgbClr val="3F3F3F"/>
                </a:solidFill>
                <a:latin typeface="Calibri"/>
                <a:cs typeface="Calibri"/>
              </a:rPr>
              <a:t> </a:t>
            </a:r>
            <a:r>
              <a:rPr sz="2400" i="1" spc="-5" dirty="0">
                <a:solidFill>
                  <a:srgbClr val="3F3F3F"/>
                </a:solidFill>
                <a:latin typeface="Calibri"/>
                <a:cs typeface="Calibri"/>
              </a:rPr>
              <a:t>by</a:t>
            </a:r>
            <a:r>
              <a:rPr sz="2400" i="1" spc="-10" dirty="0">
                <a:solidFill>
                  <a:srgbClr val="3F3F3F"/>
                </a:solidFill>
                <a:latin typeface="Calibri"/>
                <a:cs typeface="Calibri"/>
              </a:rPr>
              <a:t> </a:t>
            </a:r>
            <a:r>
              <a:rPr sz="2400" i="1" dirty="0">
                <a:solidFill>
                  <a:srgbClr val="3F3F3F"/>
                </a:solidFill>
                <a:latin typeface="Calibri"/>
                <a:cs typeface="Calibri"/>
              </a:rPr>
              <a:t>a</a:t>
            </a:r>
            <a:r>
              <a:rPr sz="2400" i="1" spc="-5" dirty="0">
                <a:solidFill>
                  <a:srgbClr val="3F3F3F"/>
                </a:solidFill>
                <a:latin typeface="Calibri"/>
                <a:cs typeface="Calibri"/>
              </a:rPr>
              <a:t> slash.</a:t>
            </a:r>
            <a:endParaRPr sz="2400">
              <a:latin typeface="Calibri"/>
              <a:cs typeface="Calibri"/>
            </a:endParaRPr>
          </a:p>
          <a:p>
            <a:pPr marL="189230" marR="5080" indent="-177165">
              <a:lnSpc>
                <a:spcPts val="3020"/>
              </a:lnSpc>
              <a:spcBef>
                <a:spcPts val="1630"/>
              </a:spcBef>
              <a:buClr>
                <a:srgbClr val="1CACE4"/>
              </a:buClr>
              <a:buFont typeface="Arial MT"/>
              <a:buChar char="•"/>
              <a:tabLst>
                <a:tab pos="189865" algn="l"/>
              </a:tabLst>
            </a:pPr>
            <a:r>
              <a:rPr sz="2800" spc="-5" dirty="0">
                <a:solidFill>
                  <a:srgbClr val="3F3F3F"/>
                </a:solidFill>
                <a:latin typeface="Calibri"/>
                <a:cs typeface="Calibri"/>
              </a:rPr>
              <a:t>The</a:t>
            </a:r>
            <a:r>
              <a:rPr sz="2800" spc="-15" dirty="0">
                <a:solidFill>
                  <a:srgbClr val="3F3F3F"/>
                </a:solidFill>
                <a:latin typeface="Calibri"/>
                <a:cs typeface="Calibri"/>
              </a:rPr>
              <a:t> notation</a:t>
            </a:r>
            <a:r>
              <a:rPr sz="2800" spc="20"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5" dirty="0">
                <a:solidFill>
                  <a:srgbClr val="3F3F3F"/>
                </a:solidFill>
                <a:latin typeface="Calibri"/>
                <a:cs typeface="Calibri"/>
              </a:rPr>
              <a:t>informally</a:t>
            </a:r>
            <a:r>
              <a:rPr sz="2800" spc="5" dirty="0">
                <a:solidFill>
                  <a:srgbClr val="3F3F3F"/>
                </a:solidFill>
                <a:latin typeface="Calibri"/>
                <a:cs typeface="Calibri"/>
              </a:rPr>
              <a:t> </a:t>
            </a:r>
            <a:r>
              <a:rPr sz="2800" spc="-30" dirty="0">
                <a:solidFill>
                  <a:srgbClr val="3F3F3F"/>
                </a:solidFill>
                <a:latin typeface="Calibri"/>
                <a:cs typeface="Calibri"/>
              </a:rPr>
              <a:t>referred</a:t>
            </a:r>
            <a:r>
              <a:rPr sz="2800" spc="5" dirty="0">
                <a:solidFill>
                  <a:srgbClr val="3F3F3F"/>
                </a:solidFill>
                <a:latin typeface="Calibri"/>
                <a:cs typeface="Calibri"/>
              </a:rPr>
              <a:t> </a:t>
            </a:r>
            <a:r>
              <a:rPr sz="2800" spc="-20" dirty="0">
                <a:solidFill>
                  <a:srgbClr val="3F3F3F"/>
                </a:solidFill>
                <a:latin typeface="Calibri"/>
                <a:cs typeface="Calibri"/>
              </a:rPr>
              <a:t>to</a:t>
            </a:r>
            <a:r>
              <a:rPr sz="2800" spc="-10" dirty="0">
                <a:solidFill>
                  <a:srgbClr val="3F3F3F"/>
                </a:solidFill>
                <a:latin typeface="Calibri"/>
                <a:cs typeface="Calibri"/>
              </a:rPr>
              <a:t> </a:t>
            </a:r>
            <a:r>
              <a:rPr sz="2800" spc="-5" dirty="0">
                <a:solidFill>
                  <a:srgbClr val="3F3F3F"/>
                </a:solidFill>
                <a:latin typeface="Calibri"/>
                <a:cs typeface="Calibri"/>
              </a:rPr>
              <a:t>as</a:t>
            </a:r>
            <a:r>
              <a:rPr sz="2800" spc="35" dirty="0">
                <a:solidFill>
                  <a:srgbClr val="3F3F3F"/>
                </a:solidFill>
                <a:latin typeface="Calibri"/>
                <a:cs typeface="Calibri"/>
              </a:rPr>
              <a:t> </a:t>
            </a:r>
            <a:r>
              <a:rPr sz="2800" i="1" spc="-5" dirty="0">
                <a:solidFill>
                  <a:srgbClr val="3F3F3F"/>
                </a:solidFill>
                <a:latin typeface="Calibri"/>
                <a:cs typeface="Calibri"/>
              </a:rPr>
              <a:t>slash</a:t>
            </a:r>
            <a:r>
              <a:rPr sz="2800" i="1" spc="-10" dirty="0">
                <a:solidFill>
                  <a:srgbClr val="3F3F3F"/>
                </a:solidFill>
                <a:latin typeface="Calibri"/>
                <a:cs typeface="Calibri"/>
              </a:rPr>
              <a:t> notation and </a:t>
            </a:r>
            <a:r>
              <a:rPr sz="2800" i="1" spc="-620" dirty="0">
                <a:solidFill>
                  <a:srgbClr val="3F3F3F"/>
                </a:solidFill>
                <a:latin typeface="Calibri"/>
                <a:cs typeface="Calibri"/>
              </a:rPr>
              <a:t> </a:t>
            </a:r>
            <a:r>
              <a:rPr sz="2800" i="1" spc="-15" dirty="0">
                <a:solidFill>
                  <a:srgbClr val="3F3F3F"/>
                </a:solidFill>
                <a:latin typeface="Calibri"/>
                <a:cs typeface="Calibri"/>
              </a:rPr>
              <a:t>formally</a:t>
            </a:r>
            <a:r>
              <a:rPr sz="2800" i="1" dirty="0">
                <a:solidFill>
                  <a:srgbClr val="3F3F3F"/>
                </a:solidFill>
                <a:latin typeface="Calibri"/>
                <a:cs typeface="Calibri"/>
              </a:rPr>
              <a:t> </a:t>
            </a:r>
            <a:r>
              <a:rPr sz="2800" i="1" spc="-5" dirty="0">
                <a:solidFill>
                  <a:srgbClr val="3F3F3F"/>
                </a:solidFill>
                <a:latin typeface="Calibri"/>
                <a:cs typeface="Calibri"/>
              </a:rPr>
              <a:t>as</a:t>
            </a:r>
            <a:r>
              <a:rPr sz="2800" i="1" spc="10" dirty="0">
                <a:solidFill>
                  <a:srgbClr val="3F3F3F"/>
                </a:solidFill>
                <a:latin typeface="Calibri"/>
                <a:cs typeface="Calibri"/>
              </a:rPr>
              <a:t> </a:t>
            </a:r>
            <a:r>
              <a:rPr sz="2800" b="1" spc="-10" dirty="0">
                <a:solidFill>
                  <a:srgbClr val="3F3F3F"/>
                </a:solidFill>
                <a:latin typeface="Calibri"/>
                <a:cs typeface="Calibri"/>
              </a:rPr>
              <a:t>classless</a:t>
            </a:r>
            <a:r>
              <a:rPr sz="2800" b="1" spc="30" dirty="0">
                <a:solidFill>
                  <a:srgbClr val="3F3F3F"/>
                </a:solidFill>
                <a:latin typeface="Calibri"/>
                <a:cs typeface="Calibri"/>
              </a:rPr>
              <a:t> </a:t>
            </a:r>
            <a:r>
              <a:rPr sz="2800" b="1" spc="-15" dirty="0">
                <a:solidFill>
                  <a:srgbClr val="3F3F3F"/>
                </a:solidFill>
                <a:latin typeface="Calibri"/>
                <a:cs typeface="Calibri"/>
              </a:rPr>
              <a:t>interdomain</a:t>
            </a:r>
            <a:r>
              <a:rPr sz="2800" b="1" spc="30" dirty="0">
                <a:solidFill>
                  <a:srgbClr val="3F3F3F"/>
                </a:solidFill>
                <a:latin typeface="Calibri"/>
                <a:cs typeface="Calibri"/>
              </a:rPr>
              <a:t> </a:t>
            </a:r>
            <a:r>
              <a:rPr sz="2800" b="1" spc="-15" dirty="0">
                <a:solidFill>
                  <a:srgbClr val="3F3F3F"/>
                </a:solidFill>
                <a:latin typeface="Calibri"/>
                <a:cs typeface="Calibri"/>
              </a:rPr>
              <a:t>routing</a:t>
            </a:r>
            <a:r>
              <a:rPr sz="2800" b="1" spc="15" dirty="0">
                <a:solidFill>
                  <a:srgbClr val="3F3F3F"/>
                </a:solidFill>
                <a:latin typeface="Calibri"/>
                <a:cs typeface="Calibri"/>
              </a:rPr>
              <a:t> </a:t>
            </a:r>
            <a:r>
              <a:rPr sz="2800" b="1" spc="-10" dirty="0">
                <a:solidFill>
                  <a:srgbClr val="3F3F3F"/>
                </a:solidFill>
                <a:latin typeface="Calibri"/>
                <a:cs typeface="Calibri"/>
              </a:rPr>
              <a:t>(CIDR, </a:t>
            </a:r>
            <a:r>
              <a:rPr sz="2800" b="1" spc="-5" dirty="0">
                <a:solidFill>
                  <a:srgbClr val="3F3F3F"/>
                </a:solidFill>
                <a:latin typeface="Calibri"/>
                <a:cs typeface="Calibri"/>
              </a:rPr>
              <a:t> </a:t>
            </a:r>
            <a:r>
              <a:rPr sz="2800" b="1" spc="-10" dirty="0">
                <a:solidFill>
                  <a:srgbClr val="3F3F3F"/>
                </a:solidFill>
                <a:latin typeface="Calibri"/>
                <a:cs typeface="Calibri"/>
              </a:rPr>
              <a:t>pronounced </a:t>
            </a:r>
            <a:r>
              <a:rPr sz="2800" b="1" spc="-5" dirty="0">
                <a:solidFill>
                  <a:srgbClr val="3F3F3F"/>
                </a:solidFill>
                <a:latin typeface="Calibri"/>
                <a:cs typeface="Calibri"/>
              </a:rPr>
              <a:t>cider)</a:t>
            </a:r>
            <a:r>
              <a:rPr sz="2800" b="1" spc="20" dirty="0">
                <a:solidFill>
                  <a:srgbClr val="3F3F3F"/>
                </a:solidFill>
                <a:latin typeface="Calibri"/>
                <a:cs typeface="Calibri"/>
              </a:rPr>
              <a:t> </a:t>
            </a:r>
            <a:r>
              <a:rPr sz="2800" b="1" spc="-45" dirty="0">
                <a:solidFill>
                  <a:srgbClr val="3F3F3F"/>
                </a:solidFill>
                <a:latin typeface="Calibri"/>
                <a:cs typeface="Calibri"/>
              </a:rPr>
              <a:t>strategy.</a:t>
            </a:r>
            <a:endParaRPr sz="2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685800" y="5029200"/>
            <a:ext cx="8129015" cy="13716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81700"/>
            <a:ext cx="8409305" cy="574040"/>
          </a:xfrm>
          <a:prstGeom prst="rect">
            <a:avLst/>
          </a:prstGeom>
        </p:spPr>
        <p:txBody>
          <a:bodyPr vert="horz" wrap="square" lIns="0" tIns="12700" rIns="0" bIns="0" rtlCol="0">
            <a:spAutoFit/>
          </a:bodyPr>
          <a:lstStyle/>
          <a:p>
            <a:pPr marL="12700">
              <a:lnSpc>
                <a:spcPct val="100000"/>
              </a:lnSpc>
              <a:spcBef>
                <a:spcPts val="100"/>
              </a:spcBef>
            </a:pPr>
            <a:r>
              <a:rPr sz="3600" spc="-55" dirty="0"/>
              <a:t>E</a:t>
            </a:r>
            <a:r>
              <a:rPr sz="3600" spc="-50" dirty="0"/>
              <a:t>xtract</a:t>
            </a:r>
            <a:r>
              <a:rPr sz="3600" spc="-60" dirty="0"/>
              <a:t>in</a:t>
            </a:r>
            <a:r>
              <a:rPr sz="3600" spc="-5" dirty="0"/>
              <a:t>g</a:t>
            </a:r>
            <a:r>
              <a:rPr sz="3600" spc="-140" dirty="0"/>
              <a:t> </a:t>
            </a:r>
            <a:r>
              <a:rPr sz="3600" spc="-60" dirty="0"/>
              <a:t>In</a:t>
            </a:r>
            <a:r>
              <a:rPr sz="3600" spc="-50" dirty="0"/>
              <a:t>f</a:t>
            </a:r>
            <a:r>
              <a:rPr sz="3600" spc="-60" dirty="0"/>
              <a:t>o</a:t>
            </a:r>
            <a:r>
              <a:rPr sz="3600" spc="-50" dirty="0"/>
              <a:t>rmat</a:t>
            </a:r>
            <a:r>
              <a:rPr sz="3600" spc="-60" dirty="0"/>
              <a:t>io</a:t>
            </a:r>
            <a:r>
              <a:rPr sz="3600" spc="-5" dirty="0"/>
              <a:t>n</a:t>
            </a:r>
            <a:r>
              <a:rPr sz="3600" spc="-105" dirty="0"/>
              <a:t> </a:t>
            </a:r>
            <a:r>
              <a:rPr sz="3600" spc="-50" dirty="0"/>
              <a:t>fr</a:t>
            </a:r>
            <a:r>
              <a:rPr sz="3600" spc="-60" dirty="0"/>
              <a:t>o</a:t>
            </a:r>
            <a:r>
              <a:rPr sz="3600" spc="-5" dirty="0"/>
              <a:t>m</a:t>
            </a:r>
            <a:r>
              <a:rPr sz="3600" spc="-110" dirty="0"/>
              <a:t> </a:t>
            </a:r>
            <a:r>
              <a:rPr sz="3600" spc="-50" dirty="0"/>
              <a:t>a</a:t>
            </a:r>
            <a:r>
              <a:rPr sz="3600" spc="-5" dirty="0"/>
              <a:t>n</a:t>
            </a:r>
            <a:r>
              <a:rPr sz="3600" spc="-250" dirty="0"/>
              <a:t> </a:t>
            </a:r>
            <a:r>
              <a:rPr sz="3600" spc="-50" dirty="0"/>
              <a:t>A</a:t>
            </a:r>
            <a:r>
              <a:rPr sz="3600" spc="-60" dirty="0"/>
              <a:t>dd</a:t>
            </a:r>
            <a:r>
              <a:rPr sz="3600" spc="-50" dirty="0"/>
              <a:t>res</a:t>
            </a:r>
            <a:r>
              <a:rPr sz="3600" spc="-5" dirty="0"/>
              <a:t>s</a:t>
            </a:r>
            <a:endParaRPr sz="3600"/>
          </a:p>
        </p:txBody>
      </p:sp>
      <p:sp>
        <p:nvSpPr>
          <p:cNvPr id="3" name="object 3"/>
          <p:cNvSpPr txBox="1"/>
          <p:nvPr/>
        </p:nvSpPr>
        <p:spPr>
          <a:xfrm>
            <a:off x="697667" y="1769826"/>
            <a:ext cx="8547735" cy="4041140"/>
          </a:xfrm>
          <a:prstGeom prst="rect">
            <a:avLst/>
          </a:prstGeom>
        </p:spPr>
        <p:txBody>
          <a:bodyPr vert="horz" wrap="square" lIns="0" tIns="60960" rIns="0" bIns="0" rtlCol="0">
            <a:spAutoFit/>
          </a:bodyPr>
          <a:lstStyle/>
          <a:p>
            <a:pPr marL="189230" marR="199390" indent="-177165" algn="just">
              <a:lnSpc>
                <a:spcPts val="3020"/>
              </a:lnSpc>
              <a:spcBef>
                <a:spcPts val="480"/>
              </a:spcBef>
              <a:buClr>
                <a:srgbClr val="1CACE4"/>
              </a:buClr>
              <a:buFont typeface="Arial MT"/>
              <a:buChar char="•"/>
              <a:tabLst>
                <a:tab pos="189865" algn="l"/>
              </a:tabLst>
            </a:pPr>
            <a:r>
              <a:rPr sz="2800" spc="-15" dirty="0">
                <a:solidFill>
                  <a:srgbClr val="3F3F3F"/>
                </a:solidFill>
                <a:latin typeface="Calibri"/>
                <a:cs typeface="Calibri"/>
              </a:rPr>
              <a:t>Given </a:t>
            </a:r>
            <a:r>
              <a:rPr sz="2800" spc="-25" dirty="0">
                <a:solidFill>
                  <a:srgbClr val="3F3F3F"/>
                </a:solidFill>
                <a:latin typeface="Calibri"/>
                <a:cs typeface="Calibri"/>
              </a:rPr>
              <a:t>any </a:t>
            </a:r>
            <a:r>
              <a:rPr sz="2800" spc="-15" dirty="0">
                <a:solidFill>
                  <a:srgbClr val="3F3F3F"/>
                </a:solidFill>
                <a:latin typeface="Calibri"/>
                <a:cs typeface="Calibri"/>
              </a:rPr>
              <a:t>address </a:t>
            </a:r>
            <a:r>
              <a:rPr sz="2800" spc="-10" dirty="0">
                <a:solidFill>
                  <a:srgbClr val="3F3F3F"/>
                </a:solidFill>
                <a:latin typeface="Calibri"/>
                <a:cs typeface="Calibri"/>
              </a:rPr>
              <a:t>in the block, </a:t>
            </a:r>
            <a:r>
              <a:rPr sz="2800" spc="-15" dirty="0">
                <a:solidFill>
                  <a:srgbClr val="3F3F3F"/>
                </a:solidFill>
                <a:latin typeface="Calibri"/>
                <a:cs typeface="Calibri"/>
              </a:rPr>
              <a:t>we </a:t>
            </a:r>
            <a:r>
              <a:rPr sz="2800" spc="-10" dirty="0">
                <a:solidFill>
                  <a:srgbClr val="3F3F3F"/>
                </a:solidFill>
                <a:latin typeface="Calibri"/>
                <a:cs typeface="Calibri"/>
              </a:rPr>
              <a:t>normally </a:t>
            </a:r>
            <a:r>
              <a:rPr sz="2800" spc="-30" dirty="0">
                <a:solidFill>
                  <a:srgbClr val="3F3F3F"/>
                </a:solidFill>
                <a:latin typeface="Calibri"/>
                <a:cs typeface="Calibri"/>
              </a:rPr>
              <a:t>like </a:t>
            </a:r>
            <a:r>
              <a:rPr sz="2800" spc="-20" dirty="0">
                <a:solidFill>
                  <a:srgbClr val="3F3F3F"/>
                </a:solidFill>
                <a:latin typeface="Calibri"/>
                <a:cs typeface="Calibri"/>
              </a:rPr>
              <a:t>to </a:t>
            </a:r>
            <a:r>
              <a:rPr sz="2800" spc="-10" dirty="0">
                <a:solidFill>
                  <a:srgbClr val="3F3F3F"/>
                </a:solidFill>
                <a:latin typeface="Calibri"/>
                <a:cs typeface="Calibri"/>
              </a:rPr>
              <a:t>know </a:t>
            </a:r>
            <a:r>
              <a:rPr sz="2800" spc="-620" dirty="0">
                <a:solidFill>
                  <a:srgbClr val="3F3F3F"/>
                </a:solidFill>
                <a:latin typeface="Calibri"/>
                <a:cs typeface="Calibri"/>
              </a:rPr>
              <a:t> </a:t>
            </a:r>
            <a:r>
              <a:rPr sz="2800" spc="-15" dirty="0">
                <a:solidFill>
                  <a:srgbClr val="3F3F3F"/>
                </a:solidFill>
                <a:latin typeface="Calibri"/>
                <a:cs typeface="Calibri"/>
              </a:rPr>
              <a:t>three </a:t>
            </a:r>
            <a:r>
              <a:rPr sz="2800" spc="-10" dirty="0">
                <a:solidFill>
                  <a:srgbClr val="3F3F3F"/>
                </a:solidFill>
                <a:latin typeface="Calibri"/>
                <a:cs typeface="Calibri"/>
              </a:rPr>
              <a:t>pieces </a:t>
            </a:r>
            <a:r>
              <a:rPr sz="2800" spc="-5" dirty="0">
                <a:solidFill>
                  <a:srgbClr val="3F3F3F"/>
                </a:solidFill>
                <a:latin typeface="Calibri"/>
                <a:cs typeface="Calibri"/>
              </a:rPr>
              <a:t>of </a:t>
            </a:r>
            <a:r>
              <a:rPr sz="2800" spc="-15" dirty="0">
                <a:solidFill>
                  <a:srgbClr val="3F3F3F"/>
                </a:solidFill>
                <a:latin typeface="Calibri"/>
                <a:cs typeface="Calibri"/>
              </a:rPr>
              <a:t>information </a:t>
            </a:r>
            <a:r>
              <a:rPr sz="2800" spc="-5" dirty="0">
                <a:solidFill>
                  <a:srgbClr val="3F3F3F"/>
                </a:solidFill>
                <a:latin typeface="Calibri"/>
                <a:cs typeface="Calibri"/>
              </a:rPr>
              <a:t>about </a:t>
            </a:r>
            <a:r>
              <a:rPr sz="2800" spc="-10" dirty="0">
                <a:solidFill>
                  <a:srgbClr val="3F3F3F"/>
                </a:solidFill>
                <a:latin typeface="Calibri"/>
                <a:cs typeface="Calibri"/>
              </a:rPr>
              <a:t>the block </a:t>
            </a:r>
            <a:r>
              <a:rPr sz="2800" spc="-20" dirty="0">
                <a:solidFill>
                  <a:srgbClr val="3F3F3F"/>
                </a:solidFill>
                <a:latin typeface="Calibri"/>
                <a:cs typeface="Calibri"/>
              </a:rPr>
              <a:t>to </a:t>
            </a:r>
            <a:r>
              <a:rPr sz="2800" spc="-5" dirty="0">
                <a:solidFill>
                  <a:srgbClr val="3F3F3F"/>
                </a:solidFill>
                <a:latin typeface="Calibri"/>
                <a:cs typeface="Calibri"/>
              </a:rPr>
              <a:t>which </a:t>
            </a:r>
            <a:r>
              <a:rPr sz="2800" spc="-10" dirty="0">
                <a:solidFill>
                  <a:srgbClr val="3F3F3F"/>
                </a:solidFill>
                <a:latin typeface="Calibri"/>
                <a:cs typeface="Calibri"/>
              </a:rPr>
              <a:t>the </a:t>
            </a:r>
            <a:r>
              <a:rPr sz="2800" spc="-620" dirty="0">
                <a:solidFill>
                  <a:srgbClr val="3F3F3F"/>
                </a:solidFill>
                <a:latin typeface="Calibri"/>
                <a:cs typeface="Calibri"/>
              </a:rPr>
              <a:t> </a:t>
            </a:r>
            <a:r>
              <a:rPr sz="2800" spc="-15" dirty="0">
                <a:solidFill>
                  <a:srgbClr val="3F3F3F"/>
                </a:solidFill>
                <a:latin typeface="Calibri"/>
                <a:cs typeface="Calibri"/>
              </a:rPr>
              <a:t>address</a:t>
            </a:r>
            <a:r>
              <a:rPr sz="2800" spc="15" dirty="0">
                <a:solidFill>
                  <a:srgbClr val="3F3F3F"/>
                </a:solidFill>
                <a:latin typeface="Calibri"/>
                <a:cs typeface="Calibri"/>
              </a:rPr>
              <a:t> </a:t>
            </a:r>
            <a:r>
              <a:rPr sz="2800" spc="-10" dirty="0">
                <a:solidFill>
                  <a:srgbClr val="3F3F3F"/>
                </a:solidFill>
                <a:latin typeface="Calibri"/>
                <a:cs typeface="Calibri"/>
              </a:rPr>
              <a:t>belongs:</a:t>
            </a:r>
            <a:endParaRPr sz="2800" dirty="0">
              <a:latin typeface="Calibri"/>
              <a:cs typeface="Calibri"/>
            </a:endParaRPr>
          </a:p>
          <a:p>
            <a:pPr marL="419100" lvl="1" indent="-183515">
              <a:lnSpc>
                <a:spcPct val="100000"/>
              </a:lnSpc>
              <a:spcBef>
                <a:spcPts val="110"/>
              </a:spcBef>
              <a:buClr>
                <a:srgbClr val="1CACE4"/>
              </a:buClr>
              <a:buChar char="◦"/>
              <a:tabLst>
                <a:tab pos="419734" algn="l"/>
              </a:tabLst>
            </a:pPr>
            <a:r>
              <a:rPr sz="2400" spc="-5" dirty="0">
                <a:solidFill>
                  <a:srgbClr val="3F3F3F"/>
                </a:solidFill>
                <a:latin typeface="Calibri"/>
                <a:cs typeface="Calibri"/>
              </a:rPr>
              <a:t>the</a:t>
            </a:r>
            <a:r>
              <a:rPr sz="2400" spc="-35" dirty="0">
                <a:solidFill>
                  <a:srgbClr val="3F3F3F"/>
                </a:solidFill>
                <a:latin typeface="Calibri"/>
                <a:cs typeface="Calibri"/>
              </a:rPr>
              <a:t> </a:t>
            </a:r>
            <a:r>
              <a:rPr sz="2400" spc="-5" dirty="0">
                <a:solidFill>
                  <a:srgbClr val="3F3F3F"/>
                </a:solidFill>
                <a:latin typeface="Calibri"/>
                <a:cs typeface="Calibri"/>
              </a:rPr>
              <a:t>number</a:t>
            </a:r>
            <a:r>
              <a:rPr sz="2400" spc="-35" dirty="0">
                <a:solidFill>
                  <a:srgbClr val="3F3F3F"/>
                </a:solidFill>
                <a:latin typeface="Calibri"/>
                <a:cs typeface="Calibri"/>
              </a:rPr>
              <a:t> </a:t>
            </a:r>
            <a:r>
              <a:rPr sz="2400" spc="-5" dirty="0">
                <a:solidFill>
                  <a:srgbClr val="3F3F3F"/>
                </a:solidFill>
                <a:latin typeface="Calibri"/>
                <a:cs typeface="Calibri"/>
              </a:rPr>
              <a:t>of</a:t>
            </a:r>
            <a:r>
              <a:rPr sz="2400" spc="-10" dirty="0">
                <a:solidFill>
                  <a:srgbClr val="3F3F3F"/>
                </a:solidFill>
                <a:latin typeface="Calibri"/>
                <a:cs typeface="Calibri"/>
              </a:rPr>
              <a:t> </a:t>
            </a:r>
            <a:r>
              <a:rPr sz="2400" spc="-5" dirty="0">
                <a:solidFill>
                  <a:srgbClr val="3F3F3F"/>
                </a:solidFill>
                <a:latin typeface="Calibri"/>
                <a:cs typeface="Calibri"/>
              </a:rPr>
              <a:t>addresses</a:t>
            </a:r>
            <a:endParaRPr sz="2400" dirty="0">
              <a:latin typeface="Calibri"/>
              <a:cs typeface="Calibri"/>
            </a:endParaRPr>
          </a:p>
          <a:p>
            <a:pPr marL="419100" marR="5080" lvl="1" indent="-182880">
              <a:lnSpc>
                <a:spcPts val="2590"/>
              </a:lnSpc>
              <a:spcBef>
                <a:spcPts val="640"/>
              </a:spcBef>
              <a:buClr>
                <a:srgbClr val="1CACE4"/>
              </a:buClr>
              <a:buChar char="◦"/>
              <a:tabLst>
                <a:tab pos="419734" algn="l"/>
              </a:tabLst>
            </a:pPr>
            <a:r>
              <a:rPr sz="2400" spc="-5" dirty="0">
                <a:solidFill>
                  <a:srgbClr val="3F3F3F"/>
                </a:solidFill>
                <a:latin typeface="Calibri"/>
                <a:cs typeface="Calibri"/>
              </a:rPr>
              <a:t>the</a:t>
            </a:r>
            <a:r>
              <a:rPr sz="2400" spc="-15" dirty="0">
                <a:solidFill>
                  <a:srgbClr val="3F3F3F"/>
                </a:solidFill>
                <a:latin typeface="Calibri"/>
                <a:cs typeface="Calibri"/>
              </a:rPr>
              <a:t> first</a:t>
            </a:r>
            <a:r>
              <a:rPr sz="2400" spc="-20" dirty="0">
                <a:solidFill>
                  <a:srgbClr val="3F3F3F"/>
                </a:solidFill>
                <a:latin typeface="Calibri"/>
                <a:cs typeface="Calibri"/>
              </a:rPr>
              <a:t> </a:t>
            </a:r>
            <a:r>
              <a:rPr sz="2400" spc="-10" dirty="0">
                <a:solidFill>
                  <a:srgbClr val="3F3F3F"/>
                </a:solidFill>
                <a:latin typeface="Calibri"/>
                <a:cs typeface="Calibri"/>
              </a:rPr>
              <a:t>address </a:t>
            </a:r>
            <a:r>
              <a:rPr sz="2400" spc="-5" dirty="0">
                <a:solidFill>
                  <a:srgbClr val="3F3F3F"/>
                </a:solidFill>
                <a:latin typeface="Calibri"/>
                <a:cs typeface="Calibri"/>
              </a:rPr>
              <a:t>in the</a:t>
            </a:r>
            <a:r>
              <a:rPr sz="2400" dirty="0">
                <a:solidFill>
                  <a:srgbClr val="3F3F3F"/>
                </a:solidFill>
                <a:latin typeface="Calibri"/>
                <a:cs typeface="Calibri"/>
              </a:rPr>
              <a:t> </a:t>
            </a:r>
            <a:r>
              <a:rPr sz="2400" spc="-5" dirty="0">
                <a:solidFill>
                  <a:srgbClr val="3F3F3F"/>
                </a:solidFill>
                <a:latin typeface="Calibri"/>
                <a:cs typeface="Calibri"/>
              </a:rPr>
              <a:t>block</a:t>
            </a:r>
            <a:r>
              <a:rPr sz="2400" spc="15" dirty="0">
                <a:solidFill>
                  <a:srgbClr val="3F3F3F"/>
                </a:solidFill>
                <a:latin typeface="Calibri"/>
                <a:cs typeface="Calibri"/>
              </a:rPr>
              <a:t> </a:t>
            </a:r>
            <a:r>
              <a:rPr sz="2400" spc="-15" dirty="0">
                <a:solidFill>
                  <a:srgbClr val="3F3F3F"/>
                </a:solidFill>
                <a:latin typeface="Calibri"/>
                <a:cs typeface="Calibri"/>
              </a:rPr>
              <a:t>-</a:t>
            </a:r>
            <a:r>
              <a:rPr sz="2400" b="1" spc="-15" dirty="0">
                <a:solidFill>
                  <a:srgbClr val="3F3F3F"/>
                </a:solidFill>
                <a:latin typeface="Calibri"/>
                <a:cs typeface="Calibri"/>
              </a:rPr>
              <a:t>keep</a:t>
            </a:r>
            <a:r>
              <a:rPr sz="2400" b="1" spc="-10" dirty="0">
                <a:solidFill>
                  <a:srgbClr val="3F3F3F"/>
                </a:solidFill>
                <a:latin typeface="Calibri"/>
                <a:cs typeface="Calibri"/>
              </a:rPr>
              <a:t> </a:t>
            </a:r>
            <a:r>
              <a:rPr sz="2400" b="1" spc="-5" dirty="0">
                <a:solidFill>
                  <a:srgbClr val="3F3F3F"/>
                </a:solidFill>
                <a:latin typeface="Calibri"/>
                <a:cs typeface="Calibri"/>
              </a:rPr>
              <a:t>the</a:t>
            </a:r>
            <a:r>
              <a:rPr sz="2400" b="1" spc="15" dirty="0">
                <a:solidFill>
                  <a:srgbClr val="3F3F3F"/>
                </a:solidFill>
                <a:latin typeface="Calibri"/>
                <a:cs typeface="Calibri"/>
              </a:rPr>
              <a:t> </a:t>
            </a:r>
            <a:r>
              <a:rPr sz="2400" b="1" i="1" dirty="0">
                <a:solidFill>
                  <a:srgbClr val="3F3F3F"/>
                </a:solidFill>
                <a:latin typeface="Calibri"/>
                <a:cs typeface="Calibri"/>
              </a:rPr>
              <a:t>n</a:t>
            </a:r>
            <a:r>
              <a:rPr sz="2400" b="1" i="1" spc="-5" dirty="0">
                <a:solidFill>
                  <a:srgbClr val="3F3F3F"/>
                </a:solidFill>
                <a:latin typeface="Calibri"/>
                <a:cs typeface="Calibri"/>
              </a:rPr>
              <a:t> </a:t>
            </a:r>
            <a:r>
              <a:rPr sz="2400" b="1" i="1" spc="-10" dirty="0">
                <a:solidFill>
                  <a:srgbClr val="3F3F3F"/>
                </a:solidFill>
                <a:latin typeface="Calibri"/>
                <a:cs typeface="Calibri"/>
              </a:rPr>
              <a:t>leftmost </a:t>
            </a:r>
            <a:r>
              <a:rPr sz="2400" b="1" i="1" spc="-5" dirty="0">
                <a:solidFill>
                  <a:srgbClr val="3F3F3F"/>
                </a:solidFill>
                <a:latin typeface="Calibri"/>
                <a:cs typeface="Calibri"/>
              </a:rPr>
              <a:t>bits and</a:t>
            </a:r>
            <a:r>
              <a:rPr sz="2400" b="1" i="1" spc="-15" dirty="0">
                <a:solidFill>
                  <a:srgbClr val="3F3F3F"/>
                </a:solidFill>
                <a:latin typeface="Calibri"/>
                <a:cs typeface="Calibri"/>
              </a:rPr>
              <a:t> </a:t>
            </a:r>
            <a:r>
              <a:rPr sz="2400" b="1" i="1" spc="-10" dirty="0">
                <a:solidFill>
                  <a:srgbClr val="3F3F3F"/>
                </a:solidFill>
                <a:latin typeface="Calibri"/>
                <a:cs typeface="Calibri"/>
              </a:rPr>
              <a:t>set </a:t>
            </a:r>
            <a:r>
              <a:rPr sz="2400" b="1" i="1" spc="-5" dirty="0">
                <a:solidFill>
                  <a:srgbClr val="3F3F3F"/>
                </a:solidFill>
                <a:latin typeface="Calibri"/>
                <a:cs typeface="Calibri"/>
              </a:rPr>
              <a:t>the </a:t>
            </a:r>
            <a:r>
              <a:rPr sz="2400" b="1" i="1" spc="-525" dirty="0">
                <a:solidFill>
                  <a:srgbClr val="3F3F3F"/>
                </a:solidFill>
                <a:latin typeface="Calibri"/>
                <a:cs typeface="Calibri"/>
              </a:rPr>
              <a:t> </a:t>
            </a:r>
            <a:r>
              <a:rPr sz="2400" b="1" i="1" spc="-5" dirty="0">
                <a:solidFill>
                  <a:srgbClr val="3F3F3F"/>
                </a:solidFill>
                <a:latin typeface="Calibri"/>
                <a:cs typeface="Calibri"/>
              </a:rPr>
              <a:t>(32</a:t>
            </a:r>
            <a:r>
              <a:rPr sz="2400" b="1" i="1" spc="-25" dirty="0">
                <a:solidFill>
                  <a:srgbClr val="3F3F3F"/>
                </a:solidFill>
                <a:latin typeface="Calibri"/>
                <a:cs typeface="Calibri"/>
              </a:rPr>
              <a:t> </a:t>
            </a:r>
            <a:r>
              <a:rPr sz="2400" b="1" i="1" dirty="0">
                <a:solidFill>
                  <a:srgbClr val="3F3F3F"/>
                </a:solidFill>
                <a:latin typeface="Calibri"/>
                <a:cs typeface="Calibri"/>
              </a:rPr>
              <a:t>−</a:t>
            </a:r>
            <a:r>
              <a:rPr sz="2400" b="1" i="1" spc="-5" dirty="0">
                <a:solidFill>
                  <a:srgbClr val="3F3F3F"/>
                </a:solidFill>
                <a:latin typeface="Calibri"/>
                <a:cs typeface="Calibri"/>
              </a:rPr>
              <a:t> n)</a:t>
            </a:r>
            <a:r>
              <a:rPr lang="en-US" sz="2400" b="1" i="1" spc="-5" dirty="0">
                <a:solidFill>
                  <a:srgbClr val="3F3F3F"/>
                </a:solidFill>
                <a:latin typeface="Calibri"/>
                <a:cs typeface="Calibri"/>
              </a:rPr>
              <a:t> </a:t>
            </a:r>
            <a:r>
              <a:rPr lang="en-IN" sz="2400" dirty="0">
                <a:solidFill>
                  <a:srgbClr val="3F3F3F"/>
                </a:solidFill>
                <a:cs typeface="Calibri"/>
              </a:rPr>
              <a:t>all</a:t>
            </a:r>
            <a:r>
              <a:rPr lang="en-IN" sz="2400" spc="-20" dirty="0">
                <a:solidFill>
                  <a:srgbClr val="3F3F3F"/>
                </a:solidFill>
                <a:cs typeface="Calibri"/>
              </a:rPr>
              <a:t> bits </a:t>
            </a:r>
            <a:r>
              <a:rPr lang="en-IN" sz="2400" spc="-15" dirty="0">
                <a:solidFill>
                  <a:srgbClr val="3F3F3F"/>
                </a:solidFill>
                <a:cs typeface="Calibri"/>
              </a:rPr>
              <a:t>to </a:t>
            </a:r>
            <a:r>
              <a:rPr lang="en-IN" sz="2400" spc="-5" dirty="0">
                <a:solidFill>
                  <a:srgbClr val="3F3F3F"/>
                </a:solidFill>
                <a:cs typeface="Calibri"/>
              </a:rPr>
              <a:t>0s</a:t>
            </a:r>
            <a:r>
              <a:rPr lang="en-IN" sz="2400" spc="-15" dirty="0">
                <a:solidFill>
                  <a:srgbClr val="3F3F3F"/>
                </a:solidFill>
                <a:cs typeface="Calibri"/>
              </a:rPr>
              <a:t> </a:t>
            </a:r>
            <a:endParaRPr sz="2400" dirty="0">
              <a:latin typeface="Calibri"/>
              <a:cs typeface="Calibri"/>
            </a:endParaRPr>
          </a:p>
          <a:p>
            <a:pPr marL="419100" lvl="1" indent="-183515">
              <a:lnSpc>
                <a:spcPts val="2735"/>
              </a:lnSpc>
              <a:spcBef>
                <a:spcPts val="275"/>
              </a:spcBef>
              <a:buClr>
                <a:srgbClr val="1CACE4"/>
              </a:buClr>
              <a:buChar char="◦"/>
              <a:tabLst>
                <a:tab pos="419734" algn="l"/>
                <a:tab pos="4346575" algn="l"/>
              </a:tabLst>
            </a:pP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last</a:t>
            </a:r>
            <a:r>
              <a:rPr sz="2400" spc="-15" dirty="0">
                <a:solidFill>
                  <a:srgbClr val="3F3F3F"/>
                </a:solidFill>
                <a:latin typeface="Calibri"/>
                <a:cs typeface="Calibri"/>
              </a:rPr>
              <a:t> </a:t>
            </a:r>
            <a:r>
              <a:rPr sz="2400" spc="-5" dirty="0">
                <a:solidFill>
                  <a:srgbClr val="3F3F3F"/>
                </a:solidFill>
                <a:latin typeface="Calibri"/>
                <a:cs typeface="Calibri"/>
              </a:rPr>
              <a:t>address-</a:t>
            </a:r>
            <a:r>
              <a:rPr sz="2400" spc="10" dirty="0">
                <a:solidFill>
                  <a:srgbClr val="3F3F3F"/>
                </a:solidFill>
                <a:latin typeface="Calibri"/>
                <a:cs typeface="Calibri"/>
              </a:rPr>
              <a:t> </a:t>
            </a:r>
            <a:r>
              <a:rPr sz="2400" b="1" spc="-15" dirty="0">
                <a:solidFill>
                  <a:srgbClr val="3F3F3F"/>
                </a:solidFill>
                <a:latin typeface="Calibri"/>
                <a:cs typeface="Calibri"/>
              </a:rPr>
              <a:t>keep</a:t>
            </a:r>
            <a:r>
              <a:rPr sz="2400" b="1" spc="-20" dirty="0">
                <a:solidFill>
                  <a:srgbClr val="3F3F3F"/>
                </a:solidFill>
                <a:latin typeface="Calibri"/>
                <a:cs typeface="Calibri"/>
              </a:rPr>
              <a:t> </a:t>
            </a:r>
            <a:r>
              <a:rPr sz="2400" b="1" spc="-5" dirty="0">
                <a:solidFill>
                  <a:srgbClr val="3F3F3F"/>
                </a:solidFill>
                <a:latin typeface="Calibri"/>
                <a:cs typeface="Calibri"/>
              </a:rPr>
              <a:t>the</a:t>
            </a:r>
            <a:r>
              <a:rPr sz="2400" b="1" spc="20" dirty="0">
                <a:solidFill>
                  <a:srgbClr val="3F3F3F"/>
                </a:solidFill>
                <a:latin typeface="Calibri"/>
                <a:cs typeface="Calibri"/>
              </a:rPr>
              <a:t> </a:t>
            </a:r>
            <a:r>
              <a:rPr sz="2400" b="1" i="1" dirty="0">
                <a:solidFill>
                  <a:srgbClr val="3F3F3F"/>
                </a:solidFill>
                <a:latin typeface="Calibri"/>
                <a:cs typeface="Calibri"/>
              </a:rPr>
              <a:t>n</a:t>
            </a:r>
            <a:r>
              <a:rPr sz="2400" b="1" i="1" spc="-5" dirty="0">
                <a:solidFill>
                  <a:srgbClr val="3F3F3F"/>
                </a:solidFill>
                <a:latin typeface="Calibri"/>
                <a:cs typeface="Calibri"/>
              </a:rPr>
              <a:t> le	</a:t>
            </a:r>
            <a:r>
              <a:rPr sz="2400" b="1" i="1" spc="-10" dirty="0">
                <a:solidFill>
                  <a:srgbClr val="3F3F3F"/>
                </a:solidFill>
                <a:latin typeface="Calibri"/>
                <a:cs typeface="Calibri"/>
              </a:rPr>
              <a:t>most </a:t>
            </a:r>
            <a:r>
              <a:rPr sz="2400" b="1" i="1" spc="-5" dirty="0">
                <a:solidFill>
                  <a:srgbClr val="3F3F3F"/>
                </a:solidFill>
                <a:latin typeface="Calibri"/>
                <a:cs typeface="Calibri"/>
              </a:rPr>
              <a:t>bits</a:t>
            </a:r>
            <a:r>
              <a:rPr sz="2400" b="1" i="1" spc="-10" dirty="0">
                <a:solidFill>
                  <a:srgbClr val="3F3F3F"/>
                </a:solidFill>
                <a:latin typeface="Calibri"/>
                <a:cs typeface="Calibri"/>
              </a:rPr>
              <a:t> </a:t>
            </a:r>
            <a:r>
              <a:rPr sz="2400" b="1" i="1" spc="-5" dirty="0">
                <a:solidFill>
                  <a:srgbClr val="3F3F3F"/>
                </a:solidFill>
                <a:latin typeface="Calibri"/>
                <a:cs typeface="Calibri"/>
              </a:rPr>
              <a:t>and</a:t>
            </a:r>
            <a:r>
              <a:rPr sz="2400" b="1" i="1" spc="-35" dirty="0">
                <a:solidFill>
                  <a:srgbClr val="3F3F3F"/>
                </a:solidFill>
                <a:latin typeface="Calibri"/>
                <a:cs typeface="Calibri"/>
              </a:rPr>
              <a:t> </a:t>
            </a:r>
            <a:r>
              <a:rPr sz="2400" b="1" i="1" spc="-10" dirty="0">
                <a:solidFill>
                  <a:srgbClr val="3F3F3F"/>
                </a:solidFill>
                <a:latin typeface="Calibri"/>
                <a:cs typeface="Calibri"/>
              </a:rPr>
              <a:t>set</a:t>
            </a:r>
            <a:r>
              <a:rPr sz="2400" b="1" i="1" spc="-15" dirty="0">
                <a:solidFill>
                  <a:srgbClr val="3F3F3F"/>
                </a:solidFill>
                <a:latin typeface="Calibri"/>
                <a:cs typeface="Calibri"/>
              </a:rPr>
              <a:t> </a:t>
            </a:r>
            <a:r>
              <a:rPr sz="2400" b="1" i="1" spc="-5" dirty="0">
                <a:solidFill>
                  <a:srgbClr val="3F3F3F"/>
                </a:solidFill>
                <a:latin typeface="Calibri"/>
                <a:cs typeface="Calibri"/>
              </a:rPr>
              <a:t>the</a:t>
            </a:r>
            <a:r>
              <a:rPr sz="2400" b="1" i="1" spc="-10" dirty="0">
                <a:solidFill>
                  <a:srgbClr val="3F3F3F"/>
                </a:solidFill>
                <a:latin typeface="Calibri"/>
                <a:cs typeface="Calibri"/>
              </a:rPr>
              <a:t> </a:t>
            </a:r>
            <a:r>
              <a:rPr sz="2400" b="1" i="1" spc="-5" dirty="0">
                <a:solidFill>
                  <a:srgbClr val="3F3F3F"/>
                </a:solidFill>
                <a:latin typeface="Calibri"/>
                <a:cs typeface="Calibri"/>
              </a:rPr>
              <a:t>(32</a:t>
            </a:r>
            <a:r>
              <a:rPr sz="2400" b="1" i="1" spc="-10" dirty="0">
                <a:solidFill>
                  <a:srgbClr val="3F3F3F"/>
                </a:solidFill>
                <a:latin typeface="Calibri"/>
                <a:cs typeface="Calibri"/>
              </a:rPr>
              <a:t> </a:t>
            </a:r>
            <a:r>
              <a:rPr sz="2400" b="1" i="1" dirty="0">
                <a:solidFill>
                  <a:srgbClr val="3F3F3F"/>
                </a:solidFill>
                <a:latin typeface="Calibri"/>
                <a:cs typeface="Calibri"/>
              </a:rPr>
              <a:t>−</a:t>
            </a:r>
            <a:r>
              <a:rPr sz="2400" b="1" i="1" spc="-20" dirty="0">
                <a:solidFill>
                  <a:srgbClr val="3F3F3F"/>
                </a:solidFill>
                <a:latin typeface="Calibri"/>
                <a:cs typeface="Calibri"/>
              </a:rPr>
              <a:t> </a:t>
            </a:r>
            <a:r>
              <a:rPr sz="2400" b="1" i="1" spc="-5" dirty="0">
                <a:solidFill>
                  <a:srgbClr val="3F3F3F"/>
                </a:solidFill>
                <a:latin typeface="Calibri"/>
                <a:cs typeface="Calibri"/>
              </a:rPr>
              <a:t>n)</a:t>
            </a:r>
            <a:endParaRPr sz="2400" dirty="0">
              <a:latin typeface="Calibri"/>
              <a:cs typeface="Calibri"/>
            </a:endParaRPr>
          </a:p>
          <a:p>
            <a:pPr marL="419100">
              <a:lnSpc>
                <a:spcPts val="2735"/>
              </a:lnSpc>
            </a:pPr>
            <a:r>
              <a:rPr sz="2400" spc="-10" dirty="0">
                <a:solidFill>
                  <a:srgbClr val="3F3F3F"/>
                </a:solidFill>
                <a:latin typeface="Calibri"/>
                <a:cs typeface="Calibri"/>
              </a:rPr>
              <a:t>rightmost</a:t>
            </a:r>
            <a:r>
              <a:rPr sz="2400" spc="-55" dirty="0">
                <a:solidFill>
                  <a:srgbClr val="3F3F3F"/>
                </a:solidFill>
                <a:latin typeface="Calibri"/>
                <a:cs typeface="Calibri"/>
              </a:rPr>
              <a:t> </a:t>
            </a:r>
            <a:r>
              <a:rPr sz="2400" spc="-5" dirty="0">
                <a:solidFill>
                  <a:srgbClr val="3F3F3F"/>
                </a:solidFill>
                <a:latin typeface="Calibri"/>
                <a:cs typeface="Calibri"/>
              </a:rPr>
              <a:t>bits</a:t>
            </a:r>
            <a:r>
              <a:rPr sz="2400" spc="-15" dirty="0">
                <a:solidFill>
                  <a:srgbClr val="3F3F3F"/>
                </a:solidFill>
                <a:latin typeface="Calibri"/>
                <a:cs typeface="Calibri"/>
              </a:rPr>
              <a:t> </a:t>
            </a:r>
            <a:r>
              <a:rPr sz="2400" dirty="0">
                <a:solidFill>
                  <a:srgbClr val="3F3F3F"/>
                </a:solidFill>
                <a:latin typeface="Calibri"/>
                <a:cs typeface="Calibri"/>
              </a:rPr>
              <a:t>all</a:t>
            </a:r>
            <a:r>
              <a:rPr sz="2400" spc="-25" dirty="0">
                <a:solidFill>
                  <a:srgbClr val="3F3F3F"/>
                </a:solidFill>
                <a:latin typeface="Calibri"/>
                <a:cs typeface="Calibri"/>
              </a:rPr>
              <a:t> </a:t>
            </a:r>
            <a:r>
              <a:rPr sz="2400" spc="-15" dirty="0">
                <a:solidFill>
                  <a:srgbClr val="3F3F3F"/>
                </a:solidFill>
                <a:latin typeface="Calibri"/>
                <a:cs typeface="Calibri"/>
              </a:rPr>
              <a:t>to </a:t>
            </a:r>
            <a:r>
              <a:rPr sz="2400" spc="-5" dirty="0">
                <a:solidFill>
                  <a:srgbClr val="3F3F3F"/>
                </a:solidFill>
                <a:latin typeface="Calibri"/>
                <a:cs typeface="Calibri"/>
              </a:rPr>
              <a:t>1s</a:t>
            </a:r>
            <a:endParaRPr sz="2400" dirty="0">
              <a:latin typeface="Calibri"/>
              <a:cs typeface="Calibri"/>
            </a:endParaRPr>
          </a:p>
          <a:p>
            <a:pPr marL="189230" marR="694690" indent="-177165">
              <a:lnSpc>
                <a:spcPts val="3020"/>
              </a:lnSpc>
              <a:spcBef>
                <a:spcPts val="1620"/>
              </a:spcBef>
              <a:buClr>
                <a:srgbClr val="1CACE4"/>
              </a:buClr>
              <a:buFont typeface="Arial MT"/>
              <a:buChar char="•"/>
              <a:tabLst>
                <a:tab pos="189865" algn="l"/>
              </a:tabLst>
            </a:pPr>
            <a:r>
              <a:rPr sz="2800" spc="-10" dirty="0">
                <a:solidFill>
                  <a:srgbClr val="3F3F3F"/>
                </a:solidFill>
                <a:latin typeface="Calibri"/>
                <a:cs typeface="Calibri"/>
              </a:rPr>
              <a:t>Because</a:t>
            </a:r>
            <a:r>
              <a:rPr sz="280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value</a:t>
            </a:r>
            <a:r>
              <a:rPr sz="2800" dirty="0">
                <a:solidFill>
                  <a:srgbClr val="3F3F3F"/>
                </a:solidFill>
                <a:latin typeface="Calibri"/>
                <a:cs typeface="Calibri"/>
              </a:rPr>
              <a:t> </a:t>
            </a:r>
            <a:r>
              <a:rPr sz="2800" spc="-5" dirty="0">
                <a:solidFill>
                  <a:srgbClr val="3F3F3F"/>
                </a:solidFill>
                <a:latin typeface="Calibri"/>
                <a:cs typeface="Calibri"/>
              </a:rPr>
              <a:t>of </a:t>
            </a:r>
            <a:r>
              <a:rPr sz="2800" spc="-20" dirty="0">
                <a:solidFill>
                  <a:srgbClr val="3F3F3F"/>
                </a:solidFill>
                <a:latin typeface="Calibri"/>
                <a:cs typeface="Calibri"/>
              </a:rPr>
              <a:t>prefix</a:t>
            </a:r>
            <a:r>
              <a:rPr sz="2800" spc="15" dirty="0">
                <a:solidFill>
                  <a:srgbClr val="3F3F3F"/>
                </a:solidFill>
                <a:latin typeface="Calibri"/>
                <a:cs typeface="Calibri"/>
              </a:rPr>
              <a:t> </a:t>
            </a:r>
            <a:r>
              <a:rPr sz="2800" spc="-15" dirty="0">
                <a:solidFill>
                  <a:srgbClr val="3F3F3F"/>
                </a:solidFill>
                <a:latin typeface="Calibri"/>
                <a:cs typeface="Calibri"/>
              </a:rPr>
              <a:t>length,</a:t>
            </a:r>
            <a:r>
              <a:rPr sz="2800" spc="60" dirty="0">
                <a:solidFill>
                  <a:srgbClr val="3F3F3F"/>
                </a:solidFill>
                <a:latin typeface="Calibri"/>
                <a:cs typeface="Calibri"/>
              </a:rPr>
              <a:t> </a:t>
            </a:r>
            <a:r>
              <a:rPr sz="2800" i="1" spc="-5" dirty="0">
                <a:solidFill>
                  <a:srgbClr val="3F3F3F"/>
                </a:solidFill>
                <a:latin typeface="Calibri"/>
                <a:cs typeface="Calibri"/>
              </a:rPr>
              <a:t>n,</a:t>
            </a:r>
            <a:r>
              <a:rPr sz="2800" i="1" spc="5" dirty="0">
                <a:solidFill>
                  <a:srgbClr val="3F3F3F"/>
                </a:solidFill>
                <a:latin typeface="Calibri"/>
                <a:cs typeface="Calibri"/>
              </a:rPr>
              <a:t> </a:t>
            </a:r>
            <a:r>
              <a:rPr sz="2800" i="1" spc="-10" dirty="0">
                <a:solidFill>
                  <a:srgbClr val="3F3F3F"/>
                </a:solidFill>
                <a:latin typeface="Calibri"/>
                <a:cs typeface="Calibri"/>
              </a:rPr>
              <a:t>is</a:t>
            </a:r>
            <a:r>
              <a:rPr sz="2800" i="1" dirty="0">
                <a:solidFill>
                  <a:srgbClr val="3F3F3F"/>
                </a:solidFill>
                <a:latin typeface="Calibri"/>
                <a:cs typeface="Calibri"/>
              </a:rPr>
              <a:t> </a:t>
            </a:r>
            <a:r>
              <a:rPr sz="2800" i="1" spc="-10" dirty="0">
                <a:solidFill>
                  <a:srgbClr val="3F3F3F"/>
                </a:solidFill>
                <a:latin typeface="Calibri"/>
                <a:cs typeface="Calibri"/>
              </a:rPr>
              <a:t>given,</a:t>
            </a:r>
            <a:r>
              <a:rPr sz="2800" i="1" spc="10" dirty="0">
                <a:solidFill>
                  <a:srgbClr val="3F3F3F"/>
                </a:solidFill>
                <a:latin typeface="Calibri"/>
                <a:cs typeface="Calibri"/>
              </a:rPr>
              <a:t> </a:t>
            </a:r>
            <a:r>
              <a:rPr sz="2800" i="1" spc="-5" dirty="0">
                <a:solidFill>
                  <a:srgbClr val="3F3F3F"/>
                </a:solidFill>
                <a:latin typeface="Calibri"/>
                <a:cs typeface="Calibri"/>
              </a:rPr>
              <a:t>we</a:t>
            </a:r>
            <a:r>
              <a:rPr sz="2800" i="1" dirty="0">
                <a:solidFill>
                  <a:srgbClr val="3F3F3F"/>
                </a:solidFill>
                <a:latin typeface="Calibri"/>
                <a:cs typeface="Calibri"/>
              </a:rPr>
              <a:t> </a:t>
            </a:r>
            <a:r>
              <a:rPr sz="2800" i="1" spc="-10" dirty="0">
                <a:solidFill>
                  <a:srgbClr val="3F3F3F"/>
                </a:solidFill>
                <a:latin typeface="Calibri"/>
                <a:cs typeface="Calibri"/>
              </a:rPr>
              <a:t>can </a:t>
            </a:r>
            <a:r>
              <a:rPr sz="2800" i="1" spc="-620" dirty="0">
                <a:solidFill>
                  <a:srgbClr val="3F3F3F"/>
                </a:solidFill>
                <a:latin typeface="Calibri"/>
                <a:cs typeface="Calibri"/>
              </a:rPr>
              <a:t> </a:t>
            </a:r>
            <a:r>
              <a:rPr sz="2800" i="1" spc="-10" dirty="0">
                <a:solidFill>
                  <a:srgbClr val="3F3F3F"/>
                </a:solidFill>
                <a:latin typeface="Calibri"/>
                <a:cs typeface="Calibri"/>
              </a:rPr>
              <a:t>easily find</a:t>
            </a:r>
            <a:r>
              <a:rPr sz="2800" i="1" dirty="0">
                <a:solidFill>
                  <a:srgbClr val="3F3F3F"/>
                </a:solidFill>
                <a:latin typeface="Calibri"/>
                <a:cs typeface="Calibri"/>
              </a:rPr>
              <a:t> </a:t>
            </a:r>
            <a:r>
              <a:rPr sz="2800" i="1" spc="-10" dirty="0">
                <a:solidFill>
                  <a:srgbClr val="3F3F3F"/>
                </a:solidFill>
                <a:latin typeface="Calibri"/>
                <a:cs typeface="Calibri"/>
              </a:rPr>
              <a:t>these</a:t>
            </a:r>
            <a:r>
              <a:rPr sz="2800" i="1" spc="10" dirty="0">
                <a:solidFill>
                  <a:srgbClr val="3F3F3F"/>
                </a:solidFill>
                <a:latin typeface="Calibri"/>
                <a:cs typeface="Calibri"/>
              </a:rPr>
              <a:t> </a:t>
            </a:r>
            <a:r>
              <a:rPr sz="2800" i="1" spc="-10" dirty="0">
                <a:solidFill>
                  <a:srgbClr val="3F3F3F"/>
                </a:solidFill>
                <a:latin typeface="Calibri"/>
                <a:cs typeface="Calibri"/>
              </a:rPr>
              <a:t>three</a:t>
            </a:r>
            <a:r>
              <a:rPr sz="2800" i="1" spc="5" dirty="0">
                <a:solidFill>
                  <a:srgbClr val="3F3F3F"/>
                </a:solidFill>
                <a:latin typeface="Calibri"/>
                <a:cs typeface="Calibri"/>
              </a:rPr>
              <a:t> </a:t>
            </a:r>
            <a:r>
              <a:rPr sz="2800" i="1" spc="-10" dirty="0">
                <a:solidFill>
                  <a:srgbClr val="3F3F3F"/>
                </a:solidFill>
                <a:latin typeface="Calibri"/>
                <a:cs typeface="Calibri"/>
              </a:rPr>
              <a:t>pieces</a:t>
            </a:r>
            <a:r>
              <a:rPr sz="2800" i="1" dirty="0">
                <a:solidFill>
                  <a:srgbClr val="3F3F3F"/>
                </a:solidFill>
                <a:latin typeface="Calibri"/>
                <a:cs typeface="Calibri"/>
              </a:rPr>
              <a:t> </a:t>
            </a:r>
            <a:r>
              <a:rPr sz="2800" i="1" spc="-5" dirty="0">
                <a:solidFill>
                  <a:srgbClr val="3F3F3F"/>
                </a:solidFill>
                <a:latin typeface="Calibri"/>
                <a:cs typeface="Calibri"/>
              </a:rPr>
              <a:t>of</a:t>
            </a:r>
            <a:r>
              <a:rPr sz="2800" i="1" spc="55" dirty="0">
                <a:solidFill>
                  <a:srgbClr val="3F3F3F"/>
                </a:solidFill>
                <a:latin typeface="Calibri"/>
                <a:cs typeface="Calibri"/>
              </a:rPr>
              <a:t> </a:t>
            </a:r>
            <a:r>
              <a:rPr sz="2800" spc="-20" dirty="0">
                <a:solidFill>
                  <a:srgbClr val="3F3F3F"/>
                </a:solidFill>
                <a:latin typeface="Calibri"/>
                <a:cs typeface="Calibri"/>
              </a:rPr>
              <a:t>information</a:t>
            </a:r>
            <a:endParaRPr sz="28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4843271" y="4163567"/>
            <a:ext cx="201167" cy="34422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991485"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r>
              <a:rPr sz="4800" i="0" spc="-155" dirty="0">
                <a:latin typeface="Arial"/>
                <a:cs typeface="Arial"/>
              </a:rPr>
              <a:t> </a:t>
            </a:r>
            <a:r>
              <a:rPr sz="4800" i="0" spc="-5" dirty="0">
                <a:latin typeface="Arial"/>
                <a:cs typeface="Arial"/>
              </a:rPr>
              <a:t>1</a:t>
            </a:r>
            <a:endParaRPr sz="4800">
              <a:latin typeface="Arial"/>
              <a:cs typeface="Arial"/>
            </a:endParaRPr>
          </a:p>
        </p:txBody>
      </p:sp>
      <p:pic>
        <p:nvPicPr>
          <p:cNvPr id="3" name="object 3"/>
          <p:cNvPicPr/>
          <p:nvPr/>
        </p:nvPicPr>
        <p:blipFill>
          <a:blip r:embed="rId2" cstate="print"/>
          <a:stretch>
            <a:fillRect/>
          </a:stretch>
        </p:blipFill>
        <p:spPr>
          <a:xfrm>
            <a:off x="838200" y="1905000"/>
            <a:ext cx="7477125" cy="11811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914400" y="3352800"/>
            <a:ext cx="7402067" cy="2839212"/>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928235" cy="756920"/>
          </a:xfrm>
          <a:prstGeom prst="rect">
            <a:avLst/>
          </a:prstGeom>
        </p:spPr>
        <p:txBody>
          <a:bodyPr vert="horz" wrap="square" lIns="0" tIns="12700" rIns="0" bIns="0" rtlCol="0">
            <a:spAutoFit/>
          </a:bodyPr>
          <a:lstStyle/>
          <a:p>
            <a:pPr marL="12700">
              <a:lnSpc>
                <a:spcPct val="100000"/>
              </a:lnSpc>
              <a:spcBef>
                <a:spcPts val="100"/>
              </a:spcBef>
            </a:pPr>
            <a:r>
              <a:rPr sz="4800" spc="-50" dirty="0"/>
              <a:t>N</a:t>
            </a:r>
            <a:r>
              <a:rPr sz="4800" spc="-60" dirty="0"/>
              <a:t>e</a:t>
            </a:r>
            <a:r>
              <a:rPr sz="4800" spc="-50" dirty="0"/>
              <a:t>t</a:t>
            </a:r>
            <a:r>
              <a:rPr sz="4800" spc="-55" dirty="0"/>
              <a:t>wo</a:t>
            </a:r>
            <a:r>
              <a:rPr sz="4800" spc="-50" dirty="0"/>
              <a:t>r</a:t>
            </a:r>
            <a:r>
              <a:rPr sz="4800" spc="-5" dirty="0"/>
              <a:t>k</a:t>
            </a:r>
            <a:r>
              <a:rPr sz="4800" spc="-285" dirty="0"/>
              <a:t> </a:t>
            </a:r>
            <a:r>
              <a:rPr sz="4800" spc="-50" dirty="0"/>
              <a:t>A</a:t>
            </a:r>
            <a:r>
              <a:rPr sz="4800" spc="-55" dirty="0"/>
              <a:t>dd</a:t>
            </a:r>
            <a:r>
              <a:rPr sz="4800" spc="-50" dirty="0"/>
              <a:t>r</a:t>
            </a:r>
            <a:r>
              <a:rPr sz="4800" spc="-60" dirty="0"/>
              <a:t>es</a:t>
            </a:r>
            <a:r>
              <a:rPr sz="4800" spc="-5" dirty="0"/>
              <a:t>s</a:t>
            </a:r>
            <a:endParaRPr sz="4800"/>
          </a:p>
        </p:txBody>
      </p:sp>
      <p:sp>
        <p:nvSpPr>
          <p:cNvPr id="3" name="object 3"/>
          <p:cNvSpPr txBox="1"/>
          <p:nvPr/>
        </p:nvSpPr>
        <p:spPr>
          <a:xfrm>
            <a:off x="934395" y="3760297"/>
            <a:ext cx="8178165" cy="254635"/>
          </a:xfrm>
          <a:prstGeom prst="rect">
            <a:avLst/>
          </a:prstGeom>
        </p:spPr>
        <p:txBody>
          <a:bodyPr vert="horz" wrap="square" lIns="0" tIns="0" rIns="0" bIns="0" rtlCol="0">
            <a:spAutoFit/>
          </a:bodyPr>
          <a:lstStyle/>
          <a:p>
            <a:pPr>
              <a:lnSpc>
                <a:spcPts val="1905"/>
              </a:lnSpc>
            </a:pPr>
            <a:r>
              <a:rPr sz="2000" dirty="0">
                <a:solidFill>
                  <a:srgbClr val="1CACE4"/>
                </a:solidFill>
                <a:latin typeface="Calibri"/>
                <a:cs typeface="Calibri"/>
              </a:rPr>
              <a:t>◦</a:t>
            </a:r>
            <a:r>
              <a:rPr sz="2000" spc="280" dirty="0">
                <a:solidFill>
                  <a:srgbClr val="1CACE4"/>
                </a:solidFill>
                <a:latin typeface="Calibri"/>
                <a:cs typeface="Calibri"/>
              </a:rPr>
              <a:t> </a:t>
            </a:r>
            <a:r>
              <a:rPr sz="2000" i="1" dirty="0">
                <a:solidFill>
                  <a:srgbClr val="3F3F3F"/>
                </a:solidFill>
                <a:latin typeface="Calibri"/>
                <a:cs typeface="Calibri"/>
              </a:rPr>
              <a:t>When</a:t>
            </a:r>
            <a:r>
              <a:rPr sz="2000" i="1" spc="-60" dirty="0">
                <a:solidFill>
                  <a:srgbClr val="3F3F3F"/>
                </a:solidFill>
                <a:latin typeface="Calibri"/>
                <a:cs typeface="Calibri"/>
              </a:rPr>
              <a:t> </a:t>
            </a:r>
            <a:r>
              <a:rPr sz="2000" i="1" dirty="0">
                <a:solidFill>
                  <a:srgbClr val="3F3F3F"/>
                </a:solidFill>
                <a:latin typeface="Calibri"/>
                <a:cs typeface="Calibri"/>
              </a:rPr>
              <a:t>a</a:t>
            </a:r>
            <a:r>
              <a:rPr sz="2000" i="1" spc="-5" dirty="0">
                <a:solidFill>
                  <a:srgbClr val="3F3F3F"/>
                </a:solidFill>
                <a:latin typeface="Calibri"/>
                <a:cs typeface="Calibri"/>
              </a:rPr>
              <a:t> </a:t>
            </a:r>
            <a:r>
              <a:rPr sz="2000" i="1" spc="-15" dirty="0">
                <a:solidFill>
                  <a:srgbClr val="3F3F3F"/>
                </a:solidFill>
                <a:latin typeface="Calibri"/>
                <a:cs typeface="Calibri"/>
              </a:rPr>
              <a:t>packet</a:t>
            </a:r>
            <a:r>
              <a:rPr sz="2000" i="1" dirty="0">
                <a:solidFill>
                  <a:srgbClr val="3F3F3F"/>
                </a:solidFill>
                <a:latin typeface="Calibri"/>
                <a:cs typeface="Calibri"/>
              </a:rPr>
              <a:t> </a:t>
            </a:r>
            <a:r>
              <a:rPr sz="2000" i="1" spc="-5" dirty="0">
                <a:solidFill>
                  <a:srgbClr val="3F3F3F"/>
                </a:solidFill>
                <a:latin typeface="Calibri"/>
                <a:cs typeface="Calibri"/>
              </a:rPr>
              <a:t>arrives</a:t>
            </a:r>
            <a:r>
              <a:rPr sz="2000" i="1" spc="-20" dirty="0">
                <a:solidFill>
                  <a:srgbClr val="3F3F3F"/>
                </a:solidFill>
                <a:latin typeface="Calibri"/>
                <a:cs typeface="Calibri"/>
              </a:rPr>
              <a:t> </a:t>
            </a:r>
            <a:r>
              <a:rPr sz="2000" i="1" spc="-5" dirty="0">
                <a:solidFill>
                  <a:srgbClr val="3F3F3F"/>
                </a:solidFill>
                <a:latin typeface="Calibri"/>
                <a:cs typeface="Calibri"/>
              </a:rPr>
              <a:t>at the</a:t>
            </a:r>
            <a:r>
              <a:rPr sz="2000" i="1" spc="-10" dirty="0">
                <a:solidFill>
                  <a:srgbClr val="3F3F3F"/>
                </a:solidFill>
                <a:latin typeface="Calibri"/>
                <a:cs typeface="Calibri"/>
              </a:rPr>
              <a:t> </a:t>
            </a:r>
            <a:r>
              <a:rPr sz="2000" i="1" spc="-5" dirty="0">
                <a:solidFill>
                  <a:srgbClr val="3F3F3F"/>
                </a:solidFill>
                <a:latin typeface="Calibri"/>
                <a:cs typeface="Calibri"/>
              </a:rPr>
              <a:t>router</a:t>
            </a:r>
            <a:r>
              <a:rPr sz="2000" i="1" spc="15" dirty="0">
                <a:solidFill>
                  <a:srgbClr val="3F3F3F"/>
                </a:solidFill>
                <a:latin typeface="Calibri"/>
                <a:cs typeface="Calibri"/>
              </a:rPr>
              <a:t> </a:t>
            </a:r>
            <a:r>
              <a:rPr sz="2000" spc="-15" dirty="0">
                <a:solidFill>
                  <a:srgbClr val="3F3F3F"/>
                </a:solidFill>
                <a:latin typeface="Calibri"/>
                <a:cs typeface="Calibri"/>
              </a:rPr>
              <a:t>from</a:t>
            </a:r>
            <a:r>
              <a:rPr sz="2000" spc="-5" dirty="0">
                <a:solidFill>
                  <a:srgbClr val="3F3F3F"/>
                </a:solidFill>
                <a:latin typeface="Calibri"/>
                <a:cs typeface="Calibri"/>
              </a:rPr>
              <a:t> </a:t>
            </a:r>
            <a:r>
              <a:rPr sz="2000" spc="-10" dirty="0">
                <a:solidFill>
                  <a:srgbClr val="3F3F3F"/>
                </a:solidFill>
                <a:latin typeface="Calibri"/>
                <a:cs typeface="Calibri"/>
              </a:rPr>
              <a:t>any</a:t>
            </a:r>
            <a:r>
              <a:rPr sz="2000" spc="-15" dirty="0">
                <a:solidFill>
                  <a:srgbClr val="3F3F3F"/>
                </a:solidFill>
                <a:latin typeface="Calibri"/>
                <a:cs typeface="Calibri"/>
              </a:rPr>
              <a:t> </a:t>
            </a:r>
            <a:r>
              <a:rPr sz="2000" spc="-5" dirty="0">
                <a:solidFill>
                  <a:srgbClr val="3F3F3F"/>
                </a:solidFill>
                <a:latin typeface="Calibri"/>
                <a:cs typeface="Calibri"/>
              </a:rPr>
              <a:t>source</a:t>
            </a:r>
            <a:r>
              <a:rPr sz="2000" spc="5" dirty="0">
                <a:solidFill>
                  <a:srgbClr val="3F3F3F"/>
                </a:solidFill>
                <a:latin typeface="Calibri"/>
                <a:cs typeface="Calibri"/>
              </a:rPr>
              <a:t> </a:t>
            </a:r>
            <a:r>
              <a:rPr sz="2000" spc="-10" dirty="0">
                <a:solidFill>
                  <a:srgbClr val="3F3F3F"/>
                </a:solidFill>
                <a:latin typeface="Calibri"/>
                <a:cs typeface="Calibri"/>
              </a:rPr>
              <a:t>host,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router</a:t>
            </a:r>
            <a:r>
              <a:rPr sz="2000" spc="10" dirty="0">
                <a:solidFill>
                  <a:srgbClr val="3F3F3F"/>
                </a:solidFill>
                <a:latin typeface="Calibri"/>
                <a:cs typeface="Calibri"/>
              </a:rPr>
              <a:t> </a:t>
            </a:r>
            <a:r>
              <a:rPr sz="2000" spc="-5" dirty="0">
                <a:solidFill>
                  <a:srgbClr val="3F3F3F"/>
                </a:solidFill>
                <a:latin typeface="Calibri"/>
                <a:cs typeface="Calibri"/>
              </a:rPr>
              <a:t>needs </a:t>
            </a:r>
            <a:r>
              <a:rPr sz="2000" spc="-15" dirty="0">
                <a:solidFill>
                  <a:srgbClr val="3F3F3F"/>
                </a:solidFill>
                <a:latin typeface="Calibri"/>
                <a:cs typeface="Calibri"/>
              </a:rPr>
              <a:t>to</a:t>
            </a:r>
            <a:endParaRPr sz="20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97667" y="1722582"/>
            <a:ext cx="8427085" cy="2292350"/>
          </a:xfrm>
          <a:prstGeom prst="rect">
            <a:avLst/>
          </a:prstGeom>
        </p:spPr>
        <p:txBody>
          <a:bodyPr vert="horz" wrap="square" lIns="0" tIns="121920" rIns="0" bIns="0" rtlCol="0">
            <a:spAutoFit/>
          </a:bodyPr>
          <a:lstStyle/>
          <a:p>
            <a:pPr marL="189230" marR="43180" indent="-177165">
              <a:lnSpc>
                <a:spcPct val="70000"/>
              </a:lnSpc>
              <a:spcBef>
                <a:spcPts val="960"/>
              </a:spcBef>
              <a:buClr>
                <a:srgbClr val="1CACE4"/>
              </a:buClr>
              <a:buFont typeface="Arial MT"/>
              <a:buChar char="•"/>
              <a:tabLst>
                <a:tab pos="189865" algn="l"/>
              </a:tabLst>
            </a:pPr>
            <a:r>
              <a:rPr sz="2400" spc="-5" dirty="0">
                <a:solidFill>
                  <a:srgbClr val="3F3F3F"/>
                </a:solidFill>
                <a:latin typeface="Calibri"/>
                <a:cs typeface="Calibri"/>
              </a:rPr>
              <a:t>The</a:t>
            </a:r>
            <a:r>
              <a:rPr sz="2400" spc="5" dirty="0">
                <a:solidFill>
                  <a:srgbClr val="3F3F3F"/>
                </a:solidFill>
                <a:latin typeface="Calibri"/>
                <a:cs typeface="Calibri"/>
              </a:rPr>
              <a:t> </a:t>
            </a:r>
            <a:r>
              <a:rPr sz="2400" spc="-10" dirty="0">
                <a:solidFill>
                  <a:srgbClr val="3F3F3F"/>
                </a:solidFill>
                <a:latin typeface="Calibri"/>
                <a:cs typeface="Calibri"/>
              </a:rPr>
              <a:t>preceding</a:t>
            </a:r>
            <a:r>
              <a:rPr sz="2400" spc="-15" dirty="0">
                <a:solidFill>
                  <a:srgbClr val="3F3F3F"/>
                </a:solidFill>
                <a:latin typeface="Calibri"/>
                <a:cs typeface="Calibri"/>
              </a:rPr>
              <a:t> examples </a:t>
            </a:r>
            <a:r>
              <a:rPr sz="2400" spc="-10" dirty="0">
                <a:solidFill>
                  <a:srgbClr val="3F3F3F"/>
                </a:solidFill>
                <a:latin typeface="Calibri"/>
                <a:cs typeface="Calibri"/>
              </a:rPr>
              <a:t>show</a:t>
            </a:r>
            <a:r>
              <a:rPr sz="2400" spc="5" dirty="0">
                <a:solidFill>
                  <a:srgbClr val="3F3F3F"/>
                </a:solidFill>
                <a:latin typeface="Calibri"/>
                <a:cs typeface="Calibri"/>
              </a:rPr>
              <a:t> </a:t>
            </a:r>
            <a:r>
              <a:rPr sz="2400" spc="-10" dirty="0">
                <a:solidFill>
                  <a:srgbClr val="3F3F3F"/>
                </a:solidFill>
                <a:latin typeface="Calibri"/>
                <a:cs typeface="Calibri"/>
              </a:rPr>
              <a:t>that,</a:t>
            </a:r>
            <a:r>
              <a:rPr sz="2400" spc="-15" dirty="0">
                <a:solidFill>
                  <a:srgbClr val="3F3F3F"/>
                </a:solidFill>
                <a:latin typeface="Calibri"/>
                <a:cs typeface="Calibri"/>
              </a:rPr>
              <a:t> </a:t>
            </a:r>
            <a:r>
              <a:rPr sz="2400" spc="-10" dirty="0">
                <a:solidFill>
                  <a:srgbClr val="3F3F3F"/>
                </a:solidFill>
                <a:latin typeface="Calibri"/>
                <a:cs typeface="Calibri"/>
              </a:rPr>
              <a:t>given</a:t>
            </a:r>
            <a:r>
              <a:rPr sz="2400" dirty="0">
                <a:solidFill>
                  <a:srgbClr val="3F3F3F"/>
                </a:solidFill>
                <a:latin typeface="Calibri"/>
                <a:cs typeface="Calibri"/>
              </a:rPr>
              <a:t> </a:t>
            </a:r>
            <a:r>
              <a:rPr sz="2400" spc="-20" dirty="0">
                <a:solidFill>
                  <a:srgbClr val="3F3F3F"/>
                </a:solidFill>
                <a:latin typeface="Calibri"/>
                <a:cs typeface="Calibri"/>
              </a:rPr>
              <a:t>any</a:t>
            </a:r>
            <a:r>
              <a:rPr sz="2400" spc="5" dirty="0">
                <a:solidFill>
                  <a:srgbClr val="3F3F3F"/>
                </a:solidFill>
                <a:latin typeface="Calibri"/>
                <a:cs typeface="Calibri"/>
              </a:rPr>
              <a:t> </a:t>
            </a:r>
            <a:r>
              <a:rPr sz="2400" spc="-10" dirty="0">
                <a:solidFill>
                  <a:srgbClr val="3F3F3F"/>
                </a:solidFill>
                <a:latin typeface="Calibri"/>
                <a:cs typeface="Calibri"/>
              </a:rPr>
              <a:t>address,</a:t>
            </a:r>
            <a:r>
              <a:rPr sz="2400" dirty="0">
                <a:solidFill>
                  <a:srgbClr val="3F3F3F"/>
                </a:solidFill>
                <a:latin typeface="Calibri"/>
                <a:cs typeface="Calibri"/>
              </a:rPr>
              <a:t> </a:t>
            </a:r>
            <a:r>
              <a:rPr sz="2400" spc="-15" dirty="0">
                <a:solidFill>
                  <a:srgbClr val="3F3F3F"/>
                </a:solidFill>
                <a:latin typeface="Calibri"/>
                <a:cs typeface="Calibri"/>
              </a:rPr>
              <a:t>we</a:t>
            </a:r>
            <a:r>
              <a:rPr sz="2400" spc="5" dirty="0">
                <a:solidFill>
                  <a:srgbClr val="3F3F3F"/>
                </a:solidFill>
                <a:latin typeface="Calibri"/>
                <a:cs typeface="Calibri"/>
              </a:rPr>
              <a:t> </a:t>
            </a:r>
            <a:r>
              <a:rPr sz="2400" spc="-10" dirty="0">
                <a:solidFill>
                  <a:srgbClr val="3F3F3F"/>
                </a:solidFill>
                <a:latin typeface="Calibri"/>
                <a:cs typeface="Calibri"/>
              </a:rPr>
              <a:t>can</a:t>
            </a:r>
            <a:r>
              <a:rPr sz="2400" dirty="0">
                <a:solidFill>
                  <a:srgbClr val="3F3F3F"/>
                </a:solidFill>
                <a:latin typeface="Calibri"/>
                <a:cs typeface="Calibri"/>
              </a:rPr>
              <a:t> </a:t>
            </a:r>
            <a:r>
              <a:rPr sz="2400" spc="-5" dirty="0">
                <a:solidFill>
                  <a:srgbClr val="3F3F3F"/>
                </a:solidFill>
                <a:latin typeface="Calibri"/>
                <a:cs typeface="Calibri"/>
              </a:rPr>
              <a:t>find </a:t>
            </a:r>
            <a:r>
              <a:rPr sz="2400" spc="-525" dirty="0">
                <a:solidFill>
                  <a:srgbClr val="3F3F3F"/>
                </a:solidFill>
                <a:latin typeface="Calibri"/>
                <a:cs typeface="Calibri"/>
              </a:rPr>
              <a:t> </a:t>
            </a:r>
            <a:r>
              <a:rPr sz="2400" dirty="0">
                <a:solidFill>
                  <a:srgbClr val="3F3F3F"/>
                </a:solidFill>
                <a:latin typeface="Calibri"/>
                <a:cs typeface="Calibri"/>
              </a:rPr>
              <a:t>all</a:t>
            </a:r>
            <a:r>
              <a:rPr sz="2400" spc="-35" dirty="0">
                <a:solidFill>
                  <a:srgbClr val="3F3F3F"/>
                </a:solidFill>
                <a:latin typeface="Calibri"/>
                <a:cs typeface="Calibri"/>
              </a:rPr>
              <a:t> </a:t>
            </a:r>
            <a:r>
              <a:rPr sz="2400" spc="-15" dirty="0">
                <a:solidFill>
                  <a:srgbClr val="3F3F3F"/>
                </a:solidFill>
                <a:latin typeface="Calibri"/>
                <a:cs typeface="Calibri"/>
              </a:rPr>
              <a:t>information</a:t>
            </a:r>
            <a:r>
              <a:rPr sz="2400" spc="-20" dirty="0">
                <a:solidFill>
                  <a:srgbClr val="3F3F3F"/>
                </a:solidFill>
                <a:latin typeface="Calibri"/>
                <a:cs typeface="Calibri"/>
              </a:rPr>
              <a:t> </a:t>
            </a:r>
            <a:r>
              <a:rPr sz="2400" spc="-5" dirty="0">
                <a:solidFill>
                  <a:srgbClr val="3F3F3F"/>
                </a:solidFill>
                <a:latin typeface="Calibri"/>
                <a:cs typeface="Calibri"/>
              </a:rPr>
              <a:t>about the block.</a:t>
            </a:r>
            <a:endParaRPr sz="2400">
              <a:latin typeface="Calibri"/>
              <a:cs typeface="Calibri"/>
            </a:endParaRPr>
          </a:p>
          <a:p>
            <a:pPr marL="189230" marR="325755" indent="-177165">
              <a:lnSpc>
                <a:spcPct val="70000"/>
              </a:lnSpc>
              <a:spcBef>
                <a:spcPts val="1405"/>
              </a:spcBef>
              <a:buClr>
                <a:srgbClr val="1CACE4"/>
              </a:buClr>
              <a:buFont typeface="Arial MT"/>
              <a:buChar char="•"/>
              <a:tabLst>
                <a:tab pos="189865" algn="l"/>
              </a:tabLst>
            </a:pPr>
            <a:r>
              <a:rPr sz="2400" spc="-5" dirty="0">
                <a:solidFill>
                  <a:srgbClr val="3F3F3F"/>
                </a:solidFill>
                <a:latin typeface="Calibri"/>
                <a:cs typeface="Calibri"/>
              </a:rPr>
              <a:t>The</a:t>
            </a:r>
            <a:r>
              <a:rPr sz="2400" dirty="0">
                <a:solidFill>
                  <a:srgbClr val="3F3F3F"/>
                </a:solidFill>
                <a:latin typeface="Calibri"/>
                <a:cs typeface="Calibri"/>
              </a:rPr>
              <a:t> </a:t>
            </a:r>
            <a:r>
              <a:rPr sz="2400" spc="-15" dirty="0">
                <a:solidFill>
                  <a:srgbClr val="3F3F3F"/>
                </a:solidFill>
                <a:latin typeface="Calibri"/>
                <a:cs typeface="Calibri"/>
              </a:rPr>
              <a:t>first</a:t>
            </a:r>
            <a:r>
              <a:rPr sz="2400" spc="-20" dirty="0">
                <a:solidFill>
                  <a:srgbClr val="3F3F3F"/>
                </a:solidFill>
                <a:latin typeface="Calibri"/>
                <a:cs typeface="Calibri"/>
              </a:rPr>
              <a:t> </a:t>
            </a:r>
            <a:r>
              <a:rPr sz="2400" spc="-10" dirty="0">
                <a:solidFill>
                  <a:srgbClr val="3F3F3F"/>
                </a:solidFill>
                <a:latin typeface="Calibri"/>
                <a:cs typeface="Calibri"/>
              </a:rPr>
              <a:t>address,</a:t>
            </a:r>
            <a:r>
              <a:rPr sz="2400" spc="-5" dirty="0">
                <a:solidFill>
                  <a:srgbClr val="3F3F3F"/>
                </a:solidFill>
                <a:latin typeface="Calibri"/>
                <a:cs typeface="Calibri"/>
              </a:rPr>
              <a:t> the</a:t>
            </a:r>
            <a:r>
              <a:rPr sz="2400" spc="15" dirty="0">
                <a:solidFill>
                  <a:srgbClr val="3F3F3F"/>
                </a:solidFill>
                <a:latin typeface="Calibri"/>
                <a:cs typeface="Calibri"/>
              </a:rPr>
              <a:t> </a:t>
            </a:r>
            <a:r>
              <a:rPr sz="2400" b="1" spc="-10" dirty="0">
                <a:solidFill>
                  <a:srgbClr val="3F3F3F"/>
                </a:solidFill>
                <a:latin typeface="Calibri"/>
                <a:cs typeface="Calibri"/>
              </a:rPr>
              <a:t>network</a:t>
            </a:r>
            <a:r>
              <a:rPr sz="2400" b="1" spc="-5" dirty="0">
                <a:solidFill>
                  <a:srgbClr val="3F3F3F"/>
                </a:solidFill>
                <a:latin typeface="Calibri"/>
                <a:cs typeface="Calibri"/>
              </a:rPr>
              <a:t> address,</a:t>
            </a:r>
            <a:r>
              <a:rPr sz="2400" b="1" dirty="0">
                <a:solidFill>
                  <a:srgbClr val="3F3F3F"/>
                </a:solidFill>
                <a:latin typeface="Calibri"/>
                <a:cs typeface="Calibri"/>
              </a:rPr>
              <a:t> </a:t>
            </a:r>
            <a:r>
              <a:rPr sz="2400" b="1" spc="-5" dirty="0">
                <a:solidFill>
                  <a:srgbClr val="3F3F3F"/>
                </a:solidFill>
                <a:latin typeface="Calibri"/>
                <a:cs typeface="Calibri"/>
              </a:rPr>
              <a:t>is</a:t>
            </a:r>
            <a:r>
              <a:rPr sz="2400" b="1" spc="15" dirty="0">
                <a:solidFill>
                  <a:srgbClr val="3F3F3F"/>
                </a:solidFill>
                <a:latin typeface="Calibri"/>
                <a:cs typeface="Calibri"/>
              </a:rPr>
              <a:t> </a:t>
            </a:r>
            <a:r>
              <a:rPr sz="2400" spc="-5" dirty="0">
                <a:solidFill>
                  <a:srgbClr val="3F3F3F"/>
                </a:solidFill>
                <a:latin typeface="Calibri"/>
                <a:cs typeface="Calibri"/>
              </a:rPr>
              <a:t>particularly</a:t>
            </a:r>
            <a:r>
              <a:rPr sz="2400" spc="-25" dirty="0">
                <a:solidFill>
                  <a:srgbClr val="3F3F3F"/>
                </a:solidFill>
                <a:latin typeface="Calibri"/>
                <a:cs typeface="Calibri"/>
              </a:rPr>
              <a:t> </a:t>
            </a:r>
            <a:r>
              <a:rPr sz="2400" spc="-10" dirty="0">
                <a:solidFill>
                  <a:srgbClr val="3F3F3F"/>
                </a:solidFill>
                <a:latin typeface="Calibri"/>
                <a:cs typeface="Calibri"/>
              </a:rPr>
              <a:t>important </a:t>
            </a:r>
            <a:r>
              <a:rPr sz="2400" spc="-525" dirty="0">
                <a:solidFill>
                  <a:srgbClr val="3F3F3F"/>
                </a:solidFill>
                <a:latin typeface="Calibri"/>
                <a:cs typeface="Calibri"/>
              </a:rPr>
              <a:t> </a:t>
            </a:r>
            <a:r>
              <a:rPr sz="2400" spc="-5" dirty="0">
                <a:solidFill>
                  <a:srgbClr val="3F3F3F"/>
                </a:solidFill>
                <a:latin typeface="Calibri"/>
                <a:cs typeface="Calibri"/>
              </a:rPr>
              <a:t>because</a:t>
            </a:r>
            <a:r>
              <a:rPr sz="2400" spc="-15" dirty="0">
                <a:solidFill>
                  <a:srgbClr val="3F3F3F"/>
                </a:solidFill>
                <a:latin typeface="Calibri"/>
                <a:cs typeface="Calibri"/>
              </a:rPr>
              <a:t> </a:t>
            </a:r>
            <a:r>
              <a:rPr sz="2400" spc="-5" dirty="0">
                <a:solidFill>
                  <a:srgbClr val="3F3F3F"/>
                </a:solidFill>
                <a:latin typeface="Calibri"/>
                <a:cs typeface="Calibri"/>
              </a:rPr>
              <a:t>it</a:t>
            </a:r>
            <a:r>
              <a:rPr sz="2400" spc="-2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used in </a:t>
            </a:r>
            <a:r>
              <a:rPr sz="2400" spc="-10" dirty="0">
                <a:solidFill>
                  <a:srgbClr val="3F3F3F"/>
                </a:solidFill>
                <a:latin typeface="Calibri"/>
                <a:cs typeface="Calibri"/>
              </a:rPr>
              <a:t>routing</a:t>
            </a:r>
            <a:r>
              <a:rPr sz="2400" spc="-20" dirty="0">
                <a:solidFill>
                  <a:srgbClr val="3F3F3F"/>
                </a:solidFill>
                <a:latin typeface="Calibri"/>
                <a:cs typeface="Calibri"/>
              </a:rPr>
              <a:t> </a:t>
            </a:r>
            <a:r>
              <a:rPr sz="2400" dirty="0">
                <a:solidFill>
                  <a:srgbClr val="3F3F3F"/>
                </a:solidFill>
                <a:latin typeface="Calibri"/>
                <a:cs typeface="Calibri"/>
              </a:rPr>
              <a:t>a</a:t>
            </a:r>
            <a:r>
              <a:rPr sz="2400" spc="-5" dirty="0">
                <a:solidFill>
                  <a:srgbClr val="3F3F3F"/>
                </a:solidFill>
                <a:latin typeface="Calibri"/>
                <a:cs typeface="Calibri"/>
              </a:rPr>
              <a:t> </a:t>
            </a:r>
            <a:r>
              <a:rPr sz="2400" spc="-20" dirty="0">
                <a:solidFill>
                  <a:srgbClr val="3F3F3F"/>
                </a:solidFill>
                <a:latin typeface="Calibri"/>
                <a:cs typeface="Calibri"/>
              </a:rPr>
              <a:t>packet</a:t>
            </a:r>
            <a:r>
              <a:rPr sz="2400" spc="-35"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its</a:t>
            </a:r>
            <a:r>
              <a:rPr sz="2400" spc="-20" dirty="0">
                <a:solidFill>
                  <a:srgbClr val="3F3F3F"/>
                </a:solidFill>
                <a:latin typeface="Calibri"/>
                <a:cs typeface="Calibri"/>
              </a:rPr>
              <a:t> </a:t>
            </a:r>
            <a:r>
              <a:rPr sz="2400" spc="-10" dirty="0">
                <a:solidFill>
                  <a:srgbClr val="3F3F3F"/>
                </a:solidFill>
                <a:latin typeface="Calibri"/>
                <a:cs typeface="Calibri"/>
              </a:rPr>
              <a:t>destination</a:t>
            </a:r>
            <a:r>
              <a:rPr sz="2400" spc="-5" dirty="0">
                <a:solidFill>
                  <a:srgbClr val="3F3F3F"/>
                </a:solidFill>
                <a:latin typeface="Calibri"/>
                <a:cs typeface="Calibri"/>
              </a:rPr>
              <a:t> </a:t>
            </a:r>
            <a:r>
              <a:rPr sz="2400" spc="-10" dirty="0">
                <a:solidFill>
                  <a:srgbClr val="3F3F3F"/>
                </a:solidFill>
                <a:latin typeface="Calibri"/>
                <a:cs typeface="Calibri"/>
              </a:rPr>
              <a:t>network.</a:t>
            </a:r>
            <a:endParaRPr sz="2400">
              <a:latin typeface="Calibri"/>
              <a:cs typeface="Calibri"/>
            </a:endParaRPr>
          </a:p>
          <a:p>
            <a:pPr marL="189230" indent="-177165">
              <a:lnSpc>
                <a:spcPts val="2450"/>
              </a:lnSpc>
              <a:spcBef>
                <a:spcPts val="530"/>
              </a:spcBef>
              <a:buClr>
                <a:srgbClr val="1CACE4"/>
              </a:buClr>
              <a:buFont typeface="Arial MT"/>
              <a:buChar char="•"/>
              <a:tabLst>
                <a:tab pos="189865" algn="l"/>
              </a:tabLst>
            </a:pPr>
            <a:r>
              <a:rPr sz="2400" spc="-15" dirty="0">
                <a:solidFill>
                  <a:srgbClr val="3F3F3F"/>
                </a:solidFill>
                <a:latin typeface="Calibri"/>
                <a:cs typeface="Calibri"/>
              </a:rPr>
              <a:t>For</a:t>
            </a:r>
            <a:r>
              <a:rPr sz="2400" spc="-2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moment,</a:t>
            </a:r>
            <a:r>
              <a:rPr sz="2400" spc="-25" dirty="0">
                <a:solidFill>
                  <a:srgbClr val="3F3F3F"/>
                </a:solidFill>
                <a:latin typeface="Calibri"/>
                <a:cs typeface="Calibri"/>
              </a:rPr>
              <a:t> </a:t>
            </a:r>
            <a:r>
              <a:rPr sz="2400" spc="-5" dirty="0">
                <a:solidFill>
                  <a:srgbClr val="3F3F3F"/>
                </a:solidFill>
                <a:latin typeface="Calibri"/>
                <a:cs typeface="Calibri"/>
              </a:rPr>
              <a:t>let</a:t>
            </a:r>
            <a:r>
              <a:rPr sz="2400" spc="-20" dirty="0">
                <a:solidFill>
                  <a:srgbClr val="3F3F3F"/>
                </a:solidFill>
                <a:latin typeface="Calibri"/>
                <a:cs typeface="Calibri"/>
              </a:rPr>
              <a:t> </a:t>
            </a:r>
            <a:r>
              <a:rPr sz="2400" spc="-5" dirty="0">
                <a:solidFill>
                  <a:srgbClr val="3F3F3F"/>
                </a:solidFill>
                <a:latin typeface="Calibri"/>
                <a:cs typeface="Calibri"/>
              </a:rPr>
              <a:t>us</a:t>
            </a:r>
            <a:r>
              <a:rPr sz="2400" spc="-10" dirty="0">
                <a:solidFill>
                  <a:srgbClr val="3F3F3F"/>
                </a:solidFill>
                <a:latin typeface="Calibri"/>
                <a:cs typeface="Calibri"/>
              </a:rPr>
              <a:t> </a:t>
            </a:r>
            <a:r>
              <a:rPr sz="2400" spc="-5" dirty="0">
                <a:solidFill>
                  <a:srgbClr val="3F3F3F"/>
                </a:solidFill>
                <a:latin typeface="Calibri"/>
                <a:cs typeface="Calibri"/>
              </a:rPr>
              <a:t>assume </a:t>
            </a:r>
            <a:r>
              <a:rPr sz="2400" spc="-10" dirty="0">
                <a:solidFill>
                  <a:srgbClr val="3F3F3F"/>
                </a:solidFill>
                <a:latin typeface="Calibri"/>
                <a:cs typeface="Calibri"/>
              </a:rPr>
              <a:t>that</a:t>
            </a:r>
            <a:r>
              <a:rPr sz="2400" spc="-20" dirty="0">
                <a:solidFill>
                  <a:srgbClr val="3F3F3F"/>
                </a:solidFill>
                <a:latin typeface="Calibri"/>
                <a:cs typeface="Calibri"/>
              </a:rPr>
              <a:t> </a:t>
            </a:r>
            <a:r>
              <a:rPr sz="2400" dirty="0">
                <a:solidFill>
                  <a:srgbClr val="3F3F3F"/>
                </a:solidFill>
                <a:latin typeface="Calibri"/>
                <a:cs typeface="Calibri"/>
              </a:rPr>
              <a:t>an</a:t>
            </a:r>
            <a:r>
              <a:rPr sz="2400" spc="-5" dirty="0">
                <a:solidFill>
                  <a:srgbClr val="3F3F3F"/>
                </a:solidFill>
                <a:latin typeface="Calibri"/>
                <a:cs typeface="Calibri"/>
              </a:rPr>
              <a:t> </a:t>
            </a:r>
            <a:r>
              <a:rPr sz="2400" spc="-10" dirty="0">
                <a:solidFill>
                  <a:srgbClr val="3F3F3F"/>
                </a:solidFill>
                <a:latin typeface="Calibri"/>
                <a:cs typeface="Calibri"/>
              </a:rPr>
              <a:t>internet</a:t>
            </a:r>
            <a:r>
              <a:rPr sz="2400" spc="-25"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dirty="0">
                <a:solidFill>
                  <a:srgbClr val="3F3F3F"/>
                </a:solidFill>
                <a:latin typeface="Calibri"/>
                <a:cs typeface="Calibri"/>
              </a:rPr>
              <a:t>made</a:t>
            </a:r>
            <a:r>
              <a:rPr sz="2400" spc="-10" dirty="0">
                <a:solidFill>
                  <a:srgbClr val="3F3F3F"/>
                </a:solidFill>
                <a:latin typeface="Calibri"/>
                <a:cs typeface="Calibri"/>
              </a:rPr>
              <a:t> </a:t>
            </a:r>
            <a:r>
              <a:rPr sz="2400" spc="-5" dirty="0">
                <a:solidFill>
                  <a:srgbClr val="3F3F3F"/>
                </a:solidFill>
                <a:latin typeface="Calibri"/>
                <a:cs typeface="Calibri"/>
              </a:rPr>
              <a:t>up</a:t>
            </a:r>
            <a:r>
              <a:rPr sz="2400" spc="-10" dirty="0">
                <a:solidFill>
                  <a:srgbClr val="3F3F3F"/>
                </a:solidFill>
                <a:latin typeface="Calibri"/>
                <a:cs typeface="Calibri"/>
              </a:rPr>
              <a:t> </a:t>
            </a:r>
            <a:r>
              <a:rPr sz="2400" spc="-5" dirty="0">
                <a:solidFill>
                  <a:srgbClr val="3F3F3F"/>
                </a:solidFill>
                <a:latin typeface="Calibri"/>
                <a:cs typeface="Calibri"/>
              </a:rPr>
              <a:t>of</a:t>
            </a:r>
            <a:r>
              <a:rPr sz="2400" spc="80" dirty="0">
                <a:solidFill>
                  <a:srgbClr val="3F3F3F"/>
                </a:solidFill>
                <a:latin typeface="Calibri"/>
                <a:cs typeface="Calibri"/>
              </a:rPr>
              <a:t> </a:t>
            </a:r>
            <a:r>
              <a:rPr sz="2400" i="1" dirty="0">
                <a:solidFill>
                  <a:srgbClr val="3F3F3F"/>
                </a:solidFill>
                <a:latin typeface="Calibri"/>
                <a:cs typeface="Calibri"/>
              </a:rPr>
              <a:t>m</a:t>
            </a:r>
            <a:endParaRPr sz="2400">
              <a:latin typeface="Calibri"/>
              <a:cs typeface="Calibri"/>
            </a:endParaRPr>
          </a:p>
          <a:p>
            <a:pPr marL="189230">
              <a:lnSpc>
                <a:spcPts val="2295"/>
              </a:lnSpc>
            </a:pPr>
            <a:r>
              <a:rPr sz="2400" spc="-10" dirty="0">
                <a:solidFill>
                  <a:srgbClr val="3F3F3F"/>
                </a:solidFill>
                <a:latin typeface="Calibri"/>
                <a:cs typeface="Calibri"/>
              </a:rPr>
              <a:t>networks</a:t>
            </a:r>
            <a:r>
              <a:rPr sz="2400" spc="-45" dirty="0">
                <a:solidFill>
                  <a:srgbClr val="3F3F3F"/>
                </a:solidFill>
                <a:latin typeface="Calibri"/>
                <a:cs typeface="Calibri"/>
              </a:rPr>
              <a:t> </a:t>
            </a:r>
            <a:r>
              <a:rPr sz="2400" dirty="0">
                <a:solidFill>
                  <a:srgbClr val="3F3F3F"/>
                </a:solidFill>
                <a:latin typeface="Calibri"/>
                <a:cs typeface="Calibri"/>
              </a:rPr>
              <a:t>and</a:t>
            </a:r>
            <a:r>
              <a:rPr sz="2400" spc="-15" dirty="0">
                <a:solidFill>
                  <a:srgbClr val="3F3F3F"/>
                </a:solidFill>
                <a:latin typeface="Calibri"/>
                <a:cs typeface="Calibri"/>
              </a:rPr>
              <a:t> </a:t>
            </a:r>
            <a:r>
              <a:rPr sz="2400" dirty="0">
                <a:solidFill>
                  <a:srgbClr val="3F3F3F"/>
                </a:solidFill>
                <a:latin typeface="Calibri"/>
                <a:cs typeface="Calibri"/>
              </a:rPr>
              <a:t>a</a:t>
            </a:r>
            <a:r>
              <a:rPr sz="2400" spc="-15" dirty="0">
                <a:solidFill>
                  <a:srgbClr val="3F3F3F"/>
                </a:solidFill>
                <a:latin typeface="Calibri"/>
                <a:cs typeface="Calibri"/>
              </a:rPr>
              <a:t> router</a:t>
            </a:r>
            <a:r>
              <a:rPr sz="2400" spc="-25" dirty="0">
                <a:solidFill>
                  <a:srgbClr val="3F3F3F"/>
                </a:solidFill>
                <a:latin typeface="Calibri"/>
                <a:cs typeface="Calibri"/>
              </a:rPr>
              <a:t> </a:t>
            </a:r>
            <a:r>
              <a:rPr sz="2400" spc="-5" dirty="0">
                <a:solidFill>
                  <a:srgbClr val="3F3F3F"/>
                </a:solidFill>
                <a:latin typeface="Calibri"/>
                <a:cs typeface="Calibri"/>
              </a:rPr>
              <a:t>with</a:t>
            </a:r>
            <a:r>
              <a:rPr sz="2400" spc="-10" dirty="0">
                <a:solidFill>
                  <a:srgbClr val="3F3F3F"/>
                </a:solidFill>
                <a:latin typeface="Calibri"/>
                <a:cs typeface="Calibri"/>
              </a:rPr>
              <a:t> </a:t>
            </a:r>
            <a:r>
              <a:rPr sz="2400" i="1" dirty="0">
                <a:solidFill>
                  <a:srgbClr val="3F3F3F"/>
                </a:solidFill>
                <a:latin typeface="Calibri"/>
                <a:cs typeface="Calibri"/>
              </a:rPr>
              <a:t>m</a:t>
            </a:r>
            <a:r>
              <a:rPr sz="2400" i="1" spc="-15" dirty="0">
                <a:solidFill>
                  <a:srgbClr val="3F3F3F"/>
                </a:solidFill>
                <a:latin typeface="Calibri"/>
                <a:cs typeface="Calibri"/>
              </a:rPr>
              <a:t> </a:t>
            </a:r>
            <a:r>
              <a:rPr sz="2400" i="1" spc="-10" dirty="0">
                <a:solidFill>
                  <a:srgbClr val="3F3F3F"/>
                </a:solidFill>
                <a:latin typeface="Calibri"/>
                <a:cs typeface="Calibri"/>
              </a:rPr>
              <a:t>interfaces.</a:t>
            </a:r>
            <a:endParaRPr sz="2400">
              <a:latin typeface="Calibri"/>
              <a:cs typeface="Calibri"/>
            </a:endParaRPr>
          </a:p>
          <a:p>
            <a:pPr marL="419100" lvl="1" indent="-183515">
              <a:lnSpc>
                <a:spcPts val="2245"/>
              </a:lnSpc>
              <a:buClr>
                <a:srgbClr val="1CACE4"/>
              </a:buClr>
              <a:buFont typeface="Calibri"/>
              <a:buChar char="◦"/>
              <a:tabLst>
                <a:tab pos="419734" algn="l"/>
              </a:tabLst>
            </a:pPr>
            <a:r>
              <a:rPr sz="2000" i="1" dirty="0">
                <a:solidFill>
                  <a:srgbClr val="3F3F3F"/>
                </a:solidFill>
                <a:latin typeface="Calibri"/>
                <a:cs typeface="Calibri"/>
              </a:rPr>
              <a:t>When</a:t>
            </a:r>
            <a:r>
              <a:rPr sz="2000" i="1" spc="-60" dirty="0">
                <a:solidFill>
                  <a:srgbClr val="3F3F3F"/>
                </a:solidFill>
                <a:latin typeface="Calibri"/>
                <a:cs typeface="Calibri"/>
              </a:rPr>
              <a:t> </a:t>
            </a:r>
            <a:r>
              <a:rPr sz="2000" i="1" dirty="0">
                <a:solidFill>
                  <a:srgbClr val="3F3F3F"/>
                </a:solidFill>
                <a:latin typeface="Calibri"/>
                <a:cs typeface="Calibri"/>
              </a:rPr>
              <a:t>a</a:t>
            </a:r>
            <a:r>
              <a:rPr sz="2000" i="1" spc="-5" dirty="0">
                <a:solidFill>
                  <a:srgbClr val="3F3F3F"/>
                </a:solidFill>
                <a:latin typeface="Calibri"/>
                <a:cs typeface="Calibri"/>
              </a:rPr>
              <a:t> </a:t>
            </a:r>
            <a:r>
              <a:rPr sz="2000" i="1" spc="-15" dirty="0">
                <a:solidFill>
                  <a:srgbClr val="3F3F3F"/>
                </a:solidFill>
                <a:latin typeface="Calibri"/>
                <a:cs typeface="Calibri"/>
              </a:rPr>
              <a:t>packet</a:t>
            </a:r>
            <a:r>
              <a:rPr sz="2000" i="1" spc="-5" dirty="0">
                <a:solidFill>
                  <a:srgbClr val="3F3F3F"/>
                </a:solidFill>
                <a:latin typeface="Calibri"/>
                <a:cs typeface="Calibri"/>
              </a:rPr>
              <a:t> arrives</a:t>
            </a:r>
            <a:r>
              <a:rPr sz="2000" i="1" spc="-15" dirty="0">
                <a:solidFill>
                  <a:srgbClr val="3F3F3F"/>
                </a:solidFill>
                <a:latin typeface="Calibri"/>
                <a:cs typeface="Calibri"/>
              </a:rPr>
              <a:t> </a:t>
            </a:r>
            <a:r>
              <a:rPr sz="2000" i="1" spc="-5" dirty="0">
                <a:solidFill>
                  <a:srgbClr val="3F3F3F"/>
                </a:solidFill>
                <a:latin typeface="Calibri"/>
                <a:cs typeface="Calibri"/>
              </a:rPr>
              <a:t>at</a:t>
            </a:r>
            <a:r>
              <a:rPr sz="2000" i="1" spc="-10" dirty="0">
                <a:solidFill>
                  <a:srgbClr val="3F3F3F"/>
                </a:solidFill>
                <a:latin typeface="Calibri"/>
                <a:cs typeface="Calibri"/>
              </a:rPr>
              <a:t> </a:t>
            </a:r>
            <a:r>
              <a:rPr sz="2000" i="1" spc="-5" dirty="0">
                <a:solidFill>
                  <a:srgbClr val="3F3F3F"/>
                </a:solidFill>
                <a:latin typeface="Calibri"/>
                <a:cs typeface="Calibri"/>
              </a:rPr>
              <a:t>the router</a:t>
            </a:r>
            <a:r>
              <a:rPr sz="2000" i="1" spc="15" dirty="0">
                <a:solidFill>
                  <a:srgbClr val="3F3F3F"/>
                </a:solidFill>
                <a:latin typeface="Calibri"/>
                <a:cs typeface="Calibri"/>
              </a:rPr>
              <a:t> </a:t>
            </a:r>
            <a:r>
              <a:rPr sz="2000" spc="-15" dirty="0">
                <a:solidFill>
                  <a:srgbClr val="3F3F3F"/>
                </a:solidFill>
                <a:latin typeface="Calibri"/>
                <a:cs typeface="Calibri"/>
              </a:rPr>
              <a:t>from</a:t>
            </a:r>
            <a:r>
              <a:rPr sz="2000" spc="-5" dirty="0">
                <a:solidFill>
                  <a:srgbClr val="3F3F3F"/>
                </a:solidFill>
                <a:latin typeface="Calibri"/>
                <a:cs typeface="Calibri"/>
              </a:rPr>
              <a:t> </a:t>
            </a:r>
            <a:r>
              <a:rPr sz="2000" spc="-10" dirty="0">
                <a:solidFill>
                  <a:srgbClr val="3F3F3F"/>
                </a:solidFill>
                <a:latin typeface="Calibri"/>
                <a:cs typeface="Calibri"/>
              </a:rPr>
              <a:t>any</a:t>
            </a:r>
            <a:r>
              <a:rPr sz="2000" spc="-15" dirty="0">
                <a:solidFill>
                  <a:srgbClr val="3F3F3F"/>
                </a:solidFill>
                <a:latin typeface="Calibri"/>
                <a:cs typeface="Calibri"/>
              </a:rPr>
              <a:t> </a:t>
            </a:r>
            <a:r>
              <a:rPr sz="2000" spc="-5" dirty="0">
                <a:solidFill>
                  <a:srgbClr val="3F3F3F"/>
                </a:solidFill>
                <a:latin typeface="Calibri"/>
                <a:cs typeface="Calibri"/>
              </a:rPr>
              <a:t>source</a:t>
            </a:r>
            <a:r>
              <a:rPr sz="2000" spc="5" dirty="0">
                <a:solidFill>
                  <a:srgbClr val="3F3F3F"/>
                </a:solidFill>
                <a:latin typeface="Calibri"/>
                <a:cs typeface="Calibri"/>
              </a:rPr>
              <a:t> </a:t>
            </a:r>
            <a:r>
              <a:rPr sz="2000" spc="-10" dirty="0">
                <a:solidFill>
                  <a:srgbClr val="3F3F3F"/>
                </a:solidFill>
                <a:latin typeface="Calibri"/>
                <a:cs typeface="Calibri"/>
              </a:rPr>
              <a:t>host,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router</a:t>
            </a:r>
            <a:r>
              <a:rPr sz="2000" spc="10" dirty="0">
                <a:solidFill>
                  <a:srgbClr val="3F3F3F"/>
                </a:solidFill>
                <a:latin typeface="Calibri"/>
                <a:cs typeface="Calibri"/>
              </a:rPr>
              <a:t> </a:t>
            </a:r>
            <a:r>
              <a:rPr sz="2000" spc="-5" dirty="0">
                <a:solidFill>
                  <a:srgbClr val="3F3F3F"/>
                </a:solidFill>
                <a:latin typeface="Calibri"/>
                <a:cs typeface="Calibri"/>
              </a:rPr>
              <a:t>needs </a:t>
            </a:r>
            <a:r>
              <a:rPr sz="2000" spc="-15" dirty="0">
                <a:solidFill>
                  <a:srgbClr val="3F3F3F"/>
                </a:solidFill>
                <a:latin typeface="Calibri"/>
                <a:cs typeface="Calibri"/>
              </a:rPr>
              <a:t>to</a:t>
            </a:r>
            <a:endParaRPr sz="200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15</a:t>
            </a:fld>
            <a:endParaRPr dirty="0"/>
          </a:p>
        </p:txBody>
      </p:sp>
      <p:sp>
        <p:nvSpPr>
          <p:cNvPr id="10" name="object 10"/>
          <p:cNvSpPr txBox="1"/>
          <p:nvPr/>
        </p:nvSpPr>
        <p:spPr>
          <a:xfrm>
            <a:off x="1104575" y="3897330"/>
            <a:ext cx="8206105" cy="544195"/>
          </a:xfrm>
          <a:prstGeom prst="rect">
            <a:avLst/>
          </a:prstGeom>
        </p:spPr>
        <p:txBody>
          <a:bodyPr vert="horz" wrap="square" lIns="0" tIns="104775" rIns="0" bIns="0" rtlCol="0">
            <a:spAutoFit/>
          </a:bodyPr>
          <a:lstStyle/>
          <a:p>
            <a:pPr marL="12700" marR="5080">
              <a:lnSpc>
                <a:spcPct val="70000"/>
              </a:lnSpc>
              <a:spcBef>
                <a:spcPts val="825"/>
              </a:spcBef>
            </a:pPr>
            <a:r>
              <a:rPr sz="2000" spc="-5" dirty="0">
                <a:solidFill>
                  <a:srgbClr val="3F3F3F"/>
                </a:solidFill>
                <a:latin typeface="Calibri"/>
                <a:cs typeface="Calibri"/>
              </a:rPr>
              <a:t>know</a:t>
            </a:r>
            <a:r>
              <a:rPr sz="2000" spc="-2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which </a:t>
            </a:r>
            <a:r>
              <a:rPr sz="2000" spc="-10" dirty="0">
                <a:solidFill>
                  <a:srgbClr val="3F3F3F"/>
                </a:solidFill>
                <a:latin typeface="Calibri"/>
                <a:cs typeface="Calibri"/>
              </a:rPr>
              <a:t>network</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packet</a:t>
            </a:r>
            <a:r>
              <a:rPr sz="2000" dirty="0">
                <a:solidFill>
                  <a:srgbClr val="3F3F3F"/>
                </a:solidFill>
                <a:latin typeface="Calibri"/>
                <a:cs typeface="Calibri"/>
              </a:rPr>
              <a:t> </a:t>
            </a:r>
            <a:r>
              <a:rPr sz="2000" spc="-5" dirty="0">
                <a:solidFill>
                  <a:srgbClr val="3F3F3F"/>
                </a:solidFill>
                <a:latin typeface="Calibri"/>
                <a:cs typeface="Calibri"/>
              </a:rPr>
              <a:t>should</a:t>
            </a:r>
            <a:r>
              <a:rPr sz="2000" spc="-10" dirty="0">
                <a:solidFill>
                  <a:srgbClr val="3F3F3F"/>
                </a:solidFill>
                <a:latin typeface="Calibri"/>
                <a:cs typeface="Calibri"/>
              </a:rPr>
              <a:t> </a:t>
            </a:r>
            <a:r>
              <a:rPr sz="2000" dirty="0">
                <a:solidFill>
                  <a:srgbClr val="3F3F3F"/>
                </a:solidFill>
                <a:latin typeface="Calibri"/>
                <a:cs typeface="Calibri"/>
              </a:rPr>
              <a:t>be</a:t>
            </a:r>
            <a:r>
              <a:rPr sz="2000" spc="5" dirty="0">
                <a:solidFill>
                  <a:srgbClr val="3F3F3F"/>
                </a:solidFill>
                <a:latin typeface="Calibri"/>
                <a:cs typeface="Calibri"/>
              </a:rPr>
              <a:t> </a:t>
            </a:r>
            <a:r>
              <a:rPr sz="2000" spc="-10" dirty="0">
                <a:solidFill>
                  <a:srgbClr val="3F3F3F"/>
                </a:solidFill>
                <a:latin typeface="Calibri"/>
                <a:cs typeface="Calibri"/>
              </a:rPr>
              <a:t>sent</a:t>
            </a:r>
            <a:r>
              <a:rPr sz="2000" dirty="0">
                <a:solidFill>
                  <a:srgbClr val="3F3F3F"/>
                </a:solidFill>
                <a:latin typeface="Calibri"/>
                <a:cs typeface="Calibri"/>
              </a:rPr>
              <a:t> and</a:t>
            </a:r>
            <a:r>
              <a:rPr sz="2000" spc="-5" dirty="0">
                <a:solidFill>
                  <a:srgbClr val="3F3F3F"/>
                </a:solidFill>
                <a:latin typeface="Calibri"/>
                <a:cs typeface="Calibri"/>
              </a:rPr>
              <a:t> </a:t>
            </a:r>
            <a:r>
              <a:rPr sz="2000" spc="-15" dirty="0">
                <a:solidFill>
                  <a:srgbClr val="3F3F3F"/>
                </a:solidFill>
                <a:latin typeface="Calibri"/>
                <a:cs typeface="Calibri"/>
              </a:rPr>
              <a:t>from</a:t>
            </a:r>
            <a:r>
              <a:rPr sz="2000" dirty="0">
                <a:solidFill>
                  <a:srgbClr val="3F3F3F"/>
                </a:solidFill>
                <a:latin typeface="Calibri"/>
                <a:cs typeface="Calibri"/>
              </a:rPr>
              <a:t> </a:t>
            </a:r>
            <a:r>
              <a:rPr sz="2000" spc="-5" dirty="0">
                <a:solidFill>
                  <a:srgbClr val="3F3F3F"/>
                </a:solidFill>
                <a:latin typeface="Calibri"/>
                <a:cs typeface="Calibri"/>
              </a:rPr>
              <a:t>which </a:t>
            </a:r>
            <a:r>
              <a:rPr sz="2000" spc="-10" dirty="0">
                <a:solidFill>
                  <a:srgbClr val="3F3F3F"/>
                </a:solidFill>
                <a:latin typeface="Calibri"/>
                <a:cs typeface="Calibri"/>
              </a:rPr>
              <a:t>interface</a:t>
            </a:r>
            <a:r>
              <a:rPr sz="2000" spc="20" dirty="0">
                <a:solidFill>
                  <a:srgbClr val="3F3F3F"/>
                </a:solidFill>
                <a:latin typeface="Calibri"/>
                <a:cs typeface="Calibri"/>
              </a:rPr>
              <a:t> </a:t>
            </a:r>
            <a:r>
              <a:rPr sz="2000" dirty="0">
                <a:solidFill>
                  <a:srgbClr val="3F3F3F"/>
                </a:solidFill>
                <a:latin typeface="Calibri"/>
                <a:cs typeface="Calibri"/>
              </a:rPr>
              <a:t>the </a:t>
            </a:r>
            <a:r>
              <a:rPr sz="2000" spc="-440" dirty="0">
                <a:solidFill>
                  <a:srgbClr val="3F3F3F"/>
                </a:solidFill>
                <a:latin typeface="Calibri"/>
                <a:cs typeface="Calibri"/>
              </a:rPr>
              <a:t> </a:t>
            </a:r>
            <a:r>
              <a:rPr sz="2000" spc="-15" dirty="0">
                <a:solidFill>
                  <a:srgbClr val="3F3F3F"/>
                </a:solidFill>
                <a:latin typeface="Calibri"/>
                <a:cs typeface="Calibri"/>
              </a:rPr>
              <a:t>packet</a:t>
            </a:r>
            <a:r>
              <a:rPr sz="2000" spc="-30" dirty="0">
                <a:solidFill>
                  <a:srgbClr val="3F3F3F"/>
                </a:solidFill>
                <a:latin typeface="Calibri"/>
                <a:cs typeface="Calibri"/>
              </a:rPr>
              <a:t> </a:t>
            </a:r>
            <a:r>
              <a:rPr sz="2000" spc="-5" dirty="0">
                <a:solidFill>
                  <a:srgbClr val="3F3F3F"/>
                </a:solidFill>
                <a:latin typeface="Calibri"/>
                <a:cs typeface="Calibri"/>
              </a:rPr>
              <a:t>should</a:t>
            </a:r>
            <a:r>
              <a:rPr sz="2000" spc="-10" dirty="0">
                <a:solidFill>
                  <a:srgbClr val="3F3F3F"/>
                </a:solidFill>
                <a:latin typeface="Calibri"/>
                <a:cs typeface="Calibri"/>
              </a:rPr>
              <a:t> </a:t>
            </a:r>
            <a:r>
              <a:rPr sz="2000" dirty="0">
                <a:solidFill>
                  <a:srgbClr val="3F3F3F"/>
                </a:solidFill>
                <a:latin typeface="Calibri"/>
                <a:cs typeface="Calibri"/>
              </a:rPr>
              <a:t>be</a:t>
            </a:r>
            <a:r>
              <a:rPr sz="2000" spc="-10" dirty="0">
                <a:solidFill>
                  <a:srgbClr val="3F3F3F"/>
                </a:solidFill>
                <a:latin typeface="Calibri"/>
                <a:cs typeface="Calibri"/>
              </a:rPr>
              <a:t> sent</a:t>
            </a:r>
            <a:r>
              <a:rPr sz="2000" spc="10" dirty="0">
                <a:solidFill>
                  <a:srgbClr val="3F3F3F"/>
                </a:solidFill>
                <a:latin typeface="Calibri"/>
                <a:cs typeface="Calibri"/>
              </a:rPr>
              <a:t> </a:t>
            </a:r>
            <a:r>
              <a:rPr sz="2000" spc="-5" dirty="0">
                <a:solidFill>
                  <a:srgbClr val="3F3F3F"/>
                </a:solidFill>
                <a:latin typeface="Calibri"/>
                <a:cs typeface="Calibri"/>
              </a:rPr>
              <a:t>out.</a:t>
            </a:r>
            <a:endParaRPr sz="2000">
              <a:latin typeface="Calibri"/>
              <a:cs typeface="Calibri"/>
            </a:endParaRPr>
          </a:p>
        </p:txBody>
      </p:sp>
      <p:sp>
        <p:nvSpPr>
          <p:cNvPr id="11" name="object 11"/>
          <p:cNvSpPr txBox="1"/>
          <p:nvPr/>
        </p:nvSpPr>
        <p:spPr>
          <a:xfrm>
            <a:off x="697667" y="4400251"/>
            <a:ext cx="8570595" cy="2204720"/>
          </a:xfrm>
          <a:prstGeom prst="rect">
            <a:avLst/>
          </a:prstGeom>
        </p:spPr>
        <p:txBody>
          <a:bodyPr vert="horz" wrap="square" lIns="0" tIns="104775" rIns="0" bIns="0" rtlCol="0">
            <a:spAutoFit/>
          </a:bodyPr>
          <a:lstStyle/>
          <a:p>
            <a:pPr marL="419100" marR="293370" indent="-182880">
              <a:lnSpc>
                <a:spcPct val="70000"/>
              </a:lnSpc>
              <a:spcBef>
                <a:spcPts val="825"/>
              </a:spcBef>
              <a:buClr>
                <a:srgbClr val="1CACE4"/>
              </a:buClr>
              <a:buChar char="◦"/>
              <a:tabLst>
                <a:tab pos="419734" algn="l"/>
              </a:tabLst>
            </a:pPr>
            <a:r>
              <a:rPr sz="2000" dirty="0">
                <a:solidFill>
                  <a:srgbClr val="3F3F3F"/>
                </a:solidFill>
                <a:latin typeface="Calibri"/>
                <a:cs typeface="Calibri"/>
              </a:rPr>
              <a:t>When</a:t>
            </a:r>
            <a:r>
              <a:rPr sz="2000" spc="-30" dirty="0">
                <a:solidFill>
                  <a:srgbClr val="3F3F3F"/>
                </a:solidFill>
                <a:latin typeface="Calibri"/>
                <a:cs typeface="Calibri"/>
              </a:rPr>
              <a:t> </a:t>
            </a:r>
            <a:r>
              <a:rPr sz="2000" dirty="0">
                <a:solidFill>
                  <a:srgbClr val="3F3F3F"/>
                </a:solidFill>
                <a:latin typeface="Calibri"/>
                <a:cs typeface="Calibri"/>
              </a:rPr>
              <a:t>the </a:t>
            </a:r>
            <a:r>
              <a:rPr sz="2000" spc="-15" dirty="0">
                <a:solidFill>
                  <a:srgbClr val="3F3F3F"/>
                </a:solidFill>
                <a:latin typeface="Calibri"/>
                <a:cs typeface="Calibri"/>
              </a:rPr>
              <a:t>packet</a:t>
            </a:r>
            <a:r>
              <a:rPr sz="2000" dirty="0">
                <a:solidFill>
                  <a:srgbClr val="3F3F3F"/>
                </a:solidFill>
                <a:latin typeface="Calibri"/>
                <a:cs typeface="Calibri"/>
              </a:rPr>
              <a:t> </a:t>
            </a:r>
            <a:r>
              <a:rPr sz="2000" spc="-10" dirty="0">
                <a:solidFill>
                  <a:srgbClr val="3F3F3F"/>
                </a:solidFill>
                <a:latin typeface="Calibri"/>
                <a:cs typeface="Calibri"/>
              </a:rPr>
              <a:t>arrives</a:t>
            </a:r>
            <a:r>
              <a:rPr sz="2000" spc="30" dirty="0">
                <a:solidFill>
                  <a:srgbClr val="3F3F3F"/>
                </a:solidFill>
                <a:latin typeface="Calibri"/>
                <a:cs typeface="Calibri"/>
              </a:rPr>
              <a:t> </a:t>
            </a:r>
            <a:r>
              <a:rPr sz="2000" spc="-15" dirty="0">
                <a:solidFill>
                  <a:srgbClr val="3F3F3F"/>
                </a:solidFill>
                <a:latin typeface="Calibri"/>
                <a:cs typeface="Calibri"/>
              </a:rPr>
              <a:t>at</a:t>
            </a:r>
            <a:r>
              <a:rPr sz="2000" dirty="0">
                <a:solidFill>
                  <a:srgbClr val="3F3F3F"/>
                </a:solidFill>
                <a:latin typeface="Calibri"/>
                <a:cs typeface="Calibri"/>
              </a:rPr>
              <a:t> the</a:t>
            </a:r>
            <a:r>
              <a:rPr sz="2000" spc="10" dirty="0">
                <a:solidFill>
                  <a:srgbClr val="3F3F3F"/>
                </a:solidFill>
                <a:latin typeface="Calibri"/>
                <a:cs typeface="Calibri"/>
              </a:rPr>
              <a:t> </a:t>
            </a:r>
            <a:r>
              <a:rPr sz="2000" spc="-10" dirty="0">
                <a:solidFill>
                  <a:srgbClr val="3F3F3F"/>
                </a:solidFill>
                <a:latin typeface="Calibri"/>
                <a:cs typeface="Calibri"/>
              </a:rPr>
              <a:t>network,</a:t>
            </a:r>
            <a:r>
              <a:rPr sz="2000" dirty="0">
                <a:solidFill>
                  <a:srgbClr val="3F3F3F"/>
                </a:solidFill>
                <a:latin typeface="Calibri"/>
                <a:cs typeface="Calibri"/>
              </a:rPr>
              <a:t> </a:t>
            </a:r>
            <a:r>
              <a:rPr sz="2000" spc="-5" dirty="0">
                <a:solidFill>
                  <a:srgbClr val="3F3F3F"/>
                </a:solidFill>
                <a:latin typeface="Calibri"/>
                <a:cs typeface="Calibri"/>
              </a:rPr>
              <a:t>it</a:t>
            </a:r>
            <a:r>
              <a:rPr sz="2000" spc="15" dirty="0">
                <a:solidFill>
                  <a:srgbClr val="3F3F3F"/>
                </a:solidFill>
                <a:latin typeface="Calibri"/>
                <a:cs typeface="Calibri"/>
              </a:rPr>
              <a:t> </a:t>
            </a:r>
            <a:r>
              <a:rPr sz="2000" spc="-5" dirty="0">
                <a:solidFill>
                  <a:srgbClr val="3F3F3F"/>
                </a:solidFill>
                <a:latin typeface="Calibri"/>
                <a:cs typeface="Calibri"/>
              </a:rPr>
              <a:t>reaches</a:t>
            </a:r>
            <a:r>
              <a:rPr sz="2000" spc="5" dirty="0">
                <a:solidFill>
                  <a:srgbClr val="3F3F3F"/>
                </a:solidFill>
                <a:latin typeface="Calibri"/>
                <a:cs typeface="Calibri"/>
              </a:rPr>
              <a:t> </a:t>
            </a:r>
            <a:r>
              <a:rPr sz="2000" spc="-5" dirty="0">
                <a:solidFill>
                  <a:srgbClr val="3F3F3F"/>
                </a:solidFill>
                <a:latin typeface="Calibri"/>
                <a:cs typeface="Calibri"/>
              </a:rPr>
              <a:t>its</a:t>
            </a:r>
            <a:r>
              <a:rPr sz="2000" spc="15" dirty="0">
                <a:solidFill>
                  <a:srgbClr val="3F3F3F"/>
                </a:solidFill>
                <a:latin typeface="Calibri"/>
                <a:cs typeface="Calibri"/>
              </a:rPr>
              <a:t> </a:t>
            </a:r>
            <a:r>
              <a:rPr sz="2000" spc="-10" dirty="0">
                <a:solidFill>
                  <a:srgbClr val="3F3F3F"/>
                </a:solidFill>
                <a:latin typeface="Calibri"/>
                <a:cs typeface="Calibri"/>
              </a:rPr>
              <a:t>destination</a:t>
            </a:r>
            <a:r>
              <a:rPr sz="2000" spc="25" dirty="0">
                <a:solidFill>
                  <a:srgbClr val="3F3F3F"/>
                </a:solidFill>
                <a:latin typeface="Calibri"/>
                <a:cs typeface="Calibri"/>
              </a:rPr>
              <a:t> </a:t>
            </a:r>
            <a:r>
              <a:rPr sz="2000" spc="-10" dirty="0">
                <a:solidFill>
                  <a:srgbClr val="3F3F3F"/>
                </a:solidFill>
                <a:latin typeface="Calibri"/>
                <a:cs typeface="Calibri"/>
              </a:rPr>
              <a:t>host</a:t>
            </a:r>
            <a:r>
              <a:rPr sz="2000" spc="-5" dirty="0">
                <a:solidFill>
                  <a:srgbClr val="3F3F3F"/>
                </a:solidFill>
                <a:latin typeface="Calibri"/>
                <a:cs typeface="Calibri"/>
              </a:rPr>
              <a:t> using </a:t>
            </a:r>
            <a:r>
              <a:rPr sz="2000" spc="-440" dirty="0">
                <a:solidFill>
                  <a:srgbClr val="3F3F3F"/>
                </a:solidFill>
                <a:latin typeface="Calibri"/>
                <a:cs typeface="Calibri"/>
              </a:rPr>
              <a:t> </a:t>
            </a:r>
            <a:r>
              <a:rPr sz="2000" spc="-10" dirty="0">
                <a:solidFill>
                  <a:srgbClr val="3F3F3F"/>
                </a:solidFill>
                <a:latin typeface="Calibri"/>
                <a:cs typeface="Calibri"/>
              </a:rPr>
              <a:t>linklayer</a:t>
            </a:r>
            <a:r>
              <a:rPr sz="2000" spc="-20" dirty="0">
                <a:solidFill>
                  <a:srgbClr val="3F3F3F"/>
                </a:solidFill>
                <a:latin typeface="Calibri"/>
                <a:cs typeface="Calibri"/>
              </a:rPr>
              <a:t> </a:t>
            </a:r>
            <a:r>
              <a:rPr sz="2000" spc="-5" dirty="0">
                <a:solidFill>
                  <a:srgbClr val="3F3F3F"/>
                </a:solidFill>
                <a:latin typeface="Calibri"/>
                <a:cs typeface="Calibri"/>
              </a:rPr>
              <a:t>addressing</a:t>
            </a:r>
            <a:endParaRPr sz="2000">
              <a:latin typeface="Calibri"/>
              <a:cs typeface="Calibri"/>
            </a:endParaRPr>
          </a:p>
          <a:p>
            <a:pPr marL="189230" marR="5080" indent="-177165">
              <a:lnSpc>
                <a:spcPct val="70000"/>
              </a:lnSpc>
              <a:spcBef>
                <a:spcPts val="1590"/>
              </a:spcBef>
              <a:buClr>
                <a:srgbClr val="1CACE4"/>
              </a:buClr>
              <a:buFont typeface="Arial MT"/>
              <a:buChar char="•"/>
              <a:tabLst>
                <a:tab pos="189865" algn="l"/>
              </a:tabLst>
            </a:pPr>
            <a:r>
              <a:rPr sz="2400" spc="-10" dirty="0">
                <a:solidFill>
                  <a:srgbClr val="3F3F3F"/>
                </a:solidFill>
                <a:latin typeface="Calibri"/>
                <a:cs typeface="Calibri"/>
              </a:rPr>
              <a:t>After</a:t>
            </a:r>
            <a:r>
              <a:rPr sz="2400" spc="-30"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10" dirty="0">
                <a:solidFill>
                  <a:srgbClr val="3F3F3F"/>
                </a:solidFill>
                <a:latin typeface="Calibri"/>
                <a:cs typeface="Calibri"/>
              </a:rPr>
              <a:t>network</a:t>
            </a:r>
            <a:r>
              <a:rPr sz="2400" spc="-15" dirty="0">
                <a:solidFill>
                  <a:srgbClr val="3F3F3F"/>
                </a:solidFill>
                <a:latin typeface="Calibri"/>
                <a:cs typeface="Calibri"/>
              </a:rPr>
              <a:t> </a:t>
            </a:r>
            <a:r>
              <a:rPr sz="2400" spc="-10" dirty="0">
                <a:solidFill>
                  <a:srgbClr val="3F3F3F"/>
                </a:solidFill>
                <a:latin typeface="Calibri"/>
                <a:cs typeface="Calibri"/>
              </a:rPr>
              <a:t>address </a:t>
            </a:r>
            <a:r>
              <a:rPr sz="2400" spc="-5" dirty="0">
                <a:solidFill>
                  <a:srgbClr val="3F3F3F"/>
                </a:solidFill>
                <a:latin typeface="Calibri"/>
                <a:cs typeface="Calibri"/>
              </a:rPr>
              <a:t>has been</a:t>
            </a:r>
            <a:r>
              <a:rPr sz="2400" spc="10" dirty="0">
                <a:solidFill>
                  <a:srgbClr val="3F3F3F"/>
                </a:solidFill>
                <a:latin typeface="Calibri"/>
                <a:cs typeface="Calibri"/>
              </a:rPr>
              <a:t> </a:t>
            </a:r>
            <a:r>
              <a:rPr sz="2400" spc="-15" dirty="0">
                <a:solidFill>
                  <a:srgbClr val="3F3F3F"/>
                </a:solidFill>
                <a:latin typeface="Calibri"/>
                <a:cs typeface="Calibri"/>
              </a:rPr>
              <a:t>found,</a:t>
            </a:r>
            <a:r>
              <a:rPr sz="2400" spc="-5" dirty="0">
                <a:solidFill>
                  <a:srgbClr val="3F3F3F"/>
                </a:solidFill>
                <a:latin typeface="Calibri"/>
                <a:cs typeface="Calibri"/>
              </a:rPr>
              <a:t> the</a:t>
            </a:r>
            <a:r>
              <a:rPr sz="2400" dirty="0">
                <a:solidFill>
                  <a:srgbClr val="3F3F3F"/>
                </a:solidFill>
                <a:latin typeface="Calibri"/>
                <a:cs typeface="Calibri"/>
              </a:rPr>
              <a:t> </a:t>
            </a:r>
            <a:r>
              <a:rPr sz="2400" spc="-15" dirty="0">
                <a:solidFill>
                  <a:srgbClr val="3F3F3F"/>
                </a:solidFill>
                <a:latin typeface="Calibri"/>
                <a:cs typeface="Calibri"/>
              </a:rPr>
              <a:t>router</a:t>
            </a:r>
            <a:r>
              <a:rPr sz="2400" spc="-10" dirty="0">
                <a:solidFill>
                  <a:srgbClr val="3F3F3F"/>
                </a:solidFill>
                <a:latin typeface="Calibri"/>
                <a:cs typeface="Calibri"/>
              </a:rPr>
              <a:t> consults </a:t>
            </a:r>
            <a:r>
              <a:rPr sz="2400" spc="-5" dirty="0">
                <a:solidFill>
                  <a:srgbClr val="3F3F3F"/>
                </a:solidFill>
                <a:latin typeface="Calibri"/>
                <a:cs typeface="Calibri"/>
              </a:rPr>
              <a:t>its </a:t>
            </a:r>
            <a:r>
              <a:rPr sz="2400" dirty="0">
                <a:solidFill>
                  <a:srgbClr val="3F3F3F"/>
                </a:solidFill>
                <a:latin typeface="Calibri"/>
                <a:cs typeface="Calibri"/>
              </a:rPr>
              <a:t> </a:t>
            </a:r>
            <a:r>
              <a:rPr sz="2400" spc="-15" dirty="0">
                <a:solidFill>
                  <a:srgbClr val="3F3F3F"/>
                </a:solidFill>
                <a:latin typeface="Calibri"/>
                <a:cs typeface="Calibri"/>
              </a:rPr>
              <a:t>forwarding </a:t>
            </a:r>
            <a:r>
              <a:rPr sz="2400" spc="-5" dirty="0">
                <a:solidFill>
                  <a:srgbClr val="3F3F3F"/>
                </a:solidFill>
                <a:latin typeface="Calibri"/>
                <a:cs typeface="Calibri"/>
              </a:rPr>
              <a:t>table </a:t>
            </a:r>
            <a:r>
              <a:rPr sz="2400" spc="-15" dirty="0">
                <a:solidFill>
                  <a:srgbClr val="3F3F3F"/>
                </a:solidFill>
                <a:latin typeface="Calibri"/>
                <a:cs typeface="Calibri"/>
              </a:rPr>
              <a:t>to </a:t>
            </a:r>
            <a:r>
              <a:rPr sz="2400" spc="-5" dirty="0">
                <a:solidFill>
                  <a:srgbClr val="3F3F3F"/>
                </a:solidFill>
                <a:latin typeface="Calibri"/>
                <a:cs typeface="Calibri"/>
              </a:rPr>
              <a:t>find the </a:t>
            </a:r>
            <a:r>
              <a:rPr sz="2400" spc="-10" dirty="0">
                <a:solidFill>
                  <a:srgbClr val="3F3F3F"/>
                </a:solidFill>
                <a:latin typeface="Calibri"/>
                <a:cs typeface="Calibri"/>
              </a:rPr>
              <a:t>corresponding </a:t>
            </a:r>
            <a:r>
              <a:rPr sz="2400" spc="-15" dirty="0">
                <a:solidFill>
                  <a:srgbClr val="3F3F3F"/>
                </a:solidFill>
                <a:latin typeface="Calibri"/>
                <a:cs typeface="Calibri"/>
              </a:rPr>
              <a:t>interface from </a:t>
            </a:r>
            <a:r>
              <a:rPr sz="2400" spc="-5" dirty="0">
                <a:solidFill>
                  <a:srgbClr val="3F3F3F"/>
                </a:solidFill>
                <a:latin typeface="Calibri"/>
                <a:cs typeface="Calibri"/>
              </a:rPr>
              <a:t>which the </a:t>
            </a:r>
            <a:r>
              <a:rPr sz="2400" spc="-530" dirty="0">
                <a:solidFill>
                  <a:srgbClr val="3F3F3F"/>
                </a:solidFill>
                <a:latin typeface="Calibri"/>
                <a:cs typeface="Calibri"/>
              </a:rPr>
              <a:t> </a:t>
            </a:r>
            <a:r>
              <a:rPr sz="2400" spc="-20" dirty="0">
                <a:solidFill>
                  <a:srgbClr val="3F3F3F"/>
                </a:solidFill>
                <a:latin typeface="Calibri"/>
                <a:cs typeface="Calibri"/>
              </a:rPr>
              <a:t>packet</a:t>
            </a:r>
            <a:r>
              <a:rPr sz="2400" spc="-50" dirty="0">
                <a:solidFill>
                  <a:srgbClr val="3F3F3F"/>
                </a:solidFill>
                <a:latin typeface="Calibri"/>
                <a:cs typeface="Calibri"/>
              </a:rPr>
              <a:t> </a:t>
            </a:r>
            <a:r>
              <a:rPr sz="2400" spc="-5" dirty="0">
                <a:solidFill>
                  <a:srgbClr val="3F3F3F"/>
                </a:solidFill>
                <a:latin typeface="Calibri"/>
                <a:cs typeface="Calibri"/>
              </a:rPr>
              <a:t>should</a:t>
            </a:r>
            <a:r>
              <a:rPr sz="2400" spc="5"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a:t>
            </a:r>
            <a:r>
              <a:rPr sz="2400" spc="-10" dirty="0">
                <a:solidFill>
                  <a:srgbClr val="3F3F3F"/>
                </a:solidFill>
                <a:latin typeface="Calibri"/>
                <a:cs typeface="Calibri"/>
              </a:rPr>
              <a:t>sent</a:t>
            </a:r>
            <a:r>
              <a:rPr sz="2400" spc="-20" dirty="0">
                <a:solidFill>
                  <a:srgbClr val="3F3F3F"/>
                </a:solidFill>
                <a:latin typeface="Calibri"/>
                <a:cs typeface="Calibri"/>
              </a:rPr>
              <a:t> </a:t>
            </a:r>
            <a:r>
              <a:rPr sz="2400" spc="-10" dirty="0">
                <a:solidFill>
                  <a:srgbClr val="3F3F3F"/>
                </a:solidFill>
                <a:latin typeface="Calibri"/>
                <a:cs typeface="Calibri"/>
              </a:rPr>
              <a:t>out.</a:t>
            </a:r>
            <a:endParaRPr sz="2400">
              <a:latin typeface="Calibri"/>
              <a:cs typeface="Calibri"/>
            </a:endParaRPr>
          </a:p>
          <a:p>
            <a:pPr marL="189230" marR="181610" indent="-177165">
              <a:lnSpc>
                <a:spcPct val="70000"/>
              </a:lnSpc>
              <a:spcBef>
                <a:spcPts val="1405"/>
              </a:spcBef>
              <a:buClr>
                <a:srgbClr val="1CACE4"/>
              </a:buClr>
              <a:buFont typeface="Arial MT"/>
              <a:buChar char="•"/>
              <a:tabLst>
                <a:tab pos="189865" algn="l"/>
              </a:tabLst>
            </a:pPr>
            <a:r>
              <a:rPr sz="2400" spc="-5" dirty="0">
                <a:solidFill>
                  <a:srgbClr val="3F3F3F"/>
                </a:solidFill>
                <a:latin typeface="Calibri"/>
                <a:cs typeface="Calibri"/>
              </a:rPr>
              <a:t>The </a:t>
            </a:r>
            <a:r>
              <a:rPr sz="2400" spc="-10" dirty="0">
                <a:solidFill>
                  <a:srgbClr val="3F3F3F"/>
                </a:solidFill>
                <a:latin typeface="Calibri"/>
                <a:cs typeface="Calibri"/>
              </a:rPr>
              <a:t>network address </a:t>
            </a:r>
            <a:r>
              <a:rPr sz="2400" spc="-5" dirty="0">
                <a:solidFill>
                  <a:srgbClr val="3F3F3F"/>
                </a:solidFill>
                <a:latin typeface="Calibri"/>
                <a:cs typeface="Calibri"/>
              </a:rPr>
              <a:t>is actually the </a:t>
            </a:r>
            <a:r>
              <a:rPr sz="2400" spc="-10" dirty="0">
                <a:solidFill>
                  <a:srgbClr val="3F3F3F"/>
                </a:solidFill>
                <a:latin typeface="Calibri"/>
                <a:cs typeface="Calibri"/>
              </a:rPr>
              <a:t>identifier </a:t>
            </a:r>
            <a:r>
              <a:rPr sz="2400" spc="-5" dirty="0">
                <a:solidFill>
                  <a:srgbClr val="3F3F3F"/>
                </a:solidFill>
                <a:latin typeface="Calibri"/>
                <a:cs typeface="Calibri"/>
              </a:rPr>
              <a:t>of the </a:t>
            </a:r>
            <a:r>
              <a:rPr sz="2400" spc="-10" dirty="0">
                <a:solidFill>
                  <a:srgbClr val="3F3F3F"/>
                </a:solidFill>
                <a:latin typeface="Calibri"/>
                <a:cs typeface="Calibri"/>
              </a:rPr>
              <a:t>network; </a:t>
            </a:r>
            <a:r>
              <a:rPr sz="2400" dirty="0">
                <a:solidFill>
                  <a:srgbClr val="3F3F3F"/>
                </a:solidFill>
                <a:latin typeface="Calibri"/>
                <a:cs typeface="Calibri"/>
              </a:rPr>
              <a:t>each </a:t>
            </a:r>
            <a:r>
              <a:rPr sz="2400" spc="-530" dirty="0">
                <a:solidFill>
                  <a:srgbClr val="3F3F3F"/>
                </a:solidFill>
                <a:latin typeface="Calibri"/>
                <a:cs typeface="Calibri"/>
              </a:rPr>
              <a:t> </a:t>
            </a:r>
            <a:r>
              <a:rPr sz="2400" spc="-10" dirty="0">
                <a:solidFill>
                  <a:srgbClr val="3F3F3F"/>
                </a:solidFill>
                <a:latin typeface="Calibri"/>
                <a:cs typeface="Calibri"/>
              </a:rPr>
              <a:t>network</a:t>
            </a:r>
            <a:r>
              <a:rPr sz="2400" spc="-3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identified</a:t>
            </a:r>
            <a:r>
              <a:rPr sz="2400" spc="-5" dirty="0">
                <a:solidFill>
                  <a:srgbClr val="3F3F3F"/>
                </a:solidFill>
                <a:latin typeface="Calibri"/>
                <a:cs typeface="Calibri"/>
              </a:rPr>
              <a:t> </a:t>
            </a:r>
            <a:r>
              <a:rPr sz="2400" spc="-10" dirty="0">
                <a:solidFill>
                  <a:srgbClr val="3F3F3F"/>
                </a:solidFill>
                <a:latin typeface="Calibri"/>
                <a:cs typeface="Calibri"/>
              </a:rPr>
              <a:t>by</a:t>
            </a:r>
            <a:r>
              <a:rPr sz="2400" dirty="0">
                <a:solidFill>
                  <a:srgbClr val="3F3F3F"/>
                </a:solidFill>
                <a:latin typeface="Calibri"/>
                <a:cs typeface="Calibri"/>
              </a:rPr>
              <a:t> </a:t>
            </a:r>
            <a:r>
              <a:rPr sz="2400" spc="-5" dirty="0">
                <a:solidFill>
                  <a:srgbClr val="3F3F3F"/>
                </a:solidFill>
                <a:latin typeface="Calibri"/>
                <a:cs typeface="Calibri"/>
              </a:rPr>
              <a:t>its</a:t>
            </a:r>
            <a:r>
              <a:rPr sz="2400" spc="-20" dirty="0">
                <a:solidFill>
                  <a:srgbClr val="3F3F3F"/>
                </a:solidFill>
                <a:latin typeface="Calibri"/>
                <a:cs typeface="Calibri"/>
              </a:rPr>
              <a:t> </a:t>
            </a:r>
            <a:r>
              <a:rPr sz="2400" spc="-10" dirty="0">
                <a:solidFill>
                  <a:srgbClr val="3F3F3F"/>
                </a:solidFill>
                <a:latin typeface="Calibri"/>
                <a:cs typeface="Calibri"/>
              </a:rPr>
              <a:t>network</a:t>
            </a:r>
            <a:r>
              <a:rPr sz="2400" spc="-20" dirty="0">
                <a:solidFill>
                  <a:srgbClr val="3F3F3F"/>
                </a:solidFill>
                <a:latin typeface="Calibri"/>
                <a:cs typeface="Calibri"/>
              </a:rPr>
              <a:t> </a:t>
            </a:r>
            <a:r>
              <a:rPr sz="2400" spc="-10" dirty="0">
                <a:solidFill>
                  <a:srgbClr val="3F3F3F"/>
                </a:solidFill>
                <a:latin typeface="Calibri"/>
                <a:cs typeface="Calibri"/>
              </a:rPr>
              <a:t>address.</a:t>
            </a:r>
            <a:endParaRPr sz="24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928235" cy="756920"/>
          </a:xfrm>
          <a:prstGeom prst="rect">
            <a:avLst/>
          </a:prstGeom>
        </p:spPr>
        <p:txBody>
          <a:bodyPr vert="horz" wrap="square" lIns="0" tIns="12700" rIns="0" bIns="0" rtlCol="0">
            <a:spAutoFit/>
          </a:bodyPr>
          <a:lstStyle/>
          <a:p>
            <a:pPr marL="12700">
              <a:lnSpc>
                <a:spcPct val="100000"/>
              </a:lnSpc>
              <a:spcBef>
                <a:spcPts val="100"/>
              </a:spcBef>
            </a:pPr>
            <a:r>
              <a:rPr sz="4800" spc="-50" dirty="0"/>
              <a:t>N</a:t>
            </a:r>
            <a:r>
              <a:rPr sz="4800" spc="-60" dirty="0"/>
              <a:t>e</a:t>
            </a:r>
            <a:r>
              <a:rPr sz="4800" spc="-50" dirty="0"/>
              <a:t>t</a:t>
            </a:r>
            <a:r>
              <a:rPr sz="4800" spc="-55" dirty="0"/>
              <a:t>wo</a:t>
            </a:r>
            <a:r>
              <a:rPr sz="4800" spc="-50" dirty="0"/>
              <a:t>r</a:t>
            </a:r>
            <a:r>
              <a:rPr sz="4800" spc="-5" dirty="0"/>
              <a:t>k</a:t>
            </a:r>
            <a:r>
              <a:rPr sz="4800" spc="-285" dirty="0"/>
              <a:t> </a:t>
            </a:r>
            <a:r>
              <a:rPr sz="4800" spc="-50" dirty="0"/>
              <a:t>A</a:t>
            </a:r>
            <a:r>
              <a:rPr sz="4800" spc="-55" dirty="0"/>
              <a:t>dd</a:t>
            </a:r>
            <a:r>
              <a:rPr sz="4800" spc="-50" dirty="0"/>
              <a:t>r</a:t>
            </a:r>
            <a:r>
              <a:rPr sz="4800" spc="-60" dirty="0"/>
              <a:t>es</a:t>
            </a:r>
            <a:r>
              <a:rPr sz="4800" spc="-5" dirty="0"/>
              <a:t>s</a:t>
            </a:r>
            <a:endParaRPr sz="4800"/>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762000" y="1905000"/>
            <a:ext cx="8170164" cy="44958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682490" cy="756920"/>
          </a:xfrm>
          <a:prstGeom prst="rect">
            <a:avLst/>
          </a:prstGeom>
        </p:spPr>
        <p:txBody>
          <a:bodyPr vert="horz" wrap="square" lIns="0" tIns="12700" rIns="0" bIns="0" rtlCol="0">
            <a:spAutoFit/>
          </a:bodyPr>
          <a:lstStyle/>
          <a:p>
            <a:pPr marL="12700">
              <a:lnSpc>
                <a:spcPct val="100000"/>
              </a:lnSpc>
              <a:spcBef>
                <a:spcPts val="100"/>
              </a:spcBef>
            </a:pPr>
            <a:r>
              <a:rPr sz="4800" spc="-50" dirty="0"/>
              <a:t>B</a:t>
            </a:r>
            <a:r>
              <a:rPr sz="4800" spc="-55" dirty="0"/>
              <a:t>lo</a:t>
            </a:r>
            <a:r>
              <a:rPr sz="4800" spc="-60" dirty="0"/>
              <a:t>c</a:t>
            </a:r>
            <a:r>
              <a:rPr sz="4800" spc="-5" dirty="0"/>
              <a:t>k</a:t>
            </a:r>
            <a:r>
              <a:rPr sz="4800" spc="-275" dirty="0"/>
              <a:t> </a:t>
            </a:r>
            <a:r>
              <a:rPr sz="4800" spc="-50" dirty="0"/>
              <a:t>A</a:t>
            </a:r>
            <a:r>
              <a:rPr sz="4800" spc="-55" dirty="0"/>
              <a:t>llo</a:t>
            </a:r>
            <a:r>
              <a:rPr sz="4800" spc="-60" dirty="0"/>
              <a:t>ca</a:t>
            </a:r>
            <a:r>
              <a:rPr sz="4800" spc="-50" dirty="0"/>
              <a:t>t</a:t>
            </a:r>
            <a:r>
              <a:rPr sz="4800" spc="-55" dirty="0"/>
              <a:t>io</a:t>
            </a:r>
            <a:r>
              <a:rPr sz="4800" spc="-5" dirty="0"/>
              <a:t>n</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656136"/>
            <a:ext cx="8335645" cy="2400300"/>
          </a:xfrm>
          <a:prstGeom prst="rect">
            <a:avLst/>
          </a:prstGeom>
        </p:spPr>
        <p:txBody>
          <a:bodyPr vert="horz" wrap="square" lIns="0" tIns="70485" rIns="0" bIns="0" rtlCol="0">
            <a:spAutoFit/>
          </a:bodyPr>
          <a:lstStyle/>
          <a:p>
            <a:pPr marL="189230" indent="-177165">
              <a:lnSpc>
                <a:spcPct val="100000"/>
              </a:lnSpc>
              <a:spcBef>
                <a:spcPts val="555"/>
              </a:spcBef>
              <a:buClr>
                <a:srgbClr val="1CACE4"/>
              </a:buClr>
              <a:buFont typeface="Arial MT"/>
              <a:buChar char="•"/>
              <a:tabLst>
                <a:tab pos="189865" algn="l"/>
              </a:tabLst>
            </a:pPr>
            <a:r>
              <a:rPr sz="2600" spc="-10" dirty="0">
                <a:solidFill>
                  <a:srgbClr val="3F3F3F"/>
                </a:solidFill>
                <a:latin typeface="Calibri"/>
                <a:cs typeface="Calibri"/>
              </a:rPr>
              <a:t>How</a:t>
            </a:r>
            <a:r>
              <a:rPr sz="2600" spc="-20" dirty="0">
                <a:solidFill>
                  <a:srgbClr val="3F3F3F"/>
                </a:solidFill>
                <a:latin typeface="Calibri"/>
                <a:cs typeface="Calibri"/>
              </a:rPr>
              <a:t> </a:t>
            </a:r>
            <a:r>
              <a:rPr sz="2600" spc="-10" dirty="0">
                <a:solidFill>
                  <a:srgbClr val="3F3F3F"/>
                </a:solidFill>
                <a:latin typeface="Calibri"/>
                <a:cs typeface="Calibri"/>
              </a:rPr>
              <a:t>are</a:t>
            </a:r>
            <a:r>
              <a:rPr sz="2600" spc="-15"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5" dirty="0">
                <a:solidFill>
                  <a:srgbClr val="3F3F3F"/>
                </a:solidFill>
                <a:latin typeface="Calibri"/>
                <a:cs typeface="Calibri"/>
              </a:rPr>
              <a:t>blocks</a:t>
            </a:r>
            <a:r>
              <a:rPr sz="2600" spc="-25" dirty="0">
                <a:solidFill>
                  <a:srgbClr val="3F3F3F"/>
                </a:solidFill>
                <a:latin typeface="Calibri"/>
                <a:cs typeface="Calibri"/>
              </a:rPr>
              <a:t> </a:t>
            </a:r>
            <a:r>
              <a:rPr sz="2600" spc="-10" dirty="0">
                <a:solidFill>
                  <a:srgbClr val="3F3F3F"/>
                </a:solidFill>
                <a:latin typeface="Calibri"/>
                <a:cs typeface="Calibri"/>
              </a:rPr>
              <a:t>allocated?</a:t>
            </a:r>
            <a:endParaRPr sz="2600">
              <a:latin typeface="Calibri"/>
              <a:cs typeface="Calibri"/>
            </a:endParaRPr>
          </a:p>
          <a:p>
            <a:pPr marL="189230" marR="5080" indent="-177165">
              <a:lnSpc>
                <a:spcPct val="70000"/>
              </a:lnSpc>
              <a:spcBef>
                <a:spcPts val="1390"/>
              </a:spcBef>
              <a:buClr>
                <a:srgbClr val="1CACE4"/>
              </a:buClr>
              <a:buFont typeface="Arial MT"/>
              <a:buChar char="•"/>
              <a:tabLst>
                <a:tab pos="189865" algn="l"/>
              </a:tabLst>
            </a:pPr>
            <a:r>
              <a:rPr sz="2600" spc="-5" dirty="0">
                <a:solidFill>
                  <a:srgbClr val="3F3F3F"/>
                </a:solidFill>
                <a:latin typeface="Calibri"/>
                <a:cs typeface="Calibri"/>
              </a:rPr>
              <a:t>Global </a:t>
            </a:r>
            <a:r>
              <a:rPr sz="2600" dirty="0">
                <a:solidFill>
                  <a:srgbClr val="3F3F3F"/>
                </a:solidFill>
                <a:latin typeface="Calibri"/>
                <a:cs typeface="Calibri"/>
              </a:rPr>
              <a:t>authority </a:t>
            </a:r>
            <a:r>
              <a:rPr sz="2600" spc="-5" dirty="0">
                <a:solidFill>
                  <a:srgbClr val="3F3F3F"/>
                </a:solidFill>
                <a:latin typeface="Calibri"/>
                <a:cs typeface="Calibri"/>
              </a:rPr>
              <a:t>called </a:t>
            </a:r>
            <a:r>
              <a:rPr sz="2600" dirty="0">
                <a:solidFill>
                  <a:srgbClr val="3F3F3F"/>
                </a:solidFill>
                <a:latin typeface="Calibri"/>
                <a:cs typeface="Calibri"/>
              </a:rPr>
              <a:t>the </a:t>
            </a:r>
            <a:r>
              <a:rPr sz="2600" spc="-10" dirty="0">
                <a:solidFill>
                  <a:srgbClr val="3F3F3F"/>
                </a:solidFill>
                <a:latin typeface="Calibri"/>
                <a:cs typeface="Calibri"/>
              </a:rPr>
              <a:t>Internet Corporation </a:t>
            </a:r>
            <a:r>
              <a:rPr sz="2600" spc="-25" dirty="0">
                <a:solidFill>
                  <a:srgbClr val="3F3F3F"/>
                </a:solidFill>
                <a:latin typeface="Calibri"/>
                <a:cs typeface="Calibri"/>
              </a:rPr>
              <a:t>for </a:t>
            </a:r>
            <a:r>
              <a:rPr sz="2600" spc="-5" dirty="0">
                <a:solidFill>
                  <a:srgbClr val="3F3F3F"/>
                </a:solidFill>
                <a:latin typeface="Calibri"/>
                <a:cs typeface="Calibri"/>
              </a:rPr>
              <a:t>Assigned </a:t>
            </a:r>
            <a:r>
              <a:rPr sz="2600" spc="-575" dirty="0">
                <a:solidFill>
                  <a:srgbClr val="3F3F3F"/>
                </a:solidFill>
                <a:latin typeface="Calibri"/>
                <a:cs typeface="Calibri"/>
              </a:rPr>
              <a:t> </a:t>
            </a:r>
            <a:r>
              <a:rPr sz="2600" spc="-5" dirty="0">
                <a:solidFill>
                  <a:srgbClr val="3F3F3F"/>
                </a:solidFill>
                <a:latin typeface="Calibri"/>
                <a:cs typeface="Calibri"/>
              </a:rPr>
              <a:t>Names</a:t>
            </a:r>
            <a:r>
              <a:rPr sz="2600" spc="-45" dirty="0">
                <a:solidFill>
                  <a:srgbClr val="3F3F3F"/>
                </a:solidFill>
                <a:latin typeface="Calibri"/>
                <a:cs typeface="Calibri"/>
              </a:rPr>
              <a:t> </a:t>
            </a:r>
            <a:r>
              <a:rPr sz="2600" dirty="0">
                <a:solidFill>
                  <a:srgbClr val="3F3F3F"/>
                </a:solidFill>
                <a:latin typeface="Calibri"/>
                <a:cs typeface="Calibri"/>
              </a:rPr>
              <a:t>and </a:t>
            </a:r>
            <a:r>
              <a:rPr sz="2600" spc="-10" dirty="0">
                <a:solidFill>
                  <a:srgbClr val="3F3F3F"/>
                </a:solidFill>
                <a:latin typeface="Calibri"/>
                <a:cs typeface="Calibri"/>
              </a:rPr>
              <a:t>Numbers</a:t>
            </a:r>
            <a:r>
              <a:rPr sz="2600" spc="-40" dirty="0">
                <a:solidFill>
                  <a:srgbClr val="3F3F3F"/>
                </a:solidFill>
                <a:latin typeface="Calibri"/>
                <a:cs typeface="Calibri"/>
              </a:rPr>
              <a:t> </a:t>
            </a:r>
            <a:r>
              <a:rPr sz="2600" spc="-5" dirty="0">
                <a:solidFill>
                  <a:srgbClr val="3F3F3F"/>
                </a:solidFill>
                <a:latin typeface="Calibri"/>
                <a:cs typeface="Calibri"/>
              </a:rPr>
              <a:t>(ICANN)</a:t>
            </a:r>
            <a:endParaRPr sz="2600">
              <a:latin typeface="Calibri"/>
              <a:cs typeface="Calibri"/>
            </a:endParaRPr>
          </a:p>
          <a:p>
            <a:pPr marL="189230" marR="546100" indent="-177165">
              <a:lnSpc>
                <a:spcPct val="70000"/>
              </a:lnSpc>
              <a:spcBef>
                <a:spcPts val="1405"/>
              </a:spcBef>
              <a:buClr>
                <a:srgbClr val="1CACE4"/>
              </a:buClr>
              <a:buFont typeface="Arial MT"/>
              <a:buChar char="•"/>
              <a:tabLst>
                <a:tab pos="189865" algn="l"/>
              </a:tabLst>
            </a:pPr>
            <a:r>
              <a:rPr sz="2600" spc="-40" dirty="0">
                <a:solidFill>
                  <a:srgbClr val="3F3F3F"/>
                </a:solidFill>
                <a:latin typeface="Calibri"/>
                <a:cs typeface="Calibri"/>
              </a:rPr>
              <a:t>However, </a:t>
            </a:r>
            <a:r>
              <a:rPr sz="2600" dirty="0">
                <a:solidFill>
                  <a:srgbClr val="3F3F3F"/>
                </a:solidFill>
                <a:latin typeface="Calibri"/>
                <a:cs typeface="Calibri"/>
              </a:rPr>
              <a:t>ICANN </a:t>
            </a:r>
            <a:r>
              <a:rPr sz="2600" spc="-5" dirty="0">
                <a:solidFill>
                  <a:srgbClr val="3F3F3F"/>
                </a:solidFill>
                <a:latin typeface="Calibri"/>
                <a:cs typeface="Calibri"/>
              </a:rPr>
              <a:t>does not normally </a:t>
            </a:r>
            <a:r>
              <a:rPr sz="2600" spc="-10" dirty="0">
                <a:solidFill>
                  <a:srgbClr val="3F3F3F"/>
                </a:solidFill>
                <a:latin typeface="Calibri"/>
                <a:cs typeface="Calibri"/>
              </a:rPr>
              <a:t>allocate </a:t>
            </a:r>
            <a:r>
              <a:rPr sz="2600" spc="-5" dirty="0">
                <a:solidFill>
                  <a:srgbClr val="3F3F3F"/>
                </a:solidFill>
                <a:latin typeface="Calibri"/>
                <a:cs typeface="Calibri"/>
              </a:rPr>
              <a:t>addresses </a:t>
            </a:r>
            <a:r>
              <a:rPr sz="2600" spc="-15" dirty="0">
                <a:solidFill>
                  <a:srgbClr val="3F3F3F"/>
                </a:solidFill>
                <a:latin typeface="Calibri"/>
                <a:cs typeface="Calibri"/>
              </a:rPr>
              <a:t>to </a:t>
            </a:r>
            <a:r>
              <a:rPr sz="2600" spc="-575" dirty="0">
                <a:solidFill>
                  <a:srgbClr val="3F3F3F"/>
                </a:solidFill>
                <a:latin typeface="Calibri"/>
                <a:cs typeface="Calibri"/>
              </a:rPr>
              <a:t> </a:t>
            </a:r>
            <a:r>
              <a:rPr sz="2600" spc="-5" dirty="0">
                <a:solidFill>
                  <a:srgbClr val="3F3F3F"/>
                </a:solidFill>
                <a:latin typeface="Calibri"/>
                <a:cs typeface="Calibri"/>
              </a:rPr>
              <a:t>individual</a:t>
            </a:r>
            <a:r>
              <a:rPr sz="2600" spc="-45" dirty="0">
                <a:solidFill>
                  <a:srgbClr val="3F3F3F"/>
                </a:solidFill>
                <a:latin typeface="Calibri"/>
                <a:cs typeface="Calibri"/>
              </a:rPr>
              <a:t> </a:t>
            </a:r>
            <a:r>
              <a:rPr sz="2600" spc="-10" dirty="0">
                <a:solidFill>
                  <a:srgbClr val="3F3F3F"/>
                </a:solidFill>
                <a:latin typeface="Calibri"/>
                <a:cs typeface="Calibri"/>
              </a:rPr>
              <a:t>Internet</a:t>
            </a:r>
            <a:r>
              <a:rPr sz="2600" spc="-50" dirty="0">
                <a:solidFill>
                  <a:srgbClr val="3F3F3F"/>
                </a:solidFill>
                <a:latin typeface="Calibri"/>
                <a:cs typeface="Calibri"/>
              </a:rPr>
              <a:t> </a:t>
            </a:r>
            <a:r>
              <a:rPr sz="2600" spc="-15" dirty="0">
                <a:solidFill>
                  <a:srgbClr val="3F3F3F"/>
                </a:solidFill>
                <a:latin typeface="Calibri"/>
                <a:cs typeface="Calibri"/>
              </a:rPr>
              <a:t>users.</a:t>
            </a:r>
            <a:endParaRPr sz="2600">
              <a:latin typeface="Calibri"/>
              <a:cs typeface="Calibri"/>
            </a:endParaRPr>
          </a:p>
          <a:p>
            <a:pPr marL="189230" indent="-177165">
              <a:lnSpc>
                <a:spcPct val="100000"/>
              </a:lnSpc>
              <a:spcBef>
                <a:spcPts val="470"/>
              </a:spcBef>
              <a:buClr>
                <a:srgbClr val="1CACE4"/>
              </a:buClr>
              <a:buFont typeface="Arial MT"/>
              <a:buChar char="•"/>
              <a:tabLst>
                <a:tab pos="189865" algn="l"/>
              </a:tabLst>
            </a:pPr>
            <a:r>
              <a:rPr sz="2600" dirty="0">
                <a:solidFill>
                  <a:srgbClr val="3F3F3F"/>
                </a:solidFill>
                <a:latin typeface="Calibri"/>
                <a:cs typeface="Calibri"/>
              </a:rPr>
              <a:t>It</a:t>
            </a:r>
            <a:r>
              <a:rPr sz="2600" spc="-25" dirty="0">
                <a:solidFill>
                  <a:srgbClr val="3F3F3F"/>
                </a:solidFill>
                <a:latin typeface="Calibri"/>
                <a:cs typeface="Calibri"/>
              </a:rPr>
              <a:t> </a:t>
            </a:r>
            <a:r>
              <a:rPr sz="2600" dirty="0">
                <a:solidFill>
                  <a:srgbClr val="3F3F3F"/>
                </a:solidFill>
                <a:latin typeface="Calibri"/>
                <a:cs typeface="Calibri"/>
              </a:rPr>
              <a:t>assigns</a:t>
            </a:r>
            <a:r>
              <a:rPr sz="2600" spc="-25" dirty="0">
                <a:solidFill>
                  <a:srgbClr val="3F3F3F"/>
                </a:solidFill>
                <a:latin typeface="Calibri"/>
                <a:cs typeface="Calibri"/>
              </a:rPr>
              <a:t> </a:t>
            </a:r>
            <a:r>
              <a:rPr sz="2600" dirty="0">
                <a:solidFill>
                  <a:srgbClr val="3F3F3F"/>
                </a:solidFill>
                <a:latin typeface="Calibri"/>
                <a:cs typeface="Calibri"/>
              </a:rPr>
              <a:t>a </a:t>
            </a:r>
            <a:r>
              <a:rPr sz="2600" spc="-15" dirty="0">
                <a:solidFill>
                  <a:srgbClr val="3F3F3F"/>
                </a:solidFill>
                <a:latin typeface="Calibri"/>
                <a:cs typeface="Calibri"/>
              </a:rPr>
              <a:t>large</a:t>
            </a:r>
            <a:r>
              <a:rPr sz="2600" spc="-5" dirty="0">
                <a:solidFill>
                  <a:srgbClr val="3F3F3F"/>
                </a:solidFill>
                <a:latin typeface="Calibri"/>
                <a:cs typeface="Calibri"/>
              </a:rPr>
              <a:t> block</a:t>
            </a:r>
            <a:r>
              <a:rPr sz="2600" dirty="0">
                <a:solidFill>
                  <a:srgbClr val="3F3F3F"/>
                </a:solidFill>
                <a:latin typeface="Calibri"/>
                <a:cs typeface="Calibri"/>
              </a:rPr>
              <a:t> </a:t>
            </a:r>
            <a:r>
              <a:rPr sz="2600" spc="-5" dirty="0">
                <a:solidFill>
                  <a:srgbClr val="3F3F3F"/>
                </a:solidFill>
                <a:latin typeface="Calibri"/>
                <a:cs typeface="Calibri"/>
              </a:rPr>
              <a:t>of addresses</a:t>
            </a:r>
            <a:r>
              <a:rPr sz="2600" spc="-50"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dirty="0">
                <a:solidFill>
                  <a:srgbClr val="3F3F3F"/>
                </a:solidFill>
                <a:latin typeface="Calibri"/>
                <a:cs typeface="Calibri"/>
              </a:rPr>
              <a:t>an ISP</a:t>
            </a:r>
            <a:r>
              <a:rPr sz="2600" spc="-30" dirty="0">
                <a:solidFill>
                  <a:srgbClr val="3F3F3F"/>
                </a:solidFill>
                <a:latin typeface="Calibri"/>
                <a:cs typeface="Calibri"/>
              </a:rPr>
              <a:t> </a:t>
            </a:r>
            <a:r>
              <a:rPr sz="2600" spc="-5" dirty="0">
                <a:solidFill>
                  <a:srgbClr val="3F3F3F"/>
                </a:solidFill>
                <a:latin typeface="Calibri"/>
                <a:cs typeface="Calibri"/>
              </a:rPr>
              <a:t>(or</a:t>
            </a:r>
            <a:r>
              <a:rPr sz="2600" spc="10" dirty="0">
                <a:solidFill>
                  <a:srgbClr val="3F3F3F"/>
                </a:solidFill>
                <a:latin typeface="Calibri"/>
                <a:cs typeface="Calibri"/>
              </a:rPr>
              <a:t> </a:t>
            </a:r>
            <a:r>
              <a:rPr sz="2600" dirty="0">
                <a:solidFill>
                  <a:srgbClr val="3F3F3F"/>
                </a:solidFill>
                <a:latin typeface="Calibri"/>
                <a:cs typeface="Calibri"/>
              </a:rPr>
              <a:t>a </a:t>
            </a:r>
            <a:r>
              <a:rPr sz="2600" spc="-15" dirty="0">
                <a:solidFill>
                  <a:srgbClr val="3F3F3F"/>
                </a:solidFill>
                <a:latin typeface="Calibri"/>
                <a:cs typeface="Calibri"/>
              </a:rPr>
              <a:t>larger</a:t>
            </a:r>
            <a:endParaRPr sz="26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17</a:t>
            </a:fld>
            <a:endParaRPr dirty="0"/>
          </a:p>
        </p:txBody>
      </p:sp>
      <p:sp>
        <p:nvSpPr>
          <p:cNvPr id="9" name="object 9"/>
          <p:cNvSpPr txBox="1"/>
          <p:nvPr/>
        </p:nvSpPr>
        <p:spPr>
          <a:xfrm>
            <a:off x="672267" y="3853744"/>
            <a:ext cx="8654415" cy="2072106"/>
          </a:xfrm>
          <a:prstGeom prst="rect">
            <a:avLst/>
          </a:prstGeom>
        </p:spPr>
        <p:txBody>
          <a:bodyPr vert="horz" wrap="square" lIns="0" tIns="70485" rIns="0" bIns="0" rtlCol="0">
            <a:spAutoFit/>
          </a:bodyPr>
          <a:lstStyle/>
          <a:p>
            <a:pPr marL="214629">
              <a:lnSpc>
                <a:spcPct val="100000"/>
              </a:lnSpc>
              <a:spcBef>
                <a:spcPts val="555"/>
              </a:spcBef>
            </a:pPr>
            <a:r>
              <a:rPr sz="2600" spc="-15" dirty="0">
                <a:solidFill>
                  <a:srgbClr val="3F3F3F"/>
                </a:solidFill>
                <a:latin typeface="Calibri"/>
                <a:cs typeface="Calibri"/>
              </a:rPr>
              <a:t>organization </a:t>
            </a:r>
            <a:r>
              <a:rPr sz="2600" spc="-10" dirty="0">
                <a:solidFill>
                  <a:srgbClr val="3F3F3F"/>
                </a:solidFill>
                <a:latin typeface="Calibri"/>
                <a:cs typeface="Calibri"/>
              </a:rPr>
              <a:t>that</a:t>
            </a:r>
            <a:r>
              <a:rPr sz="2600"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10" dirty="0">
                <a:solidFill>
                  <a:srgbClr val="3F3F3F"/>
                </a:solidFill>
                <a:latin typeface="Calibri"/>
                <a:cs typeface="Calibri"/>
              </a:rPr>
              <a:t>considered</a:t>
            </a:r>
            <a:r>
              <a:rPr sz="2600" spc="-35" dirty="0">
                <a:solidFill>
                  <a:srgbClr val="3F3F3F"/>
                </a:solidFill>
                <a:latin typeface="Calibri"/>
                <a:cs typeface="Calibri"/>
              </a:rPr>
              <a:t> </a:t>
            </a:r>
            <a:r>
              <a:rPr sz="2600" dirty="0">
                <a:solidFill>
                  <a:srgbClr val="3F3F3F"/>
                </a:solidFill>
                <a:latin typeface="Calibri"/>
                <a:cs typeface="Calibri"/>
              </a:rPr>
              <a:t>an ISP</a:t>
            </a:r>
            <a:r>
              <a:rPr sz="2600" spc="-15" dirty="0">
                <a:solidFill>
                  <a:srgbClr val="3F3F3F"/>
                </a:solidFill>
                <a:latin typeface="Calibri"/>
                <a:cs typeface="Calibri"/>
              </a:rPr>
              <a:t> </a:t>
            </a:r>
            <a:r>
              <a:rPr sz="2600" spc="-5" dirty="0">
                <a:solidFill>
                  <a:srgbClr val="3F3F3F"/>
                </a:solidFill>
                <a:latin typeface="Calibri"/>
                <a:cs typeface="Calibri"/>
              </a:rPr>
              <a:t>in</a:t>
            </a:r>
            <a:r>
              <a:rPr sz="2600" spc="-10" dirty="0">
                <a:solidFill>
                  <a:srgbClr val="3F3F3F"/>
                </a:solidFill>
                <a:latin typeface="Calibri"/>
                <a:cs typeface="Calibri"/>
              </a:rPr>
              <a:t> </a:t>
            </a:r>
            <a:r>
              <a:rPr sz="2600" spc="-5" dirty="0">
                <a:solidFill>
                  <a:srgbClr val="3F3F3F"/>
                </a:solidFill>
                <a:latin typeface="Calibri"/>
                <a:cs typeface="Calibri"/>
              </a:rPr>
              <a:t>this</a:t>
            </a:r>
            <a:r>
              <a:rPr sz="2600" spc="-15" dirty="0">
                <a:solidFill>
                  <a:srgbClr val="3F3F3F"/>
                </a:solidFill>
                <a:latin typeface="Calibri"/>
                <a:cs typeface="Calibri"/>
              </a:rPr>
              <a:t> </a:t>
            </a:r>
            <a:r>
              <a:rPr sz="2600" spc="-5" dirty="0">
                <a:solidFill>
                  <a:srgbClr val="3F3F3F"/>
                </a:solidFill>
                <a:latin typeface="Calibri"/>
                <a:cs typeface="Calibri"/>
              </a:rPr>
              <a:t>case).</a:t>
            </a:r>
            <a:endParaRPr sz="2600" dirty="0">
              <a:latin typeface="Calibri"/>
              <a:cs typeface="Calibri"/>
            </a:endParaRPr>
          </a:p>
          <a:p>
            <a:pPr marL="214629" marR="159385" indent="-177165">
              <a:lnSpc>
                <a:spcPct val="70000"/>
              </a:lnSpc>
              <a:spcBef>
                <a:spcPts val="1390"/>
              </a:spcBef>
              <a:buClr>
                <a:srgbClr val="1CACE4"/>
              </a:buClr>
              <a:buFont typeface="Arial MT"/>
              <a:buChar char="•"/>
              <a:tabLst>
                <a:tab pos="215265" algn="l"/>
              </a:tabLst>
            </a:pPr>
            <a:r>
              <a:rPr sz="2600" spc="-15" dirty="0">
                <a:solidFill>
                  <a:srgbClr val="3F3F3F"/>
                </a:solidFill>
                <a:latin typeface="Calibri"/>
                <a:cs typeface="Calibri"/>
              </a:rPr>
              <a:t>For </a:t>
            </a:r>
            <a:r>
              <a:rPr sz="2600" dirty="0">
                <a:solidFill>
                  <a:srgbClr val="3F3F3F"/>
                </a:solidFill>
                <a:latin typeface="Calibri"/>
                <a:cs typeface="Calibri"/>
              </a:rPr>
              <a:t>the </a:t>
            </a:r>
            <a:r>
              <a:rPr sz="2600" spc="-10" dirty="0">
                <a:solidFill>
                  <a:srgbClr val="3F3F3F"/>
                </a:solidFill>
                <a:latin typeface="Calibri"/>
                <a:cs typeface="Calibri"/>
              </a:rPr>
              <a:t>proper operation </a:t>
            </a:r>
            <a:r>
              <a:rPr sz="2600" spc="-5" dirty="0">
                <a:solidFill>
                  <a:srgbClr val="3F3F3F"/>
                </a:solidFill>
                <a:latin typeface="Calibri"/>
                <a:cs typeface="Calibri"/>
              </a:rPr>
              <a:t>of </a:t>
            </a:r>
            <a:r>
              <a:rPr sz="2600" dirty="0">
                <a:solidFill>
                  <a:srgbClr val="3F3F3F"/>
                </a:solidFill>
                <a:latin typeface="Calibri"/>
                <a:cs typeface="Calibri"/>
              </a:rPr>
              <a:t>the CIDR, </a:t>
            </a:r>
            <a:r>
              <a:rPr sz="2600" spc="-10" dirty="0">
                <a:solidFill>
                  <a:srgbClr val="3F3F3F"/>
                </a:solidFill>
                <a:latin typeface="Calibri"/>
                <a:cs typeface="Calibri"/>
              </a:rPr>
              <a:t>two restrictions </a:t>
            </a:r>
            <a:r>
              <a:rPr sz="2600" spc="-5" dirty="0">
                <a:solidFill>
                  <a:srgbClr val="3F3F3F"/>
                </a:solidFill>
                <a:latin typeface="Calibri"/>
                <a:cs typeface="Calibri"/>
              </a:rPr>
              <a:t>need </a:t>
            </a:r>
            <a:r>
              <a:rPr sz="2600" spc="-15" dirty="0">
                <a:solidFill>
                  <a:srgbClr val="3F3F3F"/>
                </a:solidFill>
                <a:latin typeface="Calibri"/>
                <a:cs typeface="Calibri"/>
              </a:rPr>
              <a:t>to </a:t>
            </a:r>
            <a:r>
              <a:rPr sz="2600" spc="-575" dirty="0">
                <a:solidFill>
                  <a:srgbClr val="3F3F3F"/>
                </a:solidFill>
                <a:latin typeface="Calibri"/>
                <a:cs typeface="Calibri"/>
              </a:rPr>
              <a:t> </a:t>
            </a:r>
            <a:r>
              <a:rPr sz="2600" spc="-5" dirty="0">
                <a:solidFill>
                  <a:srgbClr val="3F3F3F"/>
                </a:solidFill>
                <a:latin typeface="Calibri"/>
                <a:cs typeface="Calibri"/>
              </a:rPr>
              <a:t>be</a:t>
            </a:r>
            <a:r>
              <a:rPr sz="2600" spc="-30" dirty="0">
                <a:solidFill>
                  <a:srgbClr val="3F3F3F"/>
                </a:solidFill>
                <a:latin typeface="Calibri"/>
                <a:cs typeface="Calibri"/>
              </a:rPr>
              <a:t> </a:t>
            </a:r>
            <a:r>
              <a:rPr sz="2600" dirty="0">
                <a:solidFill>
                  <a:srgbClr val="3F3F3F"/>
                </a:solidFill>
                <a:latin typeface="Calibri"/>
                <a:cs typeface="Calibri"/>
              </a:rPr>
              <a:t>applied</a:t>
            </a:r>
            <a:r>
              <a:rPr sz="2600" spc="-25"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dirty="0">
                <a:solidFill>
                  <a:srgbClr val="3F3F3F"/>
                </a:solidFill>
                <a:latin typeface="Calibri"/>
                <a:cs typeface="Calibri"/>
              </a:rPr>
              <a:t>the</a:t>
            </a:r>
            <a:r>
              <a:rPr sz="2600" spc="-15" dirty="0">
                <a:solidFill>
                  <a:srgbClr val="3F3F3F"/>
                </a:solidFill>
                <a:latin typeface="Calibri"/>
                <a:cs typeface="Calibri"/>
              </a:rPr>
              <a:t> </a:t>
            </a:r>
            <a:r>
              <a:rPr sz="2600" spc="-10" dirty="0">
                <a:solidFill>
                  <a:srgbClr val="3F3F3F"/>
                </a:solidFill>
                <a:latin typeface="Calibri"/>
                <a:cs typeface="Calibri"/>
              </a:rPr>
              <a:t>allocated</a:t>
            </a:r>
            <a:r>
              <a:rPr sz="2600" spc="-15" dirty="0">
                <a:solidFill>
                  <a:srgbClr val="3F3F3F"/>
                </a:solidFill>
                <a:latin typeface="Calibri"/>
                <a:cs typeface="Calibri"/>
              </a:rPr>
              <a:t> </a:t>
            </a:r>
            <a:r>
              <a:rPr sz="2600" spc="-5" dirty="0">
                <a:solidFill>
                  <a:srgbClr val="3F3F3F"/>
                </a:solidFill>
                <a:latin typeface="Calibri"/>
                <a:cs typeface="Calibri"/>
              </a:rPr>
              <a:t>block</a:t>
            </a:r>
            <a:endParaRPr sz="2600" dirty="0">
              <a:latin typeface="Calibri"/>
              <a:cs typeface="Calibri"/>
            </a:endParaRPr>
          </a:p>
          <a:p>
            <a:pPr marL="444500" lvl="1" indent="-183515">
              <a:lnSpc>
                <a:spcPts val="2165"/>
              </a:lnSpc>
              <a:buClr>
                <a:srgbClr val="1CACE4"/>
              </a:buClr>
              <a:buChar char="◦"/>
              <a:tabLst>
                <a:tab pos="445134" algn="l"/>
              </a:tabLst>
            </a:pPr>
            <a:r>
              <a:rPr sz="2200" spc="-10" dirty="0">
                <a:solidFill>
                  <a:srgbClr val="3F3F3F"/>
                </a:solidFill>
                <a:latin typeface="Calibri"/>
                <a:cs typeface="Calibri"/>
              </a:rPr>
              <a:t>The</a:t>
            </a:r>
            <a:r>
              <a:rPr sz="2200" dirty="0">
                <a:solidFill>
                  <a:srgbClr val="3F3F3F"/>
                </a:solidFill>
                <a:latin typeface="Calibri"/>
                <a:cs typeface="Calibri"/>
              </a:rPr>
              <a:t> </a:t>
            </a:r>
            <a:r>
              <a:rPr sz="2200" spc="-10" dirty="0">
                <a:solidFill>
                  <a:srgbClr val="3F3F3F"/>
                </a:solidFill>
                <a:latin typeface="Calibri"/>
                <a:cs typeface="Calibri"/>
              </a:rPr>
              <a:t>number</a:t>
            </a:r>
            <a:r>
              <a:rPr sz="2200" spc="10" dirty="0">
                <a:solidFill>
                  <a:srgbClr val="3F3F3F"/>
                </a:solidFill>
                <a:latin typeface="Calibri"/>
                <a:cs typeface="Calibri"/>
              </a:rPr>
              <a:t> </a:t>
            </a:r>
            <a:r>
              <a:rPr sz="2200" spc="-5" dirty="0">
                <a:solidFill>
                  <a:srgbClr val="3F3F3F"/>
                </a:solidFill>
                <a:latin typeface="Calibri"/>
                <a:cs typeface="Calibri"/>
              </a:rPr>
              <a:t>of</a:t>
            </a:r>
            <a:r>
              <a:rPr sz="2200" spc="5" dirty="0">
                <a:solidFill>
                  <a:srgbClr val="3F3F3F"/>
                </a:solidFill>
                <a:latin typeface="Calibri"/>
                <a:cs typeface="Calibri"/>
              </a:rPr>
              <a:t> </a:t>
            </a:r>
            <a:r>
              <a:rPr sz="2200" spc="-15" dirty="0">
                <a:solidFill>
                  <a:srgbClr val="3F3F3F"/>
                </a:solidFill>
                <a:latin typeface="Calibri"/>
                <a:cs typeface="Calibri"/>
              </a:rPr>
              <a:t>requested</a:t>
            </a:r>
            <a:r>
              <a:rPr sz="2200" dirty="0">
                <a:solidFill>
                  <a:srgbClr val="3F3F3F"/>
                </a:solidFill>
                <a:latin typeface="Calibri"/>
                <a:cs typeface="Calibri"/>
              </a:rPr>
              <a:t> </a:t>
            </a:r>
            <a:r>
              <a:rPr sz="2200" spc="-10" dirty="0">
                <a:solidFill>
                  <a:srgbClr val="3F3F3F"/>
                </a:solidFill>
                <a:latin typeface="Calibri"/>
                <a:cs typeface="Calibri"/>
              </a:rPr>
              <a:t>addresses,</a:t>
            </a:r>
            <a:r>
              <a:rPr sz="2200" spc="20" dirty="0">
                <a:solidFill>
                  <a:srgbClr val="3F3F3F"/>
                </a:solidFill>
                <a:latin typeface="Calibri"/>
                <a:cs typeface="Calibri"/>
              </a:rPr>
              <a:t> </a:t>
            </a:r>
            <a:r>
              <a:rPr sz="2200" i="1" spc="-5" dirty="0">
                <a:solidFill>
                  <a:srgbClr val="3F3F3F"/>
                </a:solidFill>
                <a:latin typeface="Calibri"/>
                <a:cs typeface="Calibri"/>
              </a:rPr>
              <a:t>N,</a:t>
            </a:r>
            <a:r>
              <a:rPr sz="2200" i="1" dirty="0">
                <a:solidFill>
                  <a:srgbClr val="3F3F3F"/>
                </a:solidFill>
                <a:latin typeface="Calibri"/>
                <a:cs typeface="Calibri"/>
              </a:rPr>
              <a:t> </a:t>
            </a:r>
            <a:r>
              <a:rPr sz="2200" i="1" spc="-10" dirty="0">
                <a:solidFill>
                  <a:srgbClr val="3F3F3F"/>
                </a:solidFill>
                <a:latin typeface="Calibri"/>
                <a:cs typeface="Calibri"/>
              </a:rPr>
              <a:t>needs</a:t>
            </a:r>
            <a:r>
              <a:rPr sz="2200" i="1" dirty="0">
                <a:solidFill>
                  <a:srgbClr val="3F3F3F"/>
                </a:solidFill>
                <a:latin typeface="Calibri"/>
                <a:cs typeface="Calibri"/>
              </a:rPr>
              <a:t> </a:t>
            </a:r>
            <a:r>
              <a:rPr sz="2200" i="1" spc="-20" dirty="0">
                <a:solidFill>
                  <a:srgbClr val="3F3F3F"/>
                </a:solidFill>
                <a:latin typeface="Calibri"/>
                <a:cs typeface="Calibri"/>
              </a:rPr>
              <a:t>to</a:t>
            </a:r>
            <a:r>
              <a:rPr sz="2200" i="1" spc="5" dirty="0">
                <a:solidFill>
                  <a:srgbClr val="3F3F3F"/>
                </a:solidFill>
                <a:latin typeface="Calibri"/>
                <a:cs typeface="Calibri"/>
              </a:rPr>
              <a:t> </a:t>
            </a:r>
            <a:r>
              <a:rPr sz="2200" i="1" spc="-5" dirty="0">
                <a:solidFill>
                  <a:srgbClr val="3F3F3F"/>
                </a:solidFill>
                <a:latin typeface="Calibri"/>
                <a:cs typeface="Calibri"/>
              </a:rPr>
              <a:t>be</a:t>
            </a:r>
            <a:r>
              <a:rPr sz="2200" i="1" spc="5" dirty="0">
                <a:solidFill>
                  <a:srgbClr val="3F3F3F"/>
                </a:solidFill>
                <a:latin typeface="Calibri"/>
                <a:cs typeface="Calibri"/>
              </a:rPr>
              <a:t> </a:t>
            </a:r>
            <a:r>
              <a:rPr sz="2200" i="1" spc="-5" dirty="0">
                <a:solidFill>
                  <a:srgbClr val="3F3F3F"/>
                </a:solidFill>
                <a:latin typeface="Calibri"/>
                <a:cs typeface="Calibri"/>
              </a:rPr>
              <a:t>a</a:t>
            </a:r>
            <a:r>
              <a:rPr sz="2200" i="1" spc="-10" dirty="0">
                <a:solidFill>
                  <a:srgbClr val="3F3F3F"/>
                </a:solidFill>
                <a:latin typeface="Calibri"/>
                <a:cs typeface="Calibri"/>
              </a:rPr>
              <a:t> power</a:t>
            </a:r>
            <a:r>
              <a:rPr sz="2200" i="1" spc="10" dirty="0">
                <a:solidFill>
                  <a:srgbClr val="3F3F3F"/>
                </a:solidFill>
                <a:latin typeface="Calibri"/>
                <a:cs typeface="Calibri"/>
              </a:rPr>
              <a:t> </a:t>
            </a:r>
            <a:r>
              <a:rPr sz="2200" i="1" spc="-5" dirty="0">
                <a:solidFill>
                  <a:srgbClr val="3F3F3F"/>
                </a:solidFill>
                <a:latin typeface="Calibri"/>
                <a:cs typeface="Calibri"/>
              </a:rPr>
              <a:t>of</a:t>
            </a:r>
            <a:r>
              <a:rPr sz="2200" i="1" spc="5" dirty="0">
                <a:solidFill>
                  <a:srgbClr val="3F3F3F"/>
                </a:solidFill>
                <a:latin typeface="Calibri"/>
                <a:cs typeface="Calibri"/>
              </a:rPr>
              <a:t> </a:t>
            </a:r>
            <a:r>
              <a:rPr sz="2200" i="1" spc="-5" dirty="0">
                <a:solidFill>
                  <a:srgbClr val="3F3F3F"/>
                </a:solidFill>
                <a:latin typeface="Calibri"/>
                <a:cs typeface="Calibri"/>
              </a:rPr>
              <a:t>2</a:t>
            </a:r>
            <a:endParaRPr sz="2200" dirty="0">
              <a:latin typeface="Calibri"/>
              <a:cs typeface="Calibri"/>
            </a:endParaRPr>
          </a:p>
          <a:p>
            <a:pPr marL="444500" marR="30480" lvl="1" indent="-182880">
              <a:lnSpc>
                <a:spcPct val="70000"/>
              </a:lnSpc>
              <a:spcBef>
                <a:spcPts val="695"/>
              </a:spcBef>
              <a:buClr>
                <a:srgbClr val="1CACE4"/>
              </a:buClr>
              <a:buChar char="◦"/>
              <a:tabLst>
                <a:tab pos="445134"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15" dirty="0">
                <a:solidFill>
                  <a:srgbClr val="3F3F3F"/>
                </a:solidFill>
                <a:latin typeface="Calibri"/>
                <a:cs typeface="Calibri"/>
              </a:rPr>
              <a:t>requested</a:t>
            </a:r>
            <a:r>
              <a:rPr sz="2200" spc="5" dirty="0">
                <a:solidFill>
                  <a:srgbClr val="3F3F3F"/>
                </a:solidFill>
                <a:latin typeface="Calibri"/>
                <a:cs typeface="Calibri"/>
              </a:rPr>
              <a:t> </a:t>
            </a:r>
            <a:r>
              <a:rPr sz="2200" spc="-10" dirty="0">
                <a:solidFill>
                  <a:srgbClr val="3F3F3F"/>
                </a:solidFill>
                <a:latin typeface="Calibri"/>
                <a:cs typeface="Calibri"/>
              </a:rPr>
              <a:t>block</a:t>
            </a:r>
            <a:r>
              <a:rPr sz="2200" spc="5" dirty="0">
                <a:solidFill>
                  <a:srgbClr val="3F3F3F"/>
                </a:solidFill>
                <a:latin typeface="Calibri"/>
                <a:cs typeface="Calibri"/>
              </a:rPr>
              <a:t> </a:t>
            </a:r>
            <a:r>
              <a:rPr sz="2200" spc="-10" dirty="0">
                <a:solidFill>
                  <a:srgbClr val="3F3F3F"/>
                </a:solidFill>
                <a:latin typeface="Calibri"/>
                <a:cs typeface="Calibri"/>
              </a:rPr>
              <a:t>needs</a:t>
            </a:r>
            <a:r>
              <a:rPr sz="2200" spc="10" dirty="0">
                <a:solidFill>
                  <a:srgbClr val="3F3F3F"/>
                </a:solidFill>
                <a:latin typeface="Calibri"/>
                <a:cs typeface="Calibri"/>
              </a:rPr>
              <a:t> </a:t>
            </a:r>
            <a:r>
              <a:rPr sz="2200" spc="-20" dirty="0">
                <a:solidFill>
                  <a:srgbClr val="3F3F3F"/>
                </a:solidFill>
                <a:latin typeface="Calibri"/>
                <a:cs typeface="Calibri"/>
              </a:rPr>
              <a:t>to</a:t>
            </a:r>
            <a:r>
              <a:rPr sz="2200" spc="25" dirty="0">
                <a:solidFill>
                  <a:srgbClr val="3F3F3F"/>
                </a:solidFill>
                <a:latin typeface="Calibri"/>
                <a:cs typeface="Calibri"/>
              </a:rPr>
              <a:t> </a:t>
            </a:r>
            <a:r>
              <a:rPr sz="2200" spc="-5" dirty="0">
                <a:solidFill>
                  <a:srgbClr val="3F3F3F"/>
                </a:solidFill>
                <a:latin typeface="Calibri"/>
                <a:cs typeface="Calibri"/>
              </a:rPr>
              <a:t>be</a:t>
            </a:r>
            <a:r>
              <a:rPr sz="2200" spc="10" dirty="0">
                <a:solidFill>
                  <a:srgbClr val="3F3F3F"/>
                </a:solidFill>
                <a:latin typeface="Calibri"/>
                <a:cs typeface="Calibri"/>
              </a:rPr>
              <a:t> </a:t>
            </a:r>
            <a:r>
              <a:rPr sz="2200" spc="-15" dirty="0">
                <a:solidFill>
                  <a:srgbClr val="3F3F3F"/>
                </a:solidFill>
                <a:latin typeface="Calibri"/>
                <a:cs typeface="Calibri"/>
              </a:rPr>
              <a:t>allocated</a:t>
            </a:r>
            <a:r>
              <a:rPr sz="2200" spc="-5" dirty="0">
                <a:solidFill>
                  <a:srgbClr val="3F3F3F"/>
                </a:solidFill>
                <a:latin typeface="Calibri"/>
                <a:cs typeface="Calibri"/>
              </a:rPr>
              <a:t> </a:t>
            </a:r>
            <a:r>
              <a:rPr sz="2200" spc="-10" dirty="0">
                <a:solidFill>
                  <a:srgbClr val="3F3F3F"/>
                </a:solidFill>
                <a:latin typeface="Calibri"/>
                <a:cs typeface="Calibri"/>
              </a:rPr>
              <a:t>where</a:t>
            </a:r>
            <a:r>
              <a:rPr sz="2200" spc="15" dirty="0">
                <a:solidFill>
                  <a:srgbClr val="3F3F3F"/>
                </a:solidFill>
                <a:latin typeface="Calibri"/>
                <a:cs typeface="Calibri"/>
              </a:rPr>
              <a:t> </a:t>
            </a:r>
            <a:r>
              <a:rPr sz="2200" spc="-10" dirty="0">
                <a:solidFill>
                  <a:srgbClr val="3F3F3F"/>
                </a:solidFill>
                <a:latin typeface="Calibri"/>
                <a:cs typeface="Calibri"/>
              </a:rPr>
              <a:t>there</a:t>
            </a:r>
            <a:r>
              <a:rPr sz="2200" spc="5" dirty="0">
                <a:solidFill>
                  <a:srgbClr val="3F3F3F"/>
                </a:solidFill>
                <a:latin typeface="Calibri"/>
                <a:cs typeface="Calibri"/>
              </a:rPr>
              <a:t> </a:t>
            </a:r>
            <a:r>
              <a:rPr sz="2200" spc="-15" dirty="0">
                <a:solidFill>
                  <a:srgbClr val="3F3F3F"/>
                </a:solidFill>
                <a:latin typeface="Calibri"/>
                <a:cs typeface="Calibri"/>
              </a:rPr>
              <a:t>are</a:t>
            </a:r>
            <a:r>
              <a:rPr sz="2200" spc="-5" dirty="0">
                <a:solidFill>
                  <a:srgbClr val="3F3F3F"/>
                </a:solidFill>
                <a:latin typeface="Calibri"/>
                <a:cs typeface="Calibri"/>
              </a:rPr>
              <a:t> a</a:t>
            </a:r>
            <a:r>
              <a:rPr sz="2200" dirty="0">
                <a:solidFill>
                  <a:srgbClr val="3F3F3F"/>
                </a:solidFill>
                <a:latin typeface="Calibri"/>
                <a:cs typeface="Calibri"/>
              </a:rPr>
              <a:t> </a:t>
            </a:r>
            <a:r>
              <a:rPr sz="2200" spc="-15" dirty="0">
                <a:solidFill>
                  <a:srgbClr val="3F3F3F"/>
                </a:solidFill>
                <a:latin typeface="Calibri"/>
                <a:cs typeface="Calibri"/>
              </a:rPr>
              <a:t>contiguous </a:t>
            </a:r>
            <a:r>
              <a:rPr sz="2200" spc="-480" dirty="0">
                <a:solidFill>
                  <a:srgbClr val="3F3F3F"/>
                </a:solidFill>
                <a:latin typeface="Calibri"/>
                <a:cs typeface="Calibri"/>
              </a:rPr>
              <a:t> </a:t>
            </a:r>
            <a:r>
              <a:rPr sz="2200" spc="-10" dirty="0">
                <a:solidFill>
                  <a:srgbClr val="3F3F3F"/>
                </a:solidFill>
                <a:latin typeface="Calibri"/>
                <a:cs typeface="Calibri"/>
              </a:rPr>
              <a:t>number</a:t>
            </a:r>
            <a:r>
              <a:rPr sz="2200" spc="-5" dirty="0">
                <a:solidFill>
                  <a:srgbClr val="3F3F3F"/>
                </a:solidFill>
                <a:latin typeface="Calibri"/>
                <a:cs typeface="Calibri"/>
              </a:rPr>
              <a:t> of</a:t>
            </a:r>
            <a:r>
              <a:rPr sz="2200" dirty="0">
                <a:solidFill>
                  <a:srgbClr val="3F3F3F"/>
                </a:solidFill>
                <a:latin typeface="Calibri"/>
                <a:cs typeface="Calibri"/>
              </a:rPr>
              <a:t> </a:t>
            </a:r>
            <a:r>
              <a:rPr sz="2200" spc="-15" dirty="0">
                <a:solidFill>
                  <a:srgbClr val="3F3F3F"/>
                </a:solidFill>
                <a:latin typeface="Calibri"/>
                <a:cs typeface="Calibri"/>
              </a:rPr>
              <a:t>available</a:t>
            </a:r>
            <a:r>
              <a:rPr sz="2200" spc="-30" dirty="0">
                <a:solidFill>
                  <a:srgbClr val="3F3F3F"/>
                </a:solidFill>
                <a:latin typeface="Calibri"/>
                <a:cs typeface="Calibri"/>
              </a:rPr>
              <a:t> </a:t>
            </a:r>
            <a:r>
              <a:rPr sz="2200" spc="-10" dirty="0">
                <a:solidFill>
                  <a:srgbClr val="3F3F3F"/>
                </a:solidFill>
                <a:latin typeface="Calibri"/>
                <a:cs typeface="Calibri"/>
              </a:rPr>
              <a:t>addresses</a:t>
            </a:r>
            <a:r>
              <a:rPr sz="2200" spc="-5" dirty="0">
                <a:solidFill>
                  <a:srgbClr val="3F3F3F"/>
                </a:solidFill>
                <a:latin typeface="Calibri"/>
                <a:cs typeface="Calibri"/>
              </a:rPr>
              <a:t> in</a:t>
            </a:r>
            <a:r>
              <a:rPr sz="2200" spc="-10" dirty="0">
                <a:solidFill>
                  <a:srgbClr val="3F3F3F"/>
                </a:solidFill>
                <a:latin typeface="Calibri"/>
                <a:cs typeface="Calibri"/>
              </a:rPr>
              <a:t> the</a:t>
            </a:r>
            <a:r>
              <a:rPr sz="2200" spc="10" dirty="0">
                <a:solidFill>
                  <a:srgbClr val="3F3F3F"/>
                </a:solidFill>
                <a:latin typeface="Calibri"/>
                <a:cs typeface="Calibri"/>
              </a:rPr>
              <a:t> </a:t>
            </a:r>
            <a:r>
              <a:rPr sz="2200" spc="-10" dirty="0">
                <a:solidFill>
                  <a:srgbClr val="3F3F3F"/>
                </a:solidFill>
                <a:latin typeface="Calibri"/>
                <a:cs typeface="Calibri"/>
              </a:rPr>
              <a:t>address</a:t>
            </a:r>
            <a:r>
              <a:rPr sz="2200" spc="-15" dirty="0">
                <a:solidFill>
                  <a:srgbClr val="3F3F3F"/>
                </a:solidFill>
                <a:latin typeface="Calibri"/>
                <a:cs typeface="Calibri"/>
              </a:rPr>
              <a:t> </a:t>
            </a:r>
            <a:r>
              <a:rPr sz="2200" spc="-5" dirty="0">
                <a:solidFill>
                  <a:srgbClr val="3F3F3F"/>
                </a:solidFill>
                <a:latin typeface="Calibri"/>
                <a:cs typeface="Calibri"/>
              </a:rPr>
              <a:t>space</a:t>
            </a:r>
            <a:endParaRPr lang="en-IN" sz="2200" spc="-5" dirty="0">
              <a:solidFill>
                <a:srgbClr val="3F3F3F"/>
              </a:solidFill>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942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endParaRPr sz="4800">
              <a:latin typeface="Arial"/>
              <a:cs typeface="Arial"/>
            </a:endParaRPr>
          </a:p>
        </p:txBody>
      </p:sp>
      <p:sp>
        <p:nvSpPr>
          <p:cNvPr id="3" name="object 3"/>
          <p:cNvSpPr txBox="1"/>
          <p:nvPr/>
        </p:nvSpPr>
        <p:spPr>
          <a:xfrm>
            <a:off x="672267" y="1769826"/>
            <a:ext cx="8432165" cy="1962076"/>
          </a:xfrm>
          <a:prstGeom prst="rect">
            <a:avLst/>
          </a:prstGeom>
        </p:spPr>
        <p:txBody>
          <a:bodyPr vert="horz" wrap="square" lIns="0" tIns="60960" rIns="0" bIns="0" rtlCol="0">
            <a:spAutoFit/>
          </a:bodyPr>
          <a:lstStyle/>
          <a:p>
            <a:pPr marL="214629" marR="30480" indent="-177165">
              <a:lnSpc>
                <a:spcPts val="3020"/>
              </a:lnSpc>
              <a:spcBef>
                <a:spcPts val="480"/>
              </a:spcBef>
              <a:buClr>
                <a:srgbClr val="1CACE4"/>
              </a:buClr>
              <a:buFont typeface="Arial MT"/>
              <a:buChar char="•"/>
              <a:tabLst>
                <a:tab pos="215265" algn="l"/>
              </a:tabLst>
            </a:pPr>
            <a:r>
              <a:rPr sz="2800" spc="-5" dirty="0">
                <a:solidFill>
                  <a:srgbClr val="3F3F3F"/>
                </a:solidFill>
                <a:latin typeface="Calibri"/>
                <a:cs typeface="Calibri"/>
              </a:rPr>
              <a:t>An ISP</a:t>
            </a:r>
            <a:r>
              <a:rPr sz="2800" spc="5" dirty="0">
                <a:solidFill>
                  <a:srgbClr val="3F3F3F"/>
                </a:solidFill>
                <a:latin typeface="Calibri"/>
                <a:cs typeface="Calibri"/>
              </a:rPr>
              <a:t> </a:t>
            </a:r>
            <a:r>
              <a:rPr sz="2800" spc="-5" dirty="0">
                <a:solidFill>
                  <a:srgbClr val="3F3F3F"/>
                </a:solidFill>
                <a:latin typeface="Calibri"/>
                <a:cs typeface="Calibri"/>
              </a:rPr>
              <a:t>has</a:t>
            </a:r>
            <a:r>
              <a:rPr sz="2800" spc="10" dirty="0">
                <a:solidFill>
                  <a:srgbClr val="3F3F3F"/>
                </a:solidFill>
                <a:latin typeface="Calibri"/>
                <a:cs typeface="Calibri"/>
              </a:rPr>
              <a:t> </a:t>
            </a:r>
            <a:r>
              <a:rPr sz="2800" spc="-20" dirty="0">
                <a:solidFill>
                  <a:srgbClr val="3F3F3F"/>
                </a:solidFill>
                <a:latin typeface="Calibri"/>
                <a:cs typeface="Calibri"/>
              </a:rPr>
              <a:t>requested</a:t>
            </a:r>
            <a:r>
              <a:rPr sz="2800" spc="30" dirty="0">
                <a:solidFill>
                  <a:srgbClr val="3F3F3F"/>
                </a:solidFill>
                <a:latin typeface="Calibri"/>
                <a:cs typeface="Calibri"/>
              </a:rPr>
              <a:t> </a:t>
            </a:r>
            <a:r>
              <a:rPr sz="2800" spc="-5" dirty="0">
                <a:solidFill>
                  <a:srgbClr val="3F3F3F"/>
                </a:solidFill>
                <a:latin typeface="Calibri"/>
                <a:cs typeface="Calibri"/>
              </a:rPr>
              <a:t>a </a:t>
            </a:r>
            <a:r>
              <a:rPr sz="2800" spc="-10" dirty="0">
                <a:solidFill>
                  <a:srgbClr val="3F3F3F"/>
                </a:solidFill>
                <a:latin typeface="Calibri"/>
                <a:cs typeface="Calibri"/>
              </a:rPr>
              <a:t>block</a:t>
            </a:r>
            <a:r>
              <a:rPr sz="2800" spc="2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1000</a:t>
            </a:r>
            <a:r>
              <a:rPr sz="2800" spc="35" dirty="0">
                <a:solidFill>
                  <a:srgbClr val="3F3F3F"/>
                </a:solidFill>
                <a:latin typeface="Calibri"/>
                <a:cs typeface="Calibri"/>
              </a:rPr>
              <a:t>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10" dirty="0">
                <a:solidFill>
                  <a:srgbClr val="3F3F3F"/>
                </a:solidFill>
                <a:latin typeface="Calibri"/>
                <a:cs typeface="Calibri"/>
              </a:rPr>
              <a:t>Because </a:t>
            </a:r>
            <a:r>
              <a:rPr sz="2800" spc="-620" dirty="0">
                <a:solidFill>
                  <a:srgbClr val="3F3F3F"/>
                </a:solidFill>
                <a:latin typeface="Calibri"/>
                <a:cs typeface="Calibri"/>
              </a:rPr>
              <a:t> </a:t>
            </a:r>
            <a:r>
              <a:rPr sz="2800" spc="-10" dirty="0">
                <a:solidFill>
                  <a:srgbClr val="3F3F3F"/>
                </a:solidFill>
                <a:latin typeface="Calibri"/>
                <a:cs typeface="Calibri"/>
              </a:rPr>
              <a:t>1000</a:t>
            </a:r>
            <a:r>
              <a:rPr sz="2800" spc="1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0" dirty="0">
                <a:solidFill>
                  <a:srgbClr val="3F3F3F"/>
                </a:solidFill>
                <a:latin typeface="Calibri"/>
                <a:cs typeface="Calibri"/>
              </a:rPr>
              <a:t>not</a:t>
            </a:r>
            <a:r>
              <a:rPr sz="2800" spc="10"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15" dirty="0">
                <a:solidFill>
                  <a:srgbClr val="3F3F3F"/>
                </a:solidFill>
                <a:latin typeface="Calibri"/>
                <a:cs typeface="Calibri"/>
              </a:rPr>
              <a:t>power</a:t>
            </a:r>
            <a:r>
              <a:rPr sz="2800" dirty="0">
                <a:solidFill>
                  <a:srgbClr val="3F3F3F"/>
                </a:solidFill>
                <a:latin typeface="Calibri"/>
                <a:cs typeface="Calibri"/>
              </a:rPr>
              <a:t> </a:t>
            </a:r>
            <a:r>
              <a:rPr sz="2800" spc="-5" dirty="0">
                <a:solidFill>
                  <a:srgbClr val="3F3F3F"/>
                </a:solidFill>
                <a:latin typeface="Calibri"/>
                <a:cs typeface="Calibri"/>
              </a:rPr>
              <a:t>of 2,</a:t>
            </a:r>
            <a:r>
              <a:rPr sz="2800" spc="5" dirty="0">
                <a:solidFill>
                  <a:srgbClr val="3F3F3F"/>
                </a:solidFill>
                <a:latin typeface="Calibri"/>
                <a:cs typeface="Calibri"/>
              </a:rPr>
              <a:t> </a:t>
            </a:r>
            <a:r>
              <a:rPr sz="2800" spc="-10" dirty="0">
                <a:solidFill>
                  <a:srgbClr val="3F3F3F"/>
                </a:solidFill>
                <a:latin typeface="Calibri"/>
                <a:cs typeface="Calibri"/>
              </a:rPr>
              <a:t>1024</a:t>
            </a:r>
            <a:r>
              <a:rPr sz="2800" spc="30" dirty="0">
                <a:solidFill>
                  <a:srgbClr val="3F3F3F"/>
                </a:solidFill>
                <a:latin typeface="Calibri"/>
                <a:cs typeface="Calibri"/>
              </a:rPr>
              <a:t>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20" dirty="0">
                <a:solidFill>
                  <a:srgbClr val="3F3F3F"/>
                </a:solidFill>
                <a:latin typeface="Calibri"/>
                <a:cs typeface="Calibri"/>
              </a:rPr>
              <a:t>are</a:t>
            </a:r>
            <a:r>
              <a:rPr sz="2800" dirty="0">
                <a:solidFill>
                  <a:srgbClr val="3F3F3F"/>
                </a:solidFill>
                <a:latin typeface="Calibri"/>
                <a:cs typeface="Calibri"/>
              </a:rPr>
              <a:t> </a:t>
            </a:r>
            <a:r>
              <a:rPr sz="2800" spc="-20" dirty="0">
                <a:solidFill>
                  <a:srgbClr val="3F3F3F"/>
                </a:solidFill>
                <a:latin typeface="Calibri"/>
                <a:cs typeface="Calibri"/>
              </a:rPr>
              <a:t>granted.</a:t>
            </a:r>
            <a:endParaRPr sz="2800" dirty="0">
              <a:latin typeface="Calibri"/>
              <a:cs typeface="Calibri"/>
            </a:endParaRPr>
          </a:p>
          <a:p>
            <a:pPr marL="214629" indent="-177165">
              <a:lnSpc>
                <a:spcPct val="100000"/>
              </a:lnSpc>
              <a:spcBef>
                <a:spcPts val="1025"/>
              </a:spcBef>
              <a:buClr>
                <a:srgbClr val="1CACE4"/>
              </a:buClr>
              <a:buFont typeface="Arial MT"/>
              <a:buChar char="•"/>
              <a:tabLst>
                <a:tab pos="215265" algn="l"/>
              </a:tabLst>
            </a:pPr>
            <a:r>
              <a:rPr sz="2800" spc="-5" dirty="0">
                <a:solidFill>
                  <a:srgbClr val="3F3F3F"/>
                </a:solidFill>
                <a:latin typeface="Calibri"/>
                <a:cs typeface="Calibri"/>
              </a:rPr>
              <a:t>The</a:t>
            </a:r>
            <a:r>
              <a:rPr sz="2800" spc="-10" dirty="0">
                <a:solidFill>
                  <a:srgbClr val="3F3F3F"/>
                </a:solidFill>
                <a:latin typeface="Calibri"/>
                <a:cs typeface="Calibri"/>
              </a:rPr>
              <a:t> </a:t>
            </a:r>
            <a:r>
              <a:rPr sz="2800" spc="-20" dirty="0">
                <a:solidFill>
                  <a:srgbClr val="3F3F3F"/>
                </a:solidFill>
                <a:latin typeface="Calibri"/>
                <a:cs typeface="Calibri"/>
              </a:rPr>
              <a:t>prefix</a:t>
            </a:r>
            <a:r>
              <a:rPr sz="2800" spc="15" dirty="0">
                <a:solidFill>
                  <a:srgbClr val="3F3F3F"/>
                </a:solidFill>
                <a:latin typeface="Calibri"/>
                <a:cs typeface="Calibri"/>
              </a:rPr>
              <a:t> </a:t>
            </a:r>
            <a:r>
              <a:rPr sz="2800" spc="-15" dirty="0">
                <a:solidFill>
                  <a:srgbClr val="3F3F3F"/>
                </a:solidFill>
                <a:latin typeface="Calibri"/>
                <a:cs typeface="Calibri"/>
              </a:rPr>
              <a:t>length</a:t>
            </a:r>
            <a:r>
              <a:rPr sz="2800" spc="15"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15" dirty="0">
                <a:solidFill>
                  <a:srgbClr val="3F3F3F"/>
                </a:solidFill>
                <a:latin typeface="Calibri"/>
                <a:cs typeface="Calibri"/>
              </a:rPr>
              <a:t>calculated</a:t>
            </a:r>
            <a:r>
              <a:rPr sz="2800" spc="-5" dirty="0">
                <a:solidFill>
                  <a:srgbClr val="3F3F3F"/>
                </a:solidFill>
                <a:latin typeface="Calibri"/>
                <a:cs typeface="Calibri"/>
              </a:rPr>
              <a:t> as</a:t>
            </a:r>
            <a:r>
              <a:rPr sz="2800" spc="30" dirty="0">
                <a:solidFill>
                  <a:srgbClr val="3F3F3F"/>
                </a:solidFill>
                <a:latin typeface="Calibri"/>
                <a:cs typeface="Calibri"/>
              </a:rPr>
              <a:t> </a:t>
            </a:r>
            <a:r>
              <a:rPr sz="2800" i="1" spc="-5" dirty="0">
                <a:solidFill>
                  <a:srgbClr val="3F3F3F"/>
                </a:solidFill>
                <a:latin typeface="Calibri"/>
                <a:cs typeface="Calibri"/>
              </a:rPr>
              <a:t>n</a:t>
            </a:r>
            <a:r>
              <a:rPr sz="2800" i="1" spc="5"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spc="-5" dirty="0">
                <a:solidFill>
                  <a:srgbClr val="3F3F3F"/>
                </a:solidFill>
                <a:latin typeface="Calibri"/>
                <a:cs typeface="Calibri"/>
              </a:rPr>
              <a:t>32</a:t>
            </a:r>
            <a:r>
              <a:rPr sz="2800" spc="5"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dirty="0">
                <a:solidFill>
                  <a:srgbClr val="3F3F3F"/>
                </a:solidFill>
                <a:latin typeface="Calibri"/>
                <a:cs typeface="Calibri"/>
              </a:rPr>
              <a:t>log</a:t>
            </a:r>
            <a:r>
              <a:rPr sz="2775" baseline="-21021" dirty="0">
                <a:solidFill>
                  <a:srgbClr val="3F3F3F"/>
                </a:solidFill>
                <a:latin typeface="Calibri"/>
                <a:cs typeface="Calibri"/>
              </a:rPr>
              <a:t>2</a:t>
            </a:r>
            <a:r>
              <a:rPr sz="2775" spc="322" baseline="-21021" dirty="0">
                <a:solidFill>
                  <a:srgbClr val="3F3F3F"/>
                </a:solidFill>
                <a:latin typeface="Calibri"/>
                <a:cs typeface="Calibri"/>
              </a:rPr>
              <a:t> </a:t>
            </a:r>
            <a:r>
              <a:rPr sz="2800" spc="-10" dirty="0">
                <a:solidFill>
                  <a:srgbClr val="3F3F3F"/>
                </a:solidFill>
                <a:latin typeface="Calibri"/>
                <a:cs typeface="Calibri"/>
              </a:rPr>
              <a:t>1024</a:t>
            </a:r>
            <a:r>
              <a:rPr sz="2800" spc="30"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spc="-10" dirty="0">
                <a:solidFill>
                  <a:srgbClr val="3F3F3F"/>
                </a:solidFill>
                <a:latin typeface="Calibri"/>
                <a:cs typeface="Calibri"/>
              </a:rPr>
              <a:t>22.</a:t>
            </a:r>
            <a:endParaRPr sz="2800" dirty="0">
              <a:latin typeface="Calibri"/>
              <a:cs typeface="Calibri"/>
            </a:endParaRPr>
          </a:p>
          <a:p>
            <a:pPr marL="214629" indent="-177165">
              <a:lnSpc>
                <a:spcPct val="100000"/>
              </a:lnSpc>
              <a:spcBef>
                <a:spcPts val="1070"/>
              </a:spcBef>
              <a:buClr>
                <a:srgbClr val="1CACE4"/>
              </a:buClr>
              <a:buFont typeface="Arial MT"/>
              <a:buChar char="•"/>
              <a:tabLst>
                <a:tab pos="215265" algn="l"/>
              </a:tabLst>
            </a:pPr>
            <a:r>
              <a:rPr sz="2800" spc="-5" dirty="0">
                <a:solidFill>
                  <a:srgbClr val="3F3F3F"/>
                </a:solidFill>
                <a:latin typeface="Calibri"/>
                <a:cs typeface="Calibri"/>
              </a:rPr>
              <a:t>An</a:t>
            </a:r>
            <a:r>
              <a:rPr sz="2800" spc="-10" dirty="0">
                <a:solidFill>
                  <a:srgbClr val="3F3F3F"/>
                </a:solidFill>
                <a:latin typeface="Calibri"/>
                <a:cs typeface="Calibri"/>
              </a:rPr>
              <a:t> </a:t>
            </a:r>
            <a:r>
              <a:rPr sz="2800" spc="-15" dirty="0">
                <a:solidFill>
                  <a:srgbClr val="3F3F3F"/>
                </a:solidFill>
                <a:latin typeface="Calibri"/>
                <a:cs typeface="Calibri"/>
              </a:rPr>
              <a:t>available</a:t>
            </a:r>
            <a:r>
              <a:rPr sz="2800" spc="-5" dirty="0">
                <a:solidFill>
                  <a:srgbClr val="3F3F3F"/>
                </a:solidFill>
                <a:latin typeface="Calibri"/>
                <a:cs typeface="Calibri"/>
              </a:rPr>
              <a:t> </a:t>
            </a:r>
            <a:r>
              <a:rPr sz="2800" spc="-10" dirty="0">
                <a:solidFill>
                  <a:srgbClr val="3F3F3F"/>
                </a:solidFill>
                <a:latin typeface="Calibri"/>
                <a:cs typeface="Calibri"/>
              </a:rPr>
              <a:t>block,</a:t>
            </a:r>
            <a:r>
              <a:rPr sz="2800" spc="5" dirty="0">
                <a:solidFill>
                  <a:srgbClr val="3F3F3F"/>
                </a:solidFill>
                <a:latin typeface="Calibri"/>
                <a:cs typeface="Calibri"/>
              </a:rPr>
              <a:t> </a:t>
            </a:r>
            <a:r>
              <a:rPr sz="2800" dirty="0">
                <a:solidFill>
                  <a:srgbClr val="3F3F3F"/>
                </a:solidFill>
                <a:latin typeface="Calibri"/>
                <a:cs typeface="Calibri"/>
              </a:rPr>
              <a:t>18.14.12.0/</a:t>
            </a:r>
            <a:r>
              <a:rPr sz="2800" b="1" dirty="0">
                <a:solidFill>
                  <a:srgbClr val="3F3F3F"/>
                </a:solidFill>
                <a:latin typeface="Calibri"/>
                <a:cs typeface="Calibri"/>
              </a:rPr>
              <a:t>22,</a:t>
            </a:r>
            <a:r>
              <a:rPr sz="2800" b="1" spc="40" dirty="0">
                <a:solidFill>
                  <a:srgbClr val="3F3F3F"/>
                </a:solidFill>
                <a:latin typeface="Calibri"/>
                <a:cs typeface="Calibri"/>
              </a:rPr>
              <a:t> </a:t>
            </a:r>
            <a:r>
              <a:rPr sz="2800" b="1" spc="-5" dirty="0">
                <a:solidFill>
                  <a:srgbClr val="3F3F3F"/>
                </a:solidFill>
                <a:latin typeface="Calibri"/>
                <a:cs typeface="Calibri"/>
              </a:rPr>
              <a:t>is</a:t>
            </a:r>
            <a:r>
              <a:rPr sz="2800" b="1" spc="5" dirty="0">
                <a:solidFill>
                  <a:srgbClr val="3F3F3F"/>
                </a:solidFill>
                <a:latin typeface="Calibri"/>
                <a:cs typeface="Calibri"/>
              </a:rPr>
              <a:t> </a:t>
            </a:r>
            <a:r>
              <a:rPr sz="2800" b="1" spc="-25" dirty="0">
                <a:solidFill>
                  <a:srgbClr val="3F3F3F"/>
                </a:solidFill>
                <a:latin typeface="Calibri"/>
                <a:cs typeface="Calibri"/>
              </a:rPr>
              <a:t>granted</a:t>
            </a:r>
            <a:r>
              <a:rPr sz="2800" b="1" spc="20" dirty="0">
                <a:solidFill>
                  <a:srgbClr val="3F3F3F"/>
                </a:solidFill>
                <a:latin typeface="Calibri"/>
                <a:cs typeface="Calibri"/>
              </a:rPr>
              <a:t> </a:t>
            </a:r>
            <a:r>
              <a:rPr sz="2800" b="1" spc="-15" dirty="0">
                <a:solidFill>
                  <a:srgbClr val="3F3F3F"/>
                </a:solidFill>
                <a:latin typeface="Calibri"/>
                <a:cs typeface="Calibri"/>
              </a:rPr>
              <a:t>to</a:t>
            </a:r>
            <a:r>
              <a:rPr sz="2800" b="1" spc="-5" dirty="0">
                <a:solidFill>
                  <a:srgbClr val="3F3F3F"/>
                </a:solidFill>
                <a:latin typeface="Calibri"/>
                <a:cs typeface="Calibri"/>
              </a:rPr>
              <a:t> </a:t>
            </a:r>
            <a:r>
              <a:rPr sz="2800" b="1" spc="-10" dirty="0">
                <a:solidFill>
                  <a:srgbClr val="3F3F3F"/>
                </a:solidFill>
                <a:latin typeface="Calibri"/>
                <a:cs typeface="Calibri"/>
              </a:rPr>
              <a:t>the</a:t>
            </a:r>
            <a:r>
              <a:rPr sz="2800" b="1" spc="45" dirty="0">
                <a:solidFill>
                  <a:srgbClr val="3F3F3F"/>
                </a:solidFill>
                <a:latin typeface="Calibri"/>
                <a:cs typeface="Calibri"/>
              </a:rPr>
              <a:t> </a:t>
            </a:r>
            <a:r>
              <a:rPr sz="2800" spc="-95" dirty="0">
                <a:solidFill>
                  <a:srgbClr val="3F3F3F"/>
                </a:solidFill>
                <a:latin typeface="Calibri"/>
                <a:cs typeface="Calibri"/>
              </a:rPr>
              <a:t>ISP.</a:t>
            </a:r>
            <a:endParaRPr sz="28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3149600" cy="756920"/>
          </a:xfrm>
          <a:prstGeom prst="rect">
            <a:avLst/>
          </a:prstGeom>
        </p:spPr>
        <p:txBody>
          <a:bodyPr vert="horz" wrap="square" lIns="0" tIns="12700" rIns="0" bIns="0" rtlCol="0">
            <a:spAutoFit/>
          </a:bodyPr>
          <a:lstStyle/>
          <a:p>
            <a:pPr marL="12700">
              <a:lnSpc>
                <a:spcPct val="100000"/>
              </a:lnSpc>
              <a:spcBef>
                <a:spcPts val="100"/>
              </a:spcBef>
            </a:pPr>
            <a:r>
              <a:rPr sz="4800" spc="-50" dirty="0"/>
              <a:t>S</a:t>
            </a:r>
            <a:r>
              <a:rPr sz="4800" spc="-55" dirty="0"/>
              <a:t>ubn</a:t>
            </a:r>
            <a:r>
              <a:rPr sz="4800" spc="-60" dirty="0"/>
              <a:t>e</a:t>
            </a:r>
            <a:r>
              <a:rPr sz="4800" spc="-50" dirty="0"/>
              <a:t>tt</a:t>
            </a:r>
            <a:r>
              <a:rPr sz="4800" spc="-55" dirty="0"/>
              <a:t>in</a:t>
            </a:r>
            <a:r>
              <a:rPr sz="4800" spc="-5" dirty="0"/>
              <a:t>g</a:t>
            </a:r>
            <a:endParaRPr sz="4800"/>
          </a:p>
        </p:txBody>
      </p:sp>
      <p:sp>
        <p:nvSpPr>
          <p:cNvPr id="3" name="object 3"/>
          <p:cNvSpPr txBox="1"/>
          <p:nvPr/>
        </p:nvSpPr>
        <p:spPr>
          <a:xfrm>
            <a:off x="685120" y="1439671"/>
            <a:ext cx="8651240" cy="5133975"/>
          </a:xfrm>
          <a:prstGeom prst="rect">
            <a:avLst/>
          </a:prstGeom>
        </p:spPr>
        <p:txBody>
          <a:bodyPr vert="horz" wrap="square" lIns="0" tIns="163195" rIns="0" bIns="0" rtlCol="0">
            <a:spAutoFit/>
          </a:bodyPr>
          <a:lstStyle/>
          <a:p>
            <a:pPr marL="214629" indent="-177165">
              <a:lnSpc>
                <a:spcPct val="100000"/>
              </a:lnSpc>
              <a:spcBef>
                <a:spcPts val="1285"/>
              </a:spcBef>
              <a:buClr>
                <a:srgbClr val="1CACE4"/>
              </a:buClr>
              <a:buFont typeface="Arial MT"/>
              <a:buChar char="•"/>
              <a:tabLst>
                <a:tab pos="215265" algn="l"/>
              </a:tabLst>
            </a:pPr>
            <a:r>
              <a:rPr sz="1800" spc="-15" dirty="0">
                <a:solidFill>
                  <a:srgbClr val="3F3F3F"/>
                </a:solidFill>
                <a:latin typeface="Calibri"/>
                <a:cs typeface="Calibri"/>
              </a:rPr>
              <a:t>Created</a:t>
            </a:r>
            <a:r>
              <a:rPr sz="1800" spc="-10" dirty="0">
                <a:solidFill>
                  <a:srgbClr val="3F3F3F"/>
                </a:solidFill>
                <a:latin typeface="Calibri"/>
                <a:cs typeface="Calibri"/>
              </a:rPr>
              <a:t> more </a:t>
            </a:r>
            <a:r>
              <a:rPr sz="1800" spc="-5" dirty="0">
                <a:solidFill>
                  <a:srgbClr val="3F3F3F"/>
                </a:solidFill>
                <a:latin typeface="Calibri"/>
                <a:cs typeface="Calibri"/>
              </a:rPr>
              <a:t>levels of</a:t>
            </a:r>
            <a:r>
              <a:rPr sz="1800" dirty="0">
                <a:solidFill>
                  <a:srgbClr val="3F3F3F"/>
                </a:solidFill>
                <a:latin typeface="Calibri"/>
                <a:cs typeface="Calibri"/>
              </a:rPr>
              <a:t> </a:t>
            </a:r>
            <a:r>
              <a:rPr sz="1800" spc="-15" dirty="0">
                <a:solidFill>
                  <a:srgbClr val="3F3F3F"/>
                </a:solidFill>
                <a:latin typeface="Calibri"/>
                <a:cs typeface="Calibri"/>
              </a:rPr>
              <a:t>hierarchy</a:t>
            </a:r>
            <a:endParaRPr sz="1800">
              <a:latin typeface="Calibri"/>
              <a:cs typeface="Calibri"/>
            </a:endParaRPr>
          </a:p>
          <a:p>
            <a:pPr marL="214629" marR="203835" indent="-177165">
              <a:lnSpc>
                <a:spcPts val="1939"/>
              </a:lnSpc>
              <a:spcBef>
                <a:spcPts val="1440"/>
              </a:spcBef>
              <a:buClr>
                <a:srgbClr val="1CACE4"/>
              </a:buClr>
              <a:buFont typeface="Arial MT"/>
              <a:buChar char="•"/>
              <a:tabLst>
                <a:tab pos="215265" algn="l"/>
              </a:tabLst>
            </a:pPr>
            <a:r>
              <a:rPr sz="1800" dirty="0">
                <a:solidFill>
                  <a:srgbClr val="3F3F3F"/>
                </a:solidFill>
                <a:latin typeface="Calibri"/>
                <a:cs typeface="Calibri"/>
              </a:rPr>
              <a:t>An</a:t>
            </a:r>
            <a:r>
              <a:rPr sz="1800" spc="-10" dirty="0">
                <a:solidFill>
                  <a:srgbClr val="3F3F3F"/>
                </a:solidFill>
                <a:latin typeface="Calibri"/>
                <a:cs typeface="Calibri"/>
              </a:rPr>
              <a:t> </a:t>
            </a:r>
            <a:r>
              <a:rPr sz="1800" spc="-15" dirty="0">
                <a:solidFill>
                  <a:srgbClr val="3F3F3F"/>
                </a:solidFill>
                <a:latin typeface="Calibri"/>
                <a:cs typeface="Calibri"/>
              </a:rPr>
              <a:t>organization</a:t>
            </a:r>
            <a:r>
              <a:rPr sz="1800" spc="15" dirty="0">
                <a:solidFill>
                  <a:srgbClr val="3F3F3F"/>
                </a:solidFill>
                <a:latin typeface="Calibri"/>
                <a:cs typeface="Calibri"/>
              </a:rPr>
              <a:t> </a:t>
            </a:r>
            <a:r>
              <a:rPr sz="1800" spc="-5" dirty="0">
                <a:solidFill>
                  <a:srgbClr val="3F3F3F"/>
                </a:solidFill>
                <a:latin typeface="Calibri"/>
                <a:cs typeface="Calibri"/>
              </a:rPr>
              <a:t>(or</a:t>
            </a:r>
            <a:r>
              <a:rPr sz="1800" spc="25" dirty="0">
                <a:solidFill>
                  <a:srgbClr val="3F3F3F"/>
                </a:solidFill>
                <a:latin typeface="Calibri"/>
                <a:cs typeface="Calibri"/>
              </a:rPr>
              <a:t> </a:t>
            </a:r>
            <a:r>
              <a:rPr sz="1800" dirty="0">
                <a:solidFill>
                  <a:srgbClr val="3F3F3F"/>
                </a:solidFill>
                <a:latin typeface="Calibri"/>
                <a:cs typeface="Calibri"/>
              </a:rPr>
              <a:t>an </a:t>
            </a:r>
            <a:r>
              <a:rPr sz="1800" spc="-5" dirty="0">
                <a:solidFill>
                  <a:srgbClr val="3F3F3F"/>
                </a:solidFill>
                <a:latin typeface="Calibri"/>
                <a:cs typeface="Calibri"/>
              </a:rPr>
              <a:t>ISP)</a:t>
            </a:r>
            <a:r>
              <a:rPr sz="1800" spc="15" dirty="0">
                <a:solidFill>
                  <a:srgbClr val="3F3F3F"/>
                </a:solidFill>
                <a:latin typeface="Calibri"/>
                <a:cs typeface="Calibri"/>
              </a:rPr>
              <a:t> </a:t>
            </a:r>
            <a:r>
              <a:rPr sz="1800" spc="-5" dirty="0">
                <a:solidFill>
                  <a:srgbClr val="3F3F3F"/>
                </a:solidFill>
                <a:latin typeface="Calibri"/>
                <a:cs typeface="Calibri"/>
              </a:rPr>
              <a:t>that</a:t>
            </a:r>
            <a:r>
              <a:rPr sz="1800" dirty="0">
                <a:solidFill>
                  <a:srgbClr val="3F3F3F"/>
                </a:solidFill>
                <a:latin typeface="Calibri"/>
                <a:cs typeface="Calibri"/>
              </a:rPr>
              <a:t> </a:t>
            </a:r>
            <a:r>
              <a:rPr sz="1800" spc="-5" dirty="0">
                <a:solidFill>
                  <a:srgbClr val="3F3F3F"/>
                </a:solidFill>
                <a:latin typeface="Calibri"/>
                <a:cs typeface="Calibri"/>
              </a:rPr>
              <a:t>is</a:t>
            </a:r>
            <a:r>
              <a:rPr sz="1800" spc="5" dirty="0">
                <a:solidFill>
                  <a:srgbClr val="3F3F3F"/>
                </a:solidFill>
                <a:latin typeface="Calibri"/>
                <a:cs typeface="Calibri"/>
              </a:rPr>
              <a:t> </a:t>
            </a:r>
            <a:r>
              <a:rPr sz="1800" spc="-15" dirty="0">
                <a:solidFill>
                  <a:srgbClr val="3F3F3F"/>
                </a:solidFill>
                <a:latin typeface="Calibri"/>
                <a:cs typeface="Calibri"/>
              </a:rPr>
              <a:t>granted</a:t>
            </a:r>
            <a:r>
              <a:rPr sz="1800" dirty="0">
                <a:solidFill>
                  <a:srgbClr val="3F3F3F"/>
                </a:solidFill>
                <a:latin typeface="Calibri"/>
                <a:cs typeface="Calibri"/>
              </a:rPr>
              <a:t> a </a:t>
            </a:r>
            <a:r>
              <a:rPr sz="1800" spc="-10" dirty="0">
                <a:solidFill>
                  <a:srgbClr val="3F3F3F"/>
                </a:solidFill>
                <a:latin typeface="Calibri"/>
                <a:cs typeface="Calibri"/>
              </a:rPr>
              <a:t>range</a:t>
            </a:r>
            <a:r>
              <a:rPr sz="1800" spc="5" dirty="0">
                <a:solidFill>
                  <a:srgbClr val="3F3F3F"/>
                </a:solidFill>
                <a:latin typeface="Calibri"/>
                <a:cs typeface="Calibri"/>
              </a:rPr>
              <a:t> </a:t>
            </a:r>
            <a:r>
              <a:rPr sz="1800" spc="-5" dirty="0">
                <a:solidFill>
                  <a:srgbClr val="3F3F3F"/>
                </a:solidFill>
                <a:latin typeface="Calibri"/>
                <a:cs typeface="Calibri"/>
              </a:rPr>
              <a:t>of</a:t>
            </a:r>
            <a:r>
              <a:rPr sz="1800" spc="15" dirty="0">
                <a:solidFill>
                  <a:srgbClr val="3F3F3F"/>
                </a:solidFill>
                <a:latin typeface="Calibri"/>
                <a:cs typeface="Calibri"/>
              </a:rPr>
              <a:t> </a:t>
            </a:r>
            <a:r>
              <a:rPr sz="1800" spc="-5" dirty="0">
                <a:solidFill>
                  <a:srgbClr val="3F3F3F"/>
                </a:solidFill>
                <a:latin typeface="Calibri"/>
                <a:cs typeface="Calibri"/>
              </a:rPr>
              <a:t>addresses</a:t>
            </a:r>
            <a:r>
              <a:rPr sz="1800" spc="-20" dirty="0">
                <a:solidFill>
                  <a:srgbClr val="3F3F3F"/>
                </a:solidFill>
                <a:latin typeface="Calibri"/>
                <a:cs typeface="Calibri"/>
              </a:rPr>
              <a:t> </a:t>
            </a:r>
            <a:r>
              <a:rPr sz="1800" spc="-15" dirty="0">
                <a:solidFill>
                  <a:srgbClr val="3F3F3F"/>
                </a:solidFill>
                <a:latin typeface="Calibri"/>
                <a:cs typeface="Calibri"/>
              </a:rPr>
              <a:t>may</a:t>
            </a:r>
            <a:r>
              <a:rPr sz="1800" dirty="0">
                <a:solidFill>
                  <a:srgbClr val="3F3F3F"/>
                </a:solidFill>
                <a:latin typeface="Calibri"/>
                <a:cs typeface="Calibri"/>
              </a:rPr>
              <a:t> </a:t>
            </a:r>
            <a:r>
              <a:rPr sz="1800" spc="-5" dirty="0">
                <a:solidFill>
                  <a:srgbClr val="3F3F3F"/>
                </a:solidFill>
                <a:latin typeface="Calibri"/>
                <a:cs typeface="Calibri"/>
              </a:rPr>
              <a:t>divide</a:t>
            </a:r>
            <a:r>
              <a:rPr sz="1800" spc="30" dirty="0">
                <a:solidFill>
                  <a:srgbClr val="3F3F3F"/>
                </a:solidFill>
                <a:latin typeface="Calibri"/>
                <a:cs typeface="Calibri"/>
              </a:rPr>
              <a:t> </a:t>
            </a:r>
            <a:r>
              <a:rPr sz="1800" spc="-5" dirty="0">
                <a:solidFill>
                  <a:srgbClr val="3F3F3F"/>
                </a:solidFill>
                <a:latin typeface="Calibri"/>
                <a:cs typeface="Calibri"/>
              </a:rPr>
              <a:t>the</a:t>
            </a:r>
            <a:r>
              <a:rPr sz="1800" spc="5" dirty="0">
                <a:solidFill>
                  <a:srgbClr val="3F3F3F"/>
                </a:solidFill>
                <a:latin typeface="Calibri"/>
                <a:cs typeface="Calibri"/>
              </a:rPr>
              <a:t> </a:t>
            </a:r>
            <a:r>
              <a:rPr sz="1800" spc="-10" dirty="0">
                <a:solidFill>
                  <a:srgbClr val="3F3F3F"/>
                </a:solidFill>
                <a:latin typeface="Calibri"/>
                <a:cs typeface="Calibri"/>
              </a:rPr>
              <a:t>range</a:t>
            </a:r>
            <a:r>
              <a:rPr sz="1800" dirty="0">
                <a:solidFill>
                  <a:srgbClr val="3F3F3F"/>
                </a:solidFill>
                <a:latin typeface="Calibri"/>
                <a:cs typeface="Calibri"/>
              </a:rPr>
              <a:t> </a:t>
            </a:r>
            <a:r>
              <a:rPr sz="1800" spc="-10" dirty="0">
                <a:solidFill>
                  <a:srgbClr val="3F3F3F"/>
                </a:solidFill>
                <a:latin typeface="Calibri"/>
                <a:cs typeface="Calibri"/>
              </a:rPr>
              <a:t>into </a:t>
            </a:r>
            <a:r>
              <a:rPr sz="1800" spc="-390" dirty="0">
                <a:solidFill>
                  <a:srgbClr val="3F3F3F"/>
                </a:solidFill>
                <a:latin typeface="Calibri"/>
                <a:cs typeface="Calibri"/>
              </a:rPr>
              <a:t> </a:t>
            </a:r>
            <a:r>
              <a:rPr sz="1800" spc="-10" dirty="0">
                <a:solidFill>
                  <a:srgbClr val="3F3F3F"/>
                </a:solidFill>
                <a:latin typeface="Calibri"/>
                <a:cs typeface="Calibri"/>
              </a:rPr>
              <a:t>several</a:t>
            </a:r>
            <a:r>
              <a:rPr sz="1800" spc="-25" dirty="0">
                <a:solidFill>
                  <a:srgbClr val="3F3F3F"/>
                </a:solidFill>
                <a:latin typeface="Calibri"/>
                <a:cs typeface="Calibri"/>
              </a:rPr>
              <a:t> </a:t>
            </a:r>
            <a:r>
              <a:rPr sz="1800" spc="-10" dirty="0">
                <a:solidFill>
                  <a:srgbClr val="3F3F3F"/>
                </a:solidFill>
                <a:latin typeface="Calibri"/>
                <a:cs typeface="Calibri"/>
              </a:rPr>
              <a:t>subranges</a:t>
            </a:r>
            <a:r>
              <a:rPr sz="1800" dirty="0">
                <a:solidFill>
                  <a:srgbClr val="3F3F3F"/>
                </a:solidFill>
                <a:latin typeface="Calibri"/>
                <a:cs typeface="Calibri"/>
              </a:rPr>
              <a:t> and</a:t>
            </a:r>
            <a:r>
              <a:rPr sz="1800" spc="10" dirty="0">
                <a:solidFill>
                  <a:srgbClr val="3F3F3F"/>
                </a:solidFill>
                <a:latin typeface="Calibri"/>
                <a:cs typeface="Calibri"/>
              </a:rPr>
              <a:t> </a:t>
            </a:r>
            <a:r>
              <a:rPr sz="1800" spc="-5" dirty="0">
                <a:solidFill>
                  <a:srgbClr val="3F3F3F"/>
                </a:solidFill>
                <a:latin typeface="Calibri"/>
                <a:cs typeface="Calibri"/>
              </a:rPr>
              <a:t>assign each</a:t>
            </a:r>
            <a:r>
              <a:rPr sz="1800" spc="25" dirty="0">
                <a:solidFill>
                  <a:srgbClr val="3F3F3F"/>
                </a:solidFill>
                <a:latin typeface="Calibri"/>
                <a:cs typeface="Calibri"/>
              </a:rPr>
              <a:t> </a:t>
            </a:r>
            <a:r>
              <a:rPr sz="1800" spc="-10" dirty="0">
                <a:solidFill>
                  <a:srgbClr val="3F3F3F"/>
                </a:solidFill>
                <a:latin typeface="Calibri"/>
                <a:cs typeface="Calibri"/>
              </a:rPr>
              <a:t>subrange</a:t>
            </a:r>
            <a:r>
              <a:rPr sz="1800" spc="10" dirty="0">
                <a:solidFill>
                  <a:srgbClr val="3F3F3F"/>
                </a:solidFill>
                <a:latin typeface="Calibri"/>
                <a:cs typeface="Calibri"/>
              </a:rPr>
              <a:t> </a:t>
            </a:r>
            <a:r>
              <a:rPr sz="1800" spc="-10" dirty="0">
                <a:solidFill>
                  <a:srgbClr val="3F3F3F"/>
                </a:solidFill>
                <a:latin typeface="Calibri"/>
                <a:cs typeface="Calibri"/>
              </a:rPr>
              <a:t>to</a:t>
            </a:r>
            <a:r>
              <a:rPr sz="1800" spc="-5" dirty="0">
                <a:solidFill>
                  <a:srgbClr val="3F3F3F"/>
                </a:solidFill>
                <a:latin typeface="Calibri"/>
                <a:cs typeface="Calibri"/>
              </a:rPr>
              <a:t> </a:t>
            </a:r>
            <a:r>
              <a:rPr sz="1800" dirty="0">
                <a:solidFill>
                  <a:srgbClr val="3F3F3F"/>
                </a:solidFill>
                <a:latin typeface="Calibri"/>
                <a:cs typeface="Calibri"/>
              </a:rPr>
              <a:t>a</a:t>
            </a:r>
            <a:r>
              <a:rPr sz="1800" spc="10" dirty="0">
                <a:solidFill>
                  <a:srgbClr val="3F3F3F"/>
                </a:solidFill>
                <a:latin typeface="Calibri"/>
                <a:cs typeface="Calibri"/>
              </a:rPr>
              <a:t> </a:t>
            </a:r>
            <a:r>
              <a:rPr sz="1800" spc="-5" dirty="0">
                <a:solidFill>
                  <a:srgbClr val="3F3F3F"/>
                </a:solidFill>
                <a:latin typeface="Calibri"/>
                <a:cs typeface="Calibri"/>
              </a:rPr>
              <a:t>subnetwork</a:t>
            </a:r>
            <a:r>
              <a:rPr sz="1800" spc="15" dirty="0">
                <a:solidFill>
                  <a:srgbClr val="3F3F3F"/>
                </a:solidFill>
                <a:latin typeface="Calibri"/>
                <a:cs typeface="Calibri"/>
              </a:rPr>
              <a:t> </a:t>
            </a:r>
            <a:r>
              <a:rPr sz="1800" spc="-5" dirty="0">
                <a:solidFill>
                  <a:srgbClr val="3F3F3F"/>
                </a:solidFill>
                <a:latin typeface="Calibri"/>
                <a:cs typeface="Calibri"/>
              </a:rPr>
              <a:t>(or</a:t>
            </a:r>
            <a:r>
              <a:rPr sz="1800" spc="10" dirty="0">
                <a:solidFill>
                  <a:srgbClr val="3F3F3F"/>
                </a:solidFill>
                <a:latin typeface="Calibri"/>
                <a:cs typeface="Calibri"/>
              </a:rPr>
              <a:t> </a:t>
            </a:r>
            <a:r>
              <a:rPr sz="1800" spc="-5" dirty="0">
                <a:solidFill>
                  <a:srgbClr val="3F3F3F"/>
                </a:solidFill>
                <a:latin typeface="Calibri"/>
                <a:cs typeface="Calibri"/>
              </a:rPr>
              <a:t>subnet).</a:t>
            </a:r>
            <a:endParaRPr sz="1800">
              <a:latin typeface="Calibri"/>
              <a:cs typeface="Calibri"/>
            </a:endParaRPr>
          </a:p>
          <a:p>
            <a:pPr marL="214629" indent="-177165">
              <a:lnSpc>
                <a:spcPct val="100000"/>
              </a:lnSpc>
              <a:spcBef>
                <a:spcPts val="1160"/>
              </a:spcBef>
              <a:buClr>
                <a:srgbClr val="1CACE4"/>
              </a:buClr>
              <a:buFont typeface="Arial MT"/>
              <a:buChar char="•"/>
              <a:tabLst>
                <a:tab pos="215265" algn="l"/>
              </a:tabLst>
            </a:pPr>
            <a:r>
              <a:rPr sz="1800" i="1" dirty="0">
                <a:solidFill>
                  <a:srgbClr val="3F3F3F"/>
                </a:solidFill>
                <a:latin typeface="Calibri"/>
                <a:cs typeface="Calibri"/>
              </a:rPr>
              <a:t>N</a:t>
            </a:r>
            <a:r>
              <a:rPr sz="1800" i="1" spc="15" dirty="0">
                <a:solidFill>
                  <a:srgbClr val="3F3F3F"/>
                </a:solidFill>
                <a:latin typeface="Calibri"/>
                <a:cs typeface="Calibri"/>
              </a:rPr>
              <a:t> </a:t>
            </a:r>
            <a:r>
              <a:rPr sz="1800" i="1" dirty="0">
                <a:solidFill>
                  <a:srgbClr val="3F3F3F"/>
                </a:solidFill>
                <a:latin typeface="Calibri"/>
                <a:cs typeface="Calibri"/>
              </a:rPr>
              <a:t>- </a:t>
            </a:r>
            <a:r>
              <a:rPr sz="1800" spc="-15" dirty="0">
                <a:solidFill>
                  <a:srgbClr val="3F3F3F"/>
                </a:solidFill>
                <a:latin typeface="Calibri"/>
                <a:cs typeface="Calibri"/>
              </a:rPr>
              <a:t>total</a:t>
            </a:r>
            <a:r>
              <a:rPr sz="1800" spc="-5" dirty="0">
                <a:solidFill>
                  <a:srgbClr val="3F3F3F"/>
                </a:solidFill>
                <a:latin typeface="Calibri"/>
                <a:cs typeface="Calibri"/>
              </a:rPr>
              <a:t> </a:t>
            </a:r>
            <a:r>
              <a:rPr sz="1800" dirty="0">
                <a:solidFill>
                  <a:srgbClr val="3F3F3F"/>
                </a:solidFill>
                <a:latin typeface="Calibri"/>
                <a:cs typeface="Calibri"/>
              </a:rPr>
              <a:t>number</a:t>
            </a:r>
            <a:r>
              <a:rPr sz="1800" spc="10" dirty="0">
                <a:solidFill>
                  <a:srgbClr val="3F3F3F"/>
                </a:solidFill>
                <a:latin typeface="Calibri"/>
                <a:cs typeface="Calibri"/>
              </a:rPr>
              <a:t> </a:t>
            </a:r>
            <a:r>
              <a:rPr sz="1800" spc="-5" dirty="0">
                <a:solidFill>
                  <a:srgbClr val="3F3F3F"/>
                </a:solidFill>
                <a:latin typeface="Calibri"/>
                <a:cs typeface="Calibri"/>
              </a:rPr>
              <a:t>of</a:t>
            </a:r>
            <a:r>
              <a:rPr sz="1800" dirty="0">
                <a:solidFill>
                  <a:srgbClr val="3F3F3F"/>
                </a:solidFill>
                <a:latin typeface="Calibri"/>
                <a:cs typeface="Calibri"/>
              </a:rPr>
              <a:t> </a:t>
            </a:r>
            <a:r>
              <a:rPr sz="1800" spc="-5" dirty="0">
                <a:solidFill>
                  <a:srgbClr val="3F3F3F"/>
                </a:solidFill>
                <a:latin typeface="Calibri"/>
                <a:cs typeface="Calibri"/>
              </a:rPr>
              <a:t>addresses</a:t>
            </a:r>
            <a:r>
              <a:rPr sz="1800" spc="-10" dirty="0">
                <a:solidFill>
                  <a:srgbClr val="3F3F3F"/>
                </a:solidFill>
                <a:latin typeface="Calibri"/>
                <a:cs typeface="Calibri"/>
              </a:rPr>
              <a:t> </a:t>
            </a:r>
            <a:r>
              <a:rPr sz="1800" spc="-15" dirty="0">
                <a:solidFill>
                  <a:srgbClr val="3F3F3F"/>
                </a:solidFill>
                <a:latin typeface="Calibri"/>
                <a:cs typeface="Calibri"/>
              </a:rPr>
              <a:t>granted</a:t>
            </a:r>
            <a:r>
              <a:rPr sz="1800" spc="15" dirty="0">
                <a:solidFill>
                  <a:srgbClr val="3F3F3F"/>
                </a:solidFill>
                <a:latin typeface="Calibri"/>
                <a:cs typeface="Calibri"/>
              </a:rPr>
              <a:t> </a:t>
            </a:r>
            <a:r>
              <a:rPr sz="1800" spc="-10" dirty="0">
                <a:solidFill>
                  <a:srgbClr val="3F3F3F"/>
                </a:solidFill>
                <a:latin typeface="Calibri"/>
                <a:cs typeface="Calibri"/>
              </a:rPr>
              <a:t>to</a:t>
            </a:r>
            <a:r>
              <a:rPr sz="1800" spc="-5" dirty="0">
                <a:solidFill>
                  <a:srgbClr val="3F3F3F"/>
                </a:solidFill>
                <a:latin typeface="Calibri"/>
                <a:cs typeface="Calibri"/>
              </a:rPr>
              <a:t> the</a:t>
            </a:r>
            <a:r>
              <a:rPr sz="1800" dirty="0">
                <a:solidFill>
                  <a:srgbClr val="3F3F3F"/>
                </a:solidFill>
                <a:latin typeface="Calibri"/>
                <a:cs typeface="Calibri"/>
              </a:rPr>
              <a:t> </a:t>
            </a:r>
            <a:r>
              <a:rPr sz="1800" spc="-15" dirty="0">
                <a:solidFill>
                  <a:srgbClr val="3F3F3F"/>
                </a:solidFill>
                <a:latin typeface="Calibri"/>
                <a:cs typeface="Calibri"/>
              </a:rPr>
              <a:t>organization</a:t>
            </a:r>
            <a:endParaRPr sz="1800">
              <a:latin typeface="Calibri"/>
              <a:cs typeface="Calibri"/>
            </a:endParaRPr>
          </a:p>
          <a:p>
            <a:pPr marL="214629" indent="-177165">
              <a:lnSpc>
                <a:spcPct val="100000"/>
              </a:lnSpc>
              <a:spcBef>
                <a:spcPts val="1180"/>
              </a:spcBef>
              <a:buClr>
                <a:srgbClr val="1CACE4"/>
              </a:buClr>
              <a:buFont typeface="Arial MT"/>
              <a:buChar char="•"/>
              <a:tabLst>
                <a:tab pos="215265" algn="l"/>
              </a:tabLst>
            </a:pPr>
            <a:r>
              <a:rPr sz="1800" i="1" dirty="0">
                <a:solidFill>
                  <a:srgbClr val="3F3F3F"/>
                </a:solidFill>
                <a:latin typeface="Calibri"/>
                <a:cs typeface="Calibri"/>
              </a:rPr>
              <a:t>n</a:t>
            </a:r>
            <a:r>
              <a:rPr sz="1800" i="1" spc="-30" dirty="0">
                <a:solidFill>
                  <a:srgbClr val="3F3F3F"/>
                </a:solidFill>
                <a:latin typeface="Calibri"/>
                <a:cs typeface="Calibri"/>
              </a:rPr>
              <a:t> </a:t>
            </a:r>
            <a:r>
              <a:rPr sz="1800" i="1" dirty="0">
                <a:solidFill>
                  <a:srgbClr val="3F3F3F"/>
                </a:solidFill>
                <a:latin typeface="Calibri"/>
                <a:cs typeface="Calibri"/>
              </a:rPr>
              <a:t>-</a:t>
            </a:r>
            <a:r>
              <a:rPr sz="1800" i="1" spc="395" dirty="0">
                <a:solidFill>
                  <a:srgbClr val="3F3F3F"/>
                </a:solidFill>
                <a:latin typeface="Calibri"/>
                <a:cs typeface="Calibri"/>
              </a:rPr>
              <a:t> </a:t>
            </a:r>
            <a:r>
              <a:rPr sz="1800" i="1" spc="-5" dirty="0">
                <a:solidFill>
                  <a:srgbClr val="3F3F3F"/>
                </a:solidFill>
                <a:latin typeface="Calibri"/>
                <a:cs typeface="Calibri"/>
              </a:rPr>
              <a:t>prefix</a:t>
            </a:r>
            <a:r>
              <a:rPr sz="1800" i="1" spc="-20" dirty="0">
                <a:solidFill>
                  <a:srgbClr val="3F3F3F"/>
                </a:solidFill>
                <a:latin typeface="Calibri"/>
                <a:cs typeface="Calibri"/>
              </a:rPr>
              <a:t> </a:t>
            </a:r>
            <a:r>
              <a:rPr sz="1800" i="1" spc="-5" dirty="0">
                <a:solidFill>
                  <a:srgbClr val="3F3F3F"/>
                </a:solidFill>
                <a:latin typeface="Calibri"/>
                <a:cs typeface="Calibri"/>
              </a:rPr>
              <a:t>length</a:t>
            </a:r>
            <a:endParaRPr sz="1800">
              <a:latin typeface="Calibri"/>
              <a:cs typeface="Calibri"/>
            </a:endParaRPr>
          </a:p>
          <a:p>
            <a:pPr marL="214629" indent="-177165">
              <a:lnSpc>
                <a:spcPct val="100000"/>
              </a:lnSpc>
              <a:spcBef>
                <a:spcPts val="1185"/>
              </a:spcBef>
              <a:buClr>
                <a:srgbClr val="1CACE4"/>
              </a:buClr>
              <a:buFont typeface="Arial MT"/>
              <a:buChar char="•"/>
              <a:tabLst>
                <a:tab pos="215265" algn="l"/>
              </a:tabLst>
            </a:pPr>
            <a:r>
              <a:rPr sz="1800" i="1" spc="-5" dirty="0">
                <a:solidFill>
                  <a:srgbClr val="3F3F3F"/>
                </a:solidFill>
                <a:latin typeface="Calibri"/>
                <a:cs typeface="Calibri"/>
              </a:rPr>
              <a:t>Nsub- the assigned</a:t>
            </a:r>
            <a:r>
              <a:rPr sz="1800" i="1" spc="15" dirty="0">
                <a:solidFill>
                  <a:srgbClr val="3F3F3F"/>
                </a:solidFill>
                <a:latin typeface="Calibri"/>
                <a:cs typeface="Calibri"/>
              </a:rPr>
              <a:t> </a:t>
            </a:r>
            <a:r>
              <a:rPr sz="1800" dirty="0">
                <a:solidFill>
                  <a:srgbClr val="3F3F3F"/>
                </a:solidFill>
                <a:latin typeface="Calibri"/>
                <a:cs typeface="Calibri"/>
              </a:rPr>
              <a:t>number</a:t>
            </a:r>
            <a:r>
              <a:rPr sz="1800" spc="-5" dirty="0">
                <a:solidFill>
                  <a:srgbClr val="3F3F3F"/>
                </a:solidFill>
                <a:latin typeface="Calibri"/>
                <a:cs typeface="Calibri"/>
              </a:rPr>
              <a:t> of</a:t>
            </a:r>
            <a:r>
              <a:rPr sz="1800" spc="5" dirty="0">
                <a:solidFill>
                  <a:srgbClr val="3F3F3F"/>
                </a:solidFill>
                <a:latin typeface="Calibri"/>
                <a:cs typeface="Calibri"/>
              </a:rPr>
              <a:t> </a:t>
            </a:r>
            <a:r>
              <a:rPr sz="1800" spc="-5" dirty="0">
                <a:solidFill>
                  <a:srgbClr val="3F3F3F"/>
                </a:solidFill>
                <a:latin typeface="Calibri"/>
                <a:cs typeface="Calibri"/>
              </a:rPr>
              <a:t>addresses</a:t>
            </a:r>
            <a:r>
              <a:rPr sz="1800" spc="-25" dirty="0">
                <a:solidFill>
                  <a:srgbClr val="3F3F3F"/>
                </a:solidFill>
                <a:latin typeface="Calibri"/>
                <a:cs typeface="Calibri"/>
              </a:rPr>
              <a:t> </a:t>
            </a:r>
            <a:r>
              <a:rPr sz="1800" spc="-10" dirty="0">
                <a:solidFill>
                  <a:srgbClr val="3F3F3F"/>
                </a:solidFill>
                <a:latin typeface="Calibri"/>
                <a:cs typeface="Calibri"/>
              </a:rPr>
              <a:t>to </a:t>
            </a:r>
            <a:r>
              <a:rPr sz="1800" spc="-5" dirty="0">
                <a:solidFill>
                  <a:srgbClr val="3F3F3F"/>
                </a:solidFill>
                <a:latin typeface="Calibri"/>
                <a:cs typeface="Calibri"/>
              </a:rPr>
              <a:t>each</a:t>
            </a:r>
            <a:r>
              <a:rPr sz="1800" spc="35" dirty="0">
                <a:solidFill>
                  <a:srgbClr val="3F3F3F"/>
                </a:solidFill>
                <a:latin typeface="Calibri"/>
                <a:cs typeface="Calibri"/>
              </a:rPr>
              <a:t> </a:t>
            </a:r>
            <a:r>
              <a:rPr sz="1800" spc="-5" dirty="0">
                <a:solidFill>
                  <a:srgbClr val="3F3F3F"/>
                </a:solidFill>
                <a:latin typeface="Calibri"/>
                <a:cs typeface="Calibri"/>
              </a:rPr>
              <a:t>subnetwork</a:t>
            </a:r>
            <a:endParaRPr sz="1800">
              <a:latin typeface="Calibri"/>
              <a:cs typeface="Calibri"/>
            </a:endParaRPr>
          </a:p>
          <a:p>
            <a:pPr marL="214629" indent="-177165">
              <a:lnSpc>
                <a:spcPct val="100000"/>
              </a:lnSpc>
              <a:spcBef>
                <a:spcPts val="1190"/>
              </a:spcBef>
              <a:buClr>
                <a:srgbClr val="1CACE4"/>
              </a:buClr>
              <a:buFont typeface="Arial MT"/>
              <a:buChar char="•"/>
              <a:tabLst>
                <a:tab pos="215265" algn="l"/>
              </a:tabLst>
            </a:pPr>
            <a:r>
              <a:rPr sz="1800" i="1" spc="-5" dirty="0">
                <a:solidFill>
                  <a:srgbClr val="3F3F3F"/>
                </a:solidFill>
                <a:latin typeface="Calibri"/>
                <a:cs typeface="Calibri"/>
              </a:rPr>
              <a:t>nsub</a:t>
            </a:r>
            <a:r>
              <a:rPr sz="1800" i="1" spc="-15" dirty="0">
                <a:solidFill>
                  <a:srgbClr val="3F3F3F"/>
                </a:solidFill>
                <a:latin typeface="Calibri"/>
                <a:cs typeface="Calibri"/>
              </a:rPr>
              <a:t> </a:t>
            </a:r>
            <a:r>
              <a:rPr sz="1800" i="1" dirty="0">
                <a:solidFill>
                  <a:srgbClr val="3F3F3F"/>
                </a:solidFill>
                <a:latin typeface="Calibri"/>
                <a:cs typeface="Calibri"/>
              </a:rPr>
              <a:t>-</a:t>
            </a:r>
            <a:r>
              <a:rPr sz="1800" i="1" spc="-5" dirty="0">
                <a:solidFill>
                  <a:srgbClr val="3F3F3F"/>
                </a:solidFill>
                <a:latin typeface="Calibri"/>
                <a:cs typeface="Calibri"/>
              </a:rPr>
              <a:t> the prefix</a:t>
            </a:r>
            <a:r>
              <a:rPr sz="1800" i="1" spc="-10" dirty="0">
                <a:solidFill>
                  <a:srgbClr val="3F3F3F"/>
                </a:solidFill>
                <a:latin typeface="Calibri"/>
                <a:cs typeface="Calibri"/>
              </a:rPr>
              <a:t> </a:t>
            </a:r>
            <a:r>
              <a:rPr sz="1800" i="1" spc="-5" dirty="0">
                <a:solidFill>
                  <a:srgbClr val="3F3F3F"/>
                </a:solidFill>
                <a:latin typeface="Calibri"/>
                <a:cs typeface="Calibri"/>
              </a:rPr>
              <a:t>length</a:t>
            </a:r>
            <a:r>
              <a:rPr sz="1800" i="1" spc="5" dirty="0">
                <a:solidFill>
                  <a:srgbClr val="3F3F3F"/>
                </a:solidFill>
                <a:latin typeface="Calibri"/>
                <a:cs typeface="Calibri"/>
              </a:rPr>
              <a:t> </a:t>
            </a:r>
            <a:r>
              <a:rPr sz="1800" i="1" spc="-10" dirty="0">
                <a:solidFill>
                  <a:srgbClr val="3F3F3F"/>
                </a:solidFill>
                <a:latin typeface="Calibri"/>
                <a:cs typeface="Calibri"/>
              </a:rPr>
              <a:t>for</a:t>
            </a:r>
            <a:r>
              <a:rPr sz="1800" i="1" dirty="0">
                <a:solidFill>
                  <a:srgbClr val="3F3F3F"/>
                </a:solidFill>
                <a:latin typeface="Calibri"/>
                <a:cs typeface="Calibri"/>
              </a:rPr>
              <a:t> </a:t>
            </a:r>
            <a:r>
              <a:rPr sz="1800" spc="-5" dirty="0">
                <a:solidFill>
                  <a:srgbClr val="3F3F3F"/>
                </a:solidFill>
                <a:latin typeface="Calibri"/>
                <a:cs typeface="Calibri"/>
              </a:rPr>
              <a:t>each</a:t>
            </a:r>
            <a:r>
              <a:rPr sz="1800" spc="10" dirty="0">
                <a:solidFill>
                  <a:srgbClr val="3F3F3F"/>
                </a:solidFill>
                <a:latin typeface="Calibri"/>
                <a:cs typeface="Calibri"/>
              </a:rPr>
              <a:t> </a:t>
            </a:r>
            <a:r>
              <a:rPr sz="1800" spc="-5" dirty="0">
                <a:solidFill>
                  <a:srgbClr val="3F3F3F"/>
                </a:solidFill>
                <a:latin typeface="Calibri"/>
                <a:cs typeface="Calibri"/>
              </a:rPr>
              <a:t>subnetwork</a:t>
            </a:r>
            <a:endParaRPr sz="1800">
              <a:latin typeface="Calibri"/>
              <a:cs typeface="Calibri"/>
            </a:endParaRPr>
          </a:p>
          <a:p>
            <a:pPr marL="214629" indent="-177165">
              <a:lnSpc>
                <a:spcPct val="100000"/>
              </a:lnSpc>
              <a:spcBef>
                <a:spcPts val="1175"/>
              </a:spcBef>
              <a:buClr>
                <a:srgbClr val="1CACE4"/>
              </a:buClr>
              <a:buFont typeface="Arial MT"/>
              <a:buChar char="•"/>
              <a:tabLst>
                <a:tab pos="215265" algn="l"/>
              </a:tabLst>
            </a:pPr>
            <a:r>
              <a:rPr sz="1800" i="1" spc="-15" dirty="0">
                <a:solidFill>
                  <a:srgbClr val="3F3F3F"/>
                </a:solidFill>
                <a:latin typeface="Calibri"/>
                <a:cs typeface="Calibri"/>
              </a:rPr>
              <a:t>steps</a:t>
            </a:r>
            <a:r>
              <a:rPr sz="1800" i="1" spc="5" dirty="0">
                <a:solidFill>
                  <a:srgbClr val="3F3F3F"/>
                </a:solidFill>
                <a:latin typeface="Calibri"/>
                <a:cs typeface="Calibri"/>
              </a:rPr>
              <a:t> </a:t>
            </a:r>
            <a:r>
              <a:rPr sz="1800" spc="-10" dirty="0">
                <a:solidFill>
                  <a:srgbClr val="3F3F3F"/>
                </a:solidFill>
                <a:latin typeface="Calibri"/>
                <a:cs typeface="Calibri"/>
              </a:rPr>
              <a:t>to</a:t>
            </a:r>
            <a:r>
              <a:rPr sz="1800" dirty="0">
                <a:solidFill>
                  <a:srgbClr val="3F3F3F"/>
                </a:solidFill>
                <a:latin typeface="Calibri"/>
                <a:cs typeface="Calibri"/>
              </a:rPr>
              <a:t> </a:t>
            </a:r>
            <a:r>
              <a:rPr sz="1800" spc="-10" dirty="0">
                <a:solidFill>
                  <a:srgbClr val="3F3F3F"/>
                </a:solidFill>
                <a:latin typeface="Calibri"/>
                <a:cs typeface="Calibri"/>
              </a:rPr>
              <a:t>guarantee</a:t>
            </a:r>
            <a:r>
              <a:rPr sz="1800"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10" dirty="0">
                <a:solidFill>
                  <a:srgbClr val="3F3F3F"/>
                </a:solidFill>
                <a:latin typeface="Calibri"/>
                <a:cs typeface="Calibri"/>
              </a:rPr>
              <a:t>proper</a:t>
            </a:r>
            <a:r>
              <a:rPr sz="1800" spc="10" dirty="0">
                <a:solidFill>
                  <a:srgbClr val="3F3F3F"/>
                </a:solidFill>
                <a:latin typeface="Calibri"/>
                <a:cs typeface="Calibri"/>
              </a:rPr>
              <a:t> </a:t>
            </a:r>
            <a:r>
              <a:rPr sz="1800" spc="-10" dirty="0">
                <a:solidFill>
                  <a:srgbClr val="3F3F3F"/>
                </a:solidFill>
                <a:latin typeface="Calibri"/>
                <a:cs typeface="Calibri"/>
              </a:rPr>
              <a:t>operation</a:t>
            </a:r>
            <a:r>
              <a:rPr sz="1800" dirty="0">
                <a:solidFill>
                  <a:srgbClr val="3F3F3F"/>
                </a:solidFill>
                <a:latin typeface="Calibri"/>
                <a:cs typeface="Calibri"/>
              </a:rPr>
              <a:t> </a:t>
            </a:r>
            <a:r>
              <a:rPr sz="1800" spc="-5" dirty="0">
                <a:solidFill>
                  <a:srgbClr val="3F3F3F"/>
                </a:solidFill>
                <a:latin typeface="Calibri"/>
                <a:cs typeface="Calibri"/>
              </a:rPr>
              <a:t>of</a:t>
            </a:r>
            <a:r>
              <a:rPr sz="1800" spc="15" dirty="0">
                <a:solidFill>
                  <a:srgbClr val="3F3F3F"/>
                </a:solidFill>
                <a:latin typeface="Calibri"/>
                <a:cs typeface="Calibri"/>
              </a:rPr>
              <a:t> </a:t>
            </a:r>
            <a:r>
              <a:rPr sz="1800" spc="-5" dirty="0">
                <a:solidFill>
                  <a:srgbClr val="3F3F3F"/>
                </a:solidFill>
                <a:latin typeface="Calibri"/>
                <a:cs typeface="Calibri"/>
              </a:rPr>
              <a:t>the</a:t>
            </a:r>
            <a:r>
              <a:rPr sz="1800" spc="35" dirty="0">
                <a:solidFill>
                  <a:srgbClr val="3F3F3F"/>
                </a:solidFill>
                <a:latin typeface="Calibri"/>
                <a:cs typeface="Calibri"/>
              </a:rPr>
              <a:t> </a:t>
            </a:r>
            <a:r>
              <a:rPr sz="1800" spc="-10" dirty="0">
                <a:solidFill>
                  <a:srgbClr val="3F3F3F"/>
                </a:solidFill>
                <a:latin typeface="Calibri"/>
                <a:cs typeface="Calibri"/>
              </a:rPr>
              <a:t>subnetworks</a:t>
            </a:r>
            <a:endParaRPr sz="1800">
              <a:latin typeface="Calibri"/>
              <a:cs typeface="Calibri"/>
            </a:endParaRPr>
          </a:p>
          <a:p>
            <a:pPr marL="444500" lvl="1" indent="-183515">
              <a:lnSpc>
                <a:spcPct val="100000"/>
              </a:lnSpc>
              <a:spcBef>
                <a:spcPts val="190"/>
              </a:spcBef>
              <a:buClr>
                <a:srgbClr val="1CACE4"/>
              </a:buClr>
              <a:buChar char="◦"/>
              <a:tabLst>
                <a:tab pos="445134" algn="l"/>
              </a:tabLst>
            </a:pPr>
            <a:r>
              <a:rPr sz="1800" spc="-5" dirty="0">
                <a:solidFill>
                  <a:srgbClr val="3F3F3F"/>
                </a:solidFill>
                <a:latin typeface="Calibri"/>
                <a:cs typeface="Calibri"/>
              </a:rPr>
              <a:t>The</a:t>
            </a:r>
            <a:r>
              <a:rPr sz="1800" spc="-15" dirty="0">
                <a:solidFill>
                  <a:srgbClr val="3F3F3F"/>
                </a:solidFill>
                <a:latin typeface="Calibri"/>
                <a:cs typeface="Calibri"/>
              </a:rPr>
              <a:t> </a:t>
            </a:r>
            <a:r>
              <a:rPr sz="1800" dirty="0">
                <a:solidFill>
                  <a:srgbClr val="3F3F3F"/>
                </a:solidFill>
                <a:latin typeface="Calibri"/>
                <a:cs typeface="Calibri"/>
              </a:rPr>
              <a:t>number</a:t>
            </a:r>
            <a:r>
              <a:rPr sz="1800" spc="5" dirty="0">
                <a:solidFill>
                  <a:srgbClr val="3F3F3F"/>
                </a:solidFill>
                <a:latin typeface="Calibri"/>
                <a:cs typeface="Calibri"/>
              </a:rPr>
              <a:t> </a:t>
            </a:r>
            <a:r>
              <a:rPr sz="1800" spc="-5" dirty="0">
                <a:solidFill>
                  <a:srgbClr val="3F3F3F"/>
                </a:solidFill>
                <a:latin typeface="Calibri"/>
                <a:cs typeface="Calibri"/>
              </a:rPr>
              <a:t>of</a:t>
            </a:r>
            <a:r>
              <a:rPr sz="1800" spc="10" dirty="0">
                <a:solidFill>
                  <a:srgbClr val="3F3F3F"/>
                </a:solidFill>
                <a:latin typeface="Calibri"/>
                <a:cs typeface="Calibri"/>
              </a:rPr>
              <a:t> </a:t>
            </a:r>
            <a:r>
              <a:rPr sz="1800" spc="-5" dirty="0">
                <a:solidFill>
                  <a:srgbClr val="3F3F3F"/>
                </a:solidFill>
                <a:latin typeface="Calibri"/>
                <a:cs typeface="Calibri"/>
              </a:rPr>
              <a:t>addresses</a:t>
            </a:r>
            <a:r>
              <a:rPr sz="1800" spc="-20" dirty="0">
                <a:solidFill>
                  <a:srgbClr val="3F3F3F"/>
                </a:solidFill>
                <a:latin typeface="Calibri"/>
                <a:cs typeface="Calibri"/>
              </a:rPr>
              <a:t> </a:t>
            </a:r>
            <a:r>
              <a:rPr sz="1800" spc="-5" dirty="0">
                <a:solidFill>
                  <a:srgbClr val="3F3F3F"/>
                </a:solidFill>
                <a:latin typeface="Calibri"/>
                <a:cs typeface="Calibri"/>
              </a:rPr>
              <a:t>in</a:t>
            </a:r>
            <a:r>
              <a:rPr sz="1800" spc="10" dirty="0">
                <a:solidFill>
                  <a:srgbClr val="3F3F3F"/>
                </a:solidFill>
                <a:latin typeface="Calibri"/>
                <a:cs typeface="Calibri"/>
              </a:rPr>
              <a:t> </a:t>
            </a:r>
            <a:r>
              <a:rPr sz="1800" spc="-5" dirty="0">
                <a:solidFill>
                  <a:srgbClr val="3F3F3F"/>
                </a:solidFill>
                <a:latin typeface="Calibri"/>
                <a:cs typeface="Calibri"/>
              </a:rPr>
              <a:t>each</a:t>
            </a:r>
            <a:r>
              <a:rPr sz="1800" spc="35" dirty="0">
                <a:solidFill>
                  <a:srgbClr val="3F3F3F"/>
                </a:solidFill>
                <a:latin typeface="Calibri"/>
                <a:cs typeface="Calibri"/>
              </a:rPr>
              <a:t> </a:t>
            </a:r>
            <a:r>
              <a:rPr sz="1800" spc="-5" dirty="0">
                <a:solidFill>
                  <a:srgbClr val="3F3F3F"/>
                </a:solidFill>
                <a:latin typeface="Calibri"/>
                <a:cs typeface="Calibri"/>
              </a:rPr>
              <a:t>subnetwork</a:t>
            </a:r>
            <a:r>
              <a:rPr sz="1800" dirty="0">
                <a:solidFill>
                  <a:srgbClr val="3F3F3F"/>
                </a:solidFill>
                <a:latin typeface="Calibri"/>
                <a:cs typeface="Calibri"/>
              </a:rPr>
              <a:t> </a:t>
            </a:r>
            <a:r>
              <a:rPr sz="1800" spc="-5" dirty="0">
                <a:solidFill>
                  <a:srgbClr val="3F3F3F"/>
                </a:solidFill>
                <a:latin typeface="Calibri"/>
                <a:cs typeface="Calibri"/>
              </a:rPr>
              <a:t>should</a:t>
            </a:r>
            <a:r>
              <a:rPr sz="1800" spc="10" dirty="0">
                <a:solidFill>
                  <a:srgbClr val="3F3F3F"/>
                </a:solidFill>
                <a:latin typeface="Calibri"/>
                <a:cs typeface="Calibri"/>
              </a:rPr>
              <a:t> </a:t>
            </a:r>
            <a:r>
              <a:rPr sz="1800" dirty="0">
                <a:solidFill>
                  <a:srgbClr val="3F3F3F"/>
                </a:solidFill>
                <a:latin typeface="Calibri"/>
                <a:cs typeface="Calibri"/>
              </a:rPr>
              <a:t>be</a:t>
            </a:r>
            <a:r>
              <a:rPr sz="1800" spc="15" dirty="0">
                <a:solidFill>
                  <a:srgbClr val="3F3F3F"/>
                </a:solidFill>
                <a:latin typeface="Calibri"/>
                <a:cs typeface="Calibri"/>
              </a:rPr>
              <a:t> </a:t>
            </a:r>
            <a:r>
              <a:rPr sz="1800" dirty="0">
                <a:solidFill>
                  <a:srgbClr val="3F3F3F"/>
                </a:solidFill>
                <a:latin typeface="Calibri"/>
                <a:cs typeface="Calibri"/>
              </a:rPr>
              <a:t>a</a:t>
            </a:r>
            <a:r>
              <a:rPr sz="1800" spc="-5" dirty="0">
                <a:solidFill>
                  <a:srgbClr val="3F3F3F"/>
                </a:solidFill>
                <a:latin typeface="Calibri"/>
                <a:cs typeface="Calibri"/>
              </a:rPr>
              <a:t> </a:t>
            </a:r>
            <a:r>
              <a:rPr sz="1800" spc="-10" dirty="0">
                <a:solidFill>
                  <a:srgbClr val="3F3F3F"/>
                </a:solidFill>
                <a:latin typeface="Calibri"/>
                <a:cs typeface="Calibri"/>
              </a:rPr>
              <a:t>power</a:t>
            </a:r>
            <a:r>
              <a:rPr sz="1800" spc="5" dirty="0">
                <a:solidFill>
                  <a:srgbClr val="3F3F3F"/>
                </a:solidFill>
                <a:latin typeface="Calibri"/>
                <a:cs typeface="Calibri"/>
              </a:rPr>
              <a:t> </a:t>
            </a:r>
            <a:r>
              <a:rPr sz="1800" spc="-5" dirty="0">
                <a:solidFill>
                  <a:srgbClr val="3F3F3F"/>
                </a:solidFill>
                <a:latin typeface="Calibri"/>
                <a:cs typeface="Calibri"/>
              </a:rPr>
              <a:t>of</a:t>
            </a:r>
            <a:r>
              <a:rPr sz="1800" spc="10" dirty="0">
                <a:solidFill>
                  <a:srgbClr val="3F3F3F"/>
                </a:solidFill>
                <a:latin typeface="Calibri"/>
                <a:cs typeface="Calibri"/>
              </a:rPr>
              <a:t> </a:t>
            </a:r>
            <a:r>
              <a:rPr sz="1800" spc="-5" dirty="0">
                <a:solidFill>
                  <a:srgbClr val="3F3F3F"/>
                </a:solidFill>
                <a:latin typeface="Calibri"/>
                <a:cs typeface="Calibri"/>
              </a:rPr>
              <a:t>2.</a:t>
            </a:r>
            <a:endParaRPr sz="1800">
              <a:latin typeface="Calibri"/>
              <a:cs typeface="Calibri"/>
            </a:endParaRPr>
          </a:p>
          <a:p>
            <a:pPr marL="444500" lvl="1" indent="-183515">
              <a:lnSpc>
                <a:spcPct val="100000"/>
              </a:lnSpc>
              <a:spcBef>
                <a:spcPts val="385"/>
              </a:spcBef>
              <a:buClr>
                <a:srgbClr val="1CACE4"/>
              </a:buClr>
              <a:buChar char="◦"/>
              <a:tabLst>
                <a:tab pos="445134" algn="l"/>
              </a:tabLst>
            </a:pP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prefix</a:t>
            </a:r>
            <a:r>
              <a:rPr sz="1800" spc="5" dirty="0">
                <a:solidFill>
                  <a:srgbClr val="3F3F3F"/>
                </a:solidFill>
                <a:latin typeface="Calibri"/>
                <a:cs typeface="Calibri"/>
              </a:rPr>
              <a:t> </a:t>
            </a:r>
            <a:r>
              <a:rPr sz="1800" spc="-5" dirty="0">
                <a:solidFill>
                  <a:srgbClr val="3F3F3F"/>
                </a:solidFill>
                <a:latin typeface="Calibri"/>
                <a:cs typeface="Calibri"/>
              </a:rPr>
              <a:t>length</a:t>
            </a:r>
            <a:r>
              <a:rPr sz="1800" dirty="0">
                <a:solidFill>
                  <a:srgbClr val="3F3F3F"/>
                </a:solidFill>
                <a:latin typeface="Calibri"/>
                <a:cs typeface="Calibri"/>
              </a:rPr>
              <a:t> </a:t>
            </a:r>
            <a:r>
              <a:rPr sz="1800" spc="-15" dirty="0">
                <a:solidFill>
                  <a:srgbClr val="3F3F3F"/>
                </a:solidFill>
                <a:latin typeface="Calibri"/>
                <a:cs typeface="Calibri"/>
              </a:rPr>
              <a:t>for</a:t>
            </a:r>
            <a:r>
              <a:rPr sz="1800" spc="5" dirty="0">
                <a:solidFill>
                  <a:srgbClr val="3F3F3F"/>
                </a:solidFill>
                <a:latin typeface="Calibri"/>
                <a:cs typeface="Calibri"/>
              </a:rPr>
              <a:t> </a:t>
            </a:r>
            <a:r>
              <a:rPr sz="1800" spc="-5" dirty="0">
                <a:solidFill>
                  <a:srgbClr val="3F3F3F"/>
                </a:solidFill>
                <a:latin typeface="Calibri"/>
                <a:cs typeface="Calibri"/>
              </a:rPr>
              <a:t>each</a:t>
            </a:r>
            <a:r>
              <a:rPr sz="1800" spc="25" dirty="0">
                <a:solidFill>
                  <a:srgbClr val="3F3F3F"/>
                </a:solidFill>
                <a:latin typeface="Calibri"/>
                <a:cs typeface="Calibri"/>
              </a:rPr>
              <a:t> </a:t>
            </a:r>
            <a:r>
              <a:rPr sz="1800" spc="-5" dirty="0">
                <a:solidFill>
                  <a:srgbClr val="3F3F3F"/>
                </a:solidFill>
                <a:latin typeface="Calibri"/>
                <a:cs typeface="Calibri"/>
              </a:rPr>
              <a:t>subnetwork </a:t>
            </a:r>
            <a:r>
              <a:rPr sz="1800" dirty="0">
                <a:solidFill>
                  <a:srgbClr val="3F3F3F"/>
                </a:solidFill>
                <a:latin typeface="Calibri"/>
                <a:cs typeface="Calibri"/>
              </a:rPr>
              <a:t>:</a:t>
            </a:r>
            <a:r>
              <a:rPr sz="1800" spc="10" dirty="0">
                <a:solidFill>
                  <a:srgbClr val="3F3F3F"/>
                </a:solidFill>
                <a:latin typeface="Calibri"/>
                <a:cs typeface="Calibri"/>
              </a:rPr>
              <a:t> </a:t>
            </a:r>
            <a:r>
              <a:rPr sz="1800" i="1" spc="-5" dirty="0">
                <a:solidFill>
                  <a:srgbClr val="3F3F3F"/>
                </a:solidFill>
                <a:latin typeface="Calibri"/>
                <a:cs typeface="Calibri"/>
              </a:rPr>
              <a:t>nsub</a:t>
            </a:r>
            <a:r>
              <a:rPr sz="1800" i="1" dirty="0">
                <a:solidFill>
                  <a:srgbClr val="3F3F3F"/>
                </a:solidFill>
                <a:latin typeface="Calibri"/>
                <a:cs typeface="Calibri"/>
              </a:rPr>
              <a:t> = </a:t>
            </a:r>
            <a:r>
              <a:rPr sz="1800" i="1" spc="-5" dirty="0">
                <a:solidFill>
                  <a:srgbClr val="3F3F3F"/>
                </a:solidFill>
                <a:latin typeface="Calibri"/>
                <a:cs typeface="Calibri"/>
              </a:rPr>
              <a:t>32</a:t>
            </a:r>
            <a:r>
              <a:rPr sz="1800" i="1" dirty="0">
                <a:solidFill>
                  <a:srgbClr val="3F3F3F"/>
                </a:solidFill>
                <a:latin typeface="Calibri"/>
                <a:cs typeface="Calibri"/>
              </a:rPr>
              <a:t> − log</a:t>
            </a:r>
            <a:r>
              <a:rPr sz="1800" i="1" baseline="-20833" dirty="0">
                <a:solidFill>
                  <a:srgbClr val="3F3F3F"/>
                </a:solidFill>
                <a:latin typeface="Calibri"/>
                <a:cs typeface="Calibri"/>
              </a:rPr>
              <a:t>2</a:t>
            </a:r>
            <a:r>
              <a:rPr sz="1800" i="1" spc="225" baseline="-20833" dirty="0">
                <a:solidFill>
                  <a:srgbClr val="3F3F3F"/>
                </a:solidFill>
                <a:latin typeface="Calibri"/>
                <a:cs typeface="Calibri"/>
              </a:rPr>
              <a:t> </a:t>
            </a:r>
            <a:r>
              <a:rPr sz="1800" i="1" spc="-5" dirty="0">
                <a:solidFill>
                  <a:srgbClr val="3F3F3F"/>
                </a:solidFill>
                <a:latin typeface="Calibri"/>
                <a:cs typeface="Calibri"/>
              </a:rPr>
              <a:t>Nsub</a:t>
            </a:r>
            <a:endParaRPr sz="1800">
              <a:latin typeface="Calibri"/>
              <a:cs typeface="Calibri"/>
            </a:endParaRPr>
          </a:p>
          <a:p>
            <a:pPr marL="444500" marR="30480" lvl="1" indent="-182880">
              <a:lnSpc>
                <a:spcPts val="1939"/>
              </a:lnSpc>
              <a:spcBef>
                <a:spcPts val="635"/>
              </a:spcBef>
              <a:buClr>
                <a:srgbClr val="1CACE4"/>
              </a:buClr>
              <a:buChar char="◦"/>
              <a:tabLst>
                <a:tab pos="445134" algn="l"/>
              </a:tabLst>
            </a:pPr>
            <a:r>
              <a:rPr sz="1800" spc="-5" dirty="0">
                <a:solidFill>
                  <a:srgbClr val="3F3F3F"/>
                </a:solidFill>
                <a:latin typeface="Calibri"/>
                <a:cs typeface="Calibri"/>
              </a:rPr>
              <a:t>The</a:t>
            </a:r>
            <a:r>
              <a:rPr sz="1800" spc="-10" dirty="0">
                <a:solidFill>
                  <a:srgbClr val="3F3F3F"/>
                </a:solidFill>
                <a:latin typeface="Calibri"/>
                <a:cs typeface="Calibri"/>
              </a:rPr>
              <a:t> starting</a:t>
            </a:r>
            <a:r>
              <a:rPr sz="1800" spc="10" dirty="0">
                <a:solidFill>
                  <a:srgbClr val="3F3F3F"/>
                </a:solidFill>
                <a:latin typeface="Calibri"/>
                <a:cs typeface="Calibri"/>
              </a:rPr>
              <a:t> </a:t>
            </a:r>
            <a:r>
              <a:rPr sz="1800" spc="-5" dirty="0">
                <a:solidFill>
                  <a:srgbClr val="3F3F3F"/>
                </a:solidFill>
                <a:latin typeface="Calibri"/>
                <a:cs typeface="Calibri"/>
              </a:rPr>
              <a:t>address in</a:t>
            </a:r>
            <a:r>
              <a:rPr sz="1800" spc="10" dirty="0">
                <a:solidFill>
                  <a:srgbClr val="3F3F3F"/>
                </a:solidFill>
                <a:latin typeface="Calibri"/>
                <a:cs typeface="Calibri"/>
              </a:rPr>
              <a:t> </a:t>
            </a:r>
            <a:r>
              <a:rPr sz="1800" spc="-5" dirty="0">
                <a:solidFill>
                  <a:srgbClr val="3F3F3F"/>
                </a:solidFill>
                <a:latin typeface="Calibri"/>
                <a:cs typeface="Calibri"/>
              </a:rPr>
              <a:t>each</a:t>
            </a:r>
            <a:r>
              <a:rPr sz="1800" spc="35" dirty="0">
                <a:solidFill>
                  <a:srgbClr val="3F3F3F"/>
                </a:solidFill>
                <a:latin typeface="Calibri"/>
                <a:cs typeface="Calibri"/>
              </a:rPr>
              <a:t> </a:t>
            </a:r>
            <a:r>
              <a:rPr sz="1800" spc="-5" dirty="0">
                <a:solidFill>
                  <a:srgbClr val="3F3F3F"/>
                </a:solidFill>
                <a:latin typeface="Calibri"/>
                <a:cs typeface="Calibri"/>
              </a:rPr>
              <a:t>subnetwork</a:t>
            </a:r>
            <a:r>
              <a:rPr sz="1800" spc="15" dirty="0">
                <a:solidFill>
                  <a:srgbClr val="3F3F3F"/>
                </a:solidFill>
                <a:latin typeface="Calibri"/>
                <a:cs typeface="Calibri"/>
              </a:rPr>
              <a:t> </a:t>
            </a:r>
            <a:r>
              <a:rPr sz="1800" spc="-5" dirty="0">
                <a:solidFill>
                  <a:srgbClr val="3F3F3F"/>
                </a:solidFill>
                <a:latin typeface="Calibri"/>
                <a:cs typeface="Calibri"/>
              </a:rPr>
              <a:t>should</a:t>
            </a:r>
            <a:r>
              <a:rPr sz="1800" spc="5" dirty="0">
                <a:solidFill>
                  <a:srgbClr val="3F3F3F"/>
                </a:solidFill>
                <a:latin typeface="Calibri"/>
                <a:cs typeface="Calibri"/>
              </a:rPr>
              <a:t> </a:t>
            </a:r>
            <a:r>
              <a:rPr sz="1800" dirty="0">
                <a:solidFill>
                  <a:srgbClr val="3F3F3F"/>
                </a:solidFill>
                <a:latin typeface="Calibri"/>
                <a:cs typeface="Calibri"/>
              </a:rPr>
              <a:t>be</a:t>
            </a:r>
            <a:r>
              <a:rPr sz="1800" spc="15" dirty="0">
                <a:solidFill>
                  <a:srgbClr val="3F3F3F"/>
                </a:solidFill>
                <a:latin typeface="Calibri"/>
                <a:cs typeface="Calibri"/>
              </a:rPr>
              <a:t> </a:t>
            </a:r>
            <a:r>
              <a:rPr sz="1800" spc="-5" dirty="0">
                <a:solidFill>
                  <a:srgbClr val="3F3F3F"/>
                </a:solidFill>
                <a:latin typeface="Calibri"/>
                <a:cs typeface="Calibri"/>
              </a:rPr>
              <a:t>divisible</a:t>
            </a:r>
            <a:r>
              <a:rPr sz="1800" spc="20" dirty="0">
                <a:solidFill>
                  <a:srgbClr val="3F3F3F"/>
                </a:solidFill>
                <a:latin typeface="Calibri"/>
                <a:cs typeface="Calibri"/>
              </a:rPr>
              <a:t> </a:t>
            </a:r>
            <a:r>
              <a:rPr sz="1800" spc="-5" dirty="0">
                <a:solidFill>
                  <a:srgbClr val="3F3F3F"/>
                </a:solidFill>
                <a:latin typeface="Calibri"/>
                <a:cs typeface="Calibri"/>
              </a:rPr>
              <a:t>by</a:t>
            </a:r>
            <a:r>
              <a:rPr sz="1800" spc="10"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number</a:t>
            </a:r>
            <a:r>
              <a:rPr sz="1800" spc="10" dirty="0">
                <a:solidFill>
                  <a:srgbClr val="3F3F3F"/>
                </a:solidFill>
                <a:latin typeface="Calibri"/>
                <a:cs typeface="Calibri"/>
              </a:rPr>
              <a:t> </a:t>
            </a:r>
            <a:r>
              <a:rPr sz="1800" spc="-5" dirty="0">
                <a:solidFill>
                  <a:srgbClr val="3F3F3F"/>
                </a:solidFill>
                <a:latin typeface="Calibri"/>
                <a:cs typeface="Calibri"/>
              </a:rPr>
              <a:t>of</a:t>
            </a:r>
            <a:r>
              <a:rPr sz="1800" dirty="0">
                <a:solidFill>
                  <a:srgbClr val="3F3F3F"/>
                </a:solidFill>
                <a:latin typeface="Calibri"/>
                <a:cs typeface="Calibri"/>
              </a:rPr>
              <a:t> </a:t>
            </a:r>
            <a:r>
              <a:rPr sz="1800" spc="-5" dirty="0">
                <a:solidFill>
                  <a:srgbClr val="3F3F3F"/>
                </a:solidFill>
                <a:latin typeface="Calibri"/>
                <a:cs typeface="Calibri"/>
              </a:rPr>
              <a:t>addresses </a:t>
            </a:r>
            <a:r>
              <a:rPr sz="1800" spc="-390" dirty="0">
                <a:solidFill>
                  <a:srgbClr val="3F3F3F"/>
                </a:solidFill>
                <a:latin typeface="Calibri"/>
                <a:cs typeface="Calibri"/>
              </a:rPr>
              <a:t> </a:t>
            </a:r>
            <a:r>
              <a:rPr sz="1800" spc="-5" dirty="0">
                <a:solidFill>
                  <a:srgbClr val="3F3F3F"/>
                </a:solidFill>
                <a:latin typeface="Calibri"/>
                <a:cs typeface="Calibri"/>
              </a:rPr>
              <a:t>in</a:t>
            </a:r>
            <a:r>
              <a:rPr sz="1800" dirty="0">
                <a:solidFill>
                  <a:srgbClr val="3F3F3F"/>
                </a:solidFill>
                <a:latin typeface="Calibri"/>
                <a:cs typeface="Calibri"/>
              </a:rPr>
              <a:t> </a:t>
            </a:r>
            <a:r>
              <a:rPr sz="1800" spc="-5" dirty="0">
                <a:solidFill>
                  <a:srgbClr val="3F3F3F"/>
                </a:solidFill>
                <a:latin typeface="Calibri"/>
                <a:cs typeface="Calibri"/>
              </a:rPr>
              <a:t>that</a:t>
            </a:r>
            <a:r>
              <a:rPr sz="1800" dirty="0">
                <a:solidFill>
                  <a:srgbClr val="3F3F3F"/>
                </a:solidFill>
                <a:latin typeface="Calibri"/>
                <a:cs typeface="Calibri"/>
              </a:rPr>
              <a:t> </a:t>
            </a:r>
            <a:r>
              <a:rPr sz="1800" spc="-5" dirty="0">
                <a:solidFill>
                  <a:srgbClr val="3F3F3F"/>
                </a:solidFill>
                <a:latin typeface="Calibri"/>
                <a:cs typeface="Calibri"/>
              </a:rPr>
              <a:t>subnetwork</a:t>
            </a:r>
            <a:r>
              <a:rPr sz="1800" dirty="0">
                <a:solidFill>
                  <a:srgbClr val="3F3F3F"/>
                </a:solidFill>
                <a:latin typeface="Calibri"/>
                <a:cs typeface="Calibri"/>
              </a:rPr>
              <a:t> - </a:t>
            </a:r>
            <a:r>
              <a:rPr sz="1800" spc="-5" dirty="0">
                <a:solidFill>
                  <a:srgbClr val="3F3F3F"/>
                </a:solidFill>
                <a:latin typeface="Calibri"/>
                <a:cs typeface="Calibri"/>
              </a:rPr>
              <a:t>This</a:t>
            </a:r>
            <a:r>
              <a:rPr sz="1800" spc="15" dirty="0">
                <a:solidFill>
                  <a:srgbClr val="3F3F3F"/>
                </a:solidFill>
                <a:latin typeface="Calibri"/>
                <a:cs typeface="Calibri"/>
              </a:rPr>
              <a:t> </a:t>
            </a:r>
            <a:r>
              <a:rPr sz="1800" spc="-10" dirty="0">
                <a:solidFill>
                  <a:srgbClr val="3F3F3F"/>
                </a:solidFill>
                <a:latin typeface="Calibri"/>
                <a:cs typeface="Calibri"/>
              </a:rPr>
              <a:t>can</a:t>
            </a:r>
            <a:r>
              <a:rPr sz="1800" dirty="0">
                <a:solidFill>
                  <a:srgbClr val="3F3F3F"/>
                </a:solidFill>
                <a:latin typeface="Calibri"/>
                <a:cs typeface="Calibri"/>
              </a:rPr>
              <a:t> be</a:t>
            </a:r>
            <a:r>
              <a:rPr sz="1800" spc="15" dirty="0">
                <a:solidFill>
                  <a:srgbClr val="3F3F3F"/>
                </a:solidFill>
                <a:latin typeface="Calibri"/>
                <a:cs typeface="Calibri"/>
              </a:rPr>
              <a:t> </a:t>
            </a:r>
            <a:r>
              <a:rPr sz="1800" spc="-5" dirty="0">
                <a:solidFill>
                  <a:srgbClr val="3F3F3F"/>
                </a:solidFill>
                <a:latin typeface="Calibri"/>
                <a:cs typeface="Calibri"/>
              </a:rPr>
              <a:t>achieved</a:t>
            </a:r>
            <a:r>
              <a:rPr sz="1800" spc="10" dirty="0">
                <a:solidFill>
                  <a:srgbClr val="3F3F3F"/>
                </a:solidFill>
                <a:latin typeface="Calibri"/>
                <a:cs typeface="Calibri"/>
              </a:rPr>
              <a:t> </a:t>
            </a:r>
            <a:r>
              <a:rPr sz="1800" spc="-5" dirty="0">
                <a:solidFill>
                  <a:srgbClr val="3F3F3F"/>
                </a:solidFill>
                <a:latin typeface="Calibri"/>
                <a:cs typeface="Calibri"/>
              </a:rPr>
              <a:t>if</a:t>
            </a:r>
            <a:r>
              <a:rPr sz="1800" dirty="0">
                <a:solidFill>
                  <a:srgbClr val="3F3F3F"/>
                </a:solidFill>
                <a:latin typeface="Calibri"/>
                <a:cs typeface="Calibri"/>
              </a:rPr>
              <a:t> </a:t>
            </a:r>
            <a:r>
              <a:rPr sz="1800" spc="-10" dirty="0">
                <a:solidFill>
                  <a:srgbClr val="3F3F3F"/>
                </a:solidFill>
                <a:latin typeface="Calibri"/>
                <a:cs typeface="Calibri"/>
              </a:rPr>
              <a:t>we</a:t>
            </a:r>
            <a:r>
              <a:rPr sz="1800" spc="15" dirty="0">
                <a:solidFill>
                  <a:srgbClr val="3F3F3F"/>
                </a:solidFill>
                <a:latin typeface="Calibri"/>
                <a:cs typeface="Calibri"/>
              </a:rPr>
              <a:t> </a:t>
            </a:r>
            <a:r>
              <a:rPr sz="1800" spc="-15" dirty="0">
                <a:solidFill>
                  <a:srgbClr val="3F3F3F"/>
                </a:solidFill>
                <a:latin typeface="Calibri"/>
                <a:cs typeface="Calibri"/>
              </a:rPr>
              <a:t>first</a:t>
            </a:r>
            <a:r>
              <a:rPr sz="1800" spc="10" dirty="0">
                <a:solidFill>
                  <a:srgbClr val="3F3F3F"/>
                </a:solidFill>
                <a:latin typeface="Calibri"/>
                <a:cs typeface="Calibri"/>
              </a:rPr>
              <a:t> </a:t>
            </a:r>
            <a:r>
              <a:rPr sz="1800" spc="-5" dirty="0">
                <a:solidFill>
                  <a:srgbClr val="3F3F3F"/>
                </a:solidFill>
                <a:latin typeface="Calibri"/>
                <a:cs typeface="Calibri"/>
              </a:rPr>
              <a:t>assign</a:t>
            </a:r>
            <a:r>
              <a:rPr sz="1800" spc="-10" dirty="0">
                <a:solidFill>
                  <a:srgbClr val="3F3F3F"/>
                </a:solidFill>
                <a:latin typeface="Calibri"/>
                <a:cs typeface="Calibri"/>
              </a:rPr>
              <a:t> </a:t>
            </a:r>
            <a:r>
              <a:rPr sz="1800" spc="-5" dirty="0">
                <a:solidFill>
                  <a:srgbClr val="3F3F3F"/>
                </a:solidFill>
                <a:latin typeface="Calibri"/>
                <a:cs typeface="Calibri"/>
              </a:rPr>
              <a:t>addresses</a:t>
            </a:r>
            <a:r>
              <a:rPr sz="1800" spc="-10" dirty="0">
                <a:solidFill>
                  <a:srgbClr val="3F3F3F"/>
                </a:solidFill>
                <a:latin typeface="Calibri"/>
                <a:cs typeface="Calibri"/>
              </a:rPr>
              <a:t> to</a:t>
            </a:r>
            <a:r>
              <a:rPr sz="1800" spc="-5" dirty="0">
                <a:solidFill>
                  <a:srgbClr val="3F3F3F"/>
                </a:solidFill>
                <a:latin typeface="Calibri"/>
                <a:cs typeface="Calibri"/>
              </a:rPr>
              <a:t> </a:t>
            </a:r>
            <a:r>
              <a:rPr sz="1800" spc="-10" dirty="0">
                <a:solidFill>
                  <a:srgbClr val="3F3F3F"/>
                </a:solidFill>
                <a:latin typeface="Calibri"/>
                <a:cs typeface="Calibri"/>
              </a:rPr>
              <a:t>larger </a:t>
            </a:r>
            <a:r>
              <a:rPr sz="1800" spc="-5" dirty="0">
                <a:solidFill>
                  <a:srgbClr val="3F3F3F"/>
                </a:solidFill>
                <a:latin typeface="Calibri"/>
                <a:cs typeface="Calibri"/>
              </a:rPr>
              <a:t> subnetworks.</a:t>
            </a:r>
            <a:endParaRPr sz="1800">
              <a:latin typeface="Calibri"/>
              <a:cs typeface="Calibri"/>
            </a:endParaRPr>
          </a:p>
          <a:p>
            <a:pPr marL="214629" indent="-177165">
              <a:lnSpc>
                <a:spcPct val="100000"/>
              </a:lnSpc>
              <a:spcBef>
                <a:spcPts val="1360"/>
              </a:spcBef>
              <a:buClr>
                <a:srgbClr val="1CACE4"/>
              </a:buClr>
              <a:buFont typeface="Arial MT"/>
              <a:buChar char="•"/>
              <a:tabLst>
                <a:tab pos="215265" algn="l"/>
              </a:tabLst>
            </a:pPr>
            <a:r>
              <a:rPr sz="1800" spc="-5" dirty="0">
                <a:solidFill>
                  <a:srgbClr val="3F3F3F"/>
                </a:solidFill>
                <a:latin typeface="Calibri"/>
                <a:cs typeface="Calibri"/>
              </a:rPr>
              <a:t>each</a:t>
            </a:r>
            <a:r>
              <a:rPr sz="1800" spc="5" dirty="0">
                <a:solidFill>
                  <a:srgbClr val="3F3F3F"/>
                </a:solidFill>
                <a:latin typeface="Calibri"/>
                <a:cs typeface="Calibri"/>
              </a:rPr>
              <a:t> </a:t>
            </a:r>
            <a:r>
              <a:rPr sz="1800" spc="-5" dirty="0">
                <a:solidFill>
                  <a:srgbClr val="3F3F3F"/>
                </a:solidFill>
                <a:latin typeface="Calibri"/>
                <a:cs typeface="Calibri"/>
              </a:rPr>
              <a:t>subnetwork</a:t>
            </a:r>
            <a:r>
              <a:rPr sz="1800" dirty="0">
                <a:solidFill>
                  <a:srgbClr val="3F3F3F"/>
                </a:solidFill>
                <a:latin typeface="Calibri"/>
                <a:cs typeface="Calibri"/>
              </a:rPr>
              <a:t> </a:t>
            </a:r>
            <a:r>
              <a:rPr sz="1800" spc="-10" dirty="0">
                <a:solidFill>
                  <a:srgbClr val="3F3F3F"/>
                </a:solidFill>
                <a:latin typeface="Calibri"/>
                <a:cs typeface="Calibri"/>
              </a:rPr>
              <a:t>information</a:t>
            </a:r>
            <a:r>
              <a:rPr sz="1800" spc="15" dirty="0">
                <a:solidFill>
                  <a:srgbClr val="3F3F3F"/>
                </a:solidFill>
                <a:latin typeface="Calibri"/>
                <a:cs typeface="Calibri"/>
              </a:rPr>
              <a:t> </a:t>
            </a:r>
            <a:r>
              <a:rPr sz="1800" spc="-15" dirty="0">
                <a:solidFill>
                  <a:srgbClr val="3F3F3F"/>
                </a:solidFill>
                <a:latin typeface="Calibri"/>
                <a:cs typeface="Calibri"/>
              </a:rPr>
              <a:t>(first</a:t>
            </a:r>
            <a:r>
              <a:rPr sz="1800" spc="15" dirty="0">
                <a:solidFill>
                  <a:srgbClr val="3F3F3F"/>
                </a:solidFill>
                <a:latin typeface="Calibri"/>
                <a:cs typeface="Calibri"/>
              </a:rPr>
              <a:t> </a:t>
            </a:r>
            <a:r>
              <a:rPr sz="1800" dirty="0">
                <a:solidFill>
                  <a:srgbClr val="3F3F3F"/>
                </a:solidFill>
                <a:latin typeface="Calibri"/>
                <a:cs typeface="Calibri"/>
              </a:rPr>
              <a:t>and</a:t>
            </a:r>
            <a:r>
              <a:rPr sz="1800" spc="5" dirty="0">
                <a:solidFill>
                  <a:srgbClr val="3F3F3F"/>
                </a:solidFill>
                <a:latin typeface="Calibri"/>
                <a:cs typeface="Calibri"/>
              </a:rPr>
              <a:t> </a:t>
            </a:r>
            <a:r>
              <a:rPr sz="1800" spc="-10" dirty="0">
                <a:solidFill>
                  <a:srgbClr val="3F3F3F"/>
                </a:solidFill>
                <a:latin typeface="Calibri"/>
                <a:cs typeface="Calibri"/>
              </a:rPr>
              <a:t>last</a:t>
            </a:r>
            <a:r>
              <a:rPr sz="1800" spc="5" dirty="0">
                <a:solidFill>
                  <a:srgbClr val="3F3F3F"/>
                </a:solidFill>
                <a:latin typeface="Calibri"/>
                <a:cs typeface="Calibri"/>
              </a:rPr>
              <a:t> </a:t>
            </a:r>
            <a:r>
              <a:rPr sz="1800" spc="-5" dirty="0">
                <a:solidFill>
                  <a:srgbClr val="3F3F3F"/>
                </a:solidFill>
                <a:latin typeface="Calibri"/>
                <a:cs typeface="Calibri"/>
              </a:rPr>
              <a:t>address)</a:t>
            </a:r>
            <a:r>
              <a:rPr sz="1800" spc="10" dirty="0">
                <a:solidFill>
                  <a:srgbClr val="3F3F3F"/>
                </a:solidFill>
                <a:latin typeface="Calibri"/>
                <a:cs typeface="Calibri"/>
              </a:rPr>
              <a:t> </a:t>
            </a:r>
            <a:r>
              <a:rPr sz="1800" dirty="0">
                <a:solidFill>
                  <a:srgbClr val="3F3F3F"/>
                </a:solidFill>
                <a:latin typeface="Calibri"/>
                <a:cs typeface="Calibri"/>
              </a:rPr>
              <a:t>– same</a:t>
            </a:r>
            <a:r>
              <a:rPr sz="1800" spc="5" dirty="0">
                <a:solidFill>
                  <a:srgbClr val="3F3F3F"/>
                </a:solidFill>
                <a:latin typeface="Calibri"/>
                <a:cs typeface="Calibri"/>
              </a:rPr>
              <a:t> </a:t>
            </a:r>
            <a:r>
              <a:rPr sz="1800" spc="-10" dirty="0">
                <a:solidFill>
                  <a:srgbClr val="3F3F3F"/>
                </a:solidFill>
                <a:latin typeface="Calibri"/>
                <a:cs typeface="Calibri"/>
              </a:rPr>
              <a:t>process </a:t>
            </a:r>
            <a:r>
              <a:rPr sz="1800" dirty="0">
                <a:solidFill>
                  <a:srgbClr val="3F3F3F"/>
                </a:solidFill>
                <a:latin typeface="Calibri"/>
                <a:cs typeface="Calibri"/>
              </a:rPr>
              <a:t>seen</a:t>
            </a:r>
            <a:r>
              <a:rPr sz="1800" spc="5" dirty="0">
                <a:solidFill>
                  <a:srgbClr val="3F3F3F"/>
                </a:solidFill>
                <a:latin typeface="Calibri"/>
                <a:cs typeface="Calibri"/>
              </a:rPr>
              <a:t> </a:t>
            </a:r>
            <a:r>
              <a:rPr sz="1800" spc="-15" dirty="0">
                <a:solidFill>
                  <a:srgbClr val="3F3F3F"/>
                </a:solidFill>
                <a:latin typeface="Calibri"/>
                <a:cs typeface="Calibri"/>
              </a:rPr>
              <a:t>before</a:t>
            </a:r>
            <a:endParaRPr sz="1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942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endParaRPr sz="4800">
              <a:latin typeface="Arial"/>
              <a:cs typeface="Arial"/>
            </a:endParaRPr>
          </a:p>
        </p:txBody>
      </p:sp>
      <p:sp>
        <p:nvSpPr>
          <p:cNvPr id="3" name="object 3"/>
          <p:cNvSpPr txBox="1"/>
          <p:nvPr/>
        </p:nvSpPr>
        <p:spPr>
          <a:xfrm>
            <a:off x="672267" y="1769826"/>
            <a:ext cx="8713470" cy="4302125"/>
          </a:xfrm>
          <a:prstGeom prst="rect">
            <a:avLst/>
          </a:prstGeom>
        </p:spPr>
        <p:txBody>
          <a:bodyPr vert="horz" wrap="square" lIns="0" tIns="60960" rIns="0" bIns="0" rtlCol="0">
            <a:spAutoFit/>
          </a:bodyPr>
          <a:lstStyle/>
          <a:p>
            <a:pPr marL="214629" marR="30480" indent="-177165">
              <a:lnSpc>
                <a:spcPts val="3020"/>
              </a:lnSpc>
              <a:spcBef>
                <a:spcPts val="480"/>
              </a:spcBef>
              <a:buClr>
                <a:srgbClr val="1CACE4"/>
              </a:buClr>
              <a:buFont typeface="Arial MT"/>
              <a:buChar char="•"/>
              <a:tabLst>
                <a:tab pos="215265" algn="l"/>
              </a:tabLst>
            </a:pPr>
            <a:r>
              <a:rPr sz="2800" spc="-5" dirty="0">
                <a:solidFill>
                  <a:srgbClr val="3F3F3F"/>
                </a:solidFill>
                <a:latin typeface="Calibri"/>
                <a:cs typeface="Calibri"/>
              </a:rPr>
              <a:t>An </a:t>
            </a:r>
            <a:r>
              <a:rPr sz="2800" spc="-20" dirty="0">
                <a:solidFill>
                  <a:srgbClr val="3F3F3F"/>
                </a:solidFill>
                <a:latin typeface="Calibri"/>
                <a:cs typeface="Calibri"/>
              </a:rPr>
              <a:t>organization</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25" dirty="0">
                <a:solidFill>
                  <a:srgbClr val="3F3F3F"/>
                </a:solidFill>
                <a:latin typeface="Calibri"/>
                <a:cs typeface="Calibri"/>
              </a:rPr>
              <a:t>granted</a:t>
            </a:r>
            <a:r>
              <a:rPr sz="2800" spc="10" dirty="0">
                <a:solidFill>
                  <a:srgbClr val="3F3F3F"/>
                </a:solidFill>
                <a:latin typeface="Calibri"/>
                <a:cs typeface="Calibri"/>
              </a:rPr>
              <a:t> </a:t>
            </a:r>
            <a:r>
              <a:rPr sz="2800" spc="-5" dirty="0">
                <a:solidFill>
                  <a:srgbClr val="3F3F3F"/>
                </a:solidFill>
                <a:latin typeface="Calibri"/>
                <a:cs typeface="Calibri"/>
              </a:rPr>
              <a:t>a </a:t>
            </a:r>
            <a:r>
              <a:rPr sz="2800" spc="-10" dirty="0">
                <a:solidFill>
                  <a:srgbClr val="3F3F3F"/>
                </a:solidFill>
                <a:latin typeface="Calibri"/>
                <a:cs typeface="Calibri"/>
              </a:rPr>
              <a:t>block</a:t>
            </a:r>
            <a:r>
              <a:rPr sz="2800" spc="5"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10" dirty="0">
                <a:solidFill>
                  <a:srgbClr val="3F3F3F"/>
                </a:solidFill>
                <a:latin typeface="Calibri"/>
                <a:cs typeface="Calibri"/>
              </a:rPr>
              <a:t>with</a:t>
            </a:r>
            <a:r>
              <a:rPr sz="2800" spc="5"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10" dirty="0">
                <a:solidFill>
                  <a:srgbClr val="3F3F3F"/>
                </a:solidFill>
                <a:latin typeface="Calibri"/>
                <a:cs typeface="Calibri"/>
              </a:rPr>
              <a:t>beginning</a:t>
            </a:r>
            <a:r>
              <a:rPr sz="2800" spc="15" dirty="0">
                <a:solidFill>
                  <a:srgbClr val="3F3F3F"/>
                </a:solidFill>
                <a:latin typeface="Calibri"/>
                <a:cs typeface="Calibri"/>
              </a:rPr>
              <a:t> </a:t>
            </a:r>
            <a:r>
              <a:rPr sz="2800" spc="-15" dirty="0">
                <a:solidFill>
                  <a:srgbClr val="3F3F3F"/>
                </a:solidFill>
                <a:latin typeface="Calibri"/>
                <a:cs typeface="Calibri"/>
              </a:rPr>
              <a:t>address</a:t>
            </a:r>
            <a:r>
              <a:rPr sz="2800" spc="35" dirty="0">
                <a:solidFill>
                  <a:srgbClr val="3F3F3F"/>
                </a:solidFill>
                <a:latin typeface="Calibri"/>
                <a:cs typeface="Calibri"/>
              </a:rPr>
              <a:t> </a:t>
            </a:r>
            <a:r>
              <a:rPr sz="2800" spc="-5" dirty="0">
                <a:solidFill>
                  <a:srgbClr val="3F3F3F"/>
                </a:solidFill>
                <a:latin typeface="Calibri"/>
                <a:cs typeface="Calibri"/>
              </a:rPr>
              <a:t>14.24.74.0/24.</a:t>
            </a:r>
            <a:r>
              <a:rPr sz="2800" spc="50" dirty="0">
                <a:solidFill>
                  <a:srgbClr val="3F3F3F"/>
                </a:solidFill>
                <a:latin typeface="Calibri"/>
                <a:cs typeface="Calibri"/>
              </a:rPr>
              <a:t> </a:t>
            </a:r>
            <a:r>
              <a:rPr sz="2800" spc="-5" dirty="0">
                <a:solidFill>
                  <a:srgbClr val="3F3F3F"/>
                </a:solidFill>
                <a:latin typeface="Calibri"/>
                <a:cs typeface="Calibri"/>
              </a:rPr>
              <a:t>The</a:t>
            </a:r>
            <a:r>
              <a:rPr sz="2800" dirty="0">
                <a:solidFill>
                  <a:srgbClr val="3F3F3F"/>
                </a:solidFill>
                <a:latin typeface="Calibri"/>
                <a:cs typeface="Calibri"/>
              </a:rPr>
              <a:t> </a:t>
            </a:r>
            <a:r>
              <a:rPr sz="2800" spc="-20" dirty="0">
                <a:solidFill>
                  <a:srgbClr val="3F3F3F"/>
                </a:solidFill>
                <a:latin typeface="Calibri"/>
                <a:cs typeface="Calibri"/>
              </a:rPr>
              <a:t>organization</a:t>
            </a:r>
            <a:r>
              <a:rPr sz="2800" dirty="0">
                <a:solidFill>
                  <a:srgbClr val="3F3F3F"/>
                </a:solidFill>
                <a:latin typeface="Calibri"/>
                <a:cs typeface="Calibri"/>
              </a:rPr>
              <a:t> </a:t>
            </a:r>
            <a:r>
              <a:rPr sz="2800" spc="-10" dirty="0">
                <a:solidFill>
                  <a:srgbClr val="3F3F3F"/>
                </a:solidFill>
                <a:latin typeface="Calibri"/>
                <a:cs typeface="Calibri"/>
              </a:rPr>
              <a:t>needs </a:t>
            </a:r>
            <a:r>
              <a:rPr sz="2800" spc="-5" dirty="0">
                <a:solidFill>
                  <a:srgbClr val="3F3F3F"/>
                </a:solidFill>
                <a:latin typeface="Calibri"/>
                <a:cs typeface="Calibri"/>
              </a:rPr>
              <a:t> </a:t>
            </a:r>
            <a:r>
              <a:rPr sz="2800" spc="-20" dirty="0">
                <a:solidFill>
                  <a:srgbClr val="3F3F3F"/>
                </a:solidFill>
                <a:latin typeface="Calibri"/>
                <a:cs typeface="Calibri"/>
              </a:rPr>
              <a:t>to</a:t>
            </a:r>
            <a:r>
              <a:rPr sz="2800" spc="-15" dirty="0">
                <a:solidFill>
                  <a:srgbClr val="3F3F3F"/>
                </a:solidFill>
                <a:latin typeface="Calibri"/>
                <a:cs typeface="Calibri"/>
              </a:rPr>
              <a:t> </a:t>
            </a:r>
            <a:r>
              <a:rPr sz="2800" spc="-25" dirty="0">
                <a:solidFill>
                  <a:srgbClr val="3F3F3F"/>
                </a:solidFill>
                <a:latin typeface="Calibri"/>
                <a:cs typeface="Calibri"/>
              </a:rPr>
              <a:t>have</a:t>
            </a:r>
            <a:r>
              <a:rPr sz="2800" spc="-5" dirty="0">
                <a:solidFill>
                  <a:srgbClr val="3F3F3F"/>
                </a:solidFill>
                <a:latin typeface="Calibri"/>
                <a:cs typeface="Calibri"/>
              </a:rPr>
              <a:t> </a:t>
            </a:r>
            <a:r>
              <a:rPr sz="2800" spc="-15" dirty="0">
                <a:solidFill>
                  <a:srgbClr val="3F3F3F"/>
                </a:solidFill>
                <a:latin typeface="Calibri"/>
                <a:cs typeface="Calibri"/>
              </a:rPr>
              <a:t>three</a:t>
            </a:r>
            <a:r>
              <a:rPr sz="2800" spc="20" dirty="0">
                <a:solidFill>
                  <a:srgbClr val="3F3F3F"/>
                </a:solidFill>
                <a:latin typeface="Calibri"/>
                <a:cs typeface="Calibri"/>
              </a:rPr>
              <a:t> </a:t>
            </a:r>
            <a:r>
              <a:rPr sz="2800" spc="-10" dirty="0">
                <a:solidFill>
                  <a:srgbClr val="3F3F3F"/>
                </a:solidFill>
                <a:latin typeface="Calibri"/>
                <a:cs typeface="Calibri"/>
              </a:rPr>
              <a:t>subblocks</a:t>
            </a:r>
            <a:r>
              <a:rPr sz="2800" spc="50"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addresses</a:t>
            </a:r>
            <a:r>
              <a:rPr sz="2800" spc="30"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use</a:t>
            </a:r>
            <a:r>
              <a:rPr sz="2800" spc="10" dirty="0">
                <a:solidFill>
                  <a:srgbClr val="3F3F3F"/>
                </a:solidFill>
                <a:latin typeface="Calibri"/>
                <a:cs typeface="Calibri"/>
              </a:rPr>
              <a:t> </a:t>
            </a:r>
            <a:r>
              <a:rPr sz="2800" spc="-10" dirty="0">
                <a:solidFill>
                  <a:srgbClr val="3F3F3F"/>
                </a:solidFill>
                <a:latin typeface="Calibri"/>
                <a:cs typeface="Calibri"/>
              </a:rPr>
              <a:t>in</a:t>
            </a:r>
            <a:r>
              <a:rPr sz="2800" dirty="0">
                <a:solidFill>
                  <a:srgbClr val="3F3F3F"/>
                </a:solidFill>
                <a:latin typeface="Calibri"/>
                <a:cs typeface="Calibri"/>
              </a:rPr>
              <a:t> </a:t>
            </a:r>
            <a:r>
              <a:rPr sz="2800" spc="-10" dirty="0">
                <a:solidFill>
                  <a:srgbClr val="3F3F3F"/>
                </a:solidFill>
                <a:latin typeface="Calibri"/>
                <a:cs typeface="Calibri"/>
              </a:rPr>
              <a:t>its</a:t>
            </a:r>
            <a:r>
              <a:rPr sz="2800" spc="5" dirty="0">
                <a:solidFill>
                  <a:srgbClr val="3F3F3F"/>
                </a:solidFill>
                <a:latin typeface="Calibri"/>
                <a:cs typeface="Calibri"/>
              </a:rPr>
              <a:t> </a:t>
            </a:r>
            <a:r>
              <a:rPr sz="2800" spc="-15" dirty="0">
                <a:solidFill>
                  <a:srgbClr val="3F3F3F"/>
                </a:solidFill>
                <a:latin typeface="Calibri"/>
                <a:cs typeface="Calibri"/>
              </a:rPr>
              <a:t>three </a:t>
            </a:r>
            <a:r>
              <a:rPr sz="2800" spc="-10" dirty="0">
                <a:solidFill>
                  <a:srgbClr val="3F3F3F"/>
                </a:solidFill>
                <a:latin typeface="Calibri"/>
                <a:cs typeface="Calibri"/>
              </a:rPr>
              <a:t> subnets:</a:t>
            </a:r>
            <a:r>
              <a:rPr sz="2800" spc="30" dirty="0">
                <a:solidFill>
                  <a:srgbClr val="3F3F3F"/>
                </a:solidFill>
                <a:latin typeface="Calibri"/>
                <a:cs typeface="Calibri"/>
              </a:rPr>
              <a:t> </a:t>
            </a:r>
            <a:r>
              <a:rPr sz="2800" spc="-10" dirty="0">
                <a:solidFill>
                  <a:srgbClr val="3F3F3F"/>
                </a:solidFill>
                <a:latin typeface="Calibri"/>
                <a:cs typeface="Calibri"/>
              </a:rPr>
              <a:t>one</a:t>
            </a:r>
            <a:r>
              <a:rPr sz="2800" spc="20" dirty="0">
                <a:solidFill>
                  <a:srgbClr val="3F3F3F"/>
                </a:solidFill>
                <a:latin typeface="Calibri"/>
                <a:cs typeface="Calibri"/>
              </a:rPr>
              <a:t> </a:t>
            </a:r>
            <a:r>
              <a:rPr sz="2800" spc="-10" dirty="0">
                <a:solidFill>
                  <a:srgbClr val="3F3F3F"/>
                </a:solidFill>
                <a:latin typeface="Calibri"/>
                <a:cs typeface="Calibri"/>
              </a:rPr>
              <a:t>subblock</a:t>
            </a:r>
            <a:r>
              <a:rPr sz="2800" spc="55"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a:t>
            </a:r>
            <a:r>
              <a:rPr sz="2800" spc="-5" dirty="0">
                <a:solidFill>
                  <a:srgbClr val="3F3F3F"/>
                </a:solidFill>
                <a:latin typeface="Calibri"/>
                <a:cs typeface="Calibri"/>
              </a:rPr>
              <a:t>10</a:t>
            </a:r>
            <a:r>
              <a:rPr sz="2800" spc="20" dirty="0">
                <a:solidFill>
                  <a:srgbClr val="3F3F3F"/>
                </a:solidFill>
                <a:latin typeface="Calibri"/>
                <a:cs typeface="Calibri"/>
              </a:rPr>
              <a:t> </a:t>
            </a:r>
            <a:r>
              <a:rPr sz="2800" spc="-10" dirty="0">
                <a:solidFill>
                  <a:srgbClr val="3F3F3F"/>
                </a:solidFill>
                <a:latin typeface="Calibri"/>
                <a:cs typeface="Calibri"/>
              </a:rPr>
              <a:t>addresses,</a:t>
            </a:r>
            <a:r>
              <a:rPr sz="2800" spc="35" dirty="0">
                <a:solidFill>
                  <a:srgbClr val="3F3F3F"/>
                </a:solidFill>
                <a:latin typeface="Calibri"/>
                <a:cs typeface="Calibri"/>
              </a:rPr>
              <a:t> </a:t>
            </a:r>
            <a:r>
              <a:rPr sz="2800" spc="-10" dirty="0">
                <a:solidFill>
                  <a:srgbClr val="3F3F3F"/>
                </a:solidFill>
                <a:latin typeface="Calibri"/>
                <a:cs typeface="Calibri"/>
              </a:rPr>
              <a:t>one</a:t>
            </a:r>
            <a:r>
              <a:rPr sz="2800" spc="45" dirty="0">
                <a:solidFill>
                  <a:srgbClr val="3F3F3F"/>
                </a:solidFill>
                <a:latin typeface="Calibri"/>
                <a:cs typeface="Calibri"/>
              </a:rPr>
              <a:t> </a:t>
            </a:r>
            <a:r>
              <a:rPr sz="2800" spc="-10" dirty="0">
                <a:solidFill>
                  <a:srgbClr val="3F3F3F"/>
                </a:solidFill>
                <a:latin typeface="Calibri"/>
                <a:cs typeface="Calibri"/>
              </a:rPr>
              <a:t>subblock</a:t>
            </a:r>
            <a:r>
              <a:rPr sz="2800" spc="50"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10" dirty="0">
                <a:solidFill>
                  <a:srgbClr val="3F3F3F"/>
                </a:solidFill>
                <a:latin typeface="Calibri"/>
                <a:cs typeface="Calibri"/>
              </a:rPr>
              <a:t>60 </a:t>
            </a:r>
            <a:r>
              <a:rPr sz="2800" spc="-620" dirty="0">
                <a:solidFill>
                  <a:srgbClr val="3F3F3F"/>
                </a:solidFill>
                <a:latin typeface="Calibri"/>
                <a:cs typeface="Calibri"/>
              </a:rPr>
              <a:t> </a:t>
            </a:r>
            <a:r>
              <a:rPr sz="2800" spc="-10" dirty="0">
                <a:solidFill>
                  <a:srgbClr val="3F3F3F"/>
                </a:solidFill>
                <a:latin typeface="Calibri"/>
                <a:cs typeface="Calibri"/>
              </a:rPr>
              <a:t>addresses,</a:t>
            </a:r>
            <a:r>
              <a:rPr sz="2800" spc="20" dirty="0">
                <a:solidFill>
                  <a:srgbClr val="3F3F3F"/>
                </a:solidFill>
                <a:latin typeface="Calibri"/>
                <a:cs typeface="Calibri"/>
              </a:rPr>
              <a:t> </a:t>
            </a:r>
            <a:r>
              <a:rPr sz="2800" spc="-5" dirty="0">
                <a:solidFill>
                  <a:srgbClr val="3F3F3F"/>
                </a:solidFill>
                <a:latin typeface="Calibri"/>
                <a:cs typeface="Calibri"/>
              </a:rPr>
              <a:t>and</a:t>
            </a:r>
            <a:r>
              <a:rPr sz="2800" spc="20" dirty="0">
                <a:solidFill>
                  <a:srgbClr val="3F3F3F"/>
                </a:solidFill>
                <a:latin typeface="Calibri"/>
                <a:cs typeface="Calibri"/>
              </a:rPr>
              <a:t> </a:t>
            </a:r>
            <a:r>
              <a:rPr sz="2800" spc="-10" dirty="0">
                <a:solidFill>
                  <a:srgbClr val="3F3F3F"/>
                </a:solidFill>
                <a:latin typeface="Calibri"/>
                <a:cs typeface="Calibri"/>
              </a:rPr>
              <a:t>one</a:t>
            </a:r>
            <a:r>
              <a:rPr sz="2800" spc="20" dirty="0">
                <a:solidFill>
                  <a:srgbClr val="3F3F3F"/>
                </a:solidFill>
                <a:latin typeface="Calibri"/>
                <a:cs typeface="Calibri"/>
              </a:rPr>
              <a:t> </a:t>
            </a:r>
            <a:r>
              <a:rPr sz="2800" spc="-10" dirty="0">
                <a:solidFill>
                  <a:srgbClr val="3F3F3F"/>
                </a:solidFill>
                <a:latin typeface="Calibri"/>
                <a:cs typeface="Calibri"/>
              </a:rPr>
              <a:t>subblock</a:t>
            </a:r>
            <a:r>
              <a:rPr sz="2800" spc="55"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120</a:t>
            </a:r>
            <a:r>
              <a:rPr sz="2800" spc="15" dirty="0">
                <a:solidFill>
                  <a:srgbClr val="3F3F3F"/>
                </a:solidFill>
                <a:latin typeface="Calibri"/>
                <a:cs typeface="Calibri"/>
              </a:rPr>
              <a:t>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10" dirty="0">
                <a:solidFill>
                  <a:srgbClr val="3F3F3F"/>
                </a:solidFill>
                <a:latin typeface="Calibri"/>
                <a:cs typeface="Calibri"/>
              </a:rPr>
              <a:t>Design</a:t>
            </a:r>
            <a:r>
              <a:rPr sz="2800" spc="25"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10" dirty="0">
                <a:solidFill>
                  <a:srgbClr val="3F3F3F"/>
                </a:solidFill>
                <a:latin typeface="Calibri"/>
                <a:cs typeface="Calibri"/>
              </a:rPr>
              <a:t>subblocks.</a:t>
            </a:r>
            <a:endParaRPr sz="2800">
              <a:latin typeface="Calibri"/>
              <a:cs typeface="Calibri"/>
            </a:endParaRPr>
          </a:p>
          <a:p>
            <a:pPr marL="444500" lvl="1" indent="-183515">
              <a:lnSpc>
                <a:spcPct val="100000"/>
              </a:lnSpc>
              <a:spcBef>
                <a:spcPts val="125"/>
              </a:spcBef>
              <a:buClr>
                <a:srgbClr val="1CACE4"/>
              </a:buClr>
              <a:buChar char="◦"/>
              <a:tabLst>
                <a:tab pos="445134" algn="l"/>
              </a:tabLst>
            </a:pPr>
            <a:r>
              <a:rPr sz="2400" spc="-10" dirty="0">
                <a:solidFill>
                  <a:srgbClr val="3F3F3F"/>
                </a:solidFill>
                <a:latin typeface="Calibri"/>
                <a:cs typeface="Calibri"/>
              </a:rPr>
              <a:t>There </a:t>
            </a:r>
            <a:r>
              <a:rPr sz="2400" spc="-15" dirty="0">
                <a:solidFill>
                  <a:srgbClr val="3F3F3F"/>
                </a:solidFill>
                <a:latin typeface="Calibri"/>
                <a:cs typeface="Calibri"/>
              </a:rPr>
              <a:t>are</a:t>
            </a:r>
            <a:r>
              <a:rPr sz="2400" spc="-5" dirty="0">
                <a:solidFill>
                  <a:srgbClr val="3F3F3F"/>
                </a:solidFill>
                <a:latin typeface="Calibri"/>
                <a:cs typeface="Calibri"/>
              </a:rPr>
              <a:t> </a:t>
            </a:r>
            <a:r>
              <a:rPr sz="2400" spc="-10" dirty="0">
                <a:solidFill>
                  <a:srgbClr val="3F3F3F"/>
                </a:solidFill>
                <a:latin typeface="Calibri"/>
                <a:cs typeface="Calibri"/>
              </a:rPr>
              <a:t>2</a:t>
            </a:r>
            <a:r>
              <a:rPr sz="2400" spc="-15" baseline="24305" dirty="0">
                <a:solidFill>
                  <a:srgbClr val="3F3F3F"/>
                </a:solidFill>
                <a:latin typeface="Calibri"/>
                <a:cs typeface="Calibri"/>
              </a:rPr>
              <a:t>32–24</a:t>
            </a:r>
            <a:r>
              <a:rPr sz="2400" spc="52" baseline="24305" dirty="0">
                <a:solidFill>
                  <a:srgbClr val="3F3F3F"/>
                </a:solidFill>
                <a:latin typeface="Calibri"/>
                <a:cs typeface="Calibri"/>
              </a:rPr>
              <a:t> </a:t>
            </a:r>
            <a:r>
              <a:rPr sz="2400" dirty="0">
                <a:solidFill>
                  <a:srgbClr val="3F3F3F"/>
                </a:solidFill>
                <a:latin typeface="Calibri"/>
                <a:cs typeface="Calibri"/>
              </a:rPr>
              <a:t>=</a:t>
            </a:r>
            <a:r>
              <a:rPr sz="2400" spc="-20" dirty="0">
                <a:solidFill>
                  <a:srgbClr val="3F3F3F"/>
                </a:solidFill>
                <a:latin typeface="Calibri"/>
                <a:cs typeface="Calibri"/>
              </a:rPr>
              <a:t> </a:t>
            </a:r>
            <a:r>
              <a:rPr sz="2400" spc="-5" dirty="0">
                <a:solidFill>
                  <a:srgbClr val="3F3F3F"/>
                </a:solidFill>
                <a:latin typeface="Calibri"/>
                <a:cs typeface="Calibri"/>
              </a:rPr>
              <a:t>256</a:t>
            </a:r>
            <a:r>
              <a:rPr sz="2400" spc="-15" dirty="0">
                <a:solidFill>
                  <a:srgbClr val="3F3F3F"/>
                </a:solidFill>
                <a:latin typeface="Calibri"/>
                <a:cs typeface="Calibri"/>
              </a:rPr>
              <a:t> </a:t>
            </a:r>
            <a:r>
              <a:rPr sz="2400" spc="-5" dirty="0">
                <a:solidFill>
                  <a:srgbClr val="3F3F3F"/>
                </a:solidFill>
                <a:latin typeface="Calibri"/>
                <a:cs typeface="Calibri"/>
              </a:rPr>
              <a:t>addresses in</a:t>
            </a:r>
            <a:r>
              <a:rPr sz="2400" spc="-15" dirty="0">
                <a:solidFill>
                  <a:srgbClr val="3F3F3F"/>
                </a:solidFill>
                <a:latin typeface="Calibri"/>
                <a:cs typeface="Calibri"/>
              </a:rPr>
              <a:t> </a:t>
            </a:r>
            <a:r>
              <a:rPr sz="2400" spc="-5" dirty="0">
                <a:solidFill>
                  <a:srgbClr val="3F3F3F"/>
                </a:solidFill>
                <a:latin typeface="Calibri"/>
                <a:cs typeface="Calibri"/>
              </a:rPr>
              <a:t>this</a:t>
            </a:r>
            <a:r>
              <a:rPr sz="2400" spc="-25" dirty="0">
                <a:solidFill>
                  <a:srgbClr val="3F3F3F"/>
                </a:solidFill>
                <a:latin typeface="Calibri"/>
                <a:cs typeface="Calibri"/>
              </a:rPr>
              <a:t> </a:t>
            </a:r>
            <a:r>
              <a:rPr sz="2400" spc="-5" dirty="0">
                <a:solidFill>
                  <a:srgbClr val="3F3F3F"/>
                </a:solidFill>
                <a:latin typeface="Calibri"/>
                <a:cs typeface="Calibri"/>
              </a:rPr>
              <a:t>block.</a:t>
            </a:r>
            <a:endParaRPr sz="2400">
              <a:latin typeface="Calibri"/>
              <a:cs typeface="Calibri"/>
            </a:endParaRPr>
          </a:p>
          <a:p>
            <a:pPr marL="444500" lvl="1" indent="-183515">
              <a:lnSpc>
                <a:spcPct val="100000"/>
              </a:lnSpc>
              <a:spcBef>
                <a:spcPts val="310"/>
              </a:spcBef>
              <a:buClr>
                <a:srgbClr val="1CACE4"/>
              </a:buClr>
              <a:buChar char="◦"/>
              <a:tabLst>
                <a:tab pos="445134" algn="l"/>
              </a:tabLst>
            </a:pPr>
            <a:r>
              <a:rPr sz="2400" spc="-5" dirty="0">
                <a:solidFill>
                  <a:srgbClr val="3F3F3F"/>
                </a:solidFill>
                <a:latin typeface="Calibri"/>
                <a:cs typeface="Calibri"/>
              </a:rPr>
              <a:t>The </a:t>
            </a:r>
            <a:r>
              <a:rPr sz="2400" spc="-15" dirty="0">
                <a:solidFill>
                  <a:srgbClr val="3F3F3F"/>
                </a:solidFill>
                <a:latin typeface="Calibri"/>
                <a:cs typeface="Calibri"/>
              </a:rPr>
              <a:t>first</a:t>
            </a:r>
            <a:r>
              <a:rPr sz="2400" spc="-20" dirty="0">
                <a:solidFill>
                  <a:srgbClr val="3F3F3F"/>
                </a:solidFill>
                <a:latin typeface="Calibri"/>
                <a:cs typeface="Calibri"/>
              </a:rPr>
              <a:t> </a:t>
            </a:r>
            <a:r>
              <a:rPr sz="2400" spc="-10" dirty="0">
                <a:solidFill>
                  <a:srgbClr val="3F3F3F"/>
                </a:solidFill>
                <a:latin typeface="Calibri"/>
                <a:cs typeface="Calibri"/>
              </a:rPr>
              <a:t>address </a:t>
            </a:r>
            <a:r>
              <a:rPr sz="2400" spc="-5" dirty="0">
                <a:solidFill>
                  <a:srgbClr val="3F3F3F"/>
                </a:solidFill>
                <a:latin typeface="Calibri"/>
                <a:cs typeface="Calibri"/>
              </a:rPr>
              <a:t>is</a:t>
            </a:r>
            <a:r>
              <a:rPr sz="2400" spc="-10" dirty="0">
                <a:solidFill>
                  <a:srgbClr val="3F3F3F"/>
                </a:solidFill>
                <a:latin typeface="Calibri"/>
                <a:cs typeface="Calibri"/>
              </a:rPr>
              <a:t> 14.24.74.0/24;</a:t>
            </a:r>
            <a:endParaRPr sz="2400">
              <a:latin typeface="Calibri"/>
              <a:cs typeface="Calibri"/>
            </a:endParaRPr>
          </a:p>
          <a:p>
            <a:pPr marL="444500" lvl="1" indent="-183515">
              <a:lnSpc>
                <a:spcPct val="100000"/>
              </a:lnSpc>
              <a:spcBef>
                <a:spcPts val="310"/>
              </a:spcBef>
              <a:buClr>
                <a:srgbClr val="1CACE4"/>
              </a:buClr>
              <a:buChar char="◦"/>
              <a:tabLst>
                <a:tab pos="445134" algn="l"/>
              </a:tabLst>
            </a:pP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last</a:t>
            </a:r>
            <a:r>
              <a:rPr sz="2400" spc="-20" dirty="0">
                <a:solidFill>
                  <a:srgbClr val="3F3F3F"/>
                </a:solidFill>
                <a:latin typeface="Calibri"/>
                <a:cs typeface="Calibri"/>
              </a:rPr>
              <a:t> </a:t>
            </a:r>
            <a:r>
              <a:rPr sz="2400" spc="-10" dirty="0">
                <a:solidFill>
                  <a:srgbClr val="3F3F3F"/>
                </a:solidFill>
                <a:latin typeface="Calibri"/>
                <a:cs typeface="Calibri"/>
              </a:rPr>
              <a:t>address</a:t>
            </a:r>
            <a:r>
              <a:rPr sz="2400" spc="-5" dirty="0">
                <a:solidFill>
                  <a:srgbClr val="3F3F3F"/>
                </a:solidFill>
                <a:latin typeface="Calibri"/>
                <a:cs typeface="Calibri"/>
              </a:rPr>
              <a:t> is</a:t>
            </a:r>
            <a:r>
              <a:rPr sz="2400" spc="-10" dirty="0">
                <a:solidFill>
                  <a:srgbClr val="3F3F3F"/>
                </a:solidFill>
                <a:latin typeface="Calibri"/>
                <a:cs typeface="Calibri"/>
              </a:rPr>
              <a:t> 14.24.74.255/24.</a:t>
            </a:r>
            <a:endParaRPr sz="2400">
              <a:latin typeface="Calibri"/>
              <a:cs typeface="Calibri"/>
            </a:endParaRPr>
          </a:p>
          <a:p>
            <a:pPr marL="444500" marR="38735" lvl="1" indent="-182880">
              <a:lnSpc>
                <a:spcPts val="2590"/>
              </a:lnSpc>
              <a:spcBef>
                <a:spcPts val="640"/>
              </a:spcBef>
              <a:buClr>
                <a:srgbClr val="1CACE4"/>
              </a:buClr>
              <a:buChar char="◦"/>
              <a:tabLst>
                <a:tab pos="445134" algn="l"/>
              </a:tabLst>
            </a:pPr>
            <a:r>
              <a:rPr sz="2400" spc="-114" dirty="0">
                <a:solidFill>
                  <a:srgbClr val="3F3F3F"/>
                </a:solidFill>
                <a:latin typeface="Calibri"/>
                <a:cs typeface="Calibri"/>
              </a:rPr>
              <a:t>To</a:t>
            </a:r>
            <a:r>
              <a:rPr sz="2400" spc="-15" dirty="0">
                <a:solidFill>
                  <a:srgbClr val="3F3F3F"/>
                </a:solidFill>
                <a:latin typeface="Calibri"/>
                <a:cs typeface="Calibri"/>
              </a:rPr>
              <a:t> </a:t>
            </a:r>
            <a:r>
              <a:rPr sz="2400" spc="-10" dirty="0">
                <a:solidFill>
                  <a:srgbClr val="3F3F3F"/>
                </a:solidFill>
                <a:latin typeface="Calibri"/>
                <a:cs typeface="Calibri"/>
              </a:rPr>
              <a:t>satisfy</a:t>
            </a:r>
            <a:r>
              <a:rPr sz="2400" dirty="0">
                <a:solidFill>
                  <a:srgbClr val="3F3F3F"/>
                </a:solidFill>
                <a:latin typeface="Calibri"/>
                <a:cs typeface="Calibri"/>
              </a:rPr>
              <a:t> </a:t>
            </a:r>
            <a:r>
              <a:rPr sz="2400" spc="-5" dirty="0">
                <a:solidFill>
                  <a:srgbClr val="3F3F3F"/>
                </a:solidFill>
                <a:latin typeface="Calibri"/>
                <a:cs typeface="Calibri"/>
              </a:rPr>
              <a:t>the</a:t>
            </a:r>
            <a:r>
              <a:rPr sz="2400" spc="-20" dirty="0">
                <a:solidFill>
                  <a:srgbClr val="3F3F3F"/>
                </a:solidFill>
                <a:latin typeface="Calibri"/>
                <a:cs typeface="Calibri"/>
              </a:rPr>
              <a:t> </a:t>
            </a:r>
            <a:r>
              <a:rPr sz="2400" spc="-10" dirty="0">
                <a:solidFill>
                  <a:srgbClr val="3F3F3F"/>
                </a:solidFill>
                <a:latin typeface="Calibri"/>
                <a:cs typeface="Calibri"/>
              </a:rPr>
              <a:t>third</a:t>
            </a:r>
            <a:r>
              <a:rPr sz="2400" spc="-5" dirty="0">
                <a:solidFill>
                  <a:srgbClr val="3F3F3F"/>
                </a:solidFill>
                <a:latin typeface="Calibri"/>
                <a:cs typeface="Calibri"/>
              </a:rPr>
              <a:t> </a:t>
            </a:r>
            <a:r>
              <a:rPr sz="2400" spc="-10" dirty="0">
                <a:solidFill>
                  <a:srgbClr val="3F3F3F"/>
                </a:solidFill>
                <a:latin typeface="Calibri"/>
                <a:cs typeface="Calibri"/>
              </a:rPr>
              <a:t>requirement,</a:t>
            </a:r>
            <a:r>
              <a:rPr sz="2400" spc="-15" dirty="0">
                <a:solidFill>
                  <a:srgbClr val="3F3F3F"/>
                </a:solidFill>
                <a:latin typeface="Calibri"/>
                <a:cs typeface="Calibri"/>
              </a:rPr>
              <a:t> we</a:t>
            </a:r>
            <a:r>
              <a:rPr sz="2400" dirty="0">
                <a:solidFill>
                  <a:srgbClr val="3F3F3F"/>
                </a:solidFill>
                <a:latin typeface="Calibri"/>
                <a:cs typeface="Calibri"/>
              </a:rPr>
              <a:t> </a:t>
            </a:r>
            <a:r>
              <a:rPr sz="2400" spc="-5" dirty="0">
                <a:solidFill>
                  <a:srgbClr val="3F3F3F"/>
                </a:solidFill>
                <a:latin typeface="Calibri"/>
                <a:cs typeface="Calibri"/>
              </a:rPr>
              <a:t>assign</a:t>
            </a:r>
            <a:r>
              <a:rPr sz="2400" spc="-20" dirty="0">
                <a:solidFill>
                  <a:srgbClr val="3F3F3F"/>
                </a:solidFill>
                <a:latin typeface="Calibri"/>
                <a:cs typeface="Calibri"/>
              </a:rPr>
              <a:t> </a:t>
            </a:r>
            <a:r>
              <a:rPr sz="2400" spc="-5" dirty="0">
                <a:solidFill>
                  <a:srgbClr val="3F3F3F"/>
                </a:solidFill>
                <a:latin typeface="Calibri"/>
                <a:cs typeface="Calibri"/>
              </a:rPr>
              <a:t>addresses </a:t>
            </a:r>
            <a:r>
              <a:rPr sz="2400" spc="-15" dirty="0">
                <a:solidFill>
                  <a:srgbClr val="3F3F3F"/>
                </a:solidFill>
                <a:latin typeface="Calibri"/>
                <a:cs typeface="Calibri"/>
              </a:rPr>
              <a:t>to</a:t>
            </a:r>
            <a:r>
              <a:rPr sz="2400" spc="55" dirty="0">
                <a:solidFill>
                  <a:srgbClr val="3F3F3F"/>
                </a:solidFill>
                <a:latin typeface="Calibri"/>
                <a:cs typeface="Calibri"/>
              </a:rPr>
              <a:t> </a:t>
            </a:r>
            <a:r>
              <a:rPr sz="2400" spc="-10" dirty="0">
                <a:solidFill>
                  <a:srgbClr val="3F3F3F"/>
                </a:solidFill>
                <a:latin typeface="Calibri"/>
                <a:cs typeface="Calibri"/>
              </a:rPr>
              <a:t>subblocks, </a:t>
            </a:r>
            <a:r>
              <a:rPr sz="2400" spc="-530" dirty="0">
                <a:solidFill>
                  <a:srgbClr val="3F3F3F"/>
                </a:solidFill>
                <a:latin typeface="Calibri"/>
                <a:cs typeface="Calibri"/>
              </a:rPr>
              <a:t> </a:t>
            </a:r>
            <a:r>
              <a:rPr sz="2400" spc="-10" dirty="0">
                <a:solidFill>
                  <a:srgbClr val="3F3F3F"/>
                </a:solidFill>
                <a:latin typeface="Calibri"/>
                <a:cs typeface="Calibri"/>
              </a:rPr>
              <a:t>starting</a:t>
            </a:r>
            <a:r>
              <a:rPr sz="2400" spc="-50" dirty="0">
                <a:solidFill>
                  <a:srgbClr val="3F3F3F"/>
                </a:solidFill>
                <a:latin typeface="Calibri"/>
                <a:cs typeface="Calibri"/>
              </a:rPr>
              <a:t> </a:t>
            </a:r>
            <a:r>
              <a:rPr sz="2400" spc="-5" dirty="0">
                <a:solidFill>
                  <a:srgbClr val="3F3F3F"/>
                </a:solidFill>
                <a:latin typeface="Calibri"/>
                <a:cs typeface="Calibri"/>
              </a:rPr>
              <a:t>with</a:t>
            </a:r>
            <a:r>
              <a:rPr sz="2400" spc="-2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15" dirty="0">
                <a:solidFill>
                  <a:srgbClr val="3F3F3F"/>
                </a:solidFill>
                <a:latin typeface="Calibri"/>
                <a:cs typeface="Calibri"/>
              </a:rPr>
              <a:t>largest</a:t>
            </a:r>
            <a:r>
              <a:rPr sz="2400" spc="-20" dirty="0">
                <a:solidFill>
                  <a:srgbClr val="3F3F3F"/>
                </a:solidFill>
                <a:latin typeface="Calibri"/>
                <a:cs typeface="Calibri"/>
              </a:rPr>
              <a:t> </a:t>
            </a:r>
            <a:r>
              <a:rPr sz="2400" dirty="0">
                <a:solidFill>
                  <a:srgbClr val="3F3F3F"/>
                </a:solidFill>
                <a:latin typeface="Calibri"/>
                <a:cs typeface="Calibri"/>
              </a:rPr>
              <a:t>and</a:t>
            </a:r>
            <a:r>
              <a:rPr sz="2400" spc="-5" dirty="0">
                <a:solidFill>
                  <a:srgbClr val="3F3F3F"/>
                </a:solidFill>
                <a:latin typeface="Calibri"/>
                <a:cs typeface="Calibri"/>
              </a:rPr>
              <a:t> ending</a:t>
            </a:r>
            <a:r>
              <a:rPr sz="2400" spc="-10" dirty="0">
                <a:solidFill>
                  <a:srgbClr val="3F3F3F"/>
                </a:solidFill>
                <a:latin typeface="Calibri"/>
                <a:cs typeface="Calibri"/>
              </a:rPr>
              <a:t> </a:t>
            </a:r>
            <a:r>
              <a:rPr sz="2400" spc="-5" dirty="0">
                <a:solidFill>
                  <a:srgbClr val="3F3F3F"/>
                </a:solidFill>
                <a:latin typeface="Calibri"/>
                <a:cs typeface="Calibri"/>
              </a:rPr>
              <a:t>with</a:t>
            </a:r>
            <a:r>
              <a:rPr sz="2400" spc="-2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5" dirty="0">
                <a:solidFill>
                  <a:srgbClr val="3F3F3F"/>
                </a:solidFill>
                <a:latin typeface="Calibri"/>
                <a:cs typeface="Calibri"/>
              </a:rPr>
              <a:t>smallest</a:t>
            </a:r>
            <a:r>
              <a:rPr sz="2400" spc="-35" dirty="0">
                <a:solidFill>
                  <a:srgbClr val="3F3F3F"/>
                </a:solidFill>
                <a:latin typeface="Calibri"/>
                <a:cs typeface="Calibri"/>
              </a:rPr>
              <a:t> </a:t>
            </a:r>
            <a:r>
              <a:rPr sz="2400" spc="-5" dirty="0">
                <a:solidFill>
                  <a:srgbClr val="3F3F3F"/>
                </a:solidFill>
                <a:latin typeface="Calibri"/>
                <a:cs typeface="Calibri"/>
              </a:rPr>
              <a:t>one.</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942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endParaRPr sz="4800">
              <a:latin typeface="Arial"/>
              <a:cs typeface="Arial"/>
            </a:endParaRPr>
          </a:p>
        </p:txBody>
      </p:sp>
      <p:sp>
        <p:nvSpPr>
          <p:cNvPr id="3" name="object 3"/>
          <p:cNvSpPr txBox="1"/>
          <p:nvPr/>
        </p:nvSpPr>
        <p:spPr>
          <a:xfrm>
            <a:off x="672267" y="1792686"/>
            <a:ext cx="8779510" cy="3777615"/>
          </a:xfrm>
          <a:prstGeom prst="rect">
            <a:avLst/>
          </a:prstGeom>
        </p:spPr>
        <p:txBody>
          <a:bodyPr vert="horz" wrap="square" lIns="0" tIns="43815" rIns="0" bIns="0" rtlCol="0">
            <a:spAutoFit/>
          </a:bodyPr>
          <a:lstStyle/>
          <a:p>
            <a:pPr marL="214629" marR="110489" indent="-177165">
              <a:lnSpc>
                <a:spcPts val="1939"/>
              </a:lnSpc>
              <a:spcBef>
                <a:spcPts val="345"/>
              </a:spcBef>
              <a:buClr>
                <a:srgbClr val="1CACE4"/>
              </a:buClr>
              <a:buFont typeface="Arial MT"/>
              <a:buChar char="•"/>
              <a:tabLst>
                <a:tab pos="215265" algn="l"/>
              </a:tabLst>
            </a:pPr>
            <a:r>
              <a:rPr sz="1800" b="1" spc="-5" dirty="0">
                <a:solidFill>
                  <a:srgbClr val="3F3F3F"/>
                </a:solidFill>
                <a:latin typeface="Calibri"/>
                <a:cs typeface="Calibri"/>
              </a:rPr>
              <a:t>a. The number </a:t>
            </a:r>
            <a:r>
              <a:rPr sz="1800" b="1" dirty="0">
                <a:solidFill>
                  <a:srgbClr val="3F3F3F"/>
                </a:solidFill>
                <a:latin typeface="Calibri"/>
                <a:cs typeface="Calibri"/>
              </a:rPr>
              <a:t>of </a:t>
            </a:r>
            <a:r>
              <a:rPr sz="1800" b="1" spc="-5" dirty="0">
                <a:solidFill>
                  <a:srgbClr val="3F3F3F"/>
                </a:solidFill>
                <a:latin typeface="Calibri"/>
                <a:cs typeface="Calibri"/>
              </a:rPr>
              <a:t>addresses </a:t>
            </a:r>
            <a:r>
              <a:rPr sz="1800" b="1" dirty="0">
                <a:solidFill>
                  <a:srgbClr val="3F3F3F"/>
                </a:solidFill>
                <a:latin typeface="Calibri"/>
                <a:cs typeface="Calibri"/>
              </a:rPr>
              <a:t>in </a:t>
            </a:r>
            <a:r>
              <a:rPr sz="1800" b="1" spc="-5" dirty="0">
                <a:solidFill>
                  <a:srgbClr val="3F3F3F"/>
                </a:solidFill>
                <a:latin typeface="Calibri"/>
                <a:cs typeface="Calibri"/>
              </a:rPr>
              <a:t>the </a:t>
            </a:r>
            <a:r>
              <a:rPr sz="1800" b="1" spc="-15" dirty="0">
                <a:solidFill>
                  <a:srgbClr val="3F3F3F"/>
                </a:solidFill>
                <a:latin typeface="Calibri"/>
                <a:cs typeface="Calibri"/>
              </a:rPr>
              <a:t>largest </a:t>
            </a:r>
            <a:r>
              <a:rPr sz="1800" b="1" dirty="0">
                <a:solidFill>
                  <a:srgbClr val="3F3F3F"/>
                </a:solidFill>
                <a:latin typeface="Calibri"/>
                <a:cs typeface="Calibri"/>
              </a:rPr>
              <a:t>subblock, which </a:t>
            </a:r>
            <a:r>
              <a:rPr sz="1800" b="1" spc="-10" dirty="0">
                <a:solidFill>
                  <a:srgbClr val="3F3F3F"/>
                </a:solidFill>
                <a:latin typeface="Calibri"/>
                <a:cs typeface="Calibri"/>
              </a:rPr>
              <a:t>requires </a:t>
            </a:r>
            <a:r>
              <a:rPr sz="1800" b="1" spc="-5" dirty="0">
                <a:solidFill>
                  <a:srgbClr val="3F3F3F"/>
                </a:solidFill>
                <a:latin typeface="Calibri"/>
                <a:cs typeface="Calibri"/>
              </a:rPr>
              <a:t>120 </a:t>
            </a:r>
            <a:r>
              <a:rPr sz="1800" spc="-5" dirty="0">
                <a:solidFill>
                  <a:srgbClr val="3F3F3F"/>
                </a:solidFill>
                <a:latin typeface="Calibri"/>
                <a:cs typeface="Calibri"/>
              </a:rPr>
              <a:t>addresses, is not </a:t>
            </a:r>
            <a:r>
              <a:rPr sz="1800" dirty="0">
                <a:solidFill>
                  <a:srgbClr val="3F3F3F"/>
                </a:solidFill>
                <a:latin typeface="Calibri"/>
                <a:cs typeface="Calibri"/>
              </a:rPr>
              <a:t>a </a:t>
            </a:r>
            <a:r>
              <a:rPr sz="1800" spc="-395" dirty="0">
                <a:solidFill>
                  <a:srgbClr val="3F3F3F"/>
                </a:solidFill>
                <a:latin typeface="Calibri"/>
                <a:cs typeface="Calibri"/>
              </a:rPr>
              <a:t> </a:t>
            </a:r>
            <a:r>
              <a:rPr sz="1800" spc="-10" dirty="0">
                <a:solidFill>
                  <a:srgbClr val="3F3F3F"/>
                </a:solidFill>
                <a:latin typeface="Calibri"/>
                <a:cs typeface="Calibri"/>
              </a:rPr>
              <a:t>power </a:t>
            </a:r>
            <a:r>
              <a:rPr sz="1800" spc="-5" dirty="0">
                <a:solidFill>
                  <a:srgbClr val="3F3F3F"/>
                </a:solidFill>
                <a:latin typeface="Calibri"/>
                <a:cs typeface="Calibri"/>
              </a:rPr>
              <a:t>of</a:t>
            </a:r>
            <a:r>
              <a:rPr sz="1800" spc="10" dirty="0">
                <a:solidFill>
                  <a:srgbClr val="3F3F3F"/>
                </a:solidFill>
                <a:latin typeface="Calibri"/>
                <a:cs typeface="Calibri"/>
              </a:rPr>
              <a:t> </a:t>
            </a:r>
            <a:r>
              <a:rPr sz="1800" spc="-5" dirty="0">
                <a:solidFill>
                  <a:srgbClr val="3F3F3F"/>
                </a:solidFill>
                <a:latin typeface="Calibri"/>
                <a:cs typeface="Calibri"/>
              </a:rPr>
              <a:t>2.</a:t>
            </a:r>
            <a:endParaRPr sz="1800">
              <a:latin typeface="Calibri"/>
              <a:cs typeface="Calibri"/>
            </a:endParaRPr>
          </a:p>
          <a:p>
            <a:pPr marL="444500" lvl="1" indent="-183515">
              <a:lnSpc>
                <a:spcPct val="100000"/>
              </a:lnSpc>
              <a:spcBef>
                <a:spcPts val="170"/>
              </a:spcBef>
              <a:buClr>
                <a:srgbClr val="1CACE4"/>
              </a:buClr>
              <a:buChar char="◦"/>
              <a:tabLst>
                <a:tab pos="445134" algn="l"/>
              </a:tabLst>
            </a:pPr>
            <a:r>
              <a:rPr sz="1800" spc="-35" dirty="0">
                <a:solidFill>
                  <a:srgbClr val="3F3F3F"/>
                </a:solidFill>
                <a:latin typeface="Calibri"/>
                <a:cs typeface="Calibri"/>
              </a:rPr>
              <a:t>We</a:t>
            </a:r>
            <a:r>
              <a:rPr sz="1800" spc="-30" dirty="0">
                <a:solidFill>
                  <a:srgbClr val="3F3F3F"/>
                </a:solidFill>
                <a:latin typeface="Calibri"/>
                <a:cs typeface="Calibri"/>
              </a:rPr>
              <a:t> </a:t>
            </a:r>
            <a:r>
              <a:rPr sz="1800" spc="-10" dirty="0">
                <a:solidFill>
                  <a:srgbClr val="3F3F3F"/>
                </a:solidFill>
                <a:latin typeface="Calibri"/>
                <a:cs typeface="Calibri"/>
              </a:rPr>
              <a:t>allocate</a:t>
            </a:r>
            <a:r>
              <a:rPr sz="1800" spc="10" dirty="0">
                <a:solidFill>
                  <a:srgbClr val="3F3F3F"/>
                </a:solidFill>
                <a:latin typeface="Calibri"/>
                <a:cs typeface="Calibri"/>
              </a:rPr>
              <a:t> </a:t>
            </a:r>
            <a:r>
              <a:rPr sz="1800" spc="-5" dirty="0">
                <a:solidFill>
                  <a:srgbClr val="3F3F3F"/>
                </a:solidFill>
                <a:latin typeface="Calibri"/>
                <a:cs typeface="Calibri"/>
              </a:rPr>
              <a:t>128</a:t>
            </a:r>
            <a:r>
              <a:rPr sz="1800" spc="-20" dirty="0">
                <a:solidFill>
                  <a:srgbClr val="3F3F3F"/>
                </a:solidFill>
                <a:latin typeface="Calibri"/>
                <a:cs typeface="Calibri"/>
              </a:rPr>
              <a:t> </a:t>
            </a:r>
            <a:r>
              <a:rPr sz="1800" spc="-5" dirty="0">
                <a:solidFill>
                  <a:srgbClr val="3F3F3F"/>
                </a:solidFill>
                <a:latin typeface="Calibri"/>
                <a:cs typeface="Calibri"/>
              </a:rPr>
              <a:t>addresses.</a:t>
            </a:r>
            <a:endParaRPr sz="1800">
              <a:latin typeface="Calibri"/>
              <a:cs typeface="Calibri"/>
            </a:endParaRPr>
          </a:p>
          <a:p>
            <a:pPr marL="444500" lvl="1" indent="-183515">
              <a:lnSpc>
                <a:spcPct val="100000"/>
              </a:lnSpc>
              <a:spcBef>
                <a:spcPts val="385"/>
              </a:spcBef>
              <a:buClr>
                <a:srgbClr val="1CACE4"/>
              </a:buClr>
              <a:buChar char="◦"/>
              <a:tabLst>
                <a:tab pos="445134" algn="l"/>
              </a:tabLst>
            </a:pPr>
            <a:r>
              <a:rPr sz="1800" spc="-5" dirty="0">
                <a:solidFill>
                  <a:srgbClr val="3F3F3F"/>
                </a:solidFill>
                <a:latin typeface="Calibri"/>
                <a:cs typeface="Calibri"/>
              </a:rPr>
              <a:t>The</a:t>
            </a:r>
            <a:r>
              <a:rPr sz="1800" spc="-10" dirty="0">
                <a:solidFill>
                  <a:srgbClr val="3F3F3F"/>
                </a:solidFill>
                <a:latin typeface="Calibri"/>
                <a:cs typeface="Calibri"/>
              </a:rPr>
              <a:t> </a:t>
            </a:r>
            <a:r>
              <a:rPr sz="1800" spc="-5" dirty="0">
                <a:solidFill>
                  <a:srgbClr val="3F3F3F"/>
                </a:solidFill>
                <a:latin typeface="Calibri"/>
                <a:cs typeface="Calibri"/>
              </a:rPr>
              <a:t>subnet</a:t>
            </a:r>
            <a:r>
              <a:rPr sz="1800" spc="5" dirty="0">
                <a:solidFill>
                  <a:srgbClr val="3F3F3F"/>
                </a:solidFill>
                <a:latin typeface="Calibri"/>
                <a:cs typeface="Calibri"/>
              </a:rPr>
              <a:t> </a:t>
            </a:r>
            <a:r>
              <a:rPr sz="1800" dirty="0">
                <a:solidFill>
                  <a:srgbClr val="3F3F3F"/>
                </a:solidFill>
                <a:latin typeface="Calibri"/>
                <a:cs typeface="Calibri"/>
              </a:rPr>
              <a:t>mask</a:t>
            </a:r>
            <a:r>
              <a:rPr sz="1800" spc="-15" dirty="0">
                <a:solidFill>
                  <a:srgbClr val="3F3F3F"/>
                </a:solidFill>
                <a:latin typeface="Calibri"/>
                <a:cs typeface="Calibri"/>
              </a:rPr>
              <a:t> for</a:t>
            </a:r>
            <a:r>
              <a:rPr sz="1800" spc="-5" dirty="0">
                <a:solidFill>
                  <a:srgbClr val="3F3F3F"/>
                </a:solidFill>
                <a:latin typeface="Calibri"/>
                <a:cs typeface="Calibri"/>
              </a:rPr>
              <a:t> this</a:t>
            </a:r>
            <a:r>
              <a:rPr sz="1800" spc="15" dirty="0">
                <a:solidFill>
                  <a:srgbClr val="3F3F3F"/>
                </a:solidFill>
                <a:latin typeface="Calibri"/>
                <a:cs typeface="Calibri"/>
              </a:rPr>
              <a:t> </a:t>
            </a:r>
            <a:r>
              <a:rPr sz="1800" spc="-5" dirty="0">
                <a:solidFill>
                  <a:srgbClr val="3F3F3F"/>
                </a:solidFill>
                <a:latin typeface="Calibri"/>
                <a:cs typeface="Calibri"/>
              </a:rPr>
              <a:t>subnet </a:t>
            </a:r>
            <a:r>
              <a:rPr sz="1800" spc="-10" dirty="0">
                <a:solidFill>
                  <a:srgbClr val="3F3F3F"/>
                </a:solidFill>
                <a:latin typeface="Calibri"/>
                <a:cs typeface="Calibri"/>
              </a:rPr>
              <a:t>can</a:t>
            </a:r>
            <a:r>
              <a:rPr sz="1800" spc="10" dirty="0">
                <a:solidFill>
                  <a:srgbClr val="3F3F3F"/>
                </a:solidFill>
                <a:latin typeface="Calibri"/>
                <a:cs typeface="Calibri"/>
              </a:rPr>
              <a:t> </a:t>
            </a:r>
            <a:r>
              <a:rPr sz="1800" dirty="0">
                <a:solidFill>
                  <a:srgbClr val="3F3F3F"/>
                </a:solidFill>
                <a:latin typeface="Calibri"/>
                <a:cs typeface="Calibri"/>
              </a:rPr>
              <a:t>be </a:t>
            </a:r>
            <a:r>
              <a:rPr sz="1800" spc="-10" dirty="0">
                <a:solidFill>
                  <a:srgbClr val="3F3F3F"/>
                </a:solidFill>
                <a:latin typeface="Calibri"/>
                <a:cs typeface="Calibri"/>
              </a:rPr>
              <a:t>found</a:t>
            </a:r>
            <a:r>
              <a:rPr sz="1800" spc="10" dirty="0">
                <a:solidFill>
                  <a:srgbClr val="3F3F3F"/>
                </a:solidFill>
                <a:latin typeface="Calibri"/>
                <a:cs typeface="Calibri"/>
              </a:rPr>
              <a:t> </a:t>
            </a:r>
            <a:r>
              <a:rPr sz="1800" dirty="0">
                <a:solidFill>
                  <a:srgbClr val="3F3F3F"/>
                </a:solidFill>
                <a:latin typeface="Calibri"/>
                <a:cs typeface="Calibri"/>
              </a:rPr>
              <a:t>as</a:t>
            </a:r>
            <a:r>
              <a:rPr sz="1800" spc="25" dirty="0">
                <a:solidFill>
                  <a:srgbClr val="3F3F3F"/>
                </a:solidFill>
                <a:latin typeface="Calibri"/>
                <a:cs typeface="Calibri"/>
              </a:rPr>
              <a:t> </a:t>
            </a:r>
            <a:r>
              <a:rPr sz="1800" i="1" spc="-5" dirty="0">
                <a:solidFill>
                  <a:srgbClr val="3F3F3F"/>
                </a:solidFill>
                <a:latin typeface="Calibri"/>
                <a:cs typeface="Calibri"/>
              </a:rPr>
              <a:t>n1</a:t>
            </a:r>
            <a:r>
              <a:rPr sz="1800" i="1" spc="10" dirty="0">
                <a:solidFill>
                  <a:srgbClr val="3F3F3F"/>
                </a:solidFill>
                <a:latin typeface="Calibri"/>
                <a:cs typeface="Calibri"/>
              </a:rPr>
              <a:t> </a:t>
            </a:r>
            <a:r>
              <a:rPr sz="1800" i="1" dirty="0">
                <a:solidFill>
                  <a:srgbClr val="3F3F3F"/>
                </a:solidFill>
                <a:latin typeface="Calibri"/>
                <a:cs typeface="Calibri"/>
              </a:rPr>
              <a:t>= </a:t>
            </a:r>
            <a:r>
              <a:rPr sz="1800" i="1" spc="-5" dirty="0">
                <a:solidFill>
                  <a:srgbClr val="3F3F3F"/>
                </a:solidFill>
                <a:latin typeface="Calibri"/>
                <a:cs typeface="Calibri"/>
              </a:rPr>
              <a:t>32</a:t>
            </a:r>
            <a:r>
              <a:rPr sz="1800" i="1" spc="5" dirty="0">
                <a:solidFill>
                  <a:srgbClr val="3F3F3F"/>
                </a:solidFill>
                <a:latin typeface="Calibri"/>
                <a:cs typeface="Calibri"/>
              </a:rPr>
              <a:t> </a:t>
            </a:r>
            <a:r>
              <a:rPr sz="1800" i="1" dirty="0">
                <a:solidFill>
                  <a:srgbClr val="3F3F3F"/>
                </a:solidFill>
                <a:latin typeface="Calibri"/>
                <a:cs typeface="Calibri"/>
              </a:rPr>
              <a:t>− log</a:t>
            </a:r>
            <a:r>
              <a:rPr sz="1800" i="1" baseline="-20833" dirty="0">
                <a:solidFill>
                  <a:srgbClr val="3F3F3F"/>
                </a:solidFill>
                <a:latin typeface="Calibri"/>
                <a:cs typeface="Calibri"/>
              </a:rPr>
              <a:t>2</a:t>
            </a:r>
            <a:r>
              <a:rPr sz="1800" i="1" spc="225" baseline="-20833" dirty="0">
                <a:solidFill>
                  <a:srgbClr val="3F3F3F"/>
                </a:solidFill>
                <a:latin typeface="Calibri"/>
                <a:cs typeface="Calibri"/>
              </a:rPr>
              <a:t> </a:t>
            </a:r>
            <a:r>
              <a:rPr sz="1800" i="1" spc="-5" dirty="0">
                <a:solidFill>
                  <a:srgbClr val="3F3F3F"/>
                </a:solidFill>
                <a:latin typeface="Calibri"/>
                <a:cs typeface="Calibri"/>
              </a:rPr>
              <a:t>128</a:t>
            </a:r>
            <a:r>
              <a:rPr sz="1800" i="1" spc="5" dirty="0">
                <a:solidFill>
                  <a:srgbClr val="3F3F3F"/>
                </a:solidFill>
                <a:latin typeface="Calibri"/>
                <a:cs typeface="Calibri"/>
              </a:rPr>
              <a:t> </a:t>
            </a:r>
            <a:r>
              <a:rPr sz="1800" i="1" dirty="0">
                <a:solidFill>
                  <a:srgbClr val="3F3F3F"/>
                </a:solidFill>
                <a:latin typeface="Calibri"/>
                <a:cs typeface="Calibri"/>
              </a:rPr>
              <a:t>= </a:t>
            </a:r>
            <a:r>
              <a:rPr sz="1800" i="1" spc="-5" dirty="0">
                <a:solidFill>
                  <a:srgbClr val="3F3F3F"/>
                </a:solidFill>
                <a:latin typeface="Calibri"/>
                <a:cs typeface="Calibri"/>
              </a:rPr>
              <a:t>25.</a:t>
            </a:r>
            <a:endParaRPr sz="1800">
              <a:latin typeface="Calibri"/>
              <a:cs typeface="Calibri"/>
            </a:endParaRPr>
          </a:p>
          <a:p>
            <a:pPr marL="444500" lvl="1" indent="-183515">
              <a:lnSpc>
                <a:spcPct val="100000"/>
              </a:lnSpc>
              <a:spcBef>
                <a:spcPts val="380"/>
              </a:spcBef>
              <a:buClr>
                <a:srgbClr val="1CACE4"/>
              </a:buClr>
              <a:buFont typeface="Calibri"/>
              <a:buChar char="◦"/>
              <a:tabLst>
                <a:tab pos="445134" algn="l"/>
              </a:tabLst>
            </a:pPr>
            <a:r>
              <a:rPr sz="1800" i="1" spc="-5" dirty="0">
                <a:solidFill>
                  <a:srgbClr val="3F3F3F"/>
                </a:solidFill>
                <a:latin typeface="Calibri"/>
                <a:cs typeface="Calibri"/>
              </a:rPr>
              <a:t>The</a:t>
            </a:r>
            <a:r>
              <a:rPr sz="1800" i="1" spc="-20" dirty="0">
                <a:solidFill>
                  <a:srgbClr val="3F3F3F"/>
                </a:solidFill>
                <a:latin typeface="Calibri"/>
                <a:cs typeface="Calibri"/>
              </a:rPr>
              <a:t> </a:t>
            </a:r>
            <a:r>
              <a:rPr sz="1800" i="1" spc="-10" dirty="0">
                <a:solidFill>
                  <a:srgbClr val="3F3F3F"/>
                </a:solidFill>
                <a:latin typeface="Calibri"/>
                <a:cs typeface="Calibri"/>
              </a:rPr>
              <a:t>first</a:t>
            </a:r>
            <a:r>
              <a:rPr sz="1800" i="1" spc="15" dirty="0">
                <a:solidFill>
                  <a:srgbClr val="3F3F3F"/>
                </a:solidFill>
                <a:latin typeface="Calibri"/>
                <a:cs typeface="Calibri"/>
              </a:rPr>
              <a:t> </a:t>
            </a:r>
            <a:r>
              <a:rPr sz="1800" spc="-5" dirty="0">
                <a:solidFill>
                  <a:srgbClr val="3F3F3F"/>
                </a:solidFill>
                <a:latin typeface="Calibri"/>
                <a:cs typeface="Calibri"/>
              </a:rPr>
              <a:t>address</a:t>
            </a:r>
            <a:r>
              <a:rPr sz="1800" spc="-15" dirty="0">
                <a:solidFill>
                  <a:srgbClr val="3F3F3F"/>
                </a:solidFill>
                <a:latin typeface="Calibri"/>
                <a:cs typeface="Calibri"/>
              </a:rPr>
              <a:t> </a:t>
            </a:r>
            <a:r>
              <a:rPr sz="1800" spc="-5" dirty="0">
                <a:solidFill>
                  <a:srgbClr val="3F3F3F"/>
                </a:solidFill>
                <a:latin typeface="Calibri"/>
                <a:cs typeface="Calibri"/>
              </a:rPr>
              <a:t>in</a:t>
            </a:r>
            <a:r>
              <a:rPr sz="1800" spc="5" dirty="0">
                <a:solidFill>
                  <a:srgbClr val="3F3F3F"/>
                </a:solidFill>
                <a:latin typeface="Calibri"/>
                <a:cs typeface="Calibri"/>
              </a:rPr>
              <a:t> </a:t>
            </a:r>
            <a:r>
              <a:rPr sz="1800" spc="-5" dirty="0">
                <a:solidFill>
                  <a:srgbClr val="3F3F3F"/>
                </a:solidFill>
                <a:latin typeface="Calibri"/>
                <a:cs typeface="Calibri"/>
              </a:rPr>
              <a:t>this block is</a:t>
            </a:r>
            <a:r>
              <a:rPr sz="1800" spc="10" dirty="0">
                <a:solidFill>
                  <a:srgbClr val="3F3F3F"/>
                </a:solidFill>
                <a:latin typeface="Calibri"/>
                <a:cs typeface="Calibri"/>
              </a:rPr>
              <a:t> </a:t>
            </a:r>
            <a:r>
              <a:rPr sz="1800" spc="-5" dirty="0">
                <a:solidFill>
                  <a:srgbClr val="3F3F3F"/>
                </a:solidFill>
                <a:latin typeface="Calibri"/>
                <a:cs typeface="Calibri"/>
              </a:rPr>
              <a:t>14.24.74.0/25;</a:t>
            </a:r>
            <a:endParaRPr sz="1800">
              <a:latin typeface="Calibri"/>
              <a:cs typeface="Calibri"/>
            </a:endParaRPr>
          </a:p>
          <a:p>
            <a:pPr marL="444500" lvl="1" indent="-183515">
              <a:lnSpc>
                <a:spcPct val="100000"/>
              </a:lnSpc>
              <a:spcBef>
                <a:spcPts val="385"/>
              </a:spcBef>
              <a:buClr>
                <a:srgbClr val="1CACE4"/>
              </a:buClr>
              <a:buChar char="◦"/>
              <a:tabLst>
                <a:tab pos="445134" algn="l"/>
              </a:tabLst>
            </a:pP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last</a:t>
            </a:r>
            <a:r>
              <a:rPr sz="1800" spc="-15" dirty="0">
                <a:solidFill>
                  <a:srgbClr val="3F3F3F"/>
                </a:solidFill>
                <a:latin typeface="Calibri"/>
                <a:cs typeface="Calibri"/>
              </a:rPr>
              <a:t> </a:t>
            </a:r>
            <a:r>
              <a:rPr sz="1800" spc="-5" dirty="0">
                <a:solidFill>
                  <a:srgbClr val="3F3F3F"/>
                </a:solidFill>
                <a:latin typeface="Calibri"/>
                <a:cs typeface="Calibri"/>
              </a:rPr>
              <a:t>address</a:t>
            </a:r>
            <a:r>
              <a:rPr sz="1800" spc="-25" dirty="0">
                <a:solidFill>
                  <a:srgbClr val="3F3F3F"/>
                </a:solidFill>
                <a:latin typeface="Calibri"/>
                <a:cs typeface="Calibri"/>
              </a:rPr>
              <a:t> </a:t>
            </a:r>
            <a:r>
              <a:rPr sz="1800" spc="-5" dirty="0">
                <a:solidFill>
                  <a:srgbClr val="3F3F3F"/>
                </a:solidFill>
                <a:latin typeface="Calibri"/>
                <a:cs typeface="Calibri"/>
              </a:rPr>
              <a:t>is</a:t>
            </a:r>
            <a:r>
              <a:rPr sz="1800" spc="-10" dirty="0">
                <a:solidFill>
                  <a:srgbClr val="3F3F3F"/>
                </a:solidFill>
                <a:latin typeface="Calibri"/>
                <a:cs typeface="Calibri"/>
              </a:rPr>
              <a:t> </a:t>
            </a:r>
            <a:r>
              <a:rPr sz="1800" spc="-5" dirty="0">
                <a:solidFill>
                  <a:srgbClr val="3F3F3F"/>
                </a:solidFill>
                <a:latin typeface="Calibri"/>
                <a:cs typeface="Calibri"/>
              </a:rPr>
              <a:t>14.24.74.127/25.</a:t>
            </a:r>
            <a:endParaRPr sz="1800">
              <a:latin typeface="Calibri"/>
              <a:cs typeface="Calibri"/>
            </a:endParaRPr>
          </a:p>
          <a:p>
            <a:pPr lvl="1">
              <a:lnSpc>
                <a:spcPct val="100000"/>
              </a:lnSpc>
              <a:spcBef>
                <a:spcPts val="40"/>
              </a:spcBef>
              <a:buClr>
                <a:srgbClr val="1CACE4"/>
              </a:buClr>
              <a:buFont typeface="Calibri"/>
              <a:buChar char="◦"/>
            </a:pPr>
            <a:endParaRPr sz="1300">
              <a:latin typeface="Calibri"/>
              <a:cs typeface="Calibri"/>
            </a:endParaRPr>
          </a:p>
          <a:p>
            <a:pPr marL="214629" marR="30480" indent="-177165">
              <a:lnSpc>
                <a:spcPts val="1939"/>
              </a:lnSpc>
              <a:spcBef>
                <a:spcPts val="5"/>
              </a:spcBef>
              <a:buClr>
                <a:srgbClr val="1CACE4"/>
              </a:buClr>
              <a:buFont typeface="Arial MT"/>
              <a:buChar char="•"/>
              <a:tabLst>
                <a:tab pos="215265" algn="l"/>
              </a:tabLst>
            </a:pPr>
            <a:r>
              <a:rPr sz="1800" b="1" dirty="0">
                <a:solidFill>
                  <a:srgbClr val="3F3F3F"/>
                </a:solidFill>
                <a:latin typeface="Calibri"/>
                <a:cs typeface="Calibri"/>
              </a:rPr>
              <a:t>b. </a:t>
            </a:r>
            <a:r>
              <a:rPr sz="1800" b="1" spc="-5" dirty="0">
                <a:solidFill>
                  <a:srgbClr val="3F3F3F"/>
                </a:solidFill>
                <a:latin typeface="Calibri"/>
                <a:cs typeface="Calibri"/>
              </a:rPr>
              <a:t>The number </a:t>
            </a:r>
            <a:r>
              <a:rPr sz="1800" b="1" dirty="0">
                <a:solidFill>
                  <a:srgbClr val="3F3F3F"/>
                </a:solidFill>
                <a:latin typeface="Calibri"/>
                <a:cs typeface="Calibri"/>
              </a:rPr>
              <a:t>of </a:t>
            </a:r>
            <a:r>
              <a:rPr sz="1800" b="1" spc="-5" dirty="0">
                <a:solidFill>
                  <a:srgbClr val="3F3F3F"/>
                </a:solidFill>
                <a:latin typeface="Calibri"/>
                <a:cs typeface="Calibri"/>
              </a:rPr>
              <a:t>addresses </a:t>
            </a:r>
            <a:r>
              <a:rPr sz="1800" b="1" dirty="0">
                <a:solidFill>
                  <a:srgbClr val="3F3F3F"/>
                </a:solidFill>
                <a:latin typeface="Calibri"/>
                <a:cs typeface="Calibri"/>
              </a:rPr>
              <a:t>in </a:t>
            </a:r>
            <a:r>
              <a:rPr sz="1800" b="1" spc="-5" dirty="0">
                <a:solidFill>
                  <a:srgbClr val="3F3F3F"/>
                </a:solidFill>
                <a:latin typeface="Calibri"/>
                <a:cs typeface="Calibri"/>
              </a:rPr>
              <a:t>the second </a:t>
            </a:r>
            <a:r>
              <a:rPr sz="1800" b="1" spc="-15" dirty="0">
                <a:solidFill>
                  <a:srgbClr val="3F3F3F"/>
                </a:solidFill>
                <a:latin typeface="Calibri"/>
                <a:cs typeface="Calibri"/>
              </a:rPr>
              <a:t>largest </a:t>
            </a:r>
            <a:r>
              <a:rPr sz="1800" b="1" dirty="0">
                <a:solidFill>
                  <a:srgbClr val="3F3F3F"/>
                </a:solidFill>
                <a:latin typeface="Calibri"/>
                <a:cs typeface="Calibri"/>
              </a:rPr>
              <a:t>subblock, </a:t>
            </a:r>
            <a:r>
              <a:rPr sz="1800" b="1" spc="-5" dirty="0">
                <a:solidFill>
                  <a:srgbClr val="3F3F3F"/>
                </a:solidFill>
                <a:latin typeface="Calibri"/>
                <a:cs typeface="Calibri"/>
              </a:rPr>
              <a:t>which </a:t>
            </a:r>
            <a:r>
              <a:rPr sz="1800" b="1" spc="-15" dirty="0">
                <a:solidFill>
                  <a:srgbClr val="3F3F3F"/>
                </a:solidFill>
                <a:latin typeface="Calibri"/>
                <a:cs typeface="Calibri"/>
              </a:rPr>
              <a:t>requires </a:t>
            </a:r>
            <a:r>
              <a:rPr sz="1800" spc="-5" dirty="0">
                <a:solidFill>
                  <a:srgbClr val="3F3F3F"/>
                </a:solidFill>
                <a:latin typeface="Calibri"/>
                <a:cs typeface="Calibri"/>
              </a:rPr>
              <a:t>60 addresses, is </a:t>
            </a:r>
            <a:r>
              <a:rPr sz="1800" spc="-395" dirty="0">
                <a:solidFill>
                  <a:srgbClr val="3F3F3F"/>
                </a:solidFill>
                <a:latin typeface="Calibri"/>
                <a:cs typeface="Calibri"/>
              </a:rPr>
              <a:t> </a:t>
            </a:r>
            <a:r>
              <a:rPr sz="1800" spc="-5" dirty="0">
                <a:solidFill>
                  <a:srgbClr val="3F3F3F"/>
                </a:solidFill>
                <a:latin typeface="Calibri"/>
                <a:cs typeface="Calibri"/>
              </a:rPr>
              <a:t>not</a:t>
            </a:r>
            <a:r>
              <a:rPr sz="1800" spc="-10" dirty="0">
                <a:solidFill>
                  <a:srgbClr val="3F3F3F"/>
                </a:solidFill>
                <a:latin typeface="Calibri"/>
                <a:cs typeface="Calibri"/>
              </a:rPr>
              <a:t> </a:t>
            </a:r>
            <a:r>
              <a:rPr sz="1800" dirty="0">
                <a:solidFill>
                  <a:srgbClr val="3F3F3F"/>
                </a:solidFill>
                <a:latin typeface="Calibri"/>
                <a:cs typeface="Calibri"/>
              </a:rPr>
              <a:t>a</a:t>
            </a:r>
            <a:r>
              <a:rPr sz="1800" spc="-5" dirty="0">
                <a:solidFill>
                  <a:srgbClr val="3F3F3F"/>
                </a:solidFill>
                <a:latin typeface="Calibri"/>
                <a:cs typeface="Calibri"/>
              </a:rPr>
              <a:t> </a:t>
            </a:r>
            <a:r>
              <a:rPr sz="1800" spc="-10" dirty="0">
                <a:solidFill>
                  <a:srgbClr val="3F3F3F"/>
                </a:solidFill>
                <a:latin typeface="Calibri"/>
                <a:cs typeface="Calibri"/>
              </a:rPr>
              <a:t>power</a:t>
            </a:r>
            <a:r>
              <a:rPr sz="1800" spc="5" dirty="0">
                <a:solidFill>
                  <a:srgbClr val="3F3F3F"/>
                </a:solidFill>
                <a:latin typeface="Calibri"/>
                <a:cs typeface="Calibri"/>
              </a:rPr>
              <a:t> </a:t>
            </a:r>
            <a:r>
              <a:rPr sz="1800" spc="-5" dirty="0">
                <a:solidFill>
                  <a:srgbClr val="3F3F3F"/>
                </a:solidFill>
                <a:latin typeface="Calibri"/>
                <a:cs typeface="Calibri"/>
              </a:rPr>
              <a:t>of</a:t>
            </a:r>
            <a:r>
              <a:rPr sz="1800" dirty="0">
                <a:solidFill>
                  <a:srgbClr val="3F3F3F"/>
                </a:solidFill>
                <a:latin typeface="Calibri"/>
                <a:cs typeface="Calibri"/>
              </a:rPr>
              <a:t> 2</a:t>
            </a:r>
            <a:r>
              <a:rPr sz="1800" spc="5" dirty="0">
                <a:solidFill>
                  <a:srgbClr val="3F3F3F"/>
                </a:solidFill>
                <a:latin typeface="Calibri"/>
                <a:cs typeface="Calibri"/>
              </a:rPr>
              <a:t> </a:t>
            </a:r>
            <a:r>
              <a:rPr sz="1800" spc="-30" dirty="0">
                <a:solidFill>
                  <a:srgbClr val="3F3F3F"/>
                </a:solidFill>
                <a:latin typeface="Calibri"/>
                <a:cs typeface="Calibri"/>
              </a:rPr>
              <a:t>either.</a:t>
            </a:r>
            <a:endParaRPr sz="1800">
              <a:latin typeface="Calibri"/>
              <a:cs typeface="Calibri"/>
            </a:endParaRPr>
          </a:p>
          <a:p>
            <a:pPr marL="444500" lvl="1" indent="-183515">
              <a:lnSpc>
                <a:spcPct val="100000"/>
              </a:lnSpc>
              <a:spcBef>
                <a:spcPts val="155"/>
              </a:spcBef>
              <a:buClr>
                <a:srgbClr val="1CACE4"/>
              </a:buClr>
              <a:buChar char="◦"/>
              <a:tabLst>
                <a:tab pos="445134" algn="l"/>
              </a:tabLst>
            </a:pPr>
            <a:r>
              <a:rPr sz="1800" spc="-35" dirty="0">
                <a:solidFill>
                  <a:srgbClr val="3F3F3F"/>
                </a:solidFill>
                <a:latin typeface="Calibri"/>
                <a:cs typeface="Calibri"/>
              </a:rPr>
              <a:t>We</a:t>
            </a:r>
            <a:r>
              <a:rPr sz="1800" spc="-30" dirty="0">
                <a:solidFill>
                  <a:srgbClr val="3F3F3F"/>
                </a:solidFill>
                <a:latin typeface="Calibri"/>
                <a:cs typeface="Calibri"/>
              </a:rPr>
              <a:t> </a:t>
            </a:r>
            <a:r>
              <a:rPr sz="1800" spc="-10" dirty="0">
                <a:solidFill>
                  <a:srgbClr val="3F3F3F"/>
                </a:solidFill>
                <a:latin typeface="Calibri"/>
                <a:cs typeface="Calibri"/>
              </a:rPr>
              <a:t>allocate</a:t>
            </a:r>
            <a:r>
              <a:rPr sz="1800" spc="10" dirty="0">
                <a:solidFill>
                  <a:srgbClr val="3F3F3F"/>
                </a:solidFill>
                <a:latin typeface="Calibri"/>
                <a:cs typeface="Calibri"/>
              </a:rPr>
              <a:t> </a:t>
            </a:r>
            <a:r>
              <a:rPr sz="1800" spc="-5" dirty="0">
                <a:solidFill>
                  <a:srgbClr val="3F3F3F"/>
                </a:solidFill>
                <a:latin typeface="Calibri"/>
                <a:cs typeface="Calibri"/>
              </a:rPr>
              <a:t>64</a:t>
            </a:r>
            <a:r>
              <a:rPr sz="1800" spc="-25" dirty="0">
                <a:solidFill>
                  <a:srgbClr val="3F3F3F"/>
                </a:solidFill>
                <a:latin typeface="Calibri"/>
                <a:cs typeface="Calibri"/>
              </a:rPr>
              <a:t> </a:t>
            </a:r>
            <a:r>
              <a:rPr sz="1800" spc="-5" dirty="0">
                <a:solidFill>
                  <a:srgbClr val="3F3F3F"/>
                </a:solidFill>
                <a:latin typeface="Calibri"/>
                <a:cs typeface="Calibri"/>
              </a:rPr>
              <a:t>addresses</a:t>
            </a:r>
            <a:endParaRPr sz="1800">
              <a:latin typeface="Calibri"/>
              <a:cs typeface="Calibri"/>
            </a:endParaRPr>
          </a:p>
          <a:p>
            <a:pPr marL="444500" lvl="1" indent="-183515">
              <a:lnSpc>
                <a:spcPct val="100000"/>
              </a:lnSpc>
              <a:spcBef>
                <a:spcPts val="384"/>
              </a:spcBef>
              <a:buClr>
                <a:srgbClr val="1CACE4"/>
              </a:buClr>
              <a:buChar char="◦"/>
              <a:tabLst>
                <a:tab pos="445134" algn="l"/>
              </a:tabLst>
            </a:pPr>
            <a:r>
              <a:rPr sz="1800" spc="-5" dirty="0">
                <a:solidFill>
                  <a:srgbClr val="3F3F3F"/>
                </a:solidFill>
                <a:latin typeface="Calibri"/>
                <a:cs typeface="Calibri"/>
              </a:rPr>
              <a:t>The</a:t>
            </a:r>
            <a:r>
              <a:rPr sz="1800" spc="-10" dirty="0">
                <a:solidFill>
                  <a:srgbClr val="3F3F3F"/>
                </a:solidFill>
                <a:latin typeface="Calibri"/>
                <a:cs typeface="Calibri"/>
              </a:rPr>
              <a:t> </a:t>
            </a:r>
            <a:r>
              <a:rPr sz="1800" spc="-5" dirty="0">
                <a:solidFill>
                  <a:srgbClr val="3F3F3F"/>
                </a:solidFill>
                <a:latin typeface="Calibri"/>
                <a:cs typeface="Calibri"/>
              </a:rPr>
              <a:t>subnet</a:t>
            </a:r>
            <a:r>
              <a:rPr sz="1800" spc="5" dirty="0">
                <a:solidFill>
                  <a:srgbClr val="3F3F3F"/>
                </a:solidFill>
                <a:latin typeface="Calibri"/>
                <a:cs typeface="Calibri"/>
              </a:rPr>
              <a:t> </a:t>
            </a:r>
            <a:r>
              <a:rPr sz="1800" dirty="0">
                <a:solidFill>
                  <a:srgbClr val="3F3F3F"/>
                </a:solidFill>
                <a:latin typeface="Calibri"/>
                <a:cs typeface="Calibri"/>
              </a:rPr>
              <a:t>mask</a:t>
            </a:r>
            <a:r>
              <a:rPr sz="1800" spc="-15" dirty="0">
                <a:solidFill>
                  <a:srgbClr val="3F3F3F"/>
                </a:solidFill>
                <a:latin typeface="Calibri"/>
                <a:cs typeface="Calibri"/>
              </a:rPr>
              <a:t> for</a:t>
            </a:r>
            <a:r>
              <a:rPr sz="1800" spc="-5" dirty="0">
                <a:solidFill>
                  <a:srgbClr val="3F3F3F"/>
                </a:solidFill>
                <a:latin typeface="Calibri"/>
                <a:cs typeface="Calibri"/>
              </a:rPr>
              <a:t> this</a:t>
            </a:r>
            <a:r>
              <a:rPr sz="1800" spc="15" dirty="0">
                <a:solidFill>
                  <a:srgbClr val="3F3F3F"/>
                </a:solidFill>
                <a:latin typeface="Calibri"/>
                <a:cs typeface="Calibri"/>
              </a:rPr>
              <a:t> </a:t>
            </a:r>
            <a:r>
              <a:rPr sz="1800" spc="-5" dirty="0">
                <a:solidFill>
                  <a:srgbClr val="3F3F3F"/>
                </a:solidFill>
                <a:latin typeface="Calibri"/>
                <a:cs typeface="Calibri"/>
              </a:rPr>
              <a:t>subnet </a:t>
            </a:r>
            <a:r>
              <a:rPr sz="1800" spc="-10" dirty="0">
                <a:solidFill>
                  <a:srgbClr val="3F3F3F"/>
                </a:solidFill>
                <a:latin typeface="Calibri"/>
                <a:cs typeface="Calibri"/>
              </a:rPr>
              <a:t>can</a:t>
            </a:r>
            <a:r>
              <a:rPr sz="1800" spc="10" dirty="0">
                <a:solidFill>
                  <a:srgbClr val="3F3F3F"/>
                </a:solidFill>
                <a:latin typeface="Calibri"/>
                <a:cs typeface="Calibri"/>
              </a:rPr>
              <a:t> </a:t>
            </a:r>
            <a:r>
              <a:rPr sz="1800" dirty="0">
                <a:solidFill>
                  <a:srgbClr val="3F3F3F"/>
                </a:solidFill>
                <a:latin typeface="Calibri"/>
                <a:cs typeface="Calibri"/>
              </a:rPr>
              <a:t>be </a:t>
            </a:r>
            <a:r>
              <a:rPr sz="1800" spc="-10" dirty="0">
                <a:solidFill>
                  <a:srgbClr val="3F3F3F"/>
                </a:solidFill>
                <a:latin typeface="Calibri"/>
                <a:cs typeface="Calibri"/>
              </a:rPr>
              <a:t>found</a:t>
            </a:r>
            <a:r>
              <a:rPr sz="1800" spc="10" dirty="0">
                <a:solidFill>
                  <a:srgbClr val="3F3F3F"/>
                </a:solidFill>
                <a:latin typeface="Calibri"/>
                <a:cs typeface="Calibri"/>
              </a:rPr>
              <a:t> </a:t>
            </a:r>
            <a:r>
              <a:rPr sz="1800" dirty="0">
                <a:solidFill>
                  <a:srgbClr val="3F3F3F"/>
                </a:solidFill>
                <a:latin typeface="Calibri"/>
                <a:cs typeface="Calibri"/>
              </a:rPr>
              <a:t>as</a:t>
            </a:r>
            <a:r>
              <a:rPr sz="1800" spc="25" dirty="0">
                <a:solidFill>
                  <a:srgbClr val="3F3F3F"/>
                </a:solidFill>
                <a:latin typeface="Calibri"/>
                <a:cs typeface="Calibri"/>
              </a:rPr>
              <a:t> </a:t>
            </a:r>
            <a:r>
              <a:rPr sz="1800" i="1" spc="-5" dirty="0">
                <a:solidFill>
                  <a:srgbClr val="3F3F3F"/>
                </a:solidFill>
                <a:latin typeface="Calibri"/>
                <a:cs typeface="Calibri"/>
              </a:rPr>
              <a:t>n2</a:t>
            </a:r>
            <a:r>
              <a:rPr sz="1800" i="1" spc="10" dirty="0">
                <a:solidFill>
                  <a:srgbClr val="3F3F3F"/>
                </a:solidFill>
                <a:latin typeface="Calibri"/>
                <a:cs typeface="Calibri"/>
              </a:rPr>
              <a:t> </a:t>
            </a:r>
            <a:r>
              <a:rPr sz="1800" i="1" dirty="0">
                <a:solidFill>
                  <a:srgbClr val="3F3F3F"/>
                </a:solidFill>
                <a:latin typeface="Calibri"/>
                <a:cs typeface="Calibri"/>
              </a:rPr>
              <a:t>= </a:t>
            </a:r>
            <a:r>
              <a:rPr sz="1800" i="1" spc="-5" dirty="0">
                <a:solidFill>
                  <a:srgbClr val="3F3F3F"/>
                </a:solidFill>
                <a:latin typeface="Calibri"/>
                <a:cs typeface="Calibri"/>
              </a:rPr>
              <a:t>32</a:t>
            </a:r>
            <a:r>
              <a:rPr sz="1800" i="1" spc="5" dirty="0">
                <a:solidFill>
                  <a:srgbClr val="3F3F3F"/>
                </a:solidFill>
                <a:latin typeface="Calibri"/>
                <a:cs typeface="Calibri"/>
              </a:rPr>
              <a:t> </a:t>
            </a:r>
            <a:r>
              <a:rPr sz="1800" i="1" dirty="0">
                <a:solidFill>
                  <a:srgbClr val="3F3F3F"/>
                </a:solidFill>
                <a:latin typeface="Calibri"/>
                <a:cs typeface="Calibri"/>
              </a:rPr>
              <a:t>− </a:t>
            </a:r>
            <a:r>
              <a:rPr sz="1800" i="1" spc="-5" dirty="0">
                <a:solidFill>
                  <a:srgbClr val="3F3F3F"/>
                </a:solidFill>
                <a:latin typeface="Calibri"/>
                <a:cs typeface="Calibri"/>
              </a:rPr>
              <a:t>log2</a:t>
            </a:r>
            <a:r>
              <a:rPr sz="1800" i="1" spc="10" dirty="0">
                <a:solidFill>
                  <a:srgbClr val="3F3F3F"/>
                </a:solidFill>
                <a:latin typeface="Calibri"/>
                <a:cs typeface="Calibri"/>
              </a:rPr>
              <a:t> </a:t>
            </a:r>
            <a:r>
              <a:rPr sz="1800" i="1" spc="-5" dirty="0">
                <a:solidFill>
                  <a:srgbClr val="3F3F3F"/>
                </a:solidFill>
                <a:latin typeface="Calibri"/>
                <a:cs typeface="Calibri"/>
              </a:rPr>
              <a:t>64</a:t>
            </a:r>
            <a:r>
              <a:rPr sz="1800" i="1" spc="5" dirty="0">
                <a:solidFill>
                  <a:srgbClr val="3F3F3F"/>
                </a:solidFill>
                <a:latin typeface="Calibri"/>
                <a:cs typeface="Calibri"/>
              </a:rPr>
              <a:t> </a:t>
            </a:r>
            <a:r>
              <a:rPr sz="1800" i="1" dirty="0">
                <a:solidFill>
                  <a:srgbClr val="3F3F3F"/>
                </a:solidFill>
                <a:latin typeface="Calibri"/>
                <a:cs typeface="Calibri"/>
              </a:rPr>
              <a:t>= </a:t>
            </a:r>
            <a:r>
              <a:rPr sz="1800" i="1" spc="-5" dirty="0">
                <a:solidFill>
                  <a:srgbClr val="3F3F3F"/>
                </a:solidFill>
                <a:latin typeface="Calibri"/>
                <a:cs typeface="Calibri"/>
              </a:rPr>
              <a:t>26.</a:t>
            </a:r>
            <a:endParaRPr sz="1800">
              <a:latin typeface="Calibri"/>
              <a:cs typeface="Calibri"/>
            </a:endParaRPr>
          </a:p>
          <a:p>
            <a:pPr marL="444500" lvl="1" indent="-183515">
              <a:lnSpc>
                <a:spcPct val="100000"/>
              </a:lnSpc>
              <a:spcBef>
                <a:spcPts val="380"/>
              </a:spcBef>
              <a:buClr>
                <a:srgbClr val="1CACE4"/>
              </a:buClr>
              <a:buFont typeface="Calibri"/>
              <a:buChar char="◦"/>
              <a:tabLst>
                <a:tab pos="445134" algn="l"/>
              </a:tabLst>
            </a:pPr>
            <a:r>
              <a:rPr sz="1800" i="1" spc="-5" dirty="0">
                <a:solidFill>
                  <a:srgbClr val="3F3F3F"/>
                </a:solidFill>
                <a:latin typeface="Calibri"/>
                <a:cs typeface="Calibri"/>
              </a:rPr>
              <a:t>The</a:t>
            </a:r>
            <a:r>
              <a:rPr sz="1800" i="1" spc="-20" dirty="0">
                <a:solidFill>
                  <a:srgbClr val="3F3F3F"/>
                </a:solidFill>
                <a:latin typeface="Calibri"/>
                <a:cs typeface="Calibri"/>
              </a:rPr>
              <a:t> </a:t>
            </a:r>
            <a:r>
              <a:rPr sz="1800" spc="-15" dirty="0">
                <a:solidFill>
                  <a:srgbClr val="3F3F3F"/>
                </a:solidFill>
                <a:latin typeface="Calibri"/>
                <a:cs typeface="Calibri"/>
              </a:rPr>
              <a:t>first</a:t>
            </a:r>
            <a:r>
              <a:rPr sz="1800" dirty="0">
                <a:solidFill>
                  <a:srgbClr val="3F3F3F"/>
                </a:solidFill>
                <a:latin typeface="Calibri"/>
                <a:cs typeface="Calibri"/>
              </a:rPr>
              <a:t> </a:t>
            </a:r>
            <a:r>
              <a:rPr sz="1800" spc="-5" dirty="0">
                <a:solidFill>
                  <a:srgbClr val="3F3F3F"/>
                </a:solidFill>
                <a:latin typeface="Calibri"/>
                <a:cs typeface="Calibri"/>
              </a:rPr>
              <a:t>address</a:t>
            </a:r>
            <a:r>
              <a:rPr sz="1800" spc="-15" dirty="0">
                <a:solidFill>
                  <a:srgbClr val="3F3F3F"/>
                </a:solidFill>
                <a:latin typeface="Calibri"/>
                <a:cs typeface="Calibri"/>
              </a:rPr>
              <a:t> </a:t>
            </a:r>
            <a:r>
              <a:rPr sz="1800" spc="-5" dirty="0">
                <a:solidFill>
                  <a:srgbClr val="3F3F3F"/>
                </a:solidFill>
                <a:latin typeface="Calibri"/>
                <a:cs typeface="Calibri"/>
              </a:rPr>
              <a:t>in</a:t>
            </a:r>
            <a:r>
              <a:rPr sz="1800" spc="5" dirty="0">
                <a:solidFill>
                  <a:srgbClr val="3F3F3F"/>
                </a:solidFill>
                <a:latin typeface="Calibri"/>
                <a:cs typeface="Calibri"/>
              </a:rPr>
              <a:t> </a:t>
            </a:r>
            <a:r>
              <a:rPr sz="1800" spc="-5" dirty="0">
                <a:solidFill>
                  <a:srgbClr val="3F3F3F"/>
                </a:solidFill>
                <a:latin typeface="Calibri"/>
                <a:cs typeface="Calibri"/>
              </a:rPr>
              <a:t>this</a:t>
            </a:r>
            <a:r>
              <a:rPr sz="1800" spc="10" dirty="0">
                <a:solidFill>
                  <a:srgbClr val="3F3F3F"/>
                </a:solidFill>
                <a:latin typeface="Calibri"/>
                <a:cs typeface="Calibri"/>
              </a:rPr>
              <a:t> </a:t>
            </a:r>
            <a:r>
              <a:rPr sz="1800" spc="-5" dirty="0">
                <a:solidFill>
                  <a:srgbClr val="3F3F3F"/>
                </a:solidFill>
                <a:latin typeface="Calibri"/>
                <a:cs typeface="Calibri"/>
              </a:rPr>
              <a:t>block is 14.24.74.128/26;</a:t>
            </a:r>
            <a:endParaRPr sz="1800">
              <a:latin typeface="Calibri"/>
              <a:cs typeface="Calibri"/>
            </a:endParaRPr>
          </a:p>
          <a:p>
            <a:pPr marL="444500" lvl="1" indent="-183515">
              <a:lnSpc>
                <a:spcPct val="100000"/>
              </a:lnSpc>
              <a:spcBef>
                <a:spcPts val="385"/>
              </a:spcBef>
              <a:buClr>
                <a:srgbClr val="1CACE4"/>
              </a:buClr>
              <a:buChar char="◦"/>
              <a:tabLst>
                <a:tab pos="445134" algn="l"/>
              </a:tabLst>
            </a:pP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last</a:t>
            </a:r>
            <a:r>
              <a:rPr sz="1800" spc="-15" dirty="0">
                <a:solidFill>
                  <a:srgbClr val="3F3F3F"/>
                </a:solidFill>
                <a:latin typeface="Calibri"/>
                <a:cs typeface="Calibri"/>
              </a:rPr>
              <a:t> </a:t>
            </a:r>
            <a:r>
              <a:rPr sz="1800" spc="-5" dirty="0">
                <a:solidFill>
                  <a:srgbClr val="3F3F3F"/>
                </a:solidFill>
                <a:latin typeface="Calibri"/>
                <a:cs typeface="Calibri"/>
              </a:rPr>
              <a:t>address</a:t>
            </a:r>
            <a:r>
              <a:rPr sz="1800" spc="-25" dirty="0">
                <a:solidFill>
                  <a:srgbClr val="3F3F3F"/>
                </a:solidFill>
                <a:latin typeface="Calibri"/>
                <a:cs typeface="Calibri"/>
              </a:rPr>
              <a:t> </a:t>
            </a:r>
            <a:r>
              <a:rPr sz="1800" spc="-5" dirty="0">
                <a:solidFill>
                  <a:srgbClr val="3F3F3F"/>
                </a:solidFill>
                <a:latin typeface="Calibri"/>
                <a:cs typeface="Calibri"/>
              </a:rPr>
              <a:t>is</a:t>
            </a:r>
            <a:r>
              <a:rPr sz="1800" spc="-10" dirty="0">
                <a:solidFill>
                  <a:srgbClr val="3F3F3F"/>
                </a:solidFill>
                <a:latin typeface="Calibri"/>
                <a:cs typeface="Calibri"/>
              </a:rPr>
              <a:t> </a:t>
            </a:r>
            <a:r>
              <a:rPr sz="1800" spc="-5" dirty="0">
                <a:solidFill>
                  <a:srgbClr val="3F3F3F"/>
                </a:solidFill>
                <a:latin typeface="Calibri"/>
                <a:cs typeface="Calibri"/>
              </a:rPr>
              <a:t>14.24.74.191/26.</a:t>
            </a:r>
            <a:endParaRPr sz="1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942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endParaRPr sz="4800">
              <a:latin typeface="Arial"/>
              <a:cs typeface="Arial"/>
            </a:endParaRPr>
          </a:p>
        </p:txBody>
      </p:sp>
      <p:sp>
        <p:nvSpPr>
          <p:cNvPr id="3" name="object 3"/>
          <p:cNvSpPr txBox="1"/>
          <p:nvPr/>
        </p:nvSpPr>
        <p:spPr>
          <a:xfrm>
            <a:off x="672267" y="1713439"/>
            <a:ext cx="8526145" cy="4416081"/>
          </a:xfrm>
          <a:prstGeom prst="rect">
            <a:avLst/>
          </a:prstGeom>
        </p:spPr>
        <p:txBody>
          <a:bodyPr vert="horz" wrap="square" lIns="0" tIns="132080" rIns="0" bIns="0" rtlCol="0">
            <a:spAutoFit/>
          </a:bodyPr>
          <a:lstStyle/>
          <a:p>
            <a:pPr marL="214629" marR="373380" indent="-177165">
              <a:lnSpc>
                <a:spcPct val="70000"/>
              </a:lnSpc>
              <a:spcBef>
                <a:spcPts val="1040"/>
              </a:spcBef>
              <a:buClr>
                <a:srgbClr val="1CACE4"/>
              </a:buClr>
              <a:buFont typeface="Arial MT"/>
              <a:buChar char="•"/>
              <a:tabLst>
                <a:tab pos="215265" algn="l"/>
              </a:tabLst>
            </a:pPr>
            <a:r>
              <a:rPr sz="2600" b="1" spc="-5" dirty="0">
                <a:solidFill>
                  <a:srgbClr val="3F3F3F"/>
                </a:solidFill>
                <a:latin typeface="Calibri"/>
                <a:cs typeface="Calibri"/>
              </a:rPr>
              <a:t>c. </a:t>
            </a:r>
            <a:r>
              <a:rPr sz="2600" dirty="0">
                <a:solidFill>
                  <a:srgbClr val="3F3F3F"/>
                </a:solidFill>
                <a:latin typeface="Calibri"/>
                <a:cs typeface="Calibri"/>
              </a:rPr>
              <a:t>The </a:t>
            </a:r>
            <a:r>
              <a:rPr sz="2600" spc="-5" dirty="0">
                <a:solidFill>
                  <a:srgbClr val="3F3F3F"/>
                </a:solidFill>
                <a:latin typeface="Calibri"/>
                <a:cs typeface="Calibri"/>
              </a:rPr>
              <a:t>number of addresses in </a:t>
            </a:r>
            <a:r>
              <a:rPr sz="2600" dirty="0">
                <a:solidFill>
                  <a:srgbClr val="3F3F3F"/>
                </a:solidFill>
                <a:latin typeface="Calibri"/>
                <a:cs typeface="Calibri"/>
              </a:rPr>
              <a:t>the </a:t>
            </a:r>
            <a:r>
              <a:rPr sz="2600" spc="-5" dirty="0">
                <a:solidFill>
                  <a:srgbClr val="3F3F3F"/>
                </a:solidFill>
                <a:latin typeface="Calibri"/>
                <a:cs typeface="Calibri"/>
              </a:rPr>
              <a:t>smallest subblock, which </a:t>
            </a:r>
            <a:r>
              <a:rPr sz="2600" spc="-575" dirty="0">
                <a:solidFill>
                  <a:srgbClr val="3F3F3F"/>
                </a:solidFill>
                <a:latin typeface="Calibri"/>
                <a:cs typeface="Calibri"/>
              </a:rPr>
              <a:t> </a:t>
            </a:r>
            <a:r>
              <a:rPr sz="2600" spc="-15" dirty="0">
                <a:solidFill>
                  <a:srgbClr val="3F3F3F"/>
                </a:solidFill>
                <a:latin typeface="Calibri"/>
                <a:cs typeface="Calibri"/>
              </a:rPr>
              <a:t>requires</a:t>
            </a:r>
            <a:r>
              <a:rPr sz="2600" spc="-55" dirty="0">
                <a:solidFill>
                  <a:srgbClr val="3F3F3F"/>
                </a:solidFill>
                <a:latin typeface="Calibri"/>
                <a:cs typeface="Calibri"/>
              </a:rPr>
              <a:t> </a:t>
            </a:r>
            <a:r>
              <a:rPr sz="2600" spc="-5" dirty="0">
                <a:solidFill>
                  <a:srgbClr val="3F3F3F"/>
                </a:solidFill>
                <a:latin typeface="Calibri"/>
                <a:cs typeface="Calibri"/>
              </a:rPr>
              <a:t>10</a:t>
            </a:r>
            <a:r>
              <a:rPr sz="2600" spc="-15" dirty="0">
                <a:solidFill>
                  <a:srgbClr val="3F3F3F"/>
                </a:solidFill>
                <a:latin typeface="Calibri"/>
                <a:cs typeface="Calibri"/>
              </a:rPr>
              <a:t> </a:t>
            </a:r>
            <a:r>
              <a:rPr sz="2600" spc="-5" dirty="0">
                <a:solidFill>
                  <a:srgbClr val="3F3F3F"/>
                </a:solidFill>
                <a:latin typeface="Calibri"/>
                <a:cs typeface="Calibri"/>
              </a:rPr>
              <a:t>addresses,</a:t>
            </a:r>
            <a:r>
              <a:rPr sz="2600" spc="-50" dirty="0">
                <a:solidFill>
                  <a:srgbClr val="3F3F3F"/>
                </a:solidFill>
                <a:latin typeface="Calibri"/>
                <a:cs typeface="Calibri"/>
              </a:rPr>
              <a:t> </a:t>
            </a:r>
            <a:r>
              <a:rPr sz="2600" spc="-5" dirty="0">
                <a:solidFill>
                  <a:srgbClr val="3F3F3F"/>
                </a:solidFill>
                <a:latin typeface="Calibri"/>
                <a:cs typeface="Calibri"/>
              </a:rPr>
              <a:t>is not</a:t>
            </a:r>
            <a:r>
              <a:rPr sz="2600" dirty="0">
                <a:solidFill>
                  <a:srgbClr val="3F3F3F"/>
                </a:solidFill>
                <a:latin typeface="Calibri"/>
                <a:cs typeface="Calibri"/>
              </a:rPr>
              <a:t> a </a:t>
            </a:r>
            <a:r>
              <a:rPr sz="2600" spc="-10" dirty="0">
                <a:solidFill>
                  <a:srgbClr val="3F3F3F"/>
                </a:solidFill>
                <a:latin typeface="Calibri"/>
                <a:cs typeface="Calibri"/>
              </a:rPr>
              <a:t>power</a:t>
            </a:r>
            <a:r>
              <a:rPr sz="2600" dirty="0">
                <a:solidFill>
                  <a:srgbClr val="3F3F3F"/>
                </a:solidFill>
                <a:latin typeface="Calibri"/>
                <a:cs typeface="Calibri"/>
              </a:rPr>
              <a:t> </a:t>
            </a:r>
            <a:r>
              <a:rPr sz="2600" spc="-5" dirty="0">
                <a:solidFill>
                  <a:srgbClr val="3F3F3F"/>
                </a:solidFill>
                <a:latin typeface="Calibri"/>
                <a:cs typeface="Calibri"/>
              </a:rPr>
              <a:t>of </a:t>
            </a:r>
            <a:r>
              <a:rPr sz="2600" dirty="0">
                <a:solidFill>
                  <a:srgbClr val="3F3F3F"/>
                </a:solidFill>
                <a:latin typeface="Calibri"/>
                <a:cs typeface="Calibri"/>
              </a:rPr>
              <a:t>2</a:t>
            </a:r>
            <a:r>
              <a:rPr sz="2600" spc="-15" dirty="0">
                <a:solidFill>
                  <a:srgbClr val="3F3F3F"/>
                </a:solidFill>
                <a:latin typeface="Calibri"/>
                <a:cs typeface="Calibri"/>
              </a:rPr>
              <a:t> </a:t>
            </a:r>
            <a:r>
              <a:rPr sz="2600" spc="-40" dirty="0">
                <a:solidFill>
                  <a:srgbClr val="3F3F3F"/>
                </a:solidFill>
                <a:latin typeface="Calibri"/>
                <a:cs typeface="Calibri"/>
              </a:rPr>
              <a:t>either.</a:t>
            </a:r>
            <a:endParaRPr sz="2600" dirty="0">
              <a:latin typeface="Calibri"/>
              <a:cs typeface="Calibri"/>
            </a:endParaRPr>
          </a:p>
          <a:p>
            <a:pPr marL="444500" lvl="1" indent="-183515">
              <a:lnSpc>
                <a:spcPts val="2150"/>
              </a:lnSpc>
              <a:buClr>
                <a:srgbClr val="1CACE4"/>
              </a:buClr>
              <a:buChar char="◦"/>
              <a:tabLst>
                <a:tab pos="445134" algn="l"/>
              </a:tabLst>
            </a:pPr>
            <a:r>
              <a:rPr sz="2200" spc="-15" dirty="0">
                <a:solidFill>
                  <a:srgbClr val="3F3F3F"/>
                </a:solidFill>
                <a:latin typeface="Calibri"/>
                <a:cs typeface="Calibri"/>
              </a:rPr>
              <a:t>allocate</a:t>
            </a:r>
            <a:r>
              <a:rPr sz="2200" spc="-25" dirty="0">
                <a:solidFill>
                  <a:srgbClr val="3F3F3F"/>
                </a:solidFill>
                <a:latin typeface="Calibri"/>
                <a:cs typeface="Calibri"/>
              </a:rPr>
              <a:t> </a:t>
            </a:r>
            <a:r>
              <a:rPr sz="2200" spc="-5" dirty="0">
                <a:solidFill>
                  <a:srgbClr val="3F3F3F"/>
                </a:solidFill>
                <a:latin typeface="Calibri"/>
                <a:cs typeface="Calibri"/>
              </a:rPr>
              <a:t>16</a:t>
            </a:r>
            <a:r>
              <a:rPr sz="2200" spc="-25" dirty="0">
                <a:solidFill>
                  <a:srgbClr val="3F3F3F"/>
                </a:solidFill>
                <a:latin typeface="Calibri"/>
                <a:cs typeface="Calibri"/>
              </a:rPr>
              <a:t> </a:t>
            </a:r>
            <a:r>
              <a:rPr sz="2200" spc="-10" dirty="0">
                <a:solidFill>
                  <a:srgbClr val="3F3F3F"/>
                </a:solidFill>
                <a:latin typeface="Calibri"/>
                <a:cs typeface="Calibri"/>
              </a:rPr>
              <a:t>addresses.</a:t>
            </a:r>
            <a:endParaRPr sz="2200" dirty="0">
              <a:latin typeface="Calibri"/>
              <a:cs typeface="Calibri"/>
            </a:endParaRPr>
          </a:p>
          <a:p>
            <a:pPr marL="444500" lvl="1" indent="-183515">
              <a:lnSpc>
                <a:spcPts val="2450"/>
              </a:lnSpc>
              <a:buClr>
                <a:srgbClr val="1CACE4"/>
              </a:buClr>
              <a:buChar char="◦"/>
              <a:tabLst>
                <a:tab pos="445134" algn="l"/>
              </a:tabLst>
            </a:pPr>
            <a:r>
              <a:rPr sz="2200" spc="-10" dirty="0">
                <a:solidFill>
                  <a:srgbClr val="3F3F3F"/>
                </a:solidFill>
                <a:latin typeface="Calibri"/>
                <a:cs typeface="Calibri"/>
              </a:rPr>
              <a:t>The</a:t>
            </a:r>
            <a:r>
              <a:rPr sz="2200" dirty="0">
                <a:solidFill>
                  <a:srgbClr val="3F3F3F"/>
                </a:solidFill>
                <a:latin typeface="Calibri"/>
                <a:cs typeface="Calibri"/>
              </a:rPr>
              <a:t> </a:t>
            </a:r>
            <a:r>
              <a:rPr sz="2200" spc="-10" dirty="0">
                <a:solidFill>
                  <a:srgbClr val="3F3F3F"/>
                </a:solidFill>
                <a:latin typeface="Calibri"/>
                <a:cs typeface="Calibri"/>
              </a:rPr>
              <a:t>subnet</a:t>
            </a:r>
            <a:r>
              <a:rPr sz="2200" spc="5" dirty="0">
                <a:solidFill>
                  <a:srgbClr val="3F3F3F"/>
                </a:solidFill>
                <a:latin typeface="Calibri"/>
                <a:cs typeface="Calibri"/>
              </a:rPr>
              <a:t> </a:t>
            </a:r>
            <a:r>
              <a:rPr sz="2200" spc="-5" dirty="0">
                <a:solidFill>
                  <a:srgbClr val="3F3F3F"/>
                </a:solidFill>
                <a:latin typeface="Calibri"/>
                <a:cs typeface="Calibri"/>
              </a:rPr>
              <a:t>mask</a:t>
            </a:r>
            <a:r>
              <a:rPr sz="2200" dirty="0">
                <a:solidFill>
                  <a:srgbClr val="3F3F3F"/>
                </a:solidFill>
                <a:latin typeface="Calibri"/>
                <a:cs typeface="Calibri"/>
              </a:rPr>
              <a:t> </a:t>
            </a:r>
            <a:r>
              <a:rPr sz="2200" spc="-20" dirty="0">
                <a:solidFill>
                  <a:srgbClr val="3F3F3F"/>
                </a:solidFill>
                <a:latin typeface="Calibri"/>
                <a:cs typeface="Calibri"/>
              </a:rPr>
              <a:t>for</a:t>
            </a:r>
            <a:r>
              <a:rPr sz="2200" spc="10" dirty="0">
                <a:solidFill>
                  <a:srgbClr val="3F3F3F"/>
                </a:solidFill>
                <a:latin typeface="Calibri"/>
                <a:cs typeface="Calibri"/>
              </a:rPr>
              <a:t> </a:t>
            </a:r>
            <a:r>
              <a:rPr sz="2200" spc="-10" dirty="0">
                <a:solidFill>
                  <a:srgbClr val="3F3F3F"/>
                </a:solidFill>
                <a:latin typeface="Calibri"/>
                <a:cs typeface="Calibri"/>
              </a:rPr>
              <a:t>this</a:t>
            </a:r>
            <a:r>
              <a:rPr sz="2200" spc="-5" dirty="0">
                <a:solidFill>
                  <a:srgbClr val="3F3F3F"/>
                </a:solidFill>
                <a:latin typeface="Calibri"/>
                <a:cs typeface="Calibri"/>
              </a:rPr>
              <a:t> </a:t>
            </a:r>
            <a:r>
              <a:rPr sz="2200" spc="-10" dirty="0">
                <a:solidFill>
                  <a:srgbClr val="3F3F3F"/>
                </a:solidFill>
                <a:latin typeface="Calibri"/>
                <a:cs typeface="Calibri"/>
              </a:rPr>
              <a:t>subnet</a:t>
            </a:r>
            <a:r>
              <a:rPr sz="2200" spc="5" dirty="0">
                <a:solidFill>
                  <a:srgbClr val="3F3F3F"/>
                </a:solidFill>
                <a:latin typeface="Calibri"/>
                <a:cs typeface="Calibri"/>
              </a:rPr>
              <a:t> </a:t>
            </a:r>
            <a:r>
              <a:rPr sz="2200" spc="-15" dirty="0">
                <a:solidFill>
                  <a:srgbClr val="3F3F3F"/>
                </a:solidFill>
                <a:latin typeface="Calibri"/>
                <a:cs typeface="Calibri"/>
              </a:rPr>
              <a:t>can</a:t>
            </a:r>
            <a:r>
              <a:rPr sz="2200" dirty="0">
                <a:solidFill>
                  <a:srgbClr val="3F3F3F"/>
                </a:solidFill>
                <a:latin typeface="Calibri"/>
                <a:cs typeface="Calibri"/>
              </a:rPr>
              <a:t> </a:t>
            </a:r>
            <a:r>
              <a:rPr sz="2200" spc="-5" dirty="0">
                <a:solidFill>
                  <a:srgbClr val="3F3F3F"/>
                </a:solidFill>
                <a:latin typeface="Calibri"/>
                <a:cs typeface="Calibri"/>
              </a:rPr>
              <a:t>be</a:t>
            </a:r>
            <a:r>
              <a:rPr sz="2200" spc="5" dirty="0">
                <a:solidFill>
                  <a:srgbClr val="3F3F3F"/>
                </a:solidFill>
                <a:latin typeface="Calibri"/>
                <a:cs typeface="Calibri"/>
              </a:rPr>
              <a:t> </a:t>
            </a:r>
            <a:r>
              <a:rPr sz="2200" spc="-15" dirty="0">
                <a:solidFill>
                  <a:srgbClr val="3F3F3F"/>
                </a:solidFill>
                <a:latin typeface="Calibri"/>
                <a:cs typeface="Calibri"/>
              </a:rPr>
              <a:t>found</a:t>
            </a:r>
            <a:r>
              <a:rPr sz="2200" dirty="0">
                <a:solidFill>
                  <a:srgbClr val="3F3F3F"/>
                </a:solidFill>
                <a:latin typeface="Calibri"/>
                <a:cs typeface="Calibri"/>
              </a:rPr>
              <a:t> </a:t>
            </a:r>
            <a:r>
              <a:rPr sz="2200" spc="-5" dirty="0">
                <a:solidFill>
                  <a:srgbClr val="3F3F3F"/>
                </a:solidFill>
                <a:latin typeface="Calibri"/>
                <a:cs typeface="Calibri"/>
              </a:rPr>
              <a:t>as</a:t>
            </a:r>
            <a:r>
              <a:rPr sz="2200" spc="30" dirty="0">
                <a:solidFill>
                  <a:srgbClr val="3F3F3F"/>
                </a:solidFill>
                <a:latin typeface="Calibri"/>
                <a:cs typeface="Calibri"/>
              </a:rPr>
              <a:t> </a:t>
            </a:r>
            <a:r>
              <a:rPr sz="2200" i="1" spc="-5" dirty="0">
                <a:solidFill>
                  <a:srgbClr val="3F3F3F"/>
                </a:solidFill>
                <a:latin typeface="Calibri"/>
                <a:cs typeface="Calibri"/>
              </a:rPr>
              <a:t>n3 =</a:t>
            </a:r>
            <a:r>
              <a:rPr sz="2200" i="1" spc="10" dirty="0">
                <a:solidFill>
                  <a:srgbClr val="3F3F3F"/>
                </a:solidFill>
                <a:latin typeface="Calibri"/>
                <a:cs typeface="Calibri"/>
              </a:rPr>
              <a:t> </a:t>
            </a:r>
            <a:r>
              <a:rPr sz="2200" i="1" spc="-5" dirty="0">
                <a:solidFill>
                  <a:srgbClr val="3F3F3F"/>
                </a:solidFill>
                <a:latin typeface="Calibri"/>
                <a:cs typeface="Calibri"/>
              </a:rPr>
              <a:t>32 −</a:t>
            </a:r>
            <a:r>
              <a:rPr sz="2200" i="1" spc="5" dirty="0">
                <a:solidFill>
                  <a:srgbClr val="3F3F3F"/>
                </a:solidFill>
                <a:latin typeface="Calibri"/>
                <a:cs typeface="Calibri"/>
              </a:rPr>
              <a:t> </a:t>
            </a:r>
            <a:r>
              <a:rPr sz="2200" i="1" spc="-5" dirty="0">
                <a:solidFill>
                  <a:srgbClr val="3F3F3F"/>
                </a:solidFill>
                <a:latin typeface="Calibri"/>
                <a:cs typeface="Calibri"/>
              </a:rPr>
              <a:t>log</a:t>
            </a:r>
            <a:r>
              <a:rPr sz="2175" i="1" spc="-7" baseline="-21072" dirty="0">
                <a:solidFill>
                  <a:srgbClr val="3F3F3F"/>
                </a:solidFill>
                <a:latin typeface="Calibri"/>
                <a:cs typeface="Calibri"/>
              </a:rPr>
              <a:t>2</a:t>
            </a:r>
            <a:r>
              <a:rPr sz="2175" i="1" spc="247" baseline="-21072" dirty="0">
                <a:solidFill>
                  <a:srgbClr val="3F3F3F"/>
                </a:solidFill>
                <a:latin typeface="Calibri"/>
                <a:cs typeface="Calibri"/>
              </a:rPr>
              <a:t> </a:t>
            </a:r>
            <a:r>
              <a:rPr sz="2200" i="1" spc="-5" dirty="0">
                <a:solidFill>
                  <a:srgbClr val="3F3F3F"/>
                </a:solidFill>
                <a:latin typeface="Calibri"/>
                <a:cs typeface="Calibri"/>
              </a:rPr>
              <a:t>16 =</a:t>
            </a:r>
            <a:r>
              <a:rPr sz="2200" i="1" spc="5" dirty="0">
                <a:solidFill>
                  <a:srgbClr val="3F3F3F"/>
                </a:solidFill>
                <a:latin typeface="Calibri"/>
                <a:cs typeface="Calibri"/>
              </a:rPr>
              <a:t> </a:t>
            </a:r>
            <a:r>
              <a:rPr sz="2200" i="1" spc="-5" dirty="0">
                <a:solidFill>
                  <a:srgbClr val="3F3F3F"/>
                </a:solidFill>
                <a:latin typeface="Calibri"/>
                <a:cs typeface="Calibri"/>
              </a:rPr>
              <a:t>28.</a:t>
            </a:r>
            <a:endParaRPr sz="2200" dirty="0">
              <a:latin typeface="Calibri"/>
              <a:cs typeface="Calibri"/>
            </a:endParaRPr>
          </a:p>
          <a:p>
            <a:pPr marL="444500" lvl="1" indent="-183515">
              <a:lnSpc>
                <a:spcPts val="2450"/>
              </a:lnSpc>
              <a:buClr>
                <a:srgbClr val="1CACE4"/>
              </a:buClr>
              <a:buFont typeface="Calibri"/>
              <a:buChar char="◦"/>
              <a:tabLst>
                <a:tab pos="445134" algn="l"/>
              </a:tabLst>
            </a:pPr>
            <a:r>
              <a:rPr sz="2200" i="1" spc="-10" dirty="0">
                <a:solidFill>
                  <a:srgbClr val="3F3F3F"/>
                </a:solidFill>
                <a:latin typeface="Calibri"/>
                <a:cs typeface="Calibri"/>
              </a:rPr>
              <a:t>The</a:t>
            </a:r>
            <a:r>
              <a:rPr sz="2200" i="1" spc="-15" dirty="0">
                <a:solidFill>
                  <a:srgbClr val="3F3F3F"/>
                </a:solidFill>
                <a:latin typeface="Calibri"/>
                <a:cs typeface="Calibri"/>
              </a:rPr>
              <a:t> </a:t>
            </a:r>
            <a:r>
              <a:rPr sz="2200" spc="-15" dirty="0">
                <a:solidFill>
                  <a:srgbClr val="3F3F3F"/>
                </a:solidFill>
                <a:latin typeface="Calibri"/>
                <a:cs typeface="Calibri"/>
              </a:rPr>
              <a:t>first</a:t>
            </a:r>
            <a:r>
              <a:rPr sz="2200" dirty="0">
                <a:solidFill>
                  <a:srgbClr val="3F3F3F"/>
                </a:solidFill>
                <a:latin typeface="Calibri"/>
                <a:cs typeface="Calibri"/>
              </a:rPr>
              <a:t> </a:t>
            </a:r>
            <a:r>
              <a:rPr sz="2200" spc="-10" dirty="0">
                <a:solidFill>
                  <a:srgbClr val="3F3F3F"/>
                </a:solidFill>
                <a:latin typeface="Calibri"/>
                <a:cs typeface="Calibri"/>
              </a:rPr>
              <a:t>address </a:t>
            </a:r>
            <a:r>
              <a:rPr sz="2200" spc="-5" dirty="0">
                <a:solidFill>
                  <a:srgbClr val="3F3F3F"/>
                </a:solidFill>
                <a:latin typeface="Calibri"/>
                <a:cs typeface="Calibri"/>
              </a:rPr>
              <a:t>in</a:t>
            </a:r>
            <a:r>
              <a:rPr sz="2200" spc="-10" dirty="0">
                <a:solidFill>
                  <a:srgbClr val="3F3F3F"/>
                </a:solidFill>
                <a:latin typeface="Calibri"/>
                <a:cs typeface="Calibri"/>
              </a:rPr>
              <a:t> this</a:t>
            </a:r>
            <a:r>
              <a:rPr sz="2200" spc="5" dirty="0">
                <a:solidFill>
                  <a:srgbClr val="3F3F3F"/>
                </a:solidFill>
                <a:latin typeface="Calibri"/>
                <a:cs typeface="Calibri"/>
              </a:rPr>
              <a:t> </a:t>
            </a:r>
            <a:r>
              <a:rPr sz="2200" spc="-10" dirty="0">
                <a:solidFill>
                  <a:srgbClr val="3F3F3F"/>
                </a:solidFill>
                <a:latin typeface="Calibri"/>
                <a:cs typeface="Calibri"/>
              </a:rPr>
              <a:t>block</a:t>
            </a:r>
            <a:r>
              <a:rPr sz="2200" spc="-5" dirty="0">
                <a:solidFill>
                  <a:srgbClr val="3F3F3F"/>
                </a:solidFill>
                <a:latin typeface="Calibri"/>
                <a:cs typeface="Calibri"/>
              </a:rPr>
              <a:t> is</a:t>
            </a:r>
            <a:r>
              <a:rPr sz="2200" spc="5" dirty="0">
                <a:solidFill>
                  <a:srgbClr val="3F3F3F"/>
                </a:solidFill>
                <a:latin typeface="Calibri"/>
                <a:cs typeface="Calibri"/>
              </a:rPr>
              <a:t> </a:t>
            </a:r>
            <a:r>
              <a:rPr sz="2200" spc="-5" dirty="0">
                <a:solidFill>
                  <a:srgbClr val="3F3F3F"/>
                </a:solidFill>
                <a:latin typeface="Calibri"/>
                <a:cs typeface="Calibri"/>
              </a:rPr>
              <a:t>14.24.74.192/28;</a:t>
            </a:r>
            <a:endParaRPr sz="2200" dirty="0">
              <a:latin typeface="Calibri"/>
              <a:cs typeface="Calibri"/>
            </a:endParaRPr>
          </a:p>
          <a:p>
            <a:pPr marL="444500" lvl="1" indent="-183515">
              <a:lnSpc>
                <a:spcPts val="2545"/>
              </a:lnSpc>
              <a:buClr>
                <a:srgbClr val="1CACE4"/>
              </a:buClr>
              <a:buChar char="◦"/>
              <a:tabLst>
                <a:tab pos="445134" algn="l"/>
              </a:tabLst>
            </a:pPr>
            <a:r>
              <a:rPr sz="2200" spc="-10" dirty="0">
                <a:solidFill>
                  <a:srgbClr val="3F3F3F"/>
                </a:solidFill>
                <a:latin typeface="Calibri"/>
                <a:cs typeface="Calibri"/>
              </a:rPr>
              <a:t>the</a:t>
            </a:r>
            <a:r>
              <a:rPr sz="2200" spc="-35" dirty="0">
                <a:solidFill>
                  <a:srgbClr val="3F3F3F"/>
                </a:solidFill>
                <a:latin typeface="Calibri"/>
                <a:cs typeface="Calibri"/>
              </a:rPr>
              <a:t> </a:t>
            </a:r>
            <a:r>
              <a:rPr sz="2200" spc="-10" dirty="0">
                <a:solidFill>
                  <a:srgbClr val="3F3F3F"/>
                </a:solidFill>
                <a:latin typeface="Calibri"/>
                <a:cs typeface="Calibri"/>
              </a:rPr>
              <a:t>last</a:t>
            </a:r>
            <a:r>
              <a:rPr lang="en-US" sz="2200" spc="-10" dirty="0">
                <a:solidFill>
                  <a:srgbClr val="3F3F3F"/>
                </a:solidFill>
                <a:latin typeface="Calibri"/>
                <a:cs typeface="Calibri"/>
              </a:rPr>
              <a:t> address in this block is </a:t>
            </a:r>
            <a:r>
              <a:rPr lang="en-IN" sz="2200" spc="-5" dirty="0">
                <a:solidFill>
                  <a:srgbClr val="3F3F3F"/>
                </a:solidFill>
                <a:cs typeface="Calibri"/>
              </a:rPr>
              <a:t>14.24.74.207/28;</a:t>
            </a:r>
            <a:endParaRPr sz="2200" dirty="0">
              <a:latin typeface="Calibri"/>
              <a:cs typeface="Calibri"/>
            </a:endParaRPr>
          </a:p>
          <a:p>
            <a:pPr marL="214629" marR="102235" indent="-177165">
              <a:lnSpc>
                <a:spcPct val="70000"/>
              </a:lnSpc>
              <a:spcBef>
                <a:spcPts val="1590"/>
              </a:spcBef>
              <a:buClr>
                <a:srgbClr val="1CACE4"/>
              </a:buClr>
              <a:buFont typeface="Arial MT"/>
              <a:buChar char="•"/>
              <a:tabLst>
                <a:tab pos="215265" algn="l"/>
              </a:tabLst>
            </a:pPr>
            <a:r>
              <a:rPr sz="2600" dirty="0">
                <a:solidFill>
                  <a:srgbClr val="3F3F3F"/>
                </a:solidFill>
                <a:latin typeface="Calibri"/>
                <a:cs typeface="Calibri"/>
              </a:rPr>
              <a:t>If </a:t>
            </a:r>
            <a:r>
              <a:rPr sz="2600" spc="-15" dirty="0">
                <a:solidFill>
                  <a:srgbClr val="3F3F3F"/>
                </a:solidFill>
                <a:latin typeface="Calibri"/>
                <a:cs typeface="Calibri"/>
              </a:rPr>
              <a:t>we </a:t>
            </a:r>
            <a:r>
              <a:rPr sz="2600" dirty="0">
                <a:solidFill>
                  <a:srgbClr val="3F3F3F"/>
                </a:solidFill>
                <a:latin typeface="Calibri"/>
                <a:cs typeface="Calibri"/>
              </a:rPr>
              <a:t>add all </a:t>
            </a:r>
            <a:r>
              <a:rPr sz="2600" spc="-5" dirty="0">
                <a:solidFill>
                  <a:srgbClr val="3F3F3F"/>
                </a:solidFill>
                <a:latin typeface="Calibri"/>
                <a:cs typeface="Calibri"/>
              </a:rPr>
              <a:t>addresses in </a:t>
            </a:r>
            <a:r>
              <a:rPr sz="2600" dirty="0">
                <a:solidFill>
                  <a:srgbClr val="3F3F3F"/>
                </a:solidFill>
                <a:latin typeface="Calibri"/>
                <a:cs typeface="Calibri"/>
              </a:rPr>
              <a:t>the </a:t>
            </a:r>
            <a:r>
              <a:rPr sz="2600" spc="-10" dirty="0">
                <a:solidFill>
                  <a:srgbClr val="3F3F3F"/>
                </a:solidFill>
                <a:latin typeface="Calibri"/>
                <a:cs typeface="Calibri"/>
              </a:rPr>
              <a:t>previous </a:t>
            </a:r>
            <a:r>
              <a:rPr sz="2600" spc="-5" dirty="0">
                <a:solidFill>
                  <a:srgbClr val="3F3F3F"/>
                </a:solidFill>
                <a:latin typeface="Calibri"/>
                <a:cs typeface="Calibri"/>
              </a:rPr>
              <a:t>subblocks, </a:t>
            </a:r>
            <a:r>
              <a:rPr sz="2600" dirty="0">
                <a:solidFill>
                  <a:srgbClr val="3F3F3F"/>
                </a:solidFill>
                <a:latin typeface="Calibri"/>
                <a:cs typeface="Calibri"/>
              </a:rPr>
              <a:t>the </a:t>
            </a:r>
            <a:r>
              <a:rPr sz="2600" spc="-10" dirty="0">
                <a:solidFill>
                  <a:srgbClr val="3F3F3F"/>
                </a:solidFill>
                <a:latin typeface="Calibri"/>
                <a:cs typeface="Calibri"/>
              </a:rPr>
              <a:t>result </a:t>
            </a:r>
            <a:r>
              <a:rPr sz="2600" spc="-5" dirty="0">
                <a:solidFill>
                  <a:srgbClr val="3F3F3F"/>
                </a:solidFill>
                <a:latin typeface="Calibri"/>
                <a:cs typeface="Calibri"/>
              </a:rPr>
              <a:t>is </a:t>
            </a:r>
            <a:r>
              <a:rPr sz="2600" spc="-580" dirty="0">
                <a:solidFill>
                  <a:srgbClr val="3F3F3F"/>
                </a:solidFill>
                <a:latin typeface="Calibri"/>
                <a:cs typeface="Calibri"/>
              </a:rPr>
              <a:t> </a:t>
            </a:r>
            <a:r>
              <a:rPr sz="2600" spc="-5" dirty="0">
                <a:solidFill>
                  <a:srgbClr val="3F3F3F"/>
                </a:solidFill>
                <a:latin typeface="Calibri"/>
                <a:cs typeface="Calibri"/>
              </a:rPr>
              <a:t>208</a:t>
            </a:r>
            <a:r>
              <a:rPr sz="2600" spc="-50" dirty="0">
                <a:solidFill>
                  <a:srgbClr val="3F3F3F"/>
                </a:solidFill>
                <a:latin typeface="Calibri"/>
                <a:cs typeface="Calibri"/>
              </a:rPr>
              <a:t> </a:t>
            </a:r>
            <a:r>
              <a:rPr sz="2600" spc="-5" dirty="0">
                <a:solidFill>
                  <a:srgbClr val="3F3F3F"/>
                </a:solidFill>
                <a:latin typeface="Calibri"/>
                <a:cs typeface="Calibri"/>
              </a:rPr>
              <a:t>addresses,</a:t>
            </a:r>
            <a:endParaRPr sz="2600" dirty="0">
              <a:latin typeface="Calibri"/>
              <a:cs typeface="Calibri"/>
            </a:endParaRPr>
          </a:p>
          <a:p>
            <a:pPr marL="444500" lvl="1" indent="-183515">
              <a:lnSpc>
                <a:spcPts val="2260"/>
              </a:lnSpc>
              <a:buClr>
                <a:srgbClr val="1CACE4"/>
              </a:buClr>
              <a:buChar char="◦"/>
              <a:tabLst>
                <a:tab pos="445134" algn="l"/>
              </a:tabLst>
            </a:pPr>
            <a:r>
              <a:rPr sz="2200" spc="-10" dirty="0">
                <a:solidFill>
                  <a:srgbClr val="3F3F3F"/>
                </a:solidFill>
                <a:latin typeface="Calibri"/>
                <a:cs typeface="Calibri"/>
              </a:rPr>
              <a:t>means</a:t>
            </a:r>
            <a:r>
              <a:rPr sz="2200" spc="-5" dirty="0">
                <a:solidFill>
                  <a:srgbClr val="3F3F3F"/>
                </a:solidFill>
                <a:latin typeface="Calibri"/>
                <a:cs typeface="Calibri"/>
              </a:rPr>
              <a:t> 48</a:t>
            </a:r>
            <a:r>
              <a:rPr sz="2200" spc="-10" dirty="0">
                <a:solidFill>
                  <a:srgbClr val="3F3F3F"/>
                </a:solidFill>
                <a:latin typeface="Calibri"/>
                <a:cs typeface="Calibri"/>
              </a:rPr>
              <a:t> addresses</a:t>
            </a:r>
            <a:r>
              <a:rPr sz="2200" spc="-5" dirty="0">
                <a:solidFill>
                  <a:srgbClr val="3F3F3F"/>
                </a:solidFill>
                <a:latin typeface="Calibri"/>
                <a:cs typeface="Calibri"/>
              </a:rPr>
              <a:t> </a:t>
            </a:r>
            <a:r>
              <a:rPr sz="2200" spc="-15" dirty="0">
                <a:solidFill>
                  <a:srgbClr val="3F3F3F"/>
                </a:solidFill>
                <a:latin typeface="Calibri"/>
                <a:cs typeface="Calibri"/>
              </a:rPr>
              <a:t>are</a:t>
            </a:r>
            <a:r>
              <a:rPr sz="2200" spc="-5" dirty="0">
                <a:solidFill>
                  <a:srgbClr val="3F3F3F"/>
                </a:solidFill>
                <a:latin typeface="Calibri"/>
                <a:cs typeface="Calibri"/>
              </a:rPr>
              <a:t> </a:t>
            </a:r>
            <a:r>
              <a:rPr sz="2200" spc="-15" dirty="0">
                <a:solidFill>
                  <a:srgbClr val="3F3F3F"/>
                </a:solidFill>
                <a:latin typeface="Calibri"/>
                <a:cs typeface="Calibri"/>
              </a:rPr>
              <a:t>left</a:t>
            </a:r>
            <a:r>
              <a:rPr sz="2200" spc="10" dirty="0">
                <a:solidFill>
                  <a:srgbClr val="3F3F3F"/>
                </a:solidFill>
                <a:latin typeface="Calibri"/>
                <a:cs typeface="Calibri"/>
              </a:rPr>
              <a:t> </a:t>
            </a:r>
            <a:r>
              <a:rPr sz="2200" spc="-5" dirty="0">
                <a:solidFill>
                  <a:srgbClr val="3F3F3F"/>
                </a:solidFill>
                <a:latin typeface="Calibri"/>
                <a:cs typeface="Calibri"/>
              </a:rPr>
              <a:t>in</a:t>
            </a:r>
            <a:r>
              <a:rPr sz="2200" dirty="0">
                <a:solidFill>
                  <a:srgbClr val="3F3F3F"/>
                </a:solidFill>
                <a:latin typeface="Calibri"/>
                <a:cs typeface="Calibri"/>
              </a:rPr>
              <a:t> </a:t>
            </a:r>
            <a:r>
              <a:rPr sz="2200" spc="-10" dirty="0">
                <a:solidFill>
                  <a:srgbClr val="3F3F3F"/>
                </a:solidFill>
                <a:latin typeface="Calibri"/>
                <a:cs typeface="Calibri"/>
              </a:rPr>
              <a:t>reserve.</a:t>
            </a:r>
            <a:endParaRPr sz="2200" dirty="0">
              <a:latin typeface="Calibri"/>
              <a:cs typeface="Calibri"/>
            </a:endParaRPr>
          </a:p>
          <a:p>
            <a:pPr marL="214629" indent="-177165">
              <a:lnSpc>
                <a:spcPct val="100000"/>
              </a:lnSpc>
              <a:spcBef>
                <a:spcPts val="655"/>
              </a:spcBef>
              <a:buClr>
                <a:srgbClr val="1CACE4"/>
              </a:buClr>
              <a:buFont typeface="Arial MT"/>
              <a:buChar char="•"/>
              <a:tabLst>
                <a:tab pos="215265" algn="l"/>
              </a:tabLst>
            </a:pPr>
            <a:r>
              <a:rPr sz="2600" dirty="0">
                <a:solidFill>
                  <a:srgbClr val="3F3F3F"/>
                </a:solidFill>
                <a:latin typeface="Calibri"/>
                <a:cs typeface="Calibri"/>
              </a:rPr>
              <a:t>The</a:t>
            </a:r>
            <a:r>
              <a:rPr sz="2600" spc="-45" dirty="0">
                <a:solidFill>
                  <a:srgbClr val="3F3F3F"/>
                </a:solidFill>
                <a:latin typeface="Calibri"/>
                <a:cs typeface="Calibri"/>
              </a:rPr>
              <a:t> </a:t>
            </a:r>
            <a:r>
              <a:rPr sz="2600" spc="-15" dirty="0">
                <a:solidFill>
                  <a:srgbClr val="3F3F3F"/>
                </a:solidFill>
                <a:latin typeface="Calibri"/>
                <a:cs typeface="Calibri"/>
              </a:rPr>
              <a:t>first </a:t>
            </a:r>
            <a:r>
              <a:rPr sz="2600" spc="-5" dirty="0">
                <a:solidFill>
                  <a:srgbClr val="3F3F3F"/>
                </a:solidFill>
                <a:latin typeface="Calibri"/>
                <a:cs typeface="Calibri"/>
              </a:rPr>
              <a:t>address</a:t>
            </a:r>
            <a:r>
              <a:rPr sz="2600" spc="-40" dirty="0">
                <a:solidFill>
                  <a:srgbClr val="3F3F3F"/>
                </a:solidFill>
                <a:latin typeface="Calibri"/>
                <a:cs typeface="Calibri"/>
              </a:rPr>
              <a:t> </a:t>
            </a:r>
            <a:r>
              <a:rPr sz="2600" spc="-5" dirty="0">
                <a:solidFill>
                  <a:srgbClr val="3F3F3F"/>
                </a:solidFill>
                <a:latin typeface="Calibri"/>
                <a:cs typeface="Calibri"/>
              </a:rPr>
              <a:t>in</a:t>
            </a:r>
            <a:r>
              <a:rPr sz="2600" spc="-10" dirty="0">
                <a:solidFill>
                  <a:srgbClr val="3F3F3F"/>
                </a:solidFill>
                <a:latin typeface="Calibri"/>
                <a:cs typeface="Calibri"/>
              </a:rPr>
              <a:t> </a:t>
            </a:r>
            <a:r>
              <a:rPr sz="2600" spc="-5" dirty="0">
                <a:solidFill>
                  <a:srgbClr val="3F3F3F"/>
                </a:solidFill>
                <a:latin typeface="Calibri"/>
                <a:cs typeface="Calibri"/>
              </a:rPr>
              <a:t>this</a:t>
            </a:r>
            <a:r>
              <a:rPr sz="2600" spc="-15" dirty="0">
                <a:solidFill>
                  <a:srgbClr val="3F3F3F"/>
                </a:solidFill>
                <a:latin typeface="Calibri"/>
                <a:cs typeface="Calibri"/>
              </a:rPr>
              <a:t> range</a:t>
            </a:r>
            <a:r>
              <a:rPr sz="2600" spc="-35" dirty="0">
                <a:solidFill>
                  <a:srgbClr val="3F3F3F"/>
                </a:solidFill>
                <a:latin typeface="Calibri"/>
                <a:cs typeface="Calibri"/>
              </a:rPr>
              <a:t> </a:t>
            </a:r>
            <a:r>
              <a:rPr sz="2600" spc="-5" dirty="0">
                <a:solidFill>
                  <a:srgbClr val="3F3F3F"/>
                </a:solidFill>
                <a:latin typeface="Calibri"/>
                <a:cs typeface="Calibri"/>
              </a:rPr>
              <a:t>is 14.24.74.208.</a:t>
            </a:r>
            <a:endParaRPr sz="2600" dirty="0">
              <a:latin typeface="Calibri"/>
              <a:cs typeface="Calibri"/>
            </a:endParaRPr>
          </a:p>
          <a:p>
            <a:pPr marL="214629" indent="-177165">
              <a:lnSpc>
                <a:spcPct val="100000"/>
              </a:lnSpc>
              <a:spcBef>
                <a:spcPts val="470"/>
              </a:spcBef>
              <a:buClr>
                <a:srgbClr val="1CACE4"/>
              </a:buClr>
              <a:buFont typeface="Arial MT"/>
              <a:buChar char="•"/>
              <a:tabLst>
                <a:tab pos="215265" algn="l"/>
              </a:tabLst>
            </a:pPr>
            <a:r>
              <a:rPr sz="2600" dirty="0">
                <a:solidFill>
                  <a:srgbClr val="3F3F3F"/>
                </a:solidFill>
                <a:latin typeface="Calibri"/>
                <a:cs typeface="Calibri"/>
              </a:rPr>
              <a:t>The</a:t>
            </a:r>
            <a:r>
              <a:rPr sz="2600" spc="-50" dirty="0">
                <a:solidFill>
                  <a:srgbClr val="3F3F3F"/>
                </a:solidFill>
                <a:latin typeface="Calibri"/>
                <a:cs typeface="Calibri"/>
              </a:rPr>
              <a:t> </a:t>
            </a:r>
            <a:r>
              <a:rPr sz="2600" spc="-10" dirty="0">
                <a:solidFill>
                  <a:srgbClr val="3F3F3F"/>
                </a:solidFill>
                <a:latin typeface="Calibri"/>
                <a:cs typeface="Calibri"/>
              </a:rPr>
              <a:t>last</a:t>
            </a:r>
            <a:r>
              <a:rPr sz="2600" spc="-20" dirty="0">
                <a:solidFill>
                  <a:srgbClr val="3F3F3F"/>
                </a:solidFill>
                <a:latin typeface="Calibri"/>
                <a:cs typeface="Calibri"/>
              </a:rPr>
              <a:t> </a:t>
            </a:r>
            <a:r>
              <a:rPr sz="2600" spc="-5" dirty="0">
                <a:solidFill>
                  <a:srgbClr val="3F3F3F"/>
                </a:solidFill>
                <a:latin typeface="Calibri"/>
                <a:cs typeface="Calibri"/>
              </a:rPr>
              <a:t>address</a:t>
            </a:r>
            <a:r>
              <a:rPr sz="2600" spc="-50"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5" dirty="0">
                <a:solidFill>
                  <a:srgbClr val="3F3F3F"/>
                </a:solidFill>
                <a:latin typeface="Calibri"/>
                <a:cs typeface="Calibri"/>
              </a:rPr>
              <a:t>14.24.74.255.</a:t>
            </a:r>
            <a:endParaRPr sz="2600" dirty="0">
              <a:latin typeface="Calibri"/>
              <a:cs typeface="Calibri"/>
            </a:endParaRPr>
          </a:p>
          <a:p>
            <a:pPr marL="214629" indent="-177165">
              <a:lnSpc>
                <a:spcPct val="100000"/>
              </a:lnSpc>
              <a:spcBef>
                <a:spcPts val="455"/>
              </a:spcBef>
              <a:buClr>
                <a:srgbClr val="1CACE4"/>
              </a:buClr>
              <a:buFont typeface="Arial MT"/>
              <a:buChar char="•"/>
              <a:tabLst>
                <a:tab pos="215265" algn="l"/>
              </a:tabLst>
            </a:pPr>
            <a:r>
              <a:rPr sz="2600" spc="-50" dirty="0">
                <a:solidFill>
                  <a:srgbClr val="3F3F3F"/>
                </a:solidFill>
                <a:latin typeface="Calibri"/>
                <a:cs typeface="Calibri"/>
              </a:rPr>
              <a:t>We</a:t>
            </a:r>
            <a:r>
              <a:rPr sz="2600" spc="-35" dirty="0">
                <a:solidFill>
                  <a:srgbClr val="3F3F3F"/>
                </a:solidFill>
                <a:latin typeface="Calibri"/>
                <a:cs typeface="Calibri"/>
              </a:rPr>
              <a:t> </a:t>
            </a:r>
            <a:r>
              <a:rPr sz="2600" spc="-5" dirty="0">
                <a:solidFill>
                  <a:srgbClr val="3F3F3F"/>
                </a:solidFill>
                <a:latin typeface="Calibri"/>
                <a:cs typeface="Calibri"/>
              </a:rPr>
              <a:t>don’t</a:t>
            </a:r>
            <a:r>
              <a:rPr sz="2600" dirty="0">
                <a:solidFill>
                  <a:srgbClr val="3F3F3F"/>
                </a:solidFill>
                <a:latin typeface="Calibri"/>
                <a:cs typeface="Calibri"/>
              </a:rPr>
              <a:t> </a:t>
            </a:r>
            <a:r>
              <a:rPr sz="2600" spc="-5" dirty="0">
                <a:solidFill>
                  <a:srgbClr val="3F3F3F"/>
                </a:solidFill>
                <a:latin typeface="Calibri"/>
                <a:cs typeface="Calibri"/>
              </a:rPr>
              <a:t>know about</a:t>
            </a:r>
            <a:r>
              <a:rPr sz="2600" dirty="0">
                <a:solidFill>
                  <a:srgbClr val="3F3F3F"/>
                </a:solidFill>
                <a:latin typeface="Calibri"/>
                <a:cs typeface="Calibri"/>
              </a:rPr>
              <a:t> the</a:t>
            </a:r>
            <a:r>
              <a:rPr sz="2600" spc="-15" dirty="0">
                <a:solidFill>
                  <a:srgbClr val="3F3F3F"/>
                </a:solidFill>
                <a:latin typeface="Calibri"/>
                <a:cs typeface="Calibri"/>
              </a:rPr>
              <a:t> prefix</a:t>
            </a:r>
            <a:r>
              <a:rPr sz="2600" spc="-30" dirty="0">
                <a:solidFill>
                  <a:srgbClr val="3F3F3F"/>
                </a:solidFill>
                <a:latin typeface="Calibri"/>
                <a:cs typeface="Calibri"/>
              </a:rPr>
              <a:t> </a:t>
            </a:r>
            <a:r>
              <a:rPr sz="2600" spc="-10" dirty="0">
                <a:solidFill>
                  <a:srgbClr val="3F3F3F"/>
                </a:solidFill>
                <a:latin typeface="Calibri"/>
                <a:cs typeface="Calibri"/>
              </a:rPr>
              <a:t>length</a:t>
            </a:r>
            <a:r>
              <a:rPr sz="2600" spc="-25" dirty="0">
                <a:solidFill>
                  <a:srgbClr val="3F3F3F"/>
                </a:solidFill>
                <a:latin typeface="Calibri"/>
                <a:cs typeface="Calibri"/>
              </a:rPr>
              <a:t> </a:t>
            </a:r>
            <a:r>
              <a:rPr sz="2600" spc="-15" dirty="0">
                <a:solidFill>
                  <a:srgbClr val="3F3F3F"/>
                </a:solidFill>
                <a:latin typeface="Calibri"/>
                <a:cs typeface="Calibri"/>
              </a:rPr>
              <a:t>yet.</a:t>
            </a:r>
            <a:endParaRPr sz="26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24942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Example</a:t>
            </a:r>
            <a:endParaRPr sz="4800">
              <a:latin typeface="Arial"/>
              <a:cs typeface="Arial"/>
            </a:endParaRPr>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722375" y="2209800"/>
            <a:ext cx="8726423" cy="3962399"/>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23</a:t>
            </a:fld>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96B8-4875-46F4-AA79-10D048E72CFD}"/>
              </a:ext>
            </a:extLst>
          </p:cNvPr>
          <p:cNvSpPr>
            <a:spLocks noGrp="1"/>
          </p:cNvSpPr>
          <p:nvPr>
            <p:ph type="title"/>
          </p:nvPr>
        </p:nvSpPr>
        <p:spPr/>
        <p:txBody>
          <a:bodyPr/>
          <a:lstStyle/>
          <a:p>
            <a:r>
              <a:rPr lang="en-US" dirty="0"/>
              <a:t>Problems</a:t>
            </a:r>
            <a:endParaRPr lang="en-IN" dirty="0"/>
          </a:p>
        </p:txBody>
      </p:sp>
      <p:sp>
        <p:nvSpPr>
          <p:cNvPr id="3" name="Rectangle 2">
            <a:extLst>
              <a:ext uri="{FF2B5EF4-FFF2-40B4-BE49-F238E27FC236}">
                <a16:creationId xmlns:a16="http://schemas.microsoft.com/office/drawing/2014/main" id="{F3DB3D0D-2C81-4F13-8F2A-336AB03D188A}"/>
              </a:ext>
            </a:extLst>
          </p:cNvPr>
          <p:cNvSpPr/>
          <p:nvPr/>
        </p:nvSpPr>
        <p:spPr>
          <a:xfrm>
            <a:off x="228600" y="1674674"/>
            <a:ext cx="8409758" cy="2092881"/>
          </a:xfrm>
          <a:prstGeom prst="rect">
            <a:avLst/>
          </a:prstGeom>
        </p:spPr>
        <p:txBody>
          <a:bodyPr wrap="square">
            <a:spAutoFit/>
          </a:bodyPr>
          <a:lstStyle/>
          <a:p>
            <a:endParaRPr lang="en-IN" sz="2000" dirty="0">
              <a:solidFill>
                <a:srgbClr val="000000"/>
              </a:solidFill>
              <a:latin typeface="Times New Roman" panose="02020603050405020304" pitchFamily="18" charset="0"/>
            </a:endParaRPr>
          </a:p>
          <a:p>
            <a:pPr algn="just"/>
            <a:r>
              <a:rPr lang="en-US" sz="2000" dirty="0">
                <a:solidFill>
                  <a:srgbClr val="000000"/>
                </a:solidFill>
                <a:latin typeface="Times New Roman" panose="02020603050405020304" pitchFamily="18" charset="0"/>
              </a:rPr>
              <a:t> 1. </a:t>
            </a:r>
            <a:r>
              <a:rPr lang="en-US" dirty="0">
                <a:solidFill>
                  <a:srgbClr val="000000"/>
                </a:solidFill>
                <a:latin typeface="Times New Roman" panose="02020603050405020304" pitchFamily="18" charset="0"/>
              </a:rPr>
              <a:t>Assume we have an internet with an 8-bit address space. The addresses are equally divided between four networks (N0 to N3). The internetwork communication is done through a router with four interfaces (m0 to m3). Show the internet outline and the forwarding table (with two columns: prefix in binary and the interface number) for the only router that connects the networks. Assign a network address to each network. 	</a:t>
            </a:r>
          </a:p>
        </p:txBody>
      </p:sp>
      <p:sp>
        <p:nvSpPr>
          <p:cNvPr id="4" name="Rectangle 3">
            <a:extLst>
              <a:ext uri="{FF2B5EF4-FFF2-40B4-BE49-F238E27FC236}">
                <a16:creationId xmlns:a16="http://schemas.microsoft.com/office/drawing/2014/main" id="{8FDB18DE-EC36-49F5-9806-3D67B090B1C2}"/>
              </a:ext>
            </a:extLst>
          </p:cNvPr>
          <p:cNvSpPr/>
          <p:nvPr/>
        </p:nvSpPr>
        <p:spPr>
          <a:xfrm>
            <a:off x="228600" y="3429000"/>
            <a:ext cx="8686800" cy="2092881"/>
          </a:xfrm>
          <a:prstGeom prst="rect">
            <a:avLst/>
          </a:prstGeom>
        </p:spPr>
        <p:txBody>
          <a:bodyPr wrap="square">
            <a:spAutoFit/>
          </a:bodyPr>
          <a:lstStyle/>
          <a:p>
            <a:endParaRPr lang="en-IN" sz="2000" dirty="0">
              <a:solidFill>
                <a:srgbClr val="000000"/>
              </a:solidFill>
              <a:latin typeface="Times New Roman" panose="02020603050405020304" pitchFamily="18" charset="0"/>
            </a:endParaRPr>
          </a:p>
          <a:p>
            <a:pPr algn="just"/>
            <a:r>
              <a:rPr lang="en-US" sz="2000" dirty="0">
                <a:solidFill>
                  <a:srgbClr val="000000"/>
                </a:solidFill>
                <a:latin typeface="Times New Roman" panose="02020603050405020304" pitchFamily="18" charset="0"/>
              </a:rPr>
              <a:t> 2. </a:t>
            </a:r>
            <a:r>
              <a:rPr lang="en-US" dirty="0">
                <a:solidFill>
                  <a:srgbClr val="000000"/>
                </a:solidFill>
                <a:latin typeface="Times New Roman" panose="02020603050405020304" pitchFamily="18" charset="0"/>
              </a:rPr>
              <a:t>Assume we have an internet with a 9-bit address space. The addresses are divided between three networks (N0 to N2), with 64, 192, and 256 addresses respectively. The internetwork communication is done through a router with three interfaces (m0 to m2). Show the internet outline and the forwarding table (with two columns: prefix in binary and the interface number) for the only router that connects the networks. Assign a network address to each network. 	</a:t>
            </a:r>
          </a:p>
        </p:txBody>
      </p:sp>
      <p:sp>
        <p:nvSpPr>
          <p:cNvPr id="5" name="Rectangle 4">
            <a:extLst>
              <a:ext uri="{FF2B5EF4-FFF2-40B4-BE49-F238E27FC236}">
                <a16:creationId xmlns:a16="http://schemas.microsoft.com/office/drawing/2014/main" id="{BD2B7CB4-3ECE-4370-8A8D-58D869F6626B}"/>
              </a:ext>
            </a:extLst>
          </p:cNvPr>
          <p:cNvSpPr/>
          <p:nvPr/>
        </p:nvSpPr>
        <p:spPr>
          <a:xfrm>
            <a:off x="241300" y="5642338"/>
            <a:ext cx="8569507" cy="1754326"/>
          </a:xfrm>
          <a:prstGeom prst="rect">
            <a:avLst/>
          </a:prstGeom>
        </p:spPr>
        <p:txBody>
          <a:bodyPr wrap="square">
            <a:spAutoFit/>
          </a:bodyPr>
          <a:lstStyle/>
          <a:p>
            <a:pPr algn="just"/>
            <a:r>
              <a:rPr lang="en-US" dirty="0">
                <a:solidFill>
                  <a:srgbClr val="000000"/>
                </a:solidFill>
                <a:latin typeface="Times New Roman" panose="02020603050405020304" pitchFamily="18" charset="0"/>
              </a:rPr>
              <a:t>3. Consider a router that interconnects three subnets: Subnet 1, Subnet 2, and Subnet 3. Suppose all of the interfaces in each of these three subnets are  required to have the prefix 223.1.17/24. Also suppose that Subnet 1 is  required to support at least 60 interfaces, Subnet 2 is to support at least 90  interfaces, and Subnet 3 is to support at least 12 interfaces. Provide three network addresses (of the form </a:t>
            </a:r>
            <a:r>
              <a:rPr lang="en-US" dirty="0" err="1">
                <a:solidFill>
                  <a:srgbClr val="000000"/>
                </a:solidFill>
                <a:latin typeface="Times New Roman" panose="02020603050405020304" pitchFamily="18" charset="0"/>
              </a:rPr>
              <a:t>a.b.c.d</a:t>
            </a:r>
            <a:r>
              <a:rPr lang="en-US" dirty="0">
                <a:solidFill>
                  <a:srgbClr val="000000"/>
                </a:solidFill>
                <a:latin typeface="Times New Roman" panose="02020603050405020304" pitchFamily="18" charset="0"/>
              </a:rPr>
              <a:t>/x) that satisfy these constraints. 	</a:t>
            </a:r>
          </a:p>
        </p:txBody>
      </p:sp>
    </p:spTree>
    <p:extLst>
      <p:ext uri="{BB962C8B-B14F-4D97-AF65-F5344CB8AC3E}">
        <p14:creationId xmlns:p14="http://schemas.microsoft.com/office/powerpoint/2010/main" val="1515135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2DBF-1951-439A-A3C6-CD11FC12A70B}"/>
              </a:ext>
            </a:extLst>
          </p:cNvPr>
          <p:cNvSpPr>
            <a:spLocks noGrp="1"/>
          </p:cNvSpPr>
          <p:nvPr>
            <p:ph type="title"/>
          </p:nvPr>
        </p:nvSpPr>
        <p:spPr/>
        <p:txBody>
          <a:bodyPr/>
          <a:lstStyle/>
          <a:p>
            <a:r>
              <a:rPr lang="en-US" dirty="0"/>
              <a:t>Problems </a:t>
            </a:r>
            <a:r>
              <a:rPr lang="en-US" dirty="0" err="1"/>
              <a:t>Cont</a:t>
            </a:r>
            <a:r>
              <a:rPr lang="en-US" dirty="0"/>
              <a:t>…</a:t>
            </a:r>
            <a:endParaRPr lang="en-IN" dirty="0"/>
          </a:p>
        </p:txBody>
      </p:sp>
      <p:sp>
        <p:nvSpPr>
          <p:cNvPr id="3" name="Rectangle 2">
            <a:extLst>
              <a:ext uri="{FF2B5EF4-FFF2-40B4-BE49-F238E27FC236}">
                <a16:creationId xmlns:a16="http://schemas.microsoft.com/office/drawing/2014/main" id="{B573C27D-A523-41EE-BB94-61F1E6119FCF}"/>
              </a:ext>
            </a:extLst>
          </p:cNvPr>
          <p:cNvSpPr/>
          <p:nvPr/>
        </p:nvSpPr>
        <p:spPr>
          <a:xfrm>
            <a:off x="581207" y="1579617"/>
            <a:ext cx="8229600" cy="2092881"/>
          </a:xfrm>
          <a:prstGeom prst="rect">
            <a:avLst/>
          </a:prstGeom>
        </p:spPr>
        <p:txBody>
          <a:bodyPr wrap="square">
            <a:spAutoFit/>
          </a:bodyPr>
          <a:lstStyle/>
          <a:p>
            <a:endParaRPr lang="en-IN" sz="2000" dirty="0">
              <a:solidFill>
                <a:srgbClr val="000000"/>
              </a:solidFill>
              <a:latin typeface="Times New Roman" panose="02020603050405020304" pitchFamily="18" charset="0"/>
            </a:endParaRPr>
          </a:p>
          <a:p>
            <a:pPr algn="just"/>
            <a:r>
              <a:rPr lang="en-US" sz="2000" dirty="0">
                <a:solidFill>
                  <a:srgbClr val="000000"/>
                </a:solidFill>
                <a:latin typeface="Times New Roman" panose="02020603050405020304" pitchFamily="18" charset="0"/>
              </a:rPr>
              <a:t> 4. </a:t>
            </a:r>
            <a:r>
              <a:rPr lang="en-US" dirty="0">
                <a:solidFill>
                  <a:srgbClr val="000000"/>
                </a:solidFill>
                <a:latin typeface="Times New Roman" panose="02020603050405020304" pitchFamily="18" charset="0"/>
              </a:rPr>
              <a:t>A large organization with a large block address (12.44.184.0/21) is split into one medium-size company using the block address (12.44.184.0/22) and two small organizations. If the first small company uses the block (12.44.188.0/23), what is the remaining block that can be used by the second small company? Explain how the datagrams destined for the two small companies can be correctly routed to these companies if their address blocks still are part of the original company. 	</a:t>
            </a:r>
          </a:p>
        </p:txBody>
      </p:sp>
    </p:spTree>
    <p:extLst>
      <p:ext uri="{BB962C8B-B14F-4D97-AF65-F5344CB8AC3E}">
        <p14:creationId xmlns:p14="http://schemas.microsoft.com/office/powerpoint/2010/main" val="1881430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087110" cy="756920"/>
          </a:xfrm>
          <a:prstGeom prst="rect">
            <a:avLst/>
          </a:prstGeom>
        </p:spPr>
        <p:txBody>
          <a:bodyPr vert="horz" wrap="square" lIns="0" tIns="12700" rIns="0" bIns="0" rtlCol="0">
            <a:spAutoFit/>
          </a:bodyPr>
          <a:lstStyle/>
          <a:p>
            <a:pPr marL="12700">
              <a:lnSpc>
                <a:spcPct val="100000"/>
              </a:lnSpc>
              <a:spcBef>
                <a:spcPts val="100"/>
              </a:spcBef>
            </a:pPr>
            <a:r>
              <a:rPr sz="4800" spc="-50" dirty="0"/>
              <a:t>A</a:t>
            </a:r>
            <a:r>
              <a:rPr sz="4800" spc="-55" dirty="0"/>
              <a:t>dd</a:t>
            </a:r>
            <a:r>
              <a:rPr sz="4800" spc="-50" dirty="0"/>
              <a:t>r</a:t>
            </a:r>
            <a:r>
              <a:rPr sz="4800" spc="-60" dirty="0"/>
              <a:t>es</a:t>
            </a:r>
            <a:r>
              <a:rPr sz="4800" spc="-5" dirty="0"/>
              <a:t>s</a:t>
            </a:r>
            <a:r>
              <a:rPr sz="4800" spc="-275" dirty="0"/>
              <a:t> </a:t>
            </a:r>
            <a:r>
              <a:rPr sz="4800" spc="-50" dirty="0"/>
              <a:t>A</a:t>
            </a:r>
            <a:r>
              <a:rPr sz="4800" spc="-55" dirty="0"/>
              <a:t>gg</a:t>
            </a:r>
            <a:r>
              <a:rPr sz="4800" spc="-50" dirty="0"/>
              <a:t>r</a:t>
            </a:r>
            <a:r>
              <a:rPr sz="4800" spc="-60" dirty="0"/>
              <a:t>e</a:t>
            </a:r>
            <a:r>
              <a:rPr sz="4800" spc="-55" dirty="0"/>
              <a:t>g</a:t>
            </a:r>
            <a:r>
              <a:rPr sz="4800" spc="-60" dirty="0"/>
              <a:t>a</a:t>
            </a:r>
            <a:r>
              <a:rPr sz="4800" spc="-50" dirty="0"/>
              <a:t>t</a:t>
            </a:r>
            <a:r>
              <a:rPr sz="4800" spc="-55" dirty="0"/>
              <a:t>io</a:t>
            </a:r>
            <a:r>
              <a:rPr sz="4800" spc="-5" dirty="0"/>
              <a:t>n</a:t>
            </a:r>
            <a:endParaRPr sz="4800"/>
          </a:p>
        </p:txBody>
      </p:sp>
      <p:sp>
        <p:nvSpPr>
          <p:cNvPr id="3" name="object 3"/>
          <p:cNvSpPr txBox="1"/>
          <p:nvPr/>
        </p:nvSpPr>
        <p:spPr>
          <a:xfrm>
            <a:off x="697667" y="1769826"/>
            <a:ext cx="8524875" cy="2166620"/>
          </a:xfrm>
          <a:prstGeom prst="rect">
            <a:avLst/>
          </a:prstGeom>
        </p:spPr>
        <p:txBody>
          <a:bodyPr vert="horz" wrap="square" lIns="0" tIns="60960" rIns="0" bIns="0" rtlCol="0">
            <a:spAutoFit/>
          </a:bodyPr>
          <a:lstStyle/>
          <a:p>
            <a:pPr marL="189230" marR="76200" indent="-177165">
              <a:lnSpc>
                <a:spcPts val="3020"/>
              </a:lnSpc>
              <a:spcBef>
                <a:spcPts val="480"/>
              </a:spcBef>
              <a:buClr>
                <a:srgbClr val="1CACE4"/>
              </a:buClr>
              <a:buFont typeface="Arial MT"/>
              <a:buChar char="•"/>
              <a:tabLst>
                <a:tab pos="189865" algn="l"/>
              </a:tabLst>
            </a:pPr>
            <a:r>
              <a:rPr sz="2800" spc="-10" dirty="0">
                <a:solidFill>
                  <a:srgbClr val="3F3F3F"/>
                </a:solidFill>
                <a:latin typeface="Calibri"/>
                <a:cs typeface="Calibri"/>
              </a:rPr>
              <a:t>One</a:t>
            </a:r>
            <a:r>
              <a:rPr sz="2800" spc="-5" dirty="0">
                <a:solidFill>
                  <a:srgbClr val="3F3F3F"/>
                </a:solidFill>
                <a:latin typeface="Calibri"/>
                <a:cs typeface="Calibri"/>
              </a:rPr>
              <a:t> of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advantages</a:t>
            </a:r>
            <a:r>
              <a:rPr sz="2800"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the</a:t>
            </a:r>
            <a:r>
              <a:rPr sz="2800" spc="5" dirty="0">
                <a:solidFill>
                  <a:srgbClr val="3F3F3F"/>
                </a:solidFill>
                <a:latin typeface="Calibri"/>
                <a:cs typeface="Calibri"/>
              </a:rPr>
              <a:t> </a:t>
            </a:r>
            <a:r>
              <a:rPr sz="2800" spc="-5" dirty="0">
                <a:solidFill>
                  <a:srgbClr val="3F3F3F"/>
                </a:solidFill>
                <a:latin typeface="Calibri"/>
                <a:cs typeface="Calibri"/>
              </a:rPr>
              <a:t>CIDR</a:t>
            </a:r>
            <a:r>
              <a:rPr sz="2800" spc="5" dirty="0">
                <a:solidFill>
                  <a:srgbClr val="3F3F3F"/>
                </a:solidFill>
                <a:latin typeface="Calibri"/>
                <a:cs typeface="Calibri"/>
              </a:rPr>
              <a:t> </a:t>
            </a:r>
            <a:r>
              <a:rPr sz="2800" spc="-25" dirty="0">
                <a:solidFill>
                  <a:srgbClr val="3F3F3F"/>
                </a:solidFill>
                <a:latin typeface="Calibri"/>
                <a:cs typeface="Calibri"/>
              </a:rPr>
              <a:t>strategy</a:t>
            </a:r>
            <a:r>
              <a:rPr sz="2800" spc="-5" dirty="0">
                <a:solidFill>
                  <a:srgbClr val="3F3F3F"/>
                </a:solidFill>
                <a:latin typeface="Calibri"/>
                <a:cs typeface="Calibri"/>
              </a:rPr>
              <a:t> </a:t>
            </a:r>
            <a:r>
              <a:rPr sz="2800" spc="-10" dirty="0">
                <a:solidFill>
                  <a:srgbClr val="3F3F3F"/>
                </a:solidFill>
                <a:latin typeface="Calibri"/>
                <a:cs typeface="Calibri"/>
              </a:rPr>
              <a:t>is</a:t>
            </a:r>
            <a:r>
              <a:rPr sz="2800" spc="70" dirty="0">
                <a:solidFill>
                  <a:srgbClr val="3F3F3F"/>
                </a:solidFill>
                <a:latin typeface="Calibri"/>
                <a:cs typeface="Calibri"/>
              </a:rPr>
              <a:t> </a:t>
            </a:r>
            <a:r>
              <a:rPr sz="2800" b="1" spc="-15" dirty="0">
                <a:solidFill>
                  <a:srgbClr val="3F3F3F"/>
                </a:solidFill>
                <a:latin typeface="Calibri"/>
                <a:cs typeface="Calibri"/>
              </a:rPr>
              <a:t>address </a:t>
            </a:r>
            <a:r>
              <a:rPr sz="2800" b="1" spc="-10" dirty="0">
                <a:solidFill>
                  <a:srgbClr val="3F3F3F"/>
                </a:solidFill>
                <a:latin typeface="Calibri"/>
                <a:cs typeface="Calibri"/>
              </a:rPr>
              <a:t> </a:t>
            </a:r>
            <a:r>
              <a:rPr sz="2800" b="1" spc="-15" dirty="0">
                <a:solidFill>
                  <a:srgbClr val="3F3F3F"/>
                </a:solidFill>
                <a:latin typeface="Calibri"/>
                <a:cs typeface="Calibri"/>
              </a:rPr>
              <a:t>aggregation</a:t>
            </a:r>
            <a:r>
              <a:rPr sz="2800" b="1" spc="45" dirty="0">
                <a:solidFill>
                  <a:srgbClr val="3F3F3F"/>
                </a:solidFill>
                <a:latin typeface="Calibri"/>
                <a:cs typeface="Calibri"/>
              </a:rPr>
              <a:t> </a:t>
            </a:r>
            <a:r>
              <a:rPr sz="2800" spc="-10" dirty="0">
                <a:solidFill>
                  <a:srgbClr val="3F3F3F"/>
                </a:solidFill>
                <a:latin typeface="Calibri"/>
                <a:cs typeface="Calibri"/>
              </a:rPr>
              <a:t>(sometimes</a:t>
            </a:r>
            <a:r>
              <a:rPr sz="2800" spc="10" dirty="0">
                <a:solidFill>
                  <a:srgbClr val="3F3F3F"/>
                </a:solidFill>
                <a:latin typeface="Calibri"/>
                <a:cs typeface="Calibri"/>
              </a:rPr>
              <a:t> </a:t>
            </a:r>
            <a:r>
              <a:rPr sz="2800" spc="-10" dirty="0">
                <a:solidFill>
                  <a:srgbClr val="3F3F3F"/>
                </a:solidFill>
                <a:latin typeface="Calibri"/>
                <a:cs typeface="Calibri"/>
              </a:rPr>
              <a:t>called</a:t>
            </a:r>
            <a:r>
              <a:rPr sz="2800" spc="20" dirty="0">
                <a:solidFill>
                  <a:srgbClr val="3F3F3F"/>
                </a:solidFill>
                <a:latin typeface="Calibri"/>
                <a:cs typeface="Calibri"/>
              </a:rPr>
              <a:t> </a:t>
            </a:r>
            <a:r>
              <a:rPr sz="2800" i="1" spc="-10" dirty="0">
                <a:solidFill>
                  <a:srgbClr val="3F3F3F"/>
                </a:solidFill>
                <a:latin typeface="Calibri"/>
                <a:cs typeface="Calibri"/>
              </a:rPr>
              <a:t>address</a:t>
            </a:r>
            <a:r>
              <a:rPr sz="2800" i="1" dirty="0">
                <a:solidFill>
                  <a:srgbClr val="3F3F3F"/>
                </a:solidFill>
                <a:latin typeface="Calibri"/>
                <a:cs typeface="Calibri"/>
              </a:rPr>
              <a:t> </a:t>
            </a:r>
            <a:r>
              <a:rPr sz="2800" i="1" spc="-10" dirty="0">
                <a:solidFill>
                  <a:srgbClr val="3F3F3F"/>
                </a:solidFill>
                <a:latin typeface="Calibri"/>
                <a:cs typeface="Calibri"/>
              </a:rPr>
              <a:t>summarization</a:t>
            </a:r>
            <a:r>
              <a:rPr sz="2800" i="1" spc="-15" dirty="0">
                <a:solidFill>
                  <a:srgbClr val="3F3F3F"/>
                </a:solidFill>
                <a:latin typeface="Calibri"/>
                <a:cs typeface="Calibri"/>
              </a:rPr>
              <a:t> </a:t>
            </a:r>
            <a:r>
              <a:rPr sz="2800" i="1" spc="-5" dirty="0">
                <a:solidFill>
                  <a:srgbClr val="3F3F3F"/>
                </a:solidFill>
                <a:latin typeface="Calibri"/>
                <a:cs typeface="Calibri"/>
              </a:rPr>
              <a:t>or </a:t>
            </a:r>
            <a:r>
              <a:rPr sz="2800" i="1" spc="-620" dirty="0">
                <a:solidFill>
                  <a:srgbClr val="3F3F3F"/>
                </a:solidFill>
                <a:latin typeface="Calibri"/>
                <a:cs typeface="Calibri"/>
              </a:rPr>
              <a:t> </a:t>
            </a:r>
            <a:r>
              <a:rPr sz="2800" i="1" spc="-10" dirty="0">
                <a:solidFill>
                  <a:srgbClr val="3F3F3F"/>
                </a:solidFill>
                <a:latin typeface="Calibri"/>
                <a:cs typeface="Calibri"/>
              </a:rPr>
              <a:t>route</a:t>
            </a:r>
            <a:r>
              <a:rPr sz="2800" i="1" spc="-20" dirty="0">
                <a:solidFill>
                  <a:srgbClr val="3F3F3F"/>
                </a:solidFill>
                <a:latin typeface="Calibri"/>
                <a:cs typeface="Calibri"/>
              </a:rPr>
              <a:t> </a:t>
            </a:r>
            <a:r>
              <a:rPr sz="2800" i="1" spc="-10" dirty="0">
                <a:solidFill>
                  <a:srgbClr val="3F3F3F"/>
                </a:solidFill>
                <a:latin typeface="Calibri"/>
                <a:cs typeface="Calibri"/>
              </a:rPr>
              <a:t>summarization).</a:t>
            </a:r>
            <a:endParaRPr sz="2800">
              <a:latin typeface="Calibri"/>
              <a:cs typeface="Calibri"/>
            </a:endParaRPr>
          </a:p>
          <a:p>
            <a:pPr marL="189230" marR="5080" indent="-177165">
              <a:lnSpc>
                <a:spcPts val="3020"/>
              </a:lnSpc>
              <a:spcBef>
                <a:spcPts val="1415"/>
              </a:spcBef>
              <a:buClr>
                <a:srgbClr val="1CACE4"/>
              </a:buClr>
              <a:buFont typeface="Arial MT"/>
              <a:buChar char="•"/>
              <a:tabLst>
                <a:tab pos="189865" algn="l"/>
              </a:tabLst>
            </a:pPr>
            <a:r>
              <a:rPr sz="2800" i="1" spc="-10" dirty="0">
                <a:solidFill>
                  <a:srgbClr val="3F3F3F"/>
                </a:solidFill>
                <a:latin typeface="Calibri"/>
                <a:cs typeface="Calibri"/>
              </a:rPr>
              <a:t>When</a:t>
            </a:r>
            <a:r>
              <a:rPr sz="2800" i="1" spc="-15" dirty="0">
                <a:solidFill>
                  <a:srgbClr val="3F3F3F"/>
                </a:solidFill>
                <a:latin typeface="Calibri"/>
                <a:cs typeface="Calibri"/>
              </a:rPr>
              <a:t> </a:t>
            </a:r>
            <a:r>
              <a:rPr sz="2800" spc="-10" dirty="0">
                <a:solidFill>
                  <a:srgbClr val="3F3F3F"/>
                </a:solidFill>
                <a:latin typeface="Calibri"/>
                <a:cs typeface="Calibri"/>
              </a:rPr>
              <a:t>blocks</a:t>
            </a:r>
            <a:r>
              <a:rPr sz="2800" spc="2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addresses</a:t>
            </a:r>
            <a:r>
              <a:rPr sz="2800" spc="30" dirty="0">
                <a:solidFill>
                  <a:srgbClr val="3F3F3F"/>
                </a:solidFill>
                <a:latin typeface="Calibri"/>
                <a:cs typeface="Calibri"/>
              </a:rPr>
              <a:t> </a:t>
            </a:r>
            <a:r>
              <a:rPr sz="2800" spc="-20" dirty="0">
                <a:solidFill>
                  <a:srgbClr val="3F3F3F"/>
                </a:solidFill>
                <a:latin typeface="Calibri"/>
                <a:cs typeface="Calibri"/>
              </a:rPr>
              <a:t>are</a:t>
            </a:r>
            <a:r>
              <a:rPr sz="2800" spc="-10" dirty="0">
                <a:solidFill>
                  <a:srgbClr val="3F3F3F"/>
                </a:solidFill>
                <a:latin typeface="Calibri"/>
                <a:cs typeface="Calibri"/>
              </a:rPr>
              <a:t> combined</a:t>
            </a:r>
            <a:r>
              <a:rPr sz="2800" spc="30"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20" dirty="0">
                <a:solidFill>
                  <a:srgbClr val="3F3F3F"/>
                </a:solidFill>
                <a:latin typeface="Calibri"/>
                <a:cs typeface="Calibri"/>
              </a:rPr>
              <a:t>create</a:t>
            </a:r>
            <a:r>
              <a:rPr sz="2800" spc="-10" dirty="0">
                <a:solidFill>
                  <a:srgbClr val="3F3F3F"/>
                </a:solidFill>
                <a:latin typeface="Calibri"/>
                <a:cs typeface="Calibri"/>
              </a:rPr>
              <a:t> </a:t>
            </a:r>
            <a:r>
              <a:rPr sz="2800" spc="-5" dirty="0">
                <a:solidFill>
                  <a:srgbClr val="3F3F3F"/>
                </a:solidFill>
                <a:latin typeface="Calibri"/>
                <a:cs typeface="Calibri"/>
              </a:rPr>
              <a:t>a </a:t>
            </a:r>
            <a:r>
              <a:rPr sz="2800" spc="-20" dirty="0">
                <a:solidFill>
                  <a:srgbClr val="3F3F3F"/>
                </a:solidFill>
                <a:latin typeface="Calibri"/>
                <a:cs typeface="Calibri"/>
              </a:rPr>
              <a:t>larger </a:t>
            </a:r>
            <a:r>
              <a:rPr sz="2800" spc="-615" dirty="0">
                <a:solidFill>
                  <a:srgbClr val="3F3F3F"/>
                </a:solidFill>
                <a:latin typeface="Calibri"/>
                <a:cs typeface="Calibri"/>
              </a:rPr>
              <a:t> </a:t>
            </a:r>
            <a:r>
              <a:rPr sz="2800" spc="-10" dirty="0">
                <a:solidFill>
                  <a:srgbClr val="3F3F3F"/>
                </a:solidFill>
                <a:latin typeface="Calibri"/>
                <a:cs typeface="Calibri"/>
              </a:rPr>
              <a:t>block,</a:t>
            </a:r>
            <a:r>
              <a:rPr sz="2800" spc="5" dirty="0">
                <a:solidFill>
                  <a:srgbClr val="3F3F3F"/>
                </a:solidFill>
                <a:latin typeface="Calibri"/>
                <a:cs typeface="Calibri"/>
              </a:rPr>
              <a:t> </a:t>
            </a:r>
            <a:r>
              <a:rPr sz="2800" spc="-15" dirty="0">
                <a:solidFill>
                  <a:srgbClr val="3F3F3F"/>
                </a:solidFill>
                <a:latin typeface="Calibri"/>
                <a:cs typeface="Calibri"/>
              </a:rPr>
              <a:t>routing</a:t>
            </a:r>
            <a:r>
              <a:rPr sz="2800" spc="20" dirty="0">
                <a:solidFill>
                  <a:srgbClr val="3F3F3F"/>
                </a:solidFill>
                <a:latin typeface="Calibri"/>
                <a:cs typeface="Calibri"/>
              </a:rPr>
              <a:t> </a:t>
            </a:r>
            <a:r>
              <a:rPr sz="2800" spc="-10" dirty="0">
                <a:solidFill>
                  <a:srgbClr val="3F3F3F"/>
                </a:solidFill>
                <a:latin typeface="Calibri"/>
                <a:cs typeface="Calibri"/>
              </a:rPr>
              <a:t>can</a:t>
            </a:r>
            <a:r>
              <a:rPr sz="2800" spc="-5" dirty="0">
                <a:solidFill>
                  <a:srgbClr val="3F3F3F"/>
                </a:solidFill>
                <a:latin typeface="Calibri"/>
                <a:cs typeface="Calibri"/>
              </a:rPr>
              <a:t> be</a:t>
            </a:r>
            <a:r>
              <a:rPr sz="2800" spc="5" dirty="0">
                <a:solidFill>
                  <a:srgbClr val="3F3F3F"/>
                </a:solidFill>
                <a:latin typeface="Calibri"/>
                <a:cs typeface="Calibri"/>
              </a:rPr>
              <a:t> </a:t>
            </a:r>
            <a:r>
              <a:rPr sz="2800" spc="-10" dirty="0">
                <a:solidFill>
                  <a:srgbClr val="3F3F3F"/>
                </a:solidFill>
                <a:latin typeface="Calibri"/>
                <a:cs typeface="Calibri"/>
              </a:rPr>
              <a:t>done</a:t>
            </a:r>
            <a:r>
              <a:rPr sz="2800" spc="5" dirty="0">
                <a:solidFill>
                  <a:srgbClr val="3F3F3F"/>
                </a:solidFill>
                <a:latin typeface="Calibri"/>
                <a:cs typeface="Calibri"/>
              </a:rPr>
              <a:t> </a:t>
            </a:r>
            <a:r>
              <a:rPr sz="2800" spc="-5" dirty="0">
                <a:solidFill>
                  <a:srgbClr val="3F3F3F"/>
                </a:solidFill>
                <a:latin typeface="Calibri"/>
                <a:cs typeface="Calibri"/>
              </a:rPr>
              <a:t>based</a:t>
            </a:r>
            <a:r>
              <a:rPr sz="2800" spc="20" dirty="0">
                <a:solidFill>
                  <a:srgbClr val="3F3F3F"/>
                </a:solidFill>
                <a:latin typeface="Calibri"/>
                <a:cs typeface="Calibri"/>
              </a:rPr>
              <a:t> </a:t>
            </a:r>
            <a:r>
              <a:rPr sz="2800" spc="-5" dirty="0">
                <a:solidFill>
                  <a:srgbClr val="3F3F3F"/>
                </a:solidFill>
                <a:latin typeface="Calibri"/>
                <a:cs typeface="Calibri"/>
              </a:rPr>
              <a:t>on</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prefix</a:t>
            </a:r>
            <a:r>
              <a:rPr sz="2800" spc="10"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the</a:t>
            </a:r>
            <a:endParaRPr sz="28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97667" y="3732129"/>
            <a:ext cx="8681085" cy="1918335"/>
          </a:xfrm>
          <a:prstGeom prst="rect">
            <a:avLst/>
          </a:prstGeom>
        </p:spPr>
        <p:txBody>
          <a:bodyPr vert="horz" wrap="square" lIns="0" tIns="147955" rIns="0" bIns="0" rtlCol="0">
            <a:spAutoFit/>
          </a:bodyPr>
          <a:lstStyle/>
          <a:p>
            <a:pPr marL="189230">
              <a:lnSpc>
                <a:spcPct val="100000"/>
              </a:lnSpc>
              <a:spcBef>
                <a:spcPts val="1165"/>
              </a:spcBef>
            </a:pPr>
            <a:r>
              <a:rPr sz="2800" spc="-15" dirty="0">
                <a:solidFill>
                  <a:srgbClr val="3F3F3F"/>
                </a:solidFill>
                <a:latin typeface="Calibri"/>
                <a:cs typeface="Calibri"/>
              </a:rPr>
              <a:t>larger</a:t>
            </a:r>
            <a:r>
              <a:rPr sz="2800" spc="-60" dirty="0">
                <a:solidFill>
                  <a:srgbClr val="3F3F3F"/>
                </a:solidFill>
                <a:latin typeface="Calibri"/>
                <a:cs typeface="Calibri"/>
              </a:rPr>
              <a:t> </a:t>
            </a:r>
            <a:r>
              <a:rPr sz="2800" spc="-10" dirty="0">
                <a:solidFill>
                  <a:srgbClr val="3F3F3F"/>
                </a:solidFill>
                <a:latin typeface="Calibri"/>
                <a:cs typeface="Calibri"/>
              </a:rPr>
              <a:t>block.</a:t>
            </a:r>
            <a:endParaRPr sz="2800">
              <a:latin typeface="Calibri"/>
              <a:cs typeface="Calibri"/>
            </a:endParaRPr>
          </a:p>
          <a:p>
            <a:pPr marL="189230" marR="5080" indent="-177165">
              <a:lnSpc>
                <a:spcPts val="3020"/>
              </a:lnSpc>
              <a:spcBef>
                <a:spcPts val="1455"/>
              </a:spcBef>
              <a:buClr>
                <a:srgbClr val="1CACE4"/>
              </a:buClr>
              <a:buFont typeface="Arial MT"/>
              <a:buChar char="•"/>
              <a:tabLst>
                <a:tab pos="189865" algn="l"/>
              </a:tabLst>
            </a:pPr>
            <a:r>
              <a:rPr sz="2800" spc="-10" dirty="0">
                <a:solidFill>
                  <a:srgbClr val="3F3F3F"/>
                </a:solidFill>
                <a:latin typeface="Calibri"/>
                <a:cs typeface="Calibri"/>
              </a:rPr>
              <a:t>ICANN</a:t>
            </a:r>
            <a:r>
              <a:rPr sz="2800" spc="5" dirty="0">
                <a:solidFill>
                  <a:srgbClr val="3F3F3F"/>
                </a:solidFill>
                <a:latin typeface="Calibri"/>
                <a:cs typeface="Calibri"/>
              </a:rPr>
              <a:t> </a:t>
            </a:r>
            <a:r>
              <a:rPr sz="2800" spc="-10" dirty="0">
                <a:solidFill>
                  <a:srgbClr val="3F3F3F"/>
                </a:solidFill>
                <a:latin typeface="Calibri"/>
                <a:cs typeface="Calibri"/>
              </a:rPr>
              <a:t>assigns</a:t>
            </a:r>
            <a:r>
              <a:rPr sz="2800" spc="20" dirty="0">
                <a:solidFill>
                  <a:srgbClr val="3F3F3F"/>
                </a:solidFill>
                <a:latin typeface="Calibri"/>
                <a:cs typeface="Calibri"/>
              </a:rPr>
              <a:t> </a:t>
            </a:r>
            <a:r>
              <a:rPr sz="2800" spc="-5" dirty="0">
                <a:solidFill>
                  <a:srgbClr val="3F3F3F"/>
                </a:solidFill>
                <a:latin typeface="Calibri"/>
                <a:cs typeface="Calibri"/>
              </a:rPr>
              <a:t>a</a:t>
            </a:r>
            <a:r>
              <a:rPr sz="2800" spc="5" dirty="0">
                <a:solidFill>
                  <a:srgbClr val="3F3F3F"/>
                </a:solidFill>
                <a:latin typeface="Calibri"/>
                <a:cs typeface="Calibri"/>
              </a:rPr>
              <a:t> </a:t>
            </a:r>
            <a:r>
              <a:rPr sz="2800" spc="-20" dirty="0">
                <a:solidFill>
                  <a:srgbClr val="3F3F3F"/>
                </a:solidFill>
                <a:latin typeface="Calibri"/>
                <a:cs typeface="Calibri"/>
              </a:rPr>
              <a:t>large</a:t>
            </a:r>
            <a:r>
              <a:rPr sz="2800" spc="-25" dirty="0">
                <a:solidFill>
                  <a:srgbClr val="3F3F3F"/>
                </a:solidFill>
                <a:latin typeface="Calibri"/>
                <a:cs typeface="Calibri"/>
              </a:rPr>
              <a:t> </a:t>
            </a:r>
            <a:r>
              <a:rPr sz="2800" spc="-10" dirty="0">
                <a:solidFill>
                  <a:srgbClr val="3F3F3F"/>
                </a:solidFill>
                <a:latin typeface="Calibri"/>
                <a:cs typeface="Calibri"/>
              </a:rPr>
              <a:t>block</a:t>
            </a:r>
            <a:r>
              <a:rPr sz="2800" spc="25"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addresses</a:t>
            </a:r>
            <a:r>
              <a:rPr sz="2800" spc="20"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5" dirty="0">
                <a:solidFill>
                  <a:srgbClr val="3F3F3F"/>
                </a:solidFill>
                <a:latin typeface="Calibri"/>
                <a:cs typeface="Calibri"/>
              </a:rPr>
              <a:t>an</a:t>
            </a:r>
            <a:r>
              <a:rPr sz="2800" spc="5" dirty="0">
                <a:solidFill>
                  <a:srgbClr val="3F3F3F"/>
                </a:solidFill>
                <a:latin typeface="Calibri"/>
                <a:cs typeface="Calibri"/>
              </a:rPr>
              <a:t> </a:t>
            </a:r>
            <a:r>
              <a:rPr sz="2800" spc="-95" dirty="0">
                <a:solidFill>
                  <a:srgbClr val="3F3F3F"/>
                </a:solidFill>
                <a:latin typeface="Calibri"/>
                <a:cs typeface="Calibri"/>
              </a:rPr>
              <a:t>ISP.</a:t>
            </a:r>
            <a:r>
              <a:rPr sz="2800" spc="15" dirty="0">
                <a:solidFill>
                  <a:srgbClr val="3F3F3F"/>
                </a:solidFill>
                <a:latin typeface="Calibri"/>
                <a:cs typeface="Calibri"/>
              </a:rPr>
              <a:t> </a:t>
            </a:r>
            <a:r>
              <a:rPr sz="2800" spc="-15" dirty="0">
                <a:solidFill>
                  <a:srgbClr val="3F3F3F"/>
                </a:solidFill>
                <a:latin typeface="Calibri"/>
                <a:cs typeface="Calibri"/>
              </a:rPr>
              <a:t>Each</a:t>
            </a:r>
            <a:r>
              <a:rPr sz="2800" spc="-5" dirty="0">
                <a:solidFill>
                  <a:srgbClr val="3F3F3F"/>
                </a:solidFill>
                <a:latin typeface="Calibri"/>
                <a:cs typeface="Calibri"/>
              </a:rPr>
              <a:t> ISP </a:t>
            </a:r>
            <a:r>
              <a:rPr sz="2800" spc="-615" dirty="0">
                <a:solidFill>
                  <a:srgbClr val="3F3F3F"/>
                </a:solidFill>
                <a:latin typeface="Calibri"/>
                <a:cs typeface="Calibri"/>
              </a:rPr>
              <a:t> </a:t>
            </a:r>
            <a:r>
              <a:rPr sz="2800" spc="-10" dirty="0">
                <a:solidFill>
                  <a:srgbClr val="3F3F3F"/>
                </a:solidFill>
                <a:latin typeface="Calibri"/>
                <a:cs typeface="Calibri"/>
              </a:rPr>
              <a:t>in</a:t>
            </a:r>
            <a:r>
              <a:rPr sz="2800" spc="30" dirty="0">
                <a:solidFill>
                  <a:srgbClr val="3F3F3F"/>
                </a:solidFill>
                <a:latin typeface="Calibri"/>
                <a:cs typeface="Calibri"/>
              </a:rPr>
              <a:t> </a:t>
            </a:r>
            <a:r>
              <a:rPr sz="2800" spc="-10" dirty="0">
                <a:solidFill>
                  <a:srgbClr val="3F3F3F"/>
                </a:solidFill>
                <a:latin typeface="Calibri"/>
                <a:cs typeface="Calibri"/>
              </a:rPr>
              <a:t>turn</a:t>
            </a:r>
            <a:r>
              <a:rPr sz="2800" spc="55" dirty="0">
                <a:solidFill>
                  <a:srgbClr val="3F3F3F"/>
                </a:solidFill>
                <a:latin typeface="Calibri"/>
                <a:cs typeface="Calibri"/>
              </a:rPr>
              <a:t> </a:t>
            </a:r>
            <a:r>
              <a:rPr sz="2800" spc="-10" dirty="0">
                <a:solidFill>
                  <a:srgbClr val="3F3F3F"/>
                </a:solidFill>
                <a:latin typeface="Calibri"/>
                <a:cs typeface="Calibri"/>
              </a:rPr>
              <a:t>divides</a:t>
            </a:r>
            <a:r>
              <a:rPr sz="2800" spc="65" dirty="0">
                <a:solidFill>
                  <a:srgbClr val="3F3F3F"/>
                </a:solidFill>
                <a:latin typeface="Calibri"/>
                <a:cs typeface="Calibri"/>
              </a:rPr>
              <a:t> </a:t>
            </a:r>
            <a:r>
              <a:rPr sz="2800" spc="-10" dirty="0">
                <a:solidFill>
                  <a:srgbClr val="3F3F3F"/>
                </a:solidFill>
                <a:latin typeface="Calibri"/>
                <a:cs typeface="Calibri"/>
              </a:rPr>
              <a:t>its</a:t>
            </a:r>
            <a:r>
              <a:rPr sz="2800" spc="45" dirty="0">
                <a:solidFill>
                  <a:srgbClr val="3F3F3F"/>
                </a:solidFill>
                <a:latin typeface="Calibri"/>
                <a:cs typeface="Calibri"/>
              </a:rPr>
              <a:t> </a:t>
            </a:r>
            <a:r>
              <a:rPr sz="2800" spc="-10" dirty="0">
                <a:solidFill>
                  <a:srgbClr val="3F3F3F"/>
                </a:solidFill>
                <a:latin typeface="Calibri"/>
                <a:cs typeface="Calibri"/>
              </a:rPr>
              <a:t>assigned</a:t>
            </a:r>
            <a:r>
              <a:rPr sz="2800" spc="50" dirty="0">
                <a:solidFill>
                  <a:srgbClr val="3F3F3F"/>
                </a:solidFill>
                <a:latin typeface="Calibri"/>
                <a:cs typeface="Calibri"/>
              </a:rPr>
              <a:t> </a:t>
            </a:r>
            <a:r>
              <a:rPr sz="2800" spc="-10" dirty="0">
                <a:solidFill>
                  <a:srgbClr val="3F3F3F"/>
                </a:solidFill>
                <a:latin typeface="Calibri"/>
                <a:cs typeface="Calibri"/>
              </a:rPr>
              <a:t>block</a:t>
            </a:r>
            <a:r>
              <a:rPr sz="2800" spc="45" dirty="0">
                <a:solidFill>
                  <a:srgbClr val="3F3F3F"/>
                </a:solidFill>
                <a:latin typeface="Calibri"/>
                <a:cs typeface="Calibri"/>
              </a:rPr>
              <a:t> </a:t>
            </a:r>
            <a:r>
              <a:rPr sz="2800" spc="-20" dirty="0">
                <a:solidFill>
                  <a:srgbClr val="3F3F3F"/>
                </a:solidFill>
                <a:latin typeface="Calibri"/>
                <a:cs typeface="Calibri"/>
              </a:rPr>
              <a:t>into</a:t>
            </a:r>
            <a:r>
              <a:rPr sz="2800" spc="50" dirty="0">
                <a:solidFill>
                  <a:srgbClr val="3F3F3F"/>
                </a:solidFill>
                <a:latin typeface="Calibri"/>
                <a:cs typeface="Calibri"/>
              </a:rPr>
              <a:t> </a:t>
            </a:r>
            <a:r>
              <a:rPr sz="2800" spc="-10" dirty="0">
                <a:solidFill>
                  <a:srgbClr val="3F3F3F"/>
                </a:solidFill>
                <a:latin typeface="Calibri"/>
                <a:cs typeface="Calibri"/>
              </a:rPr>
              <a:t>smaller</a:t>
            </a:r>
            <a:r>
              <a:rPr sz="2800" spc="100" dirty="0">
                <a:solidFill>
                  <a:srgbClr val="3F3F3F"/>
                </a:solidFill>
                <a:latin typeface="Calibri"/>
                <a:cs typeface="Calibri"/>
              </a:rPr>
              <a:t> </a:t>
            </a:r>
            <a:r>
              <a:rPr sz="2800" spc="-10" dirty="0">
                <a:solidFill>
                  <a:srgbClr val="3F3F3F"/>
                </a:solidFill>
                <a:latin typeface="Calibri"/>
                <a:cs typeface="Calibri"/>
              </a:rPr>
              <a:t>subblocks </a:t>
            </a:r>
            <a:r>
              <a:rPr sz="2800" spc="-5" dirty="0">
                <a:solidFill>
                  <a:srgbClr val="3F3F3F"/>
                </a:solidFill>
                <a:latin typeface="Calibri"/>
                <a:cs typeface="Calibri"/>
              </a:rPr>
              <a:t> and</a:t>
            </a:r>
            <a:r>
              <a:rPr sz="2800" spc="-10" dirty="0">
                <a:solidFill>
                  <a:srgbClr val="3F3F3F"/>
                </a:solidFill>
                <a:latin typeface="Calibri"/>
                <a:cs typeface="Calibri"/>
              </a:rPr>
              <a:t> </a:t>
            </a:r>
            <a:r>
              <a:rPr sz="2800" spc="-20" dirty="0">
                <a:solidFill>
                  <a:srgbClr val="3F3F3F"/>
                </a:solidFill>
                <a:latin typeface="Calibri"/>
                <a:cs typeface="Calibri"/>
              </a:rPr>
              <a:t>grants</a:t>
            </a:r>
            <a:r>
              <a:rPr sz="2800" spc="5" dirty="0">
                <a:solidFill>
                  <a:srgbClr val="3F3F3F"/>
                </a:solidFill>
                <a:latin typeface="Calibri"/>
                <a:cs typeface="Calibri"/>
              </a:rPr>
              <a:t> </a:t>
            </a:r>
            <a:r>
              <a:rPr sz="2800" spc="-10" dirty="0">
                <a:solidFill>
                  <a:srgbClr val="3F3F3F"/>
                </a:solidFill>
                <a:latin typeface="Calibri"/>
                <a:cs typeface="Calibri"/>
              </a:rPr>
              <a:t>the</a:t>
            </a:r>
            <a:r>
              <a:rPr sz="2800" spc="35" dirty="0">
                <a:solidFill>
                  <a:srgbClr val="3F3F3F"/>
                </a:solidFill>
                <a:latin typeface="Calibri"/>
                <a:cs typeface="Calibri"/>
              </a:rPr>
              <a:t> </a:t>
            </a:r>
            <a:r>
              <a:rPr sz="2800" spc="-10" dirty="0">
                <a:solidFill>
                  <a:srgbClr val="3F3F3F"/>
                </a:solidFill>
                <a:latin typeface="Calibri"/>
                <a:cs typeface="Calibri"/>
              </a:rPr>
              <a:t>subblocks</a:t>
            </a:r>
            <a:r>
              <a:rPr sz="2800" spc="50"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its</a:t>
            </a:r>
            <a:r>
              <a:rPr sz="2800" spc="5" dirty="0">
                <a:solidFill>
                  <a:srgbClr val="3F3F3F"/>
                </a:solidFill>
                <a:latin typeface="Calibri"/>
                <a:cs typeface="Calibri"/>
              </a:rPr>
              <a:t> </a:t>
            </a:r>
            <a:r>
              <a:rPr sz="2800" spc="-20" dirty="0">
                <a:solidFill>
                  <a:srgbClr val="3F3F3F"/>
                </a:solidFill>
                <a:latin typeface="Calibri"/>
                <a:cs typeface="Calibri"/>
              </a:rPr>
              <a:t>customers.</a:t>
            </a:r>
            <a:endParaRPr sz="28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087110" cy="756920"/>
          </a:xfrm>
          <a:prstGeom prst="rect">
            <a:avLst/>
          </a:prstGeom>
        </p:spPr>
        <p:txBody>
          <a:bodyPr vert="horz" wrap="square" lIns="0" tIns="12700" rIns="0" bIns="0" rtlCol="0">
            <a:spAutoFit/>
          </a:bodyPr>
          <a:lstStyle/>
          <a:p>
            <a:pPr marL="12700">
              <a:lnSpc>
                <a:spcPct val="100000"/>
              </a:lnSpc>
              <a:spcBef>
                <a:spcPts val="100"/>
              </a:spcBef>
            </a:pPr>
            <a:r>
              <a:rPr sz="4800" spc="-50" dirty="0"/>
              <a:t>A</a:t>
            </a:r>
            <a:r>
              <a:rPr sz="4800" spc="-55" dirty="0"/>
              <a:t>dd</a:t>
            </a:r>
            <a:r>
              <a:rPr sz="4800" spc="-50" dirty="0"/>
              <a:t>r</a:t>
            </a:r>
            <a:r>
              <a:rPr sz="4800" spc="-60" dirty="0"/>
              <a:t>es</a:t>
            </a:r>
            <a:r>
              <a:rPr sz="4800" spc="-5" dirty="0"/>
              <a:t>s</a:t>
            </a:r>
            <a:r>
              <a:rPr sz="4800" spc="-275" dirty="0"/>
              <a:t> </a:t>
            </a:r>
            <a:r>
              <a:rPr sz="4800" spc="-50" dirty="0"/>
              <a:t>A</a:t>
            </a:r>
            <a:r>
              <a:rPr sz="4800" spc="-55" dirty="0"/>
              <a:t>gg</a:t>
            </a:r>
            <a:r>
              <a:rPr sz="4800" spc="-50" dirty="0"/>
              <a:t>r</a:t>
            </a:r>
            <a:r>
              <a:rPr sz="4800" spc="-60" dirty="0"/>
              <a:t>e</a:t>
            </a:r>
            <a:r>
              <a:rPr sz="4800" spc="-55" dirty="0"/>
              <a:t>g</a:t>
            </a:r>
            <a:r>
              <a:rPr sz="4800" spc="-60" dirty="0"/>
              <a:t>a</a:t>
            </a:r>
            <a:r>
              <a:rPr sz="4800" spc="-50" dirty="0"/>
              <a:t>t</a:t>
            </a:r>
            <a:r>
              <a:rPr sz="4800" spc="-55" dirty="0"/>
              <a:t>io</a:t>
            </a:r>
            <a:r>
              <a:rPr sz="4800" spc="-5" dirty="0"/>
              <a:t>n</a:t>
            </a:r>
            <a:endParaRPr sz="4800"/>
          </a:p>
        </p:txBody>
      </p:sp>
      <p:sp>
        <p:nvSpPr>
          <p:cNvPr id="3" name="object 3"/>
          <p:cNvSpPr txBox="1"/>
          <p:nvPr/>
        </p:nvSpPr>
        <p:spPr>
          <a:xfrm>
            <a:off x="697667" y="1742395"/>
            <a:ext cx="8521700" cy="4304030"/>
          </a:xfrm>
          <a:prstGeom prst="rect">
            <a:avLst/>
          </a:prstGeom>
        </p:spPr>
        <p:txBody>
          <a:bodyPr vert="horz" wrap="square" lIns="0" tIns="92075" rIns="0" bIns="0" rtlCol="0">
            <a:spAutoFit/>
          </a:bodyPr>
          <a:lstStyle/>
          <a:p>
            <a:pPr marL="189230" marR="1545590" indent="-177165">
              <a:lnSpc>
                <a:spcPct val="80000"/>
              </a:lnSpc>
              <a:spcBef>
                <a:spcPts val="725"/>
              </a:spcBef>
              <a:buClr>
                <a:srgbClr val="1CACE4"/>
              </a:buClr>
              <a:buFont typeface="Arial MT"/>
              <a:buChar char="•"/>
              <a:tabLst>
                <a:tab pos="189865" algn="l"/>
              </a:tabLst>
            </a:pPr>
            <a:r>
              <a:rPr sz="2600" spc="-10" dirty="0">
                <a:solidFill>
                  <a:srgbClr val="3F3F3F"/>
                </a:solidFill>
                <a:latin typeface="Calibri"/>
                <a:cs typeface="Calibri"/>
              </a:rPr>
              <a:t>Four</a:t>
            </a:r>
            <a:r>
              <a:rPr sz="2600" spc="-15" dirty="0">
                <a:solidFill>
                  <a:srgbClr val="3F3F3F"/>
                </a:solidFill>
                <a:latin typeface="Calibri"/>
                <a:cs typeface="Calibri"/>
              </a:rPr>
              <a:t> </a:t>
            </a:r>
            <a:r>
              <a:rPr sz="2600" spc="-5" dirty="0">
                <a:solidFill>
                  <a:srgbClr val="3F3F3F"/>
                </a:solidFill>
                <a:latin typeface="Calibri"/>
                <a:cs typeface="Calibri"/>
              </a:rPr>
              <a:t>small blocks</a:t>
            </a:r>
            <a:r>
              <a:rPr sz="2600" spc="-15" dirty="0">
                <a:solidFill>
                  <a:srgbClr val="3F3F3F"/>
                </a:solidFill>
                <a:latin typeface="Calibri"/>
                <a:cs typeface="Calibri"/>
              </a:rPr>
              <a:t> </a:t>
            </a:r>
            <a:r>
              <a:rPr sz="2600" spc="-5" dirty="0">
                <a:solidFill>
                  <a:srgbClr val="3F3F3F"/>
                </a:solidFill>
                <a:latin typeface="Calibri"/>
                <a:cs typeface="Calibri"/>
              </a:rPr>
              <a:t>of</a:t>
            </a:r>
            <a:r>
              <a:rPr sz="2600" spc="-10" dirty="0">
                <a:solidFill>
                  <a:srgbClr val="3F3F3F"/>
                </a:solidFill>
                <a:latin typeface="Calibri"/>
                <a:cs typeface="Calibri"/>
              </a:rPr>
              <a:t> </a:t>
            </a:r>
            <a:r>
              <a:rPr sz="2600" spc="-5" dirty="0">
                <a:solidFill>
                  <a:srgbClr val="3F3F3F"/>
                </a:solidFill>
                <a:latin typeface="Calibri"/>
                <a:cs typeface="Calibri"/>
              </a:rPr>
              <a:t>addresses</a:t>
            </a:r>
            <a:r>
              <a:rPr sz="2600" spc="-55" dirty="0">
                <a:solidFill>
                  <a:srgbClr val="3F3F3F"/>
                </a:solidFill>
                <a:latin typeface="Calibri"/>
                <a:cs typeface="Calibri"/>
              </a:rPr>
              <a:t> </a:t>
            </a:r>
            <a:r>
              <a:rPr sz="2600" spc="-10" dirty="0">
                <a:solidFill>
                  <a:srgbClr val="3F3F3F"/>
                </a:solidFill>
                <a:latin typeface="Calibri"/>
                <a:cs typeface="Calibri"/>
              </a:rPr>
              <a:t>are</a:t>
            </a:r>
            <a:r>
              <a:rPr sz="2600" spc="-5" dirty="0">
                <a:solidFill>
                  <a:srgbClr val="3F3F3F"/>
                </a:solidFill>
                <a:latin typeface="Calibri"/>
                <a:cs typeface="Calibri"/>
              </a:rPr>
              <a:t> </a:t>
            </a:r>
            <a:r>
              <a:rPr sz="2600" dirty="0">
                <a:solidFill>
                  <a:srgbClr val="3F3F3F"/>
                </a:solidFill>
                <a:latin typeface="Calibri"/>
                <a:cs typeface="Calibri"/>
              </a:rPr>
              <a:t>assigned</a:t>
            </a:r>
            <a:r>
              <a:rPr sz="2600" spc="-45"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spc="-20" dirty="0">
                <a:solidFill>
                  <a:srgbClr val="3F3F3F"/>
                </a:solidFill>
                <a:latin typeface="Calibri"/>
                <a:cs typeface="Calibri"/>
              </a:rPr>
              <a:t>four </a:t>
            </a:r>
            <a:r>
              <a:rPr sz="2600" spc="-575" dirty="0">
                <a:solidFill>
                  <a:srgbClr val="3F3F3F"/>
                </a:solidFill>
                <a:latin typeface="Calibri"/>
                <a:cs typeface="Calibri"/>
              </a:rPr>
              <a:t> </a:t>
            </a:r>
            <a:r>
              <a:rPr sz="2600" spc="-15" dirty="0">
                <a:solidFill>
                  <a:srgbClr val="3F3F3F"/>
                </a:solidFill>
                <a:latin typeface="Calibri"/>
                <a:cs typeface="Calibri"/>
              </a:rPr>
              <a:t>organizations</a:t>
            </a:r>
            <a:r>
              <a:rPr sz="2600" spc="-20" dirty="0">
                <a:solidFill>
                  <a:srgbClr val="3F3F3F"/>
                </a:solidFill>
                <a:latin typeface="Calibri"/>
                <a:cs typeface="Calibri"/>
              </a:rPr>
              <a:t> </a:t>
            </a:r>
            <a:r>
              <a:rPr sz="2600" spc="-10" dirty="0">
                <a:solidFill>
                  <a:srgbClr val="3F3F3F"/>
                </a:solidFill>
                <a:latin typeface="Calibri"/>
                <a:cs typeface="Calibri"/>
              </a:rPr>
              <a:t>by</a:t>
            </a:r>
            <a:r>
              <a:rPr sz="2600" spc="-15" dirty="0">
                <a:solidFill>
                  <a:srgbClr val="3F3F3F"/>
                </a:solidFill>
                <a:latin typeface="Calibri"/>
                <a:cs typeface="Calibri"/>
              </a:rPr>
              <a:t> </a:t>
            </a:r>
            <a:r>
              <a:rPr sz="2600" dirty="0">
                <a:solidFill>
                  <a:srgbClr val="3F3F3F"/>
                </a:solidFill>
                <a:latin typeface="Calibri"/>
                <a:cs typeface="Calibri"/>
              </a:rPr>
              <a:t>an </a:t>
            </a:r>
            <a:r>
              <a:rPr sz="2600" spc="-85" dirty="0">
                <a:solidFill>
                  <a:srgbClr val="3F3F3F"/>
                </a:solidFill>
                <a:latin typeface="Calibri"/>
                <a:cs typeface="Calibri"/>
              </a:rPr>
              <a:t>ISP.</a:t>
            </a:r>
            <a:endParaRPr sz="2600">
              <a:latin typeface="Calibri"/>
              <a:cs typeface="Calibri"/>
            </a:endParaRPr>
          </a:p>
          <a:p>
            <a:pPr marL="189230" marR="226060" indent="-177165">
              <a:lnSpc>
                <a:spcPct val="80000"/>
              </a:lnSpc>
              <a:spcBef>
                <a:spcPts val="1405"/>
              </a:spcBef>
              <a:buClr>
                <a:srgbClr val="1CACE4"/>
              </a:buClr>
              <a:buFont typeface="Arial MT"/>
              <a:buChar char="•"/>
              <a:tabLst>
                <a:tab pos="189865" algn="l"/>
              </a:tabLst>
            </a:pPr>
            <a:r>
              <a:rPr sz="2600" dirty="0">
                <a:solidFill>
                  <a:srgbClr val="3F3F3F"/>
                </a:solidFill>
                <a:latin typeface="Calibri"/>
                <a:cs typeface="Calibri"/>
              </a:rPr>
              <a:t>The ISP </a:t>
            </a:r>
            <a:r>
              <a:rPr sz="2600" spc="-5" dirty="0">
                <a:solidFill>
                  <a:srgbClr val="3F3F3F"/>
                </a:solidFill>
                <a:latin typeface="Calibri"/>
                <a:cs typeface="Calibri"/>
              </a:rPr>
              <a:t>combines these </a:t>
            </a:r>
            <a:r>
              <a:rPr sz="2600" spc="-20" dirty="0">
                <a:solidFill>
                  <a:srgbClr val="3F3F3F"/>
                </a:solidFill>
                <a:latin typeface="Calibri"/>
                <a:cs typeface="Calibri"/>
              </a:rPr>
              <a:t>four </a:t>
            </a:r>
            <a:r>
              <a:rPr sz="2600" spc="-5" dirty="0">
                <a:solidFill>
                  <a:srgbClr val="3F3F3F"/>
                </a:solidFill>
                <a:latin typeface="Calibri"/>
                <a:cs typeface="Calibri"/>
              </a:rPr>
              <a:t>blocks </a:t>
            </a:r>
            <a:r>
              <a:rPr sz="2600" spc="-15" dirty="0">
                <a:solidFill>
                  <a:srgbClr val="3F3F3F"/>
                </a:solidFill>
                <a:latin typeface="Calibri"/>
                <a:cs typeface="Calibri"/>
              </a:rPr>
              <a:t>into </a:t>
            </a:r>
            <a:r>
              <a:rPr sz="2600" spc="-5" dirty="0">
                <a:solidFill>
                  <a:srgbClr val="3F3F3F"/>
                </a:solidFill>
                <a:latin typeface="Calibri"/>
                <a:cs typeface="Calibri"/>
              </a:rPr>
              <a:t>one single block </a:t>
            </a:r>
            <a:r>
              <a:rPr sz="2600" dirty="0">
                <a:solidFill>
                  <a:srgbClr val="3F3F3F"/>
                </a:solidFill>
                <a:latin typeface="Calibri"/>
                <a:cs typeface="Calibri"/>
              </a:rPr>
              <a:t>and </a:t>
            </a:r>
            <a:r>
              <a:rPr sz="2600" spc="-575" dirty="0">
                <a:solidFill>
                  <a:srgbClr val="3F3F3F"/>
                </a:solidFill>
                <a:latin typeface="Calibri"/>
                <a:cs typeface="Calibri"/>
              </a:rPr>
              <a:t> </a:t>
            </a:r>
            <a:r>
              <a:rPr sz="2600" spc="-5" dirty="0">
                <a:solidFill>
                  <a:srgbClr val="3F3F3F"/>
                </a:solidFill>
                <a:latin typeface="Calibri"/>
                <a:cs typeface="Calibri"/>
              </a:rPr>
              <a:t>advertises</a:t>
            </a:r>
            <a:r>
              <a:rPr sz="2600" spc="-50"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15" dirty="0">
                <a:solidFill>
                  <a:srgbClr val="3F3F3F"/>
                </a:solidFill>
                <a:latin typeface="Calibri"/>
                <a:cs typeface="Calibri"/>
              </a:rPr>
              <a:t>larger</a:t>
            </a:r>
            <a:r>
              <a:rPr sz="2600" dirty="0">
                <a:solidFill>
                  <a:srgbClr val="3F3F3F"/>
                </a:solidFill>
                <a:latin typeface="Calibri"/>
                <a:cs typeface="Calibri"/>
              </a:rPr>
              <a:t> </a:t>
            </a:r>
            <a:r>
              <a:rPr sz="2600" spc="-5" dirty="0">
                <a:solidFill>
                  <a:srgbClr val="3F3F3F"/>
                </a:solidFill>
                <a:latin typeface="Calibri"/>
                <a:cs typeface="Calibri"/>
              </a:rPr>
              <a:t>block </a:t>
            </a:r>
            <a:r>
              <a:rPr sz="2600" spc="-15" dirty="0">
                <a:solidFill>
                  <a:srgbClr val="3F3F3F"/>
                </a:solidFill>
                <a:latin typeface="Calibri"/>
                <a:cs typeface="Calibri"/>
              </a:rPr>
              <a:t>to</a:t>
            </a:r>
            <a:r>
              <a:rPr sz="2600" spc="-5" dirty="0">
                <a:solidFill>
                  <a:srgbClr val="3F3F3F"/>
                </a:solidFill>
                <a:latin typeface="Calibri"/>
                <a:cs typeface="Calibri"/>
              </a:rPr>
              <a:t> </a:t>
            </a:r>
            <a:r>
              <a:rPr sz="2600" dirty="0">
                <a:solidFill>
                  <a:srgbClr val="3F3F3F"/>
                </a:solidFill>
                <a:latin typeface="Calibri"/>
                <a:cs typeface="Calibri"/>
              </a:rPr>
              <a:t>the</a:t>
            </a:r>
            <a:r>
              <a:rPr sz="2600" spc="-15" dirty="0">
                <a:solidFill>
                  <a:srgbClr val="3F3F3F"/>
                </a:solidFill>
                <a:latin typeface="Calibri"/>
                <a:cs typeface="Calibri"/>
              </a:rPr>
              <a:t> rest</a:t>
            </a:r>
            <a:r>
              <a:rPr sz="2600" spc="-25" dirty="0">
                <a:solidFill>
                  <a:srgbClr val="3F3F3F"/>
                </a:solidFill>
                <a:latin typeface="Calibri"/>
                <a:cs typeface="Calibri"/>
              </a:rPr>
              <a:t> </a:t>
            </a:r>
            <a:r>
              <a:rPr sz="2600" spc="-5" dirty="0">
                <a:solidFill>
                  <a:srgbClr val="3F3F3F"/>
                </a:solidFill>
                <a:latin typeface="Calibri"/>
                <a:cs typeface="Calibri"/>
              </a:rPr>
              <a:t>of</a:t>
            </a:r>
            <a:r>
              <a:rPr sz="2600" spc="5"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10" dirty="0">
                <a:solidFill>
                  <a:srgbClr val="3F3F3F"/>
                </a:solidFill>
                <a:latin typeface="Calibri"/>
                <a:cs typeface="Calibri"/>
              </a:rPr>
              <a:t>world.</a:t>
            </a:r>
            <a:endParaRPr sz="2600">
              <a:latin typeface="Calibri"/>
              <a:cs typeface="Calibri"/>
            </a:endParaRPr>
          </a:p>
          <a:p>
            <a:pPr marL="189230" marR="17780" indent="-177165">
              <a:lnSpc>
                <a:spcPct val="80000"/>
              </a:lnSpc>
              <a:spcBef>
                <a:spcPts val="1395"/>
              </a:spcBef>
              <a:buClr>
                <a:srgbClr val="1CACE4"/>
              </a:buClr>
              <a:buFont typeface="Arial MT"/>
              <a:buChar char="•"/>
              <a:tabLst>
                <a:tab pos="189865" algn="l"/>
              </a:tabLst>
            </a:pPr>
            <a:r>
              <a:rPr sz="2600" spc="-15" dirty="0">
                <a:solidFill>
                  <a:srgbClr val="3F3F3F"/>
                </a:solidFill>
                <a:latin typeface="Calibri"/>
                <a:cs typeface="Calibri"/>
              </a:rPr>
              <a:t>Any</a:t>
            </a:r>
            <a:r>
              <a:rPr sz="2600" spc="-40" dirty="0">
                <a:solidFill>
                  <a:srgbClr val="3F3F3F"/>
                </a:solidFill>
                <a:latin typeface="Calibri"/>
                <a:cs typeface="Calibri"/>
              </a:rPr>
              <a:t> </a:t>
            </a:r>
            <a:r>
              <a:rPr sz="2600" spc="-20" dirty="0">
                <a:solidFill>
                  <a:srgbClr val="3F3F3F"/>
                </a:solidFill>
                <a:latin typeface="Calibri"/>
                <a:cs typeface="Calibri"/>
              </a:rPr>
              <a:t>packet</a:t>
            </a:r>
            <a:r>
              <a:rPr sz="2600" spc="-5" dirty="0">
                <a:solidFill>
                  <a:srgbClr val="3F3F3F"/>
                </a:solidFill>
                <a:latin typeface="Calibri"/>
                <a:cs typeface="Calibri"/>
              </a:rPr>
              <a:t> destined</a:t>
            </a:r>
            <a:r>
              <a:rPr sz="2600" spc="-45" dirty="0">
                <a:solidFill>
                  <a:srgbClr val="3F3F3F"/>
                </a:solidFill>
                <a:latin typeface="Calibri"/>
                <a:cs typeface="Calibri"/>
              </a:rPr>
              <a:t> </a:t>
            </a:r>
            <a:r>
              <a:rPr sz="2600" spc="-25" dirty="0">
                <a:solidFill>
                  <a:srgbClr val="3F3F3F"/>
                </a:solidFill>
                <a:latin typeface="Calibri"/>
                <a:cs typeface="Calibri"/>
              </a:rPr>
              <a:t>for</a:t>
            </a:r>
            <a:r>
              <a:rPr sz="2600" spc="5" dirty="0">
                <a:solidFill>
                  <a:srgbClr val="3F3F3F"/>
                </a:solidFill>
                <a:latin typeface="Calibri"/>
                <a:cs typeface="Calibri"/>
              </a:rPr>
              <a:t> </a:t>
            </a:r>
            <a:r>
              <a:rPr sz="2600" spc="-5" dirty="0">
                <a:solidFill>
                  <a:srgbClr val="3F3F3F"/>
                </a:solidFill>
                <a:latin typeface="Calibri"/>
                <a:cs typeface="Calibri"/>
              </a:rPr>
              <a:t>this</a:t>
            </a:r>
            <a:r>
              <a:rPr sz="2600" spc="-10" dirty="0">
                <a:solidFill>
                  <a:srgbClr val="3F3F3F"/>
                </a:solidFill>
                <a:latin typeface="Calibri"/>
                <a:cs typeface="Calibri"/>
              </a:rPr>
              <a:t> </a:t>
            </a:r>
            <a:r>
              <a:rPr sz="2600" spc="-15" dirty="0">
                <a:solidFill>
                  <a:srgbClr val="3F3F3F"/>
                </a:solidFill>
                <a:latin typeface="Calibri"/>
                <a:cs typeface="Calibri"/>
              </a:rPr>
              <a:t>larger</a:t>
            </a:r>
            <a:r>
              <a:rPr sz="2600" spc="5" dirty="0">
                <a:solidFill>
                  <a:srgbClr val="3F3F3F"/>
                </a:solidFill>
                <a:latin typeface="Calibri"/>
                <a:cs typeface="Calibri"/>
              </a:rPr>
              <a:t> </a:t>
            </a:r>
            <a:r>
              <a:rPr sz="2600" spc="-5" dirty="0">
                <a:solidFill>
                  <a:srgbClr val="3F3F3F"/>
                </a:solidFill>
                <a:latin typeface="Calibri"/>
                <a:cs typeface="Calibri"/>
              </a:rPr>
              <a:t>block</a:t>
            </a:r>
            <a:r>
              <a:rPr sz="2600" spc="5" dirty="0">
                <a:solidFill>
                  <a:srgbClr val="3F3F3F"/>
                </a:solidFill>
                <a:latin typeface="Calibri"/>
                <a:cs typeface="Calibri"/>
              </a:rPr>
              <a:t> </a:t>
            </a:r>
            <a:r>
              <a:rPr sz="2600" spc="-5" dirty="0">
                <a:solidFill>
                  <a:srgbClr val="3F3F3F"/>
                </a:solidFill>
                <a:latin typeface="Calibri"/>
                <a:cs typeface="Calibri"/>
              </a:rPr>
              <a:t>should</a:t>
            </a:r>
            <a:r>
              <a:rPr sz="2600" spc="-20" dirty="0">
                <a:solidFill>
                  <a:srgbClr val="3F3F3F"/>
                </a:solidFill>
                <a:latin typeface="Calibri"/>
                <a:cs typeface="Calibri"/>
              </a:rPr>
              <a:t> </a:t>
            </a:r>
            <a:r>
              <a:rPr sz="2600" spc="-5" dirty="0">
                <a:solidFill>
                  <a:srgbClr val="3F3F3F"/>
                </a:solidFill>
                <a:latin typeface="Calibri"/>
                <a:cs typeface="Calibri"/>
              </a:rPr>
              <a:t>be</a:t>
            </a:r>
            <a:r>
              <a:rPr sz="2600" spc="-10" dirty="0">
                <a:solidFill>
                  <a:srgbClr val="3F3F3F"/>
                </a:solidFill>
                <a:latin typeface="Calibri"/>
                <a:cs typeface="Calibri"/>
              </a:rPr>
              <a:t> sent</a:t>
            </a:r>
            <a:r>
              <a:rPr sz="2600" spc="-20" dirty="0">
                <a:solidFill>
                  <a:srgbClr val="3F3F3F"/>
                </a:solidFill>
                <a:latin typeface="Calibri"/>
                <a:cs typeface="Calibri"/>
              </a:rPr>
              <a:t> </a:t>
            </a:r>
            <a:r>
              <a:rPr sz="2600" spc="-15" dirty="0">
                <a:solidFill>
                  <a:srgbClr val="3F3F3F"/>
                </a:solidFill>
                <a:latin typeface="Calibri"/>
                <a:cs typeface="Calibri"/>
              </a:rPr>
              <a:t>to</a:t>
            </a:r>
            <a:r>
              <a:rPr sz="2600" spc="10" dirty="0">
                <a:solidFill>
                  <a:srgbClr val="3F3F3F"/>
                </a:solidFill>
                <a:latin typeface="Calibri"/>
                <a:cs typeface="Calibri"/>
              </a:rPr>
              <a:t> </a:t>
            </a:r>
            <a:r>
              <a:rPr sz="2600" spc="-5" dirty="0">
                <a:solidFill>
                  <a:srgbClr val="3F3F3F"/>
                </a:solidFill>
                <a:latin typeface="Calibri"/>
                <a:cs typeface="Calibri"/>
              </a:rPr>
              <a:t>this </a:t>
            </a:r>
            <a:r>
              <a:rPr sz="2600" spc="-575" dirty="0">
                <a:solidFill>
                  <a:srgbClr val="3F3F3F"/>
                </a:solidFill>
                <a:latin typeface="Calibri"/>
                <a:cs typeface="Calibri"/>
              </a:rPr>
              <a:t> </a:t>
            </a:r>
            <a:r>
              <a:rPr sz="2600" spc="-85" dirty="0">
                <a:solidFill>
                  <a:srgbClr val="3F3F3F"/>
                </a:solidFill>
                <a:latin typeface="Calibri"/>
                <a:cs typeface="Calibri"/>
              </a:rPr>
              <a:t>ISP.</a:t>
            </a:r>
            <a:endParaRPr sz="2600">
              <a:latin typeface="Calibri"/>
              <a:cs typeface="Calibri"/>
            </a:endParaRPr>
          </a:p>
          <a:p>
            <a:pPr marL="189230" marR="267335" indent="-177165">
              <a:lnSpc>
                <a:spcPct val="80000"/>
              </a:lnSpc>
              <a:spcBef>
                <a:spcPts val="1400"/>
              </a:spcBef>
              <a:buClr>
                <a:srgbClr val="1CACE4"/>
              </a:buClr>
              <a:buFont typeface="Arial MT"/>
              <a:buChar char="•"/>
              <a:tabLst>
                <a:tab pos="189865" algn="l"/>
              </a:tabLst>
            </a:pPr>
            <a:r>
              <a:rPr sz="2600" dirty="0">
                <a:solidFill>
                  <a:srgbClr val="3F3F3F"/>
                </a:solidFill>
                <a:latin typeface="Calibri"/>
                <a:cs typeface="Calibri"/>
              </a:rPr>
              <a:t>It </a:t>
            </a:r>
            <a:r>
              <a:rPr sz="2600" spc="-5" dirty="0">
                <a:solidFill>
                  <a:srgbClr val="3F3F3F"/>
                </a:solidFill>
                <a:latin typeface="Calibri"/>
                <a:cs typeface="Calibri"/>
              </a:rPr>
              <a:t>is </a:t>
            </a:r>
            <a:r>
              <a:rPr sz="2600" dirty="0">
                <a:solidFill>
                  <a:srgbClr val="3F3F3F"/>
                </a:solidFill>
                <a:latin typeface="Calibri"/>
                <a:cs typeface="Calibri"/>
              </a:rPr>
              <a:t>the </a:t>
            </a:r>
            <a:r>
              <a:rPr sz="2600" spc="-5" dirty="0">
                <a:solidFill>
                  <a:srgbClr val="3F3F3F"/>
                </a:solidFill>
                <a:latin typeface="Calibri"/>
                <a:cs typeface="Calibri"/>
              </a:rPr>
              <a:t>responsibility of </a:t>
            </a:r>
            <a:r>
              <a:rPr sz="2600" dirty="0">
                <a:solidFill>
                  <a:srgbClr val="3F3F3F"/>
                </a:solidFill>
                <a:latin typeface="Calibri"/>
                <a:cs typeface="Calibri"/>
              </a:rPr>
              <a:t>the ISP </a:t>
            </a:r>
            <a:r>
              <a:rPr sz="2600" spc="-15" dirty="0">
                <a:solidFill>
                  <a:srgbClr val="3F3F3F"/>
                </a:solidFill>
                <a:latin typeface="Calibri"/>
                <a:cs typeface="Calibri"/>
              </a:rPr>
              <a:t>to </a:t>
            </a:r>
            <a:r>
              <a:rPr sz="2600" spc="-20" dirty="0">
                <a:solidFill>
                  <a:srgbClr val="3F3F3F"/>
                </a:solidFill>
                <a:latin typeface="Calibri"/>
                <a:cs typeface="Calibri"/>
              </a:rPr>
              <a:t>forward </a:t>
            </a:r>
            <a:r>
              <a:rPr sz="2600" dirty="0">
                <a:solidFill>
                  <a:srgbClr val="3F3F3F"/>
                </a:solidFill>
                <a:latin typeface="Calibri"/>
                <a:cs typeface="Calibri"/>
              </a:rPr>
              <a:t>the </a:t>
            </a:r>
            <a:r>
              <a:rPr sz="2600" spc="-20" dirty="0">
                <a:solidFill>
                  <a:srgbClr val="3F3F3F"/>
                </a:solidFill>
                <a:latin typeface="Calibri"/>
                <a:cs typeface="Calibri"/>
              </a:rPr>
              <a:t>packet </a:t>
            </a:r>
            <a:r>
              <a:rPr sz="2600" spc="-15" dirty="0">
                <a:solidFill>
                  <a:srgbClr val="3F3F3F"/>
                </a:solidFill>
                <a:latin typeface="Calibri"/>
                <a:cs typeface="Calibri"/>
              </a:rPr>
              <a:t>to </a:t>
            </a:r>
            <a:r>
              <a:rPr sz="2600" spc="-5" dirty="0">
                <a:solidFill>
                  <a:srgbClr val="3F3F3F"/>
                </a:solidFill>
                <a:latin typeface="Calibri"/>
                <a:cs typeface="Calibri"/>
              </a:rPr>
              <a:t>the </a:t>
            </a:r>
            <a:r>
              <a:rPr sz="2600" spc="-575" dirty="0">
                <a:solidFill>
                  <a:srgbClr val="3F3F3F"/>
                </a:solidFill>
                <a:latin typeface="Calibri"/>
                <a:cs typeface="Calibri"/>
              </a:rPr>
              <a:t> </a:t>
            </a:r>
            <a:r>
              <a:rPr sz="2600" spc="-10" dirty="0">
                <a:solidFill>
                  <a:srgbClr val="3F3F3F"/>
                </a:solidFill>
                <a:latin typeface="Calibri"/>
                <a:cs typeface="Calibri"/>
              </a:rPr>
              <a:t>appropriate</a:t>
            </a:r>
            <a:r>
              <a:rPr sz="2600" spc="-45" dirty="0">
                <a:solidFill>
                  <a:srgbClr val="3F3F3F"/>
                </a:solidFill>
                <a:latin typeface="Calibri"/>
                <a:cs typeface="Calibri"/>
              </a:rPr>
              <a:t> </a:t>
            </a:r>
            <a:r>
              <a:rPr sz="2600" spc="-15" dirty="0">
                <a:solidFill>
                  <a:srgbClr val="3F3F3F"/>
                </a:solidFill>
                <a:latin typeface="Calibri"/>
                <a:cs typeface="Calibri"/>
              </a:rPr>
              <a:t>organization.</a:t>
            </a:r>
            <a:endParaRPr sz="2600">
              <a:latin typeface="Calibri"/>
              <a:cs typeface="Calibri"/>
            </a:endParaRPr>
          </a:p>
          <a:p>
            <a:pPr marL="189230" marR="5080" indent="-177165">
              <a:lnSpc>
                <a:spcPct val="80000"/>
              </a:lnSpc>
              <a:spcBef>
                <a:spcPts val="1405"/>
              </a:spcBef>
              <a:buClr>
                <a:srgbClr val="1CACE4"/>
              </a:buClr>
              <a:buFont typeface="Arial MT"/>
              <a:buChar char="•"/>
              <a:tabLst>
                <a:tab pos="189865" algn="l"/>
              </a:tabLst>
            </a:pPr>
            <a:r>
              <a:rPr sz="2600" dirty="0">
                <a:solidFill>
                  <a:srgbClr val="3F3F3F"/>
                </a:solidFill>
                <a:latin typeface="Calibri"/>
                <a:cs typeface="Calibri"/>
              </a:rPr>
              <a:t>a</a:t>
            </a:r>
            <a:r>
              <a:rPr sz="2600" spc="-10" dirty="0">
                <a:solidFill>
                  <a:srgbClr val="3F3F3F"/>
                </a:solidFill>
                <a:latin typeface="Calibri"/>
                <a:cs typeface="Calibri"/>
              </a:rPr>
              <a:t> postal</a:t>
            </a:r>
            <a:r>
              <a:rPr sz="2600" spc="5" dirty="0">
                <a:solidFill>
                  <a:srgbClr val="3F3F3F"/>
                </a:solidFill>
                <a:latin typeface="Calibri"/>
                <a:cs typeface="Calibri"/>
              </a:rPr>
              <a:t> </a:t>
            </a:r>
            <a:r>
              <a:rPr sz="2600" spc="-10" dirty="0">
                <a:solidFill>
                  <a:srgbClr val="3F3F3F"/>
                </a:solidFill>
                <a:latin typeface="Calibri"/>
                <a:cs typeface="Calibri"/>
              </a:rPr>
              <a:t>network</a:t>
            </a:r>
            <a:r>
              <a:rPr sz="2600" dirty="0">
                <a:solidFill>
                  <a:srgbClr val="3F3F3F"/>
                </a:solidFill>
                <a:latin typeface="Calibri"/>
                <a:cs typeface="Calibri"/>
              </a:rPr>
              <a:t> -</a:t>
            </a:r>
            <a:r>
              <a:rPr sz="2600" spc="10" dirty="0">
                <a:solidFill>
                  <a:srgbClr val="3F3F3F"/>
                </a:solidFill>
                <a:latin typeface="Calibri"/>
                <a:cs typeface="Calibri"/>
              </a:rPr>
              <a:t> </a:t>
            </a:r>
            <a:r>
              <a:rPr sz="2600" spc="-5" dirty="0">
                <a:solidFill>
                  <a:srgbClr val="3F3F3F"/>
                </a:solidFill>
                <a:latin typeface="Calibri"/>
                <a:cs typeface="Calibri"/>
              </a:rPr>
              <a:t>All</a:t>
            </a:r>
            <a:r>
              <a:rPr sz="2600" spc="-10" dirty="0">
                <a:solidFill>
                  <a:srgbClr val="3F3F3F"/>
                </a:solidFill>
                <a:latin typeface="Calibri"/>
                <a:cs typeface="Calibri"/>
              </a:rPr>
              <a:t> packages</a:t>
            </a:r>
            <a:r>
              <a:rPr sz="2600" spc="-30" dirty="0">
                <a:solidFill>
                  <a:srgbClr val="3F3F3F"/>
                </a:solidFill>
                <a:latin typeface="Calibri"/>
                <a:cs typeface="Calibri"/>
              </a:rPr>
              <a:t> </a:t>
            </a:r>
            <a:r>
              <a:rPr sz="2600" spc="-10" dirty="0">
                <a:solidFill>
                  <a:srgbClr val="3F3F3F"/>
                </a:solidFill>
                <a:latin typeface="Calibri"/>
                <a:cs typeface="Calibri"/>
              </a:rPr>
              <a:t>coming</a:t>
            </a:r>
            <a:r>
              <a:rPr sz="2600" dirty="0">
                <a:solidFill>
                  <a:srgbClr val="3F3F3F"/>
                </a:solidFill>
                <a:latin typeface="Calibri"/>
                <a:cs typeface="Calibri"/>
              </a:rPr>
              <a:t> </a:t>
            </a:r>
            <a:r>
              <a:rPr sz="2600" spc="-10" dirty="0">
                <a:solidFill>
                  <a:srgbClr val="3F3F3F"/>
                </a:solidFill>
                <a:latin typeface="Calibri"/>
                <a:cs typeface="Calibri"/>
              </a:rPr>
              <a:t>from</a:t>
            </a:r>
            <a:r>
              <a:rPr sz="2600" dirty="0">
                <a:solidFill>
                  <a:srgbClr val="3F3F3F"/>
                </a:solidFill>
                <a:latin typeface="Calibri"/>
                <a:cs typeface="Calibri"/>
              </a:rPr>
              <a:t> </a:t>
            </a:r>
            <a:r>
              <a:rPr sz="2600" spc="-5" dirty="0">
                <a:solidFill>
                  <a:srgbClr val="3F3F3F"/>
                </a:solidFill>
                <a:latin typeface="Calibri"/>
                <a:cs typeface="Calibri"/>
              </a:rPr>
              <a:t>outside</a:t>
            </a:r>
            <a:r>
              <a:rPr sz="2600" spc="-20" dirty="0">
                <a:solidFill>
                  <a:srgbClr val="3F3F3F"/>
                </a:solidFill>
                <a:latin typeface="Calibri"/>
                <a:cs typeface="Calibri"/>
              </a:rPr>
              <a:t> </a:t>
            </a:r>
            <a:r>
              <a:rPr sz="2600" dirty="0">
                <a:solidFill>
                  <a:srgbClr val="3F3F3F"/>
                </a:solidFill>
                <a:latin typeface="Calibri"/>
                <a:cs typeface="Calibri"/>
              </a:rPr>
              <a:t>a</a:t>
            </a:r>
            <a:r>
              <a:rPr sz="2600" spc="5" dirty="0">
                <a:solidFill>
                  <a:srgbClr val="3F3F3F"/>
                </a:solidFill>
                <a:latin typeface="Calibri"/>
                <a:cs typeface="Calibri"/>
              </a:rPr>
              <a:t> </a:t>
            </a:r>
            <a:r>
              <a:rPr sz="2600" spc="-10" dirty="0">
                <a:solidFill>
                  <a:srgbClr val="3F3F3F"/>
                </a:solidFill>
                <a:latin typeface="Calibri"/>
                <a:cs typeface="Calibri"/>
              </a:rPr>
              <a:t>country </a:t>
            </a:r>
            <a:r>
              <a:rPr sz="2600" spc="-575" dirty="0">
                <a:solidFill>
                  <a:srgbClr val="3F3F3F"/>
                </a:solidFill>
                <a:latin typeface="Calibri"/>
                <a:cs typeface="Calibri"/>
              </a:rPr>
              <a:t> </a:t>
            </a:r>
            <a:r>
              <a:rPr sz="2600" spc="-10" dirty="0">
                <a:solidFill>
                  <a:srgbClr val="3F3F3F"/>
                </a:solidFill>
                <a:latin typeface="Calibri"/>
                <a:cs typeface="Calibri"/>
              </a:rPr>
              <a:t>are sent </a:t>
            </a:r>
            <a:r>
              <a:rPr sz="2600" spc="-15" dirty="0">
                <a:solidFill>
                  <a:srgbClr val="3F3F3F"/>
                </a:solidFill>
                <a:latin typeface="Calibri"/>
                <a:cs typeface="Calibri"/>
              </a:rPr>
              <a:t>first to </a:t>
            </a:r>
            <a:r>
              <a:rPr sz="2600" dirty="0">
                <a:solidFill>
                  <a:srgbClr val="3F3F3F"/>
                </a:solidFill>
                <a:latin typeface="Calibri"/>
                <a:cs typeface="Calibri"/>
              </a:rPr>
              <a:t>the </a:t>
            </a:r>
            <a:r>
              <a:rPr sz="2600" spc="-10" dirty="0">
                <a:solidFill>
                  <a:srgbClr val="3F3F3F"/>
                </a:solidFill>
                <a:latin typeface="Calibri"/>
                <a:cs typeface="Calibri"/>
              </a:rPr>
              <a:t>capital </a:t>
            </a:r>
            <a:r>
              <a:rPr sz="2600" dirty="0">
                <a:solidFill>
                  <a:srgbClr val="3F3F3F"/>
                </a:solidFill>
                <a:latin typeface="Calibri"/>
                <a:cs typeface="Calibri"/>
              </a:rPr>
              <a:t>and </a:t>
            </a:r>
            <a:r>
              <a:rPr sz="2600" spc="-5" dirty="0">
                <a:solidFill>
                  <a:srgbClr val="3F3F3F"/>
                </a:solidFill>
                <a:latin typeface="Calibri"/>
                <a:cs typeface="Calibri"/>
              </a:rPr>
              <a:t>then </a:t>
            </a:r>
            <a:r>
              <a:rPr sz="2600" spc="-10" dirty="0">
                <a:solidFill>
                  <a:srgbClr val="3F3F3F"/>
                </a:solidFill>
                <a:latin typeface="Calibri"/>
                <a:cs typeface="Calibri"/>
              </a:rPr>
              <a:t>distributed </a:t>
            </a:r>
            <a:r>
              <a:rPr sz="2600" spc="-15" dirty="0">
                <a:solidFill>
                  <a:srgbClr val="3F3F3F"/>
                </a:solidFill>
                <a:latin typeface="Calibri"/>
                <a:cs typeface="Calibri"/>
              </a:rPr>
              <a:t>to </a:t>
            </a:r>
            <a:r>
              <a:rPr sz="2600" spc="-5" dirty="0">
                <a:solidFill>
                  <a:srgbClr val="3F3F3F"/>
                </a:solidFill>
                <a:latin typeface="Calibri"/>
                <a:cs typeface="Calibri"/>
              </a:rPr>
              <a:t>the </a:t>
            </a:r>
            <a:r>
              <a:rPr sz="2600" dirty="0">
                <a:solidFill>
                  <a:srgbClr val="3F3F3F"/>
                </a:solidFill>
                <a:latin typeface="Calibri"/>
                <a:cs typeface="Calibri"/>
              </a:rPr>
              <a:t> </a:t>
            </a:r>
            <a:r>
              <a:rPr sz="2600" spc="-10" dirty="0">
                <a:solidFill>
                  <a:srgbClr val="3F3F3F"/>
                </a:solidFill>
                <a:latin typeface="Calibri"/>
                <a:cs typeface="Calibri"/>
              </a:rPr>
              <a:t>corresponding</a:t>
            </a:r>
            <a:r>
              <a:rPr sz="2600" spc="-40" dirty="0">
                <a:solidFill>
                  <a:srgbClr val="3F3F3F"/>
                </a:solidFill>
                <a:latin typeface="Calibri"/>
                <a:cs typeface="Calibri"/>
              </a:rPr>
              <a:t> </a:t>
            </a:r>
            <a:r>
              <a:rPr sz="2600" spc="-10" dirty="0">
                <a:solidFill>
                  <a:srgbClr val="3F3F3F"/>
                </a:solidFill>
                <a:latin typeface="Calibri"/>
                <a:cs typeface="Calibri"/>
              </a:rPr>
              <a:t>destination.</a:t>
            </a:r>
            <a:endParaRPr sz="26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087110" cy="756920"/>
          </a:xfrm>
          <a:prstGeom prst="rect">
            <a:avLst/>
          </a:prstGeom>
        </p:spPr>
        <p:txBody>
          <a:bodyPr vert="horz" wrap="square" lIns="0" tIns="12700" rIns="0" bIns="0" rtlCol="0">
            <a:spAutoFit/>
          </a:bodyPr>
          <a:lstStyle/>
          <a:p>
            <a:pPr marL="12700">
              <a:lnSpc>
                <a:spcPct val="100000"/>
              </a:lnSpc>
              <a:spcBef>
                <a:spcPts val="100"/>
              </a:spcBef>
            </a:pPr>
            <a:r>
              <a:rPr sz="4800" spc="-50" dirty="0"/>
              <a:t>A</a:t>
            </a:r>
            <a:r>
              <a:rPr sz="4800" spc="-55" dirty="0"/>
              <a:t>dd</a:t>
            </a:r>
            <a:r>
              <a:rPr sz="4800" spc="-50" dirty="0"/>
              <a:t>r</a:t>
            </a:r>
            <a:r>
              <a:rPr sz="4800" spc="-60" dirty="0"/>
              <a:t>es</a:t>
            </a:r>
            <a:r>
              <a:rPr sz="4800" spc="-5" dirty="0"/>
              <a:t>s</a:t>
            </a:r>
            <a:r>
              <a:rPr sz="4800" spc="-275" dirty="0"/>
              <a:t> </a:t>
            </a:r>
            <a:r>
              <a:rPr sz="4800" spc="-50" dirty="0"/>
              <a:t>A</a:t>
            </a:r>
            <a:r>
              <a:rPr sz="4800" spc="-55" dirty="0"/>
              <a:t>gg</a:t>
            </a:r>
            <a:r>
              <a:rPr sz="4800" spc="-50" dirty="0"/>
              <a:t>r</a:t>
            </a:r>
            <a:r>
              <a:rPr sz="4800" spc="-60" dirty="0"/>
              <a:t>e</a:t>
            </a:r>
            <a:r>
              <a:rPr sz="4800" spc="-55" dirty="0"/>
              <a:t>g</a:t>
            </a:r>
            <a:r>
              <a:rPr sz="4800" spc="-60" dirty="0"/>
              <a:t>a</a:t>
            </a:r>
            <a:r>
              <a:rPr sz="4800" spc="-50" dirty="0"/>
              <a:t>t</a:t>
            </a:r>
            <a:r>
              <a:rPr sz="4800" spc="-55" dirty="0"/>
              <a:t>io</a:t>
            </a:r>
            <a:r>
              <a:rPr sz="4800" spc="-5" dirty="0"/>
              <a:t>n</a:t>
            </a:r>
            <a:endParaRPr sz="4800"/>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762000" y="1828800"/>
            <a:ext cx="8590788" cy="42672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28</a:t>
            </a:fld>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8204200" cy="756920"/>
          </a:xfrm>
          <a:prstGeom prst="rect">
            <a:avLst/>
          </a:prstGeom>
        </p:spPr>
        <p:txBody>
          <a:bodyPr vert="horz" wrap="square" lIns="0" tIns="12700" rIns="0" bIns="0" rtlCol="0">
            <a:spAutoFit/>
          </a:bodyPr>
          <a:lstStyle/>
          <a:p>
            <a:pPr marL="12700">
              <a:lnSpc>
                <a:spcPct val="100000"/>
              </a:lnSpc>
              <a:spcBef>
                <a:spcPts val="100"/>
              </a:spcBef>
            </a:pPr>
            <a:r>
              <a:rPr sz="4800" i="0" spc="-45" dirty="0">
                <a:latin typeface="Arial"/>
                <a:cs typeface="Arial"/>
              </a:rPr>
              <a:t>Main</a:t>
            </a:r>
            <a:r>
              <a:rPr sz="4800" i="0" spc="-100" dirty="0">
                <a:latin typeface="Arial"/>
                <a:cs typeface="Arial"/>
              </a:rPr>
              <a:t> </a:t>
            </a:r>
            <a:r>
              <a:rPr sz="4800" i="0" spc="-40" dirty="0">
                <a:latin typeface="Arial"/>
                <a:cs typeface="Arial"/>
              </a:rPr>
              <a:t>and</a:t>
            </a:r>
            <a:r>
              <a:rPr sz="4800" i="0" spc="-245" dirty="0">
                <a:latin typeface="Arial"/>
                <a:cs typeface="Arial"/>
              </a:rPr>
              <a:t> </a:t>
            </a:r>
            <a:r>
              <a:rPr sz="4800" i="0" spc="-50" dirty="0">
                <a:latin typeface="Arial"/>
                <a:cs typeface="Arial"/>
              </a:rPr>
              <a:t>Auxiliary</a:t>
            </a:r>
            <a:r>
              <a:rPr sz="4800" i="0" spc="-90" dirty="0">
                <a:latin typeface="Arial"/>
                <a:cs typeface="Arial"/>
              </a:rPr>
              <a:t> </a:t>
            </a:r>
            <a:r>
              <a:rPr sz="4800" i="0" spc="-50" dirty="0">
                <a:latin typeface="Arial"/>
                <a:cs typeface="Arial"/>
              </a:rPr>
              <a:t>Protocols</a:t>
            </a:r>
            <a:endParaRPr sz="4800">
              <a:latin typeface="Arial"/>
              <a:cs typeface="Arial"/>
            </a:endParaRPr>
          </a:p>
        </p:txBody>
      </p:sp>
      <p:sp>
        <p:nvSpPr>
          <p:cNvPr id="3" name="object 3"/>
          <p:cNvSpPr txBox="1"/>
          <p:nvPr/>
        </p:nvSpPr>
        <p:spPr>
          <a:xfrm>
            <a:off x="697667" y="1769826"/>
            <a:ext cx="8082280" cy="2436495"/>
          </a:xfrm>
          <a:prstGeom prst="rect">
            <a:avLst/>
          </a:prstGeom>
        </p:spPr>
        <p:txBody>
          <a:bodyPr vert="horz" wrap="square" lIns="0" tIns="60960" rIns="0" bIns="0" rtlCol="0">
            <a:spAutoFit/>
          </a:bodyPr>
          <a:lstStyle/>
          <a:p>
            <a:pPr marL="189230" marR="5080" indent="-177165">
              <a:lnSpc>
                <a:spcPts val="3020"/>
              </a:lnSpc>
              <a:spcBef>
                <a:spcPts val="480"/>
              </a:spcBef>
              <a:buClr>
                <a:srgbClr val="1CACE4"/>
              </a:buClr>
              <a:buFont typeface="Arial MT"/>
              <a:buChar char="•"/>
              <a:tabLst>
                <a:tab pos="189865" algn="l"/>
              </a:tabLst>
            </a:pPr>
            <a:r>
              <a:rPr sz="2800" spc="-5" dirty="0">
                <a:solidFill>
                  <a:srgbClr val="3F3F3F"/>
                </a:solidFill>
                <a:latin typeface="Calibri"/>
                <a:cs typeface="Calibri"/>
              </a:rPr>
              <a:t>The</a:t>
            </a:r>
            <a:r>
              <a:rPr sz="2800" spc="-10" dirty="0">
                <a:solidFill>
                  <a:srgbClr val="3F3F3F"/>
                </a:solidFill>
                <a:latin typeface="Calibri"/>
                <a:cs typeface="Calibri"/>
              </a:rPr>
              <a:t> network</a:t>
            </a:r>
            <a:r>
              <a:rPr sz="2800" spc="10" dirty="0">
                <a:solidFill>
                  <a:srgbClr val="3F3F3F"/>
                </a:solidFill>
                <a:latin typeface="Calibri"/>
                <a:cs typeface="Calibri"/>
              </a:rPr>
              <a:t> </a:t>
            </a:r>
            <a:r>
              <a:rPr sz="2800" spc="-25" dirty="0">
                <a:solidFill>
                  <a:srgbClr val="3F3F3F"/>
                </a:solidFill>
                <a:latin typeface="Calibri"/>
                <a:cs typeface="Calibri"/>
              </a:rPr>
              <a:t>layer</a:t>
            </a:r>
            <a:r>
              <a:rPr sz="2800" spc="-10" dirty="0">
                <a:solidFill>
                  <a:srgbClr val="3F3F3F"/>
                </a:solidFill>
                <a:latin typeface="Calibri"/>
                <a:cs typeface="Calibri"/>
              </a:rPr>
              <a:t> in</a:t>
            </a:r>
            <a:r>
              <a:rPr sz="2800" spc="10" dirty="0">
                <a:solidFill>
                  <a:srgbClr val="3F3F3F"/>
                </a:solidFill>
                <a:latin typeface="Calibri"/>
                <a:cs typeface="Calibri"/>
              </a:rPr>
              <a:t> </a:t>
            </a:r>
            <a:r>
              <a:rPr sz="2800" spc="-20" dirty="0">
                <a:solidFill>
                  <a:srgbClr val="3F3F3F"/>
                </a:solidFill>
                <a:latin typeface="Calibri"/>
                <a:cs typeface="Calibri"/>
              </a:rPr>
              <a:t>version</a:t>
            </a:r>
            <a:r>
              <a:rPr sz="2800" spc="20" dirty="0">
                <a:solidFill>
                  <a:srgbClr val="3F3F3F"/>
                </a:solidFill>
                <a:latin typeface="Calibri"/>
                <a:cs typeface="Calibri"/>
              </a:rPr>
              <a:t> </a:t>
            </a:r>
            <a:r>
              <a:rPr sz="2800" spc="-5" dirty="0">
                <a:solidFill>
                  <a:srgbClr val="3F3F3F"/>
                </a:solidFill>
                <a:latin typeface="Calibri"/>
                <a:cs typeface="Calibri"/>
              </a:rPr>
              <a:t>4</a:t>
            </a:r>
            <a:r>
              <a:rPr sz="2800" spc="35" dirty="0">
                <a:solidFill>
                  <a:srgbClr val="3F3F3F"/>
                </a:solidFill>
                <a:latin typeface="Calibri"/>
                <a:cs typeface="Calibri"/>
              </a:rPr>
              <a:t> </a:t>
            </a:r>
            <a:r>
              <a:rPr sz="2800" spc="-5" dirty="0">
                <a:solidFill>
                  <a:srgbClr val="3F3F3F"/>
                </a:solidFill>
                <a:latin typeface="Calibri"/>
                <a:cs typeface="Calibri"/>
              </a:rPr>
              <a:t>-</a:t>
            </a:r>
            <a:r>
              <a:rPr sz="2800" spc="15" dirty="0">
                <a:solidFill>
                  <a:srgbClr val="3F3F3F"/>
                </a:solidFill>
                <a:latin typeface="Calibri"/>
                <a:cs typeface="Calibri"/>
              </a:rPr>
              <a:t> </a:t>
            </a:r>
            <a:r>
              <a:rPr sz="2800" spc="-10" dirty="0">
                <a:solidFill>
                  <a:srgbClr val="3F3F3F"/>
                </a:solidFill>
                <a:latin typeface="Calibri"/>
                <a:cs typeface="Calibri"/>
              </a:rPr>
              <a:t>one</a:t>
            </a:r>
            <a:r>
              <a:rPr sz="2800" spc="-5" dirty="0">
                <a:solidFill>
                  <a:srgbClr val="3F3F3F"/>
                </a:solidFill>
                <a:latin typeface="Calibri"/>
                <a:cs typeface="Calibri"/>
              </a:rPr>
              <a:t> </a:t>
            </a:r>
            <a:r>
              <a:rPr sz="2800" spc="-10" dirty="0">
                <a:solidFill>
                  <a:srgbClr val="3F3F3F"/>
                </a:solidFill>
                <a:latin typeface="Calibri"/>
                <a:cs typeface="Calibri"/>
              </a:rPr>
              <a:t>main</a:t>
            </a:r>
            <a:r>
              <a:rPr sz="2800" spc="20" dirty="0">
                <a:solidFill>
                  <a:srgbClr val="3F3F3F"/>
                </a:solidFill>
                <a:latin typeface="Calibri"/>
                <a:cs typeface="Calibri"/>
              </a:rPr>
              <a:t> </a:t>
            </a:r>
            <a:r>
              <a:rPr sz="2800" spc="-20" dirty="0">
                <a:solidFill>
                  <a:srgbClr val="3F3F3F"/>
                </a:solidFill>
                <a:latin typeface="Calibri"/>
                <a:cs typeface="Calibri"/>
              </a:rPr>
              <a:t>protocol</a:t>
            </a:r>
            <a:r>
              <a:rPr sz="2800" spc="5" dirty="0">
                <a:solidFill>
                  <a:srgbClr val="3F3F3F"/>
                </a:solidFill>
                <a:latin typeface="Calibri"/>
                <a:cs typeface="Calibri"/>
              </a:rPr>
              <a:t> </a:t>
            </a:r>
            <a:r>
              <a:rPr sz="2800" spc="-5" dirty="0">
                <a:solidFill>
                  <a:srgbClr val="3F3F3F"/>
                </a:solidFill>
                <a:latin typeface="Calibri"/>
                <a:cs typeface="Calibri"/>
              </a:rPr>
              <a:t>and </a:t>
            </a:r>
            <a:r>
              <a:rPr sz="2800" spc="-615" dirty="0">
                <a:solidFill>
                  <a:srgbClr val="3F3F3F"/>
                </a:solidFill>
                <a:latin typeface="Calibri"/>
                <a:cs typeface="Calibri"/>
              </a:rPr>
              <a:t> </a:t>
            </a:r>
            <a:r>
              <a:rPr sz="2800" spc="-15" dirty="0">
                <a:solidFill>
                  <a:srgbClr val="3F3F3F"/>
                </a:solidFill>
                <a:latin typeface="Calibri"/>
                <a:cs typeface="Calibri"/>
              </a:rPr>
              <a:t>three</a:t>
            </a:r>
            <a:r>
              <a:rPr sz="2800" spc="-10" dirty="0">
                <a:solidFill>
                  <a:srgbClr val="3F3F3F"/>
                </a:solidFill>
                <a:latin typeface="Calibri"/>
                <a:cs typeface="Calibri"/>
              </a:rPr>
              <a:t> auxiliary</a:t>
            </a:r>
            <a:r>
              <a:rPr sz="2800" spc="5" dirty="0">
                <a:solidFill>
                  <a:srgbClr val="3F3F3F"/>
                </a:solidFill>
                <a:latin typeface="Calibri"/>
                <a:cs typeface="Calibri"/>
              </a:rPr>
              <a:t> </a:t>
            </a:r>
            <a:r>
              <a:rPr sz="2800" spc="-20" dirty="0">
                <a:solidFill>
                  <a:srgbClr val="3F3F3F"/>
                </a:solidFill>
                <a:latin typeface="Calibri"/>
                <a:cs typeface="Calibri"/>
              </a:rPr>
              <a:t>protocols</a:t>
            </a:r>
            <a:endParaRPr sz="2800">
              <a:latin typeface="Calibri"/>
              <a:cs typeface="Calibri"/>
            </a:endParaRPr>
          </a:p>
          <a:p>
            <a:pPr marL="419100" lvl="1" indent="-183515">
              <a:lnSpc>
                <a:spcPct val="100000"/>
              </a:lnSpc>
              <a:spcBef>
                <a:spcPts val="105"/>
              </a:spcBef>
              <a:buClr>
                <a:srgbClr val="1CACE4"/>
              </a:buClr>
              <a:buChar char="◦"/>
              <a:tabLst>
                <a:tab pos="419734" algn="l"/>
              </a:tabLst>
            </a:pPr>
            <a:r>
              <a:rPr sz="2400" spc="-5" dirty="0">
                <a:solidFill>
                  <a:srgbClr val="3F3F3F"/>
                </a:solidFill>
                <a:latin typeface="Calibri"/>
                <a:cs typeface="Calibri"/>
              </a:rPr>
              <a:t>The</a:t>
            </a:r>
            <a:r>
              <a:rPr sz="2400" spc="-10" dirty="0">
                <a:solidFill>
                  <a:srgbClr val="3F3F3F"/>
                </a:solidFill>
                <a:latin typeface="Calibri"/>
                <a:cs typeface="Calibri"/>
              </a:rPr>
              <a:t> </a:t>
            </a:r>
            <a:r>
              <a:rPr sz="2400" dirty="0">
                <a:solidFill>
                  <a:srgbClr val="3F3F3F"/>
                </a:solidFill>
                <a:latin typeface="Calibri"/>
                <a:cs typeface="Calibri"/>
              </a:rPr>
              <a:t>main</a:t>
            </a:r>
            <a:r>
              <a:rPr sz="2400" spc="-20" dirty="0">
                <a:solidFill>
                  <a:srgbClr val="3F3F3F"/>
                </a:solidFill>
                <a:latin typeface="Calibri"/>
                <a:cs typeface="Calibri"/>
              </a:rPr>
              <a:t> </a:t>
            </a:r>
            <a:r>
              <a:rPr sz="2400" spc="-15" dirty="0">
                <a:solidFill>
                  <a:srgbClr val="3F3F3F"/>
                </a:solidFill>
                <a:latin typeface="Calibri"/>
                <a:cs typeface="Calibri"/>
              </a:rPr>
              <a:t>protocol,</a:t>
            </a:r>
            <a:r>
              <a:rPr sz="2400" spc="-25" dirty="0">
                <a:solidFill>
                  <a:srgbClr val="3F3F3F"/>
                </a:solidFill>
                <a:latin typeface="Calibri"/>
                <a:cs typeface="Calibri"/>
              </a:rPr>
              <a:t> </a:t>
            </a:r>
            <a:r>
              <a:rPr sz="2400" spc="-10" dirty="0">
                <a:solidFill>
                  <a:srgbClr val="3F3F3F"/>
                </a:solidFill>
                <a:latin typeface="Calibri"/>
                <a:cs typeface="Calibri"/>
              </a:rPr>
              <a:t>Internet</a:t>
            </a:r>
            <a:r>
              <a:rPr sz="2400" spc="-15" dirty="0">
                <a:solidFill>
                  <a:srgbClr val="3F3F3F"/>
                </a:solidFill>
                <a:latin typeface="Calibri"/>
                <a:cs typeface="Calibri"/>
              </a:rPr>
              <a:t> Protocol</a:t>
            </a:r>
            <a:r>
              <a:rPr sz="2400" spc="-25" dirty="0">
                <a:solidFill>
                  <a:srgbClr val="3F3F3F"/>
                </a:solidFill>
                <a:latin typeface="Calibri"/>
                <a:cs typeface="Calibri"/>
              </a:rPr>
              <a:t> </a:t>
            </a:r>
            <a:r>
              <a:rPr sz="2400" spc="-15" dirty="0">
                <a:solidFill>
                  <a:srgbClr val="3F3F3F"/>
                </a:solidFill>
                <a:latin typeface="Calibri"/>
                <a:cs typeface="Calibri"/>
              </a:rPr>
              <a:t>version</a:t>
            </a:r>
            <a:r>
              <a:rPr sz="2400" spc="-10" dirty="0">
                <a:solidFill>
                  <a:srgbClr val="3F3F3F"/>
                </a:solidFill>
                <a:latin typeface="Calibri"/>
                <a:cs typeface="Calibri"/>
              </a:rPr>
              <a:t> </a:t>
            </a:r>
            <a:r>
              <a:rPr sz="2400" dirty="0">
                <a:solidFill>
                  <a:srgbClr val="3F3F3F"/>
                </a:solidFill>
                <a:latin typeface="Calibri"/>
                <a:cs typeface="Calibri"/>
              </a:rPr>
              <a:t>4</a:t>
            </a:r>
            <a:r>
              <a:rPr sz="2400" spc="-15" dirty="0">
                <a:solidFill>
                  <a:srgbClr val="3F3F3F"/>
                </a:solidFill>
                <a:latin typeface="Calibri"/>
                <a:cs typeface="Calibri"/>
              </a:rPr>
              <a:t> </a:t>
            </a:r>
            <a:r>
              <a:rPr sz="2400" spc="-5" dirty="0">
                <a:solidFill>
                  <a:srgbClr val="3F3F3F"/>
                </a:solidFill>
                <a:latin typeface="Calibri"/>
                <a:cs typeface="Calibri"/>
              </a:rPr>
              <a:t>(IPv4)</a:t>
            </a:r>
            <a:endParaRPr sz="2400">
              <a:latin typeface="Calibri"/>
              <a:cs typeface="Calibri"/>
            </a:endParaRPr>
          </a:p>
          <a:p>
            <a:pPr marL="419100" lvl="1" indent="-183515">
              <a:lnSpc>
                <a:spcPct val="100000"/>
              </a:lnSpc>
              <a:spcBef>
                <a:spcPts val="315"/>
              </a:spcBef>
              <a:buClr>
                <a:srgbClr val="1CACE4"/>
              </a:buClr>
              <a:buChar char="◦"/>
              <a:tabLst>
                <a:tab pos="419734" algn="l"/>
              </a:tabLst>
            </a:pPr>
            <a:r>
              <a:rPr sz="2400" spc="-5" dirty="0">
                <a:solidFill>
                  <a:srgbClr val="3F3F3F"/>
                </a:solidFill>
                <a:latin typeface="Calibri"/>
                <a:cs typeface="Calibri"/>
              </a:rPr>
              <a:t>The </a:t>
            </a:r>
            <a:r>
              <a:rPr sz="2400" spc="-10" dirty="0">
                <a:solidFill>
                  <a:srgbClr val="3F3F3F"/>
                </a:solidFill>
                <a:latin typeface="Calibri"/>
                <a:cs typeface="Calibri"/>
              </a:rPr>
              <a:t>Internet</a:t>
            </a:r>
            <a:r>
              <a:rPr sz="2400" spc="-20" dirty="0">
                <a:solidFill>
                  <a:srgbClr val="3F3F3F"/>
                </a:solidFill>
                <a:latin typeface="Calibri"/>
                <a:cs typeface="Calibri"/>
              </a:rPr>
              <a:t> </a:t>
            </a:r>
            <a:r>
              <a:rPr sz="2400" spc="-15" dirty="0">
                <a:solidFill>
                  <a:srgbClr val="3F3F3F"/>
                </a:solidFill>
                <a:latin typeface="Calibri"/>
                <a:cs typeface="Calibri"/>
              </a:rPr>
              <a:t>Control</a:t>
            </a:r>
            <a:r>
              <a:rPr sz="2400" spc="-20" dirty="0">
                <a:solidFill>
                  <a:srgbClr val="3F3F3F"/>
                </a:solidFill>
                <a:latin typeface="Calibri"/>
                <a:cs typeface="Calibri"/>
              </a:rPr>
              <a:t> </a:t>
            </a:r>
            <a:r>
              <a:rPr sz="2400" spc="-10" dirty="0">
                <a:solidFill>
                  <a:srgbClr val="3F3F3F"/>
                </a:solidFill>
                <a:latin typeface="Calibri"/>
                <a:cs typeface="Calibri"/>
              </a:rPr>
              <a:t>Message</a:t>
            </a:r>
            <a:r>
              <a:rPr sz="2400" dirty="0">
                <a:solidFill>
                  <a:srgbClr val="3F3F3F"/>
                </a:solidFill>
                <a:latin typeface="Calibri"/>
                <a:cs typeface="Calibri"/>
              </a:rPr>
              <a:t> </a:t>
            </a:r>
            <a:r>
              <a:rPr sz="2400" spc="-15" dirty="0">
                <a:solidFill>
                  <a:srgbClr val="3F3F3F"/>
                </a:solidFill>
                <a:latin typeface="Calibri"/>
                <a:cs typeface="Calibri"/>
              </a:rPr>
              <a:t>Protocol</a:t>
            </a:r>
            <a:r>
              <a:rPr sz="2400" spc="-20" dirty="0">
                <a:solidFill>
                  <a:srgbClr val="3F3F3F"/>
                </a:solidFill>
                <a:latin typeface="Calibri"/>
                <a:cs typeface="Calibri"/>
              </a:rPr>
              <a:t> </a:t>
            </a:r>
            <a:r>
              <a:rPr sz="2400" spc="-15" dirty="0">
                <a:solidFill>
                  <a:srgbClr val="3F3F3F"/>
                </a:solidFill>
                <a:latin typeface="Calibri"/>
                <a:cs typeface="Calibri"/>
              </a:rPr>
              <a:t>version</a:t>
            </a:r>
            <a:r>
              <a:rPr sz="2400" spc="-5" dirty="0">
                <a:solidFill>
                  <a:srgbClr val="3F3F3F"/>
                </a:solidFill>
                <a:latin typeface="Calibri"/>
                <a:cs typeface="Calibri"/>
              </a:rPr>
              <a:t> </a:t>
            </a:r>
            <a:r>
              <a:rPr sz="2400" dirty="0">
                <a:solidFill>
                  <a:srgbClr val="3F3F3F"/>
                </a:solidFill>
                <a:latin typeface="Calibri"/>
                <a:cs typeface="Calibri"/>
              </a:rPr>
              <a:t>4</a:t>
            </a:r>
            <a:r>
              <a:rPr sz="2400" spc="-10" dirty="0">
                <a:solidFill>
                  <a:srgbClr val="3F3F3F"/>
                </a:solidFill>
                <a:latin typeface="Calibri"/>
                <a:cs typeface="Calibri"/>
              </a:rPr>
              <a:t> </a:t>
            </a:r>
            <a:r>
              <a:rPr sz="2400" spc="-5" dirty="0">
                <a:solidFill>
                  <a:srgbClr val="3F3F3F"/>
                </a:solidFill>
                <a:latin typeface="Calibri"/>
                <a:cs typeface="Calibri"/>
              </a:rPr>
              <a:t>(ICMPv4)</a:t>
            </a:r>
            <a:endParaRPr sz="2400">
              <a:latin typeface="Calibri"/>
              <a:cs typeface="Calibri"/>
            </a:endParaRPr>
          </a:p>
          <a:p>
            <a:pPr marL="419100" lvl="1" indent="-183515">
              <a:lnSpc>
                <a:spcPct val="100000"/>
              </a:lnSpc>
              <a:spcBef>
                <a:spcPts val="310"/>
              </a:spcBef>
              <a:buClr>
                <a:srgbClr val="1CACE4"/>
              </a:buClr>
              <a:buChar char="◦"/>
              <a:tabLst>
                <a:tab pos="419734" algn="l"/>
              </a:tabLst>
            </a:pPr>
            <a:r>
              <a:rPr sz="2400" spc="-5" dirty="0">
                <a:solidFill>
                  <a:srgbClr val="3F3F3F"/>
                </a:solidFill>
                <a:latin typeface="Calibri"/>
                <a:cs typeface="Calibri"/>
              </a:rPr>
              <a:t>The</a:t>
            </a:r>
            <a:r>
              <a:rPr sz="2400" spc="-10" dirty="0">
                <a:solidFill>
                  <a:srgbClr val="3F3F3F"/>
                </a:solidFill>
                <a:latin typeface="Calibri"/>
                <a:cs typeface="Calibri"/>
              </a:rPr>
              <a:t> Internet</a:t>
            </a:r>
            <a:r>
              <a:rPr sz="2400" spc="-25" dirty="0">
                <a:solidFill>
                  <a:srgbClr val="3F3F3F"/>
                </a:solidFill>
                <a:latin typeface="Calibri"/>
                <a:cs typeface="Calibri"/>
              </a:rPr>
              <a:t> </a:t>
            </a:r>
            <a:r>
              <a:rPr sz="2400" spc="-15" dirty="0">
                <a:solidFill>
                  <a:srgbClr val="3F3F3F"/>
                </a:solidFill>
                <a:latin typeface="Calibri"/>
                <a:cs typeface="Calibri"/>
              </a:rPr>
              <a:t>Group</a:t>
            </a:r>
            <a:r>
              <a:rPr sz="2400" spc="-10" dirty="0">
                <a:solidFill>
                  <a:srgbClr val="3F3F3F"/>
                </a:solidFill>
                <a:latin typeface="Calibri"/>
                <a:cs typeface="Calibri"/>
              </a:rPr>
              <a:t> Management</a:t>
            </a:r>
            <a:r>
              <a:rPr sz="2400" spc="-25" dirty="0">
                <a:solidFill>
                  <a:srgbClr val="3F3F3F"/>
                </a:solidFill>
                <a:latin typeface="Calibri"/>
                <a:cs typeface="Calibri"/>
              </a:rPr>
              <a:t> </a:t>
            </a:r>
            <a:r>
              <a:rPr sz="2400" spc="-15" dirty="0">
                <a:solidFill>
                  <a:srgbClr val="3F3F3F"/>
                </a:solidFill>
                <a:latin typeface="Calibri"/>
                <a:cs typeface="Calibri"/>
              </a:rPr>
              <a:t>Protocol</a:t>
            </a:r>
            <a:r>
              <a:rPr sz="2400" spc="-10" dirty="0">
                <a:solidFill>
                  <a:srgbClr val="3F3F3F"/>
                </a:solidFill>
                <a:latin typeface="Calibri"/>
                <a:cs typeface="Calibri"/>
              </a:rPr>
              <a:t> </a:t>
            </a:r>
            <a:r>
              <a:rPr sz="2400" spc="-5" dirty="0">
                <a:solidFill>
                  <a:srgbClr val="3F3F3F"/>
                </a:solidFill>
                <a:latin typeface="Calibri"/>
                <a:cs typeface="Calibri"/>
              </a:rPr>
              <a:t>(IGMP)</a:t>
            </a:r>
            <a:endParaRPr sz="2400">
              <a:latin typeface="Calibri"/>
              <a:cs typeface="Calibri"/>
            </a:endParaRPr>
          </a:p>
          <a:p>
            <a:pPr marL="419100" lvl="1" indent="-183515">
              <a:lnSpc>
                <a:spcPct val="100000"/>
              </a:lnSpc>
              <a:spcBef>
                <a:spcPts val="315"/>
              </a:spcBef>
              <a:buClr>
                <a:srgbClr val="1CACE4"/>
              </a:buClr>
              <a:buChar char="◦"/>
              <a:tabLst>
                <a:tab pos="419734" algn="l"/>
              </a:tabLst>
            </a:pPr>
            <a:r>
              <a:rPr sz="2400" spc="-5" dirty="0">
                <a:solidFill>
                  <a:srgbClr val="3F3F3F"/>
                </a:solidFill>
                <a:latin typeface="Calibri"/>
                <a:cs typeface="Calibri"/>
              </a:rPr>
              <a:t>The</a:t>
            </a:r>
            <a:r>
              <a:rPr sz="2400" spc="-10" dirty="0">
                <a:solidFill>
                  <a:srgbClr val="3F3F3F"/>
                </a:solidFill>
                <a:latin typeface="Calibri"/>
                <a:cs typeface="Calibri"/>
              </a:rPr>
              <a:t> Address</a:t>
            </a:r>
            <a:r>
              <a:rPr sz="2400" spc="-15" dirty="0">
                <a:solidFill>
                  <a:srgbClr val="3F3F3F"/>
                </a:solidFill>
                <a:latin typeface="Calibri"/>
                <a:cs typeface="Calibri"/>
              </a:rPr>
              <a:t> </a:t>
            </a:r>
            <a:r>
              <a:rPr sz="2400" spc="-10" dirty="0">
                <a:solidFill>
                  <a:srgbClr val="3F3F3F"/>
                </a:solidFill>
                <a:latin typeface="Calibri"/>
                <a:cs typeface="Calibri"/>
              </a:rPr>
              <a:t>Resolution</a:t>
            </a:r>
            <a:r>
              <a:rPr sz="2400" spc="-30" dirty="0">
                <a:solidFill>
                  <a:srgbClr val="3F3F3F"/>
                </a:solidFill>
                <a:latin typeface="Calibri"/>
                <a:cs typeface="Calibri"/>
              </a:rPr>
              <a:t> </a:t>
            </a:r>
            <a:r>
              <a:rPr sz="2400" spc="-15" dirty="0">
                <a:solidFill>
                  <a:srgbClr val="3F3F3F"/>
                </a:solidFill>
                <a:latin typeface="Calibri"/>
                <a:cs typeface="Calibri"/>
              </a:rPr>
              <a:t>Protocol</a:t>
            </a:r>
            <a:r>
              <a:rPr sz="2400" spc="-25" dirty="0">
                <a:solidFill>
                  <a:srgbClr val="3F3F3F"/>
                </a:solidFill>
                <a:latin typeface="Calibri"/>
                <a:cs typeface="Calibri"/>
              </a:rPr>
              <a:t> </a:t>
            </a:r>
            <a:r>
              <a:rPr sz="2400" spc="-5" dirty="0">
                <a:solidFill>
                  <a:srgbClr val="3F3F3F"/>
                </a:solidFill>
                <a:latin typeface="Calibri"/>
                <a:cs typeface="Calibri"/>
              </a:rPr>
              <a:t>(ARP)</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29</a:t>
            </a:fld>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8204200" cy="756920"/>
          </a:xfrm>
          <a:prstGeom prst="rect">
            <a:avLst/>
          </a:prstGeom>
        </p:spPr>
        <p:txBody>
          <a:bodyPr vert="horz" wrap="square" lIns="0" tIns="12700" rIns="0" bIns="0" rtlCol="0">
            <a:spAutoFit/>
          </a:bodyPr>
          <a:lstStyle/>
          <a:p>
            <a:pPr marL="12700">
              <a:lnSpc>
                <a:spcPct val="100000"/>
              </a:lnSpc>
              <a:spcBef>
                <a:spcPts val="100"/>
              </a:spcBef>
            </a:pPr>
            <a:r>
              <a:rPr sz="4800" i="0" spc="-45" dirty="0">
                <a:latin typeface="Arial"/>
                <a:cs typeface="Arial"/>
              </a:rPr>
              <a:t>Main</a:t>
            </a:r>
            <a:r>
              <a:rPr sz="4800" i="0" spc="-100" dirty="0">
                <a:latin typeface="Arial"/>
                <a:cs typeface="Arial"/>
              </a:rPr>
              <a:t> </a:t>
            </a:r>
            <a:r>
              <a:rPr sz="4800" i="0" spc="-40" dirty="0">
                <a:latin typeface="Arial"/>
                <a:cs typeface="Arial"/>
              </a:rPr>
              <a:t>and</a:t>
            </a:r>
            <a:r>
              <a:rPr sz="4800" i="0" spc="-245" dirty="0">
                <a:latin typeface="Arial"/>
                <a:cs typeface="Arial"/>
              </a:rPr>
              <a:t> </a:t>
            </a:r>
            <a:r>
              <a:rPr sz="4800" i="0" spc="-50" dirty="0">
                <a:latin typeface="Arial"/>
                <a:cs typeface="Arial"/>
              </a:rPr>
              <a:t>Auxiliary</a:t>
            </a:r>
            <a:r>
              <a:rPr sz="4800" i="0" spc="-90" dirty="0">
                <a:latin typeface="Arial"/>
                <a:cs typeface="Arial"/>
              </a:rPr>
              <a:t> </a:t>
            </a:r>
            <a:r>
              <a:rPr sz="4800" i="0" spc="-50" dirty="0">
                <a:latin typeface="Arial"/>
                <a:cs typeface="Arial"/>
              </a:rPr>
              <a:t>Protocols</a:t>
            </a:r>
            <a:endParaRPr sz="4800">
              <a:latin typeface="Arial"/>
              <a:cs typeface="Arial"/>
            </a:endParaRPr>
          </a:p>
        </p:txBody>
      </p:sp>
      <p:sp>
        <p:nvSpPr>
          <p:cNvPr id="3" name="object 3"/>
          <p:cNvSpPr txBox="1"/>
          <p:nvPr/>
        </p:nvSpPr>
        <p:spPr>
          <a:xfrm>
            <a:off x="5592921" y="1617979"/>
            <a:ext cx="2835275" cy="848360"/>
          </a:xfrm>
          <a:prstGeom prst="rect">
            <a:avLst/>
          </a:prstGeom>
        </p:spPr>
        <p:txBody>
          <a:bodyPr vert="horz" wrap="square" lIns="0" tIns="12700" rIns="0" bIns="0" rtlCol="0">
            <a:spAutoFit/>
          </a:bodyPr>
          <a:lstStyle/>
          <a:p>
            <a:pPr marL="12700" marR="5080" algn="ctr">
              <a:lnSpc>
                <a:spcPct val="100000"/>
              </a:lnSpc>
              <a:spcBef>
                <a:spcPts val="100"/>
              </a:spcBef>
            </a:pPr>
            <a:r>
              <a:rPr sz="1800" spc="-5" dirty="0">
                <a:solidFill>
                  <a:srgbClr val="FFFFFF"/>
                </a:solidFill>
                <a:latin typeface="Calibri"/>
                <a:cs typeface="Calibri"/>
              </a:rPr>
              <a:t>Main </a:t>
            </a:r>
            <a:r>
              <a:rPr sz="1800" spc="-10" dirty="0">
                <a:solidFill>
                  <a:srgbClr val="FFFFFF"/>
                </a:solidFill>
                <a:latin typeface="Calibri"/>
                <a:cs typeface="Calibri"/>
              </a:rPr>
              <a:t>protocol: </a:t>
            </a:r>
            <a:r>
              <a:rPr sz="1800" spc="-5" dirty="0">
                <a:solidFill>
                  <a:srgbClr val="FFFFFF"/>
                </a:solidFill>
                <a:latin typeface="Calibri"/>
                <a:cs typeface="Calibri"/>
              </a:rPr>
              <a:t>responsible </a:t>
            </a:r>
            <a:r>
              <a:rPr sz="1800" spc="-15" dirty="0">
                <a:solidFill>
                  <a:srgbClr val="FFFFFF"/>
                </a:solidFill>
                <a:latin typeface="Calibri"/>
                <a:cs typeface="Calibri"/>
              </a:rPr>
              <a:t>for </a:t>
            </a:r>
            <a:r>
              <a:rPr sz="1800" spc="-395" dirty="0">
                <a:solidFill>
                  <a:srgbClr val="FFFFFF"/>
                </a:solidFill>
                <a:latin typeface="Calibri"/>
                <a:cs typeface="Calibri"/>
              </a:rPr>
              <a:t> </a:t>
            </a:r>
            <a:r>
              <a:rPr sz="1800" spc="-10" dirty="0">
                <a:solidFill>
                  <a:srgbClr val="FFFFFF"/>
                </a:solidFill>
                <a:latin typeface="Calibri"/>
                <a:cs typeface="Calibri"/>
              </a:rPr>
              <a:t>packetizing,</a:t>
            </a:r>
            <a:r>
              <a:rPr sz="1800" dirty="0">
                <a:solidFill>
                  <a:srgbClr val="FFFFFF"/>
                </a:solidFill>
                <a:latin typeface="Calibri"/>
                <a:cs typeface="Calibri"/>
              </a:rPr>
              <a:t> </a:t>
            </a:r>
            <a:r>
              <a:rPr sz="1800" spc="-10" dirty="0">
                <a:solidFill>
                  <a:srgbClr val="FFFFFF"/>
                </a:solidFill>
                <a:latin typeface="Calibri"/>
                <a:cs typeface="Calibri"/>
              </a:rPr>
              <a:t>forwarding,</a:t>
            </a:r>
            <a:r>
              <a:rPr sz="1800" spc="10" dirty="0">
                <a:solidFill>
                  <a:srgbClr val="FFFFFF"/>
                </a:solidFill>
                <a:latin typeface="Calibri"/>
                <a:cs typeface="Calibri"/>
              </a:rPr>
              <a:t> </a:t>
            </a:r>
            <a:r>
              <a:rPr sz="1800" dirty="0">
                <a:solidFill>
                  <a:srgbClr val="FFFFFF"/>
                </a:solidFill>
                <a:latin typeface="Calibri"/>
                <a:cs typeface="Calibri"/>
              </a:rPr>
              <a:t>and </a:t>
            </a:r>
            <a:r>
              <a:rPr sz="1800" spc="5" dirty="0">
                <a:solidFill>
                  <a:srgbClr val="FFFFFF"/>
                </a:solidFill>
                <a:latin typeface="Calibri"/>
                <a:cs typeface="Calibri"/>
              </a:rPr>
              <a:t> </a:t>
            </a:r>
            <a:r>
              <a:rPr sz="1800" spc="-5" dirty="0">
                <a:solidFill>
                  <a:srgbClr val="FFFFFF"/>
                </a:solidFill>
                <a:latin typeface="Calibri"/>
                <a:cs typeface="Calibri"/>
              </a:rPr>
              <a:t>delivery</a:t>
            </a:r>
            <a:r>
              <a:rPr sz="1800" spc="-20" dirty="0">
                <a:solidFill>
                  <a:srgbClr val="FFFFFF"/>
                </a:solidFill>
                <a:latin typeface="Calibri"/>
                <a:cs typeface="Calibri"/>
              </a:rPr>
              <a:t> </a:t>
            </a:r>
            <a:r>
              <a:rPr sz="1800" spc="-5" dirty="0">
                <a:solidFill>
                  <a:srgbClr val="FFFFFF"/>
                </a:solidFill>
                <a:latin typeface="Calibri"/>
                <a:cs typeface="Calibri"/>
              </a:rPr>
              <a:t>of </a:t>
            </a:r>
            <a:r>
              <a:rPr sz="1800" dirty="0">
                <a:solidFill>
                  <a:srgbClr val="FFFFFF"/>
                </a:solidFill>
                <a:latin typeface="Calibri"/>
                <a:cs typeface="Calibri"/>
              </a:rPr>
              <a:t>a</a:t>
            </a:r>
            <a:r>
              <a:rPr sz="1800" spc="10" dirty="0">
                <a:solidFill>
                  <a:srgbClr val="FFFFFF"/>
                </a:solidFill>
                <a:latin typeface="Calibri"/>
                <a:cs typeface="Calibri"/>
              </a:rPr>
              <a:t> </a:t>
            </a:r>
            <a:r>
              <a:rPr sz="1800" spc="-15" dirty="0">
                <a:solidFill>
                  <a:srgbClr val="FFFFFF"/>
                </a:solidFill>
                <a:latin typeface="Calibri"/>
                <a:cs typeface="Calibri"/>
              </a:rPr>
              <a:t>packet</a:t>
            </a:r>
            <a:endParaRPr sz="1800">
              <a:latin typeface="Calibri"/>
              <a:cs typeface="Calibri"/>
            </a:endParaRPr>
          </a:p>
        </p:txBody>
      </p:sp>
      <p:grpSp>
        <p:nvGrpSpPr>
          <p:cNvPr id="4" name="object 4"/>
          <p:cNvGrpSpPr/>
          <p:nvPr/>
        </p:nvGrpSpPr>
        <p:grpSpPr>
          <a:xfrm>
            <a:off x="1211580" y="1676718"/>
            <a:ext cx="3293745" cy="2211070"/>
            <a:chOff x="1211580" y="1676718"/>
            <a:chExt cx="3293745" cy="2211070"/>
          </a:xfrm>
        </p:grpSpPr>
        <p:sp>
          <p:nvSpPr>
            <p:cNvPr id="5" name="object 5"/>
            <p:cNvSpPr/>
            <p:nvPr/>
          </p:nvSpPr>
          <p:spPr>
            <a:xfrm>
              <a:off x="1219790" y="1676718"/>
              <a:ext cx="3277235" cy="2211070"/>
            </a:xfrm>
            <a:custGeom>
              <a:avLst/>
              <a:gdLst/>
              <a:ahLst/>
              <a:cxnLst/>
              <a:rect l="l" t="t" r="r" b="b"/>
              <a:pathLst>
                <a:path w="3277235" h="2211070">
                  <a:moveTo>
                    <a:pt x="1662029" y="0"/>
                  </a:moveTo>
                  <a:lnTo>
                    <a:pt x="1598474" y="66"/>
                  </a:lnTo>
                  <a:lnTo>
                    <a:pt x="1535313" y="821"/>
                  </a:lnTo>
                  <a:lnTo>
                    <a:pt x="1472603" y="2253"/>
                  </a:lnTo>
                  <a:lnTo>
                    <a:pt x="1410402" y="4351"/>
                  </a:lnTo>
                  <a:lnTo>
                    <a:pt x="1348769" y="7106"/>
                  </a:lnTo>
                  <a:lnTo>
                    <a:pt x="1287762" y="10507"/>
                  </a:lnTo>
                  <a:lnTo>
                    <a:pt x="1227439" y="14543"/>
                  </a:lnTo>
                  <a:lnTo>
                    <a:pt x="1167859" y="19205"/>
                  </a:lnTo>
                  <a:lnTo>
                    <a:pt x="1109079" y="24480"/>
                  </a:lnTo>
                  <a:lnTo>
                    <a:pt x="1051158" y="30360"/>
                  </a:lnTo>
                  <a:lnTo>
                    <a:pt x="994155" y="36833"/>
                  </a:lnTo>
                  <a:lnTo>
                    <a:pt x="938127" y="43888"/>
                  </a:lnTo>
                  <a:lnTo>
                    <a:pt x="883132" y="51517"/>
                  </a:lnTo>
                  <a:lnTo>
                    <a:pt x="829229" y="59707"/>
                  </a:lnTo>
                  <a:lnTo>
                    <a:pt x="776477" y="68449"/>
                  </a:lnTo>
                  <a:lnTo>
                    <a:pt x="724933" y="77732"/>
                  </a:lnTo>
                  <a:lnTo>
                    <a:pt x="674655" y="87546"/>
                  </a:lnTo>
                  <a:lnTo>
                    <a:pt x="625703" y="97879"/>
                  </a:lnTo>
                  <a:lnTo>
                    <a:pt x="578133" y="108722"/>
                  </a:lnTo>
                  <a:lnTo>
                    <a:pt x="532005" y="120065"/>
                  </a:lnTo>
                  <a:lnTo>
                    <a:pt x="487377" y="131896"/>
                  </a:lnTo>
                  <a:lnTo>
                    <a:pt x="444306" y="144205"/>
                  </a:lnTo>
                  <a:lnTo>
                    <a:pt x="402852" y="156982"/>
                  </a:lnTo>
                  <a:lnTo>
                    <a:pt x="363072" y="170216"/>
                  </a:lnTo>
                  <a:lnTo>
                    <a:pt x="325024" y="183896"/>
                  </a:lnTo>
                  <a:lnTo>
                    <a:pt x="288767" y="198013"/>
                  </a:lnTo>
                  <a:lnTo>
                    <a:pt x="221859" y="227514"/>
                  </a:lnTo>
                  <a:lnTo>
                    <a:pt x="162813" y="258633"/>
                  </a:lnTo>
                  <a:lnTo>
                    <a:pt x="112096" y="291289"/>
                  </a:lnTo>
                  <a:lnTo>
                    <a:pt x="70172" y="325395"/>
                  </a:lnTo>
                  <a:lnTo>
                    <a:pt x="37509" y="360869"/>
                  </a:lnTo>
                  <a:lnTo>
                    <a:pt x="12416" y="401957"/>
                  </a:lnTo>
                  <a:lnTo>
                    <a:pt x="849" y="442795"/>
                  </a:lnTo>
                  <a:lnTo>
                    <a:pt x="0" y="463061"/>
                  </a:lnTo>
                  <a:lnTo>
                    <a:pt x="2365" y="483191"/>
                  </a:lnTo>
                  <a:lnTo>
                    <a:pt x="16520" y="522952"/>
                  </a:lnTo>
                  <a:lnTo>
                    <a:pt x="42870" y="561886"/>
                  </a:lnTo>
                  <a:lnTo>
                    <a:pt x="80971" y="599798"/>
                  </a:lnTo>
                  <a:lnTo>
                    <a:pt x="130380" y="636498"/>
                  </a:lnTo>
                  <a:lnTo>
                    <a:pt x="190653" y="671790"/>
                  </a:lnTo>
                  <a:lnTo>
                    <a:pt x="224725" y="688849"/>
                  </a:lnTo>
                  <a:lnTo>
                    <a:pt x="261346" y="705484"/>
                  </a:lnTo>
                  <a:lnTo>
                    <a:pt x="300462" y="721670"/>
                  </a:lnTo>
                  <a:lnTo>
                    <a:pt x="342016" y="737385"/>
                  </a:lnTo>
                  <a:lnTo>
                    <a:pt x="385954" y="752603"/>
                  </a:lnTo>
                  <a:lnTo>
                    <a:pt x="432219" y="767301"/>
                  </a:lnTo>
                  <a:lnTo>
                    <a:pt x="480756" y="781455"/>
                  </a:lnTo>
                  <a:lnTo>
                    <a:pt x="531511" y="795040"/>
                  </a:lnTo>
                  <a:lnTo>
                    <a:pt x="584426" y="808032"/>
                  </a:lnTo>
                  <a:lnTo>
                    <a:pt x="639448" y="820408"/>
                  </a:lnTo>
                  <a:lnTo>
                    <a:pt x="696520" y="832142"/>
                  </a:lnTo>
                  <a:lnTo>
                    <a:pt x="755587" y="843212"/>
                  </a:lnTo>
                  <a:lnTo>
                    <a:pt x="816593" y="853593"/>
                  </a:lnTo>
                  <a:lnTo>
                    <a:pt x="879483" y="863260"/>
                  </a:lnTo>
                  <a:lnTo>
                    <a:pt x="944202" y="872190"/>
                  </a:lnTo>
                  <a:lnTo>
                    <a:pt x="1010695" y="880359"/>
                  </a:lnTo>
                  <a:lnTo>
                    <a:pt x="1078904" y="887742"/>
                  </a:lnTo>
                  <a:lnTo>
                    <a:pt x="1148776" y="894315"/>
                  </a:lnTo>
                  <a:lnTo>
                    <a:pt x="1220255" y="900055"/>
                  </a:lnTo>
                  <a:lnTo>
                    <a:pt x="1293285" y="904937"/>
                  </a:lnTo>
                  <a:lnTo>
                    <a:pt x="1484485" y="2211005"/>
                  </a:lnTo>
                  <a:lnTo>
                    <a:pt x="1532982" y="2211005"/>
                  </a:lnTo>
                  <a:lnTo>
                    <a:pt x="1918125" y="907985"/>
                  </a:lnTo>
                  <a:lnTo>
                    <a:pt x="1988134" y="904145"/>
                  </a:lnTo>
                  <a:lnTo>
                    <a:pt x="2057038" y="899495"/>
                  </a:lnTo>
                  <a:lnTo>
                    <a:pt x="2124768" y="894054"/>
                  </a:lnTo>
                  <a:lnTo>
                    <a:pt x="2191258" y="887840"/>
                  </a:lnTo>
                  <a:lnTo>
                    <a:pt x="2256441" y="880871"/>
                  </a:lnTo>
                  <a:lnTo>
                    <a:pt x="2320247" y="873165"/>
                  </a:lnTo>
                  <a:lnTo>
                    <a:pt x="2382611" y="864742"/>
                  </a:lnTo>
                  <a:lnTo>
                    <a:pt x="2443465" y="855618"/>
                  </a:lnTo>
                  <a:lnTo>
                    <a:pt x="2502740" y="845813"/>
                  </a:lnTo>
                  <a:lnTo>
                    <a:pt x="2560371" y="835345"/>
                  </a:lnTo>
                  <a:lnTo>
                    <a:pt x="2616288" y="824232"/>
                  </a:lnTo>
                  <a:lnTo>
                    <a:pt x="2670425" y="812493"/>
                  </a:lnTo>
                  <a:lnTo>
                    <a:pt x="2722715" y="800145"/>
                  </a:lnTo>
                  <a:lnTo>
                    <a:pt x="2773089" y="787208"/>
                  </a:lnTo>
                  <a:lnTo>
                    <a:pt x="2821480" y="773699"/>
                  </a:lnTo>
                  <a:lnTo>
                    <a:pt x="2867821" y="759637"/>
                  </a:lnTo>
                  <a:lnTo>
                    <a:pt x="2912044" y="745040"/>
                  </a:lnTo>
                  <a:lnTo>
                    <a:pt x="2954083" y="729927"/>
                  </a:lnTo>
                  <a:lnTo>
                    <a:pt x="2993868" y="714316"/>
                  </a:lnTo>
                  <a:lnTo>
                    <a:pt x="3031333" y="698224"/>
                  </a:lnTo>
                  <a:lnTo>
                    <a:pt x="3066411" y="681671"/>
                  </a:lnTo>
                  <a:lnTo>
                    <a:pt x="3129134" y="647254"/>
                  </a:lnTo>
                  <a:lnTo>
                    <a:pt x="3181496" y="611211"/>
                  </a:lnTo>
                  <a:lnTo>
                    <a:pt x="3222958" y="573688"/>
                  </a:lnTo>
                  <a:lnTo>
                    <a:pt x="3253698" y="533854"/>
                  </a:lnTo>
                  <a:lnTo>
                    <a:pt x="3271972" y="492867"/>
                  </a:lnTo>
                  <a:lnTo>
                    <a:pt x="3276942" y="452226"/>
                  </a:lnTo>
                  <a:lnTo>
                    <a:pt x="3274576" y="432095"/>
                  </a:lnTo>
                  <a:lnTo>
                    <a:pt x="3260422" y="392334"/>
                  </a:lnTo>
                  <a:lnTo>
                    <a:pt x="3234072" y="353400"/>
                  </a:lnTo>
                  <a:lnTo>
                    <a:pt x="3195970" y="315488"/>
                  </a:lnTo>
                  <a:lnTo>
                    <a:pt x="3146561" y="278789"/>
                  </a:lnTo>
                  <a:lnTo>
                    <a:pt x="3086288" y="243496"/>
                  </a:lnTo>
                  <a:lnTo>
                    <a:pt x="3052217" y="226437"/>
                  </a:lnTo>
                  <a:lnTo>
                    <a:pt x="3015595" y="209803"/>
                  </a:lnTo>
                  <a:lnTo>
                    <a:pt x="2976480" y="193616"/>
                  </a:lnTo>
                  <a:lnTo>
                    <a:pt x="2934925" y="177901"/>
                  </a:lnTo>
                  <a:lnTo>
                    <a:pt x="2890988" y="162683"/>
                  </a:lnTo>
                  <a:lnTo>
                    <a:pt x="2844723" y="147985"/>
                  </a:lnTo>
                  <a:lnTo>
                    <a:pt x="2796185" y="133831"/>
                  </a:lnTo>
                  <a:lnTo>
                    <a:pt x="2745431" y="120246"/>
                  </a:lnTo>
                  <a:lnTo>
                    <a:pt x="2692515" y="107254"/>
                  </a:lnTo>
                  <a:lnTo>
                    <a:pt x="2637494" y="94879"/>
                  </a:lnTo>
                  <a:lnTo>
                    <a:pt x="2580422" y="83144"/>
                  </a:lnTo>
                  <a:lnTo>
                    <a:pt x="2521355" y="72074"/>
                  </a:lnTo>
                  <a:lnTo>
                    <a:pt x="2460348" y="61694"/>
                  </a:lnTo>
                  <a:lnTo>
                    <a:pt x="2397458" y="52026"/>
                  </a:lnTo>
                  <a:lnTo>
                    <a:pt x="2332739" y="43096"/>
                  </a:lnTo>
                  <a:lnTo>
                    <a:pt x="2266247" y="34928"/>
                  </a:lnTo>
                  <a:lnTo>
                    <a:pt x="2198037" y="27544"/>
                  </a:lnTo>
                  <a:lnTo>
                    <a:pt x="2128165" y="20971"/>
                  </a:lnTo>
                  <a:lnTo>
                    <a:pt x="2056687" y="15231"/>
                  </a:lnTo>
                  <a:lnTo>
                    <a:pt x="1983657" y="10349"/>
                  </a:lnTo>
                  <a:lnTo>
                    <a:pt x="1919011" y="6820"/>
                  </a:lnTo>
                  <a:lnTo>
                    <a:pt x="1854467" y="4031"/>
                  </a:lnTo>
                  <a:lnTo>
                    <a:pt x="1790083" y="1971"/>
                  </a:lnTo>
                  <a:lnTo>
                    <a:pt x="1725918" y="631"/>
                  </a:lnTo>
                  <a:lnTo>
                    <a:pt x="1662029" y="0"/>
                  </a:lnTo>
                  <a:close/>
                </a:path>
              </a:pathLst>
            </a:custGeom>
            <a:solidFill>
              <a:srgbClr val="1CACE4"/>
            </a:solidFill>
          </p:spPr>
          <p:txBody>
            <a:bodyPr wrap="square" lIns="0" tIns="0" rIns="0" bIns="0" rtlCol="0"/>
            <a:lstStyle/>
            <a:p>
              <a:endParaRPr/>
            </a:p>
          </p:txBody>
        </p:sp>
        <p:sp>
          <p:nvSpPr>
            <p:cNvPr id="6" name="object 6"/>
            <p:cNvSpPr/>
            <p:nvPr/>
          </p:nvSpPr>
          <p:spPr>
            <a:xfrm>
              <a:off x="1211580" y="1677923"/>
              <a:ext cx="3293745" cy="2209800"/>
            </a:xfrm>
            <a:custGeom>
              <a:avLst/>
              <a:gdLst/>
              <a:ahLst/>
              <a:cxnLst/>
              <a:rect l="l" t="t" r="r" b="b"/>
              <a:pathLst>
                <a:path w="3293745" h="2209800">
                  <a:moveTo>
                    <a:pt x="1307591" y="901700"/>
                  </a:moveTo>
                  <a:lnTo>
                    <a:pt x="1138427" y="901700"/>
                  </a:lnTo>
                  <a:lnTo>
                    <a:pt x="1217675" y="914400"/>
                  </a:lnTo>
                  <a:lnTo>
                    <a:pt x="1293875" y="914400"/>
                  </a:lnTo>
                  <a:lnTo>
                    <a:pt x="1484870" y="2209800"/>
                  </a:lnTo>
                  <a:lnTo>
                    <a:pt x="1500539" y="2209800"/>
                  </a:lnTo>
                  <a:lnTo>
                    <a:pt x="1309115" y="914400"/>
                  </a:lnTo>
                  <a:lnTo>
                    <a:pt x="1307591" y="901700"/>
                  </a:lnTo>
                  <a:close/>
                </a:path>
                <a:path w="3293745" h="2209800">
                  <a:moveTo>
                    <a:pt x="2167127" y="901700"/>
                  </a:moveTo>
                  <a:lnTo>
                    <a:pt x="1921763" y="901700"/>
                  </a:lnTo>
                  <a:lnTo>
                    <a:pt x="1918715" y="914400"/>
                  </a:lnTo>
                  <a:lnTo>
                    <a:pt x="1532706" y="2209800"/>
                  </a:lnTo>
                  <a:lnTo>
                    <a:pt x="1549299" y="2209800"/>
                  </a:lnTo>
                  <a:lnTo>
                    <a:pt x="1930184" y="927100"/>
                  </a:lnTo>
                  <a:lnTo>
                    <a:pt x="1926335" y="927100"/>
                  </a:lnTo>
                  <a:lnTo>
                    <a:pt x="1933955" y="914400"/>
                  </a:lnTo>
                  <a:lnTo>
                    <a:pt x="2107691" y="914400"/>
                  </a:lnTo>
                  <a:lnTo>
                    <a:pt x="2167127" y="901700"/>
                  </a:lnTo>
                  <a:close/>
                </a:path>
                <a:path w="3293745" h="2209800">
                  <a:moveTo>
                    <a:pt x="1933955" y="914400"/>
                  </a:moveTo>
                  <a:lnTo>
                    <a:pt x="1926335" y="927100"/>
                  </a:lnTo>
                  <a:lnTo>
                    <a:pt x="1930307" y="926686"/>
                  </a:lnTo>
                  <a:lnTo>
                    <a:pt x="1933955" y="914400"/>
                  </a:lnTo>
                  <a:close/>
                </a:path>
                <a:path w="3293745" h="2209800">
                  <a:moveTo>
                    <a:pt x="1930307" y="926686"/>
                  </a:moveTo>
                  <a:lnTo>
                    <a:pt x="1926335" y="927100"/>
                  </a:lnTo>
                  <a:lnTo>
                    <a:pt x="1930184" y="927100"/>
                  </a:lnTo>
                  <a:lnTo>
                    <a:pt x="1930307" y="926686"/>
                  </a:lnTo>
                  <a:close/>
                </a:path>
                <a:path w="3293745" h="2209800">
                  <a:moveTo>
                    <a:pt x="2048255" y="914400"/>
                  </a:moveTo>
                  <a:lnTo>
                    <a:pt x="1933955" y="914400"/>
                  </a:lnTo>
                  <a:lnTo>
                    <a:pt x="1930307" y="926686"/>
                  </a:lnTo>
                  <a:lnTo>
                    <a:pt x="2048255" y="914400"/>
                  </a:lnTo>
                  <a:close/>
                </a:path>
                <a:path w="3293745" h="2209800">
                  <a:moveTo>
                    <a:pt x="841247" y="850900"/>
                  </a:moveTo>
                  <a:lnTo>
                    <a:pt x="769619" y="850900"/>
                  </a:lnTo>
                  <a:lnTo>
                    <a:pt x="839723" y="863600"/>
                  </a:lnTo>
                  <a:lnTo>
                    <a:pt x="874775" y="876300"/>
                  </a:lnTo>
                  <a:lnTo>
                    <a:pt x="909827" y="876300"/>
                  </a:lnTo>
                  <a:lnTo>
                    <a:pt x="1060703" y="901700"/>
                  </a:lnTo>
                  <a:lnTo>
                    <a:pt x="1219199" y="901700"/>
                  </a:lnTo>
                  <a:lnTo>
                    <a:pt x="1139951" y="889000"/>
                  </a:lnTo>
                  <a:lnTo>
                    <a:pt x="1062227" y="889000"/>
                  </a:lnTo>
                  <a:lnTo>
                    <a:pt x="912875" y="863600"/>
                  </a:lnTo>
                  <a:lnTo>
                    <a:pt x="876299" y="863600"/>
                  </a:lnTo>
                  <a:lnTo>
                    <a:pt x="841247" y="850900"/>
                  </a:lnTo>
                  <a:close/>
                </a:path>
                <a:path w="3293745" h="2209800">
                  <a:moveTo>
                    <a:pt x="2281427" y="889000"/>
                  </a:moveTo>
                  <a:lnTo>
                    <a:pt x="2165603" y="889000"/>
                  </a:lnTo>
                  <a:lnTo>
                    <a:pt x="1987295" y="901700"/>
                  </a:lnTo>
                  <a:lnTo>
                    <a:pt x="2225039" y="901700"/>
                  </a:lnTo>
                  <a:lnTo>
                    <a:pt x="2281427" y="889000"/>
                  </a:lnTo>
                  <a:close/>
                </a:path>
                <a:path w="3293745" h="2209800">
                  <a:moveTo>
                    <a:pt x="2884931" y="152400"/>
                  </a:moveTo>
                  <a:lnTo>
                    <a:pt x="2827019" y="152400"/>
                  </a:lnTo>
                  <a:lnTo>
                    <a:pt x="2878835" y="165100"/>
                  </a:lnTo>
                  <a:lnTo>
                    <a:pt x="2904743" y="177800"/>
                  </a:lnTo>
                  <a:lnTo>
                    <a:pt x="2929127" y="190500"/>
                  </a:lnTo>
                  <a:lnTo>
                    <a:pt x="2953511" y="190500"/>
                  </a:lnTo>
                  <a:lnTo>
                    <a:pt x="2999231" y="215900"/>
                  </a:lnTo>
                  <a:lnTo>
                    <a:pt x="3041903" y="228600"/>
                  </a:lnTo>
                  <a:lnTo>
                    <a:pt x="3061715" y="241300"/>
                  </a:lnTo>
                  <a:lnTo>
                    <a:pt x="3098291" y="254000"/>
                  </a:lnTo>
                  <a:lnTo>
                    <a:pt x="3116579" y="266700"/>
                  </a:lnTo>
                  <a:lnTo>
                    <a:pt x="3133343" y="279400"/>
                  </a:lnTo>
                  <a:lnTo>
                    <a:pt x="3163823" y="304800"/>
                  </a:lnTo>
                  <a:lnTo>
                    <a:pt x="3191255" y="317500"/>
                  </a:lnTo>
                  <a:lnTo>
                    <a:pt x="3203447" y="330200"/>
                  </a:lnTo>
                  <a:lnTo>
                    <a:pt x="3224783" y="355600"/>
                  </a:lnTo>
                  <a:lnTo>
                    <a:pt x="3243071" y="368300"/>
                  </a:lnTo>
                  <a:lnTo>
                    <a:pt x="3250691" y="381000"/>
                  </a:lnTo>
                  <a:lnTo>
                    <a:pt x="3262883" y="406400"/>
                  </a:lnTo>
                  <a:lnTo>
                    <a:pt x="3272027" y="431800"/>
                  </a:lnTo>
                  <a:lnTo>
                    <a:pt x="3275075" y="431800"/>
                  </a:lnTo>
                  <a:lnTo>
                    <a:pt x="3276599" y="444500"/>
                  </a:lnTo>
                  <a:lnTo>
                    <a:pt x="3276599" y="482600"/>
                  </a:lnTo>
                  <a:lnTo>
                    <a:pt x="3275075" y="495300"/>
                  </a:lnTo>
                  <a:lnTo>
                    <a:pt x="3272027" y="495300"/>
                  </a:lnTo>
                  <a:lnTo>
                    <a:pt x="3262883" y="520700"/>
                  </a:lnTo>
                  <a:lnTo>
                    <a:pt x="3256787" y="533400"/>
                  </a:lnTo>
                  <a:lnTo>
                    <a:pt x="3241547" y="558800"/>
                  </a:lnTo>
                  <a:lnTo>
                    <a:pt x="3227831" y="571500"/>
                  </a:lnTo>
                  <a:lnTo>
                    <a:pt x="3211067" y="584200"/>
                  </a:lnTo>
                  <a:lnTo>
                    <a:pt x="3192779" y="609600"/>
                  </a:lnTo>
                  <a:lnTo>
                    <a:pt x="3172967" y="622300"/>
                  </a:lnTo>
                  <a:lnTo>
                    <a:pt x="3150107" y="635000"/>
                  </a:lnTo>
                  <a:lnTo>
                    <a:pt x="3125723" y="647700"/>
                  </a:lnTo>
                  <a:lnTo>
                    <a:pt x="3099815" y="660400"/>
                  </a:lnTo>
                  <a:lnTo>
                    <a:pt x="3070859" y="685800"/>
                  </a:lnTo>
                  <a:lnTo>
                    <a:pt x="3008375" y="711200"/>
                  </a:lnTo>
                  <a:lnTo>
                    <a:pt x="2901695" y="749300"/>
                  </a:lnTo>
                  <a:lnTo>
                    <a:pt x="2862071" y="762000"/>
                  </a:lnTo>
                  <a:lnTo>
                    <a:pt x="2820923" y="774700"/>
                  </a:lnTo>
                  <a:lnTo>
                    <a:pt x="2735579" y="800100"/>
                  </a:lnTo>
                  <a:lnTo>
                    <a:pt x="2689859" y="812800"/>
                  </a:lnTo>
                  <a:lnTo>
                    <a:pt x="2642615" y="812800"/>
                  </a:lnTo>
                  <a:lnTo>
                    <a:pt x="2595371" y="825500"/>
                  </a:lnTo>
                  <a:lnTo>
                    <a:pt x="2494787" y="850900"/>
                  </a:lnTo>
                  <a:lnTo>
                    <a:pt x="2442971" y="850900"/>
                  </a:lnTo>
                  <a:lnTo>
                    <a:pt x="2389631" y="863600"/>
                  </a:lnTo>
                  <a:lnTo>
                    <a:pt x="2334767" y="863600"/>
                  </a:lnTo>
                  <a:lnTo>
                    <a:pt x="2223515" y="889000"/>
                  </a:lnTo>
                  <a:lnTo>
                    <a:pt x="2336291" y="889000"/>
                  </a:lnTo>
                  <a:lnTo>
                    <a:pt x="2391155" y="876300"/>
                  </a:lnTo>
                  <a:lnTo>
                    <a:pt x="2444495" y="876300"/>
                  </a:lnTo>
                  <a:lnTo>
                    <a:pt x="2497835" y="863600"/>
                  </a:lnTo>
                  <a:lnTo>
                    <a:pt x="2598419" y="838200"/>
                  </a:lnTo>
                  <a:lnTo>
                    <a:pt x="2645663" y="838200"/>
                  </a:lnTo>
                  <a:lnTo>
                    <a:pt x="2738627" y="812800"/>
                  </a:lnTo>
                  <a:lnTo>
                    <a:pt x="2782823" y="800100"/>
                  </a:lnTo>
                  <a:lnTo>
                    <a:pt x="2825495" y="787400"/>
                  </a:lnTo>
                  <a:lnTo>
                    <a:pt x="2866643" y="774700"/>
                  </a:lnTo>
                  <a:lnTo>
                    <a:pt x="2906267" y="762000"/>
                  </a:lnTo>
                  <a:lnTo>
                    <a:pt x="2944367" y="749300"/>
                  </a:lnTo>
                  <a:lnTo>
                    <a:pt x="2980943" y="736600"/>
                  </a:lnTo>
                  <a:lnTo>
                    <a:pt x="3047999" y="711200"/>
                  </a:lnTo>
                  <a:lnTo>
                    <a:pt x="3107435" y="673100"/>
                  </a:lnTo>
                  <a:lnTo>
                    <a:pt x="3134867" y="660400"/>
                  </a:lnTo>
                  <a:lnTo>
                    <a:pt x="3159251" y="647700"/>
                  </a:lnTo>
                  <a:lnTo>
                    <a:pt x="3182111" y="635000"/>
                  </a:lnTo>
                  <a:lnTo>
                    <a:pt x="3203447" y="622300"/>
                  </a:lnTo>
                  <a:lnTo>
                    <a:pt x="3223259" y="596900"/>
                  </a:lnTo>
                  <a:lnTo>
                    <a:pt x="3240023" y="584200"/>
                  </a:lnTo>
                  <a:lnTo>
                    <a:pt x="3253739" y="558800"/>
                  </a:lnTo>
                  <a:lnTo>
                    <a:pt x="3262883" y="546100"/>
                  </a:lnTo>
                  <a:lnTo>
                    <a:pt x="3270503" y="546100"/>
                  </a:lnTo>
                  <a:lnTo>
                    <a:pt x="3282695" y="520700"/>
                  </a:lnTo>
                  <a:lnTo>
                    <a:pt x="3287267" y="508000"/>
                  </a:lnTo>
                  <a:lnTo>
                    <a:pt x="3290315" y="495300"/>
                  </a:lnTo>
                  <a:lnTo>
                    <a:pt x="3293363" y="469900"/>
                  </a:lnTo>
                  <a:lnTo>
                    <a:pt x="3293363" y="457200"/>
                  </a:lnTo>
                  <a:lnTo>
                    <a:pt x="3290315" y="431800"/>
                  </a:lnTo>
                  <a:lnTo>
                    <a:pt x="3285743" y="419100"/>
                  </a:lnTo>
                  <a:lnTo>
                    <a:pt x="3282695" y="406400"/>
                  </a:lnTo>
                  <a:lnTo>
                    <a:pt x="3270503" y="381000"/>
                  </a:lnTo>
                  <a:lnTo>
                    <a:pt x="3255263" y="355600"/>
                  </a:lnTo>
                  <a:lnTo>
                    <a:pt x="3246119" y="355600"/>
                  </a:lnTo>
                  <a:lnTo>
                    <a:pt x="3212591" y="317500"/>
                  </a:lnTo>
                  <a:lnTo>
                    <a:pt x="3200399" y="304800"/>
                  </a:lnTo>
                  <a:lnTo>
                    <a:pt x="3186683" y="292100"/>
                  </a:lnTo>
                  <a:lnTo>
                    <a:pt x="3172967" y="292100"/>
                  </a:lnTo>
                  <a:lnTo>
                    <a:pt x="3157727" y="279400"/>
                  </a:lnTo>
                  <a:lnTo>
                    <a:pt x="3124199" y="254000"/>
                  </a:lnTo>
                  <a:lnTo>
                    <a:pt x="3105911" y="241300"/>
                  </a:lnTo>
                  <a:lnTo>
                    <a:pt x="3087623" y="241300"/>
                  </a:lnTo>
                  <a:lnTo>
                    <a:pt x="3047999" y="215900"/>
                  </a:lnTo>
                  <a:lnTo>
                    <a:pt x="3005327" y="203200"/>
                  </a:lnTo>
                  <a:lnTo>
                    <a:pt x="2959607" y="177800"/>
                  </a:lnTo>
                  <a:lnTo>
                    <a:pt x="2935223" y="177800"/>
                  </a:lnTo>
                  <a:lnTo>
                    <a:pt x="2909315" y="165100"/>
                  </a:lnTo>
                  <a:lnTo>
                    <a:pt x="2884931" y="152400"/>
                  </a:lnTo>
                  <a:close/>
                </a:path>
                <a:path w="3293745" h="2209800">
                  <a:moveTo>
                    <a:pt x="705611" y="825500"/>
                  </a:moveTo>
                  <a:lnTo>
                    <a:pt x="638555" y="825500"/>
                  </a:lnTo>
                  <a:lnTo>
                    <a:pt x="702563" y="850900"/>
                  </a:lnTo>
                  <a:lnTo>
                    <a:pt x="806195" y="850900"/>
                  </a:lnTo>
                  <a:lnTo>
                    <a:pt x="705611" y="825500"/>
                  </a:lnTo>
                  <a:close/>
                </a:path>
                <a:path w="3293745" h="2209800">
                  <a:moveTo>
                    <a:pt x="493775" y="774700"/>
                  </a:moveTo>
                  <a:lnTo>
                    <a:pt x="435863" y="774700"/>
                  </a:lnTo>
                  <a:lnTo>
                    <a:pt x="461771" y="787400"/>
                  </a:lnTo>
                  <a:lnTo>
                    <a:pt x="490727" y="800100"/>
                  </a:lnTo>
                  <a:lnTo>
                    <a:pt x="518159" y="800100"/>
                  </a:lnTo>
                  <a:lnTo>
                    <a:pt x="547115" y="812800"/>
                  </a:lnTo>
                  <a:lnTo>
                    <a:pt x="608075" y="825500"/>
                  </a:lnTo>
                  <a:lnTo>
                    <a:pt x="673607" y="825500"/>
                  </a:lnTo>
                  <a:lnTo>
                    <a:pt x="643127" y="812800"/>
                  </a:lnTo>
                  <a:lnTo>
                    <a:pt x="611123" y="812800"/>
                  </a:lnTo>
                  <a:lnTo>
                    <a:pt x="580643" y="800100"/>
                  </a:lnTo>
                  <a:lnTo>
                    <a:pt x="493775" y="774700"/>
                  </a:lnTo>
                  <a:close/>
                </a:path>
                <a:path w="3293745" h="2209800">
                  <a:moveTo>
                    <a:pt x="1827275" y="0"/>
                  </a:moveTo>
                  <a:lnTo>
                    <a:pt x="1341119" y="0"/>
                  </a:lnTo>
                  <a:lnTo>
                    <a:pt x="1187195" y="12700"/>
                  </a:lnTo>
                  <a:lnTo>
                    <a:pt x="1110995" y="25400"/>
                  </a:lnTo>
                  <a:lnTo>
                    <a:pt x="1036319" y="25400"/>
                  </a:lnTo>
                  <a:lnTo>
                    <a:pt x="893063" y="50800"/>
                  </a:lnTo>
                  <a:lnTo>
                    <a:pt x="691895" y="88900"/>
                  </a:lnTo>
                  <a:lnTo>
                    <a:pt x="568451" y="114300"/>
                  </a:lnTo>
                  <a:lnTo>
                    <a:pt x="454151" y="139700"/>
                  </a:lnTo>
                  <a:lnTo>
                    <a:pt x="400811" y="152400"/>
                  </a:lnTo>
                  <a:lnTo>
                    <a:pt x="350519" y="177800"/>
                  </a:lnTo>
                  <a:lnTo>
                    <a:pt x="303275" y="190500"/>
                  </a:lnTo>
                  <a:lnTo>
                    <a:pt x="257555" y="215900"/>
                  </a:lnTo>
                  <a:lnTo>
                    <a:pt x="216407" y="228600"/>
                  </a:lnTo>
                  <a:lnTo>
                    <a:pt x="178308" y="254000"/>
                  </a:lnTo>
                  <a:lnTo>
                    <a:pt x="143256" y="266700"/>
                  </a:lnTo>
                  <a:lnTo>
                    <a:pt x="111252" y="292100"/>
                  </a:lnTo>
                  <a:lnTo>
                    <a:pt x="83820" y="317500"/>
                  </a:lnTo>
                  <a:lnTo>
                    <a:pt x="59436" y="342900"/>
                  </a:lnTo>
                  <a:lnTo>
                    <a:pt x="39624" y="355600"/>
                  </a:lnTo>
                  <a:lnTo>
                    <a:pt x="10668" y="406400"/>
                  </a:lnTo>
                  <a:lnTo>
                    <a:pt x="0" y="457200"/>
                  </a:lnTo>
                  <a:lnTo>
                    <a:pt x="0" y="469900"/>
                  </a:lnTo>
                  <a:lnTo>
                    <a:pt x="3048" y="495300"/>
                  </a:lnTo>
                  <a:lnTo>
                    <a:pt x="7620" y="508000"/>
                  </a:lnTo>
                  <a:lnTo>
                    <a:pt x="10668" y="520700"/>
                  </a:lnTo>
                  <a:lnTo>
                    <a:pt x="22859" y="546100"/>
                  </a:lnTo>
                  <a:lnTo>
                    <a:pt x="30480" y="546100"/>
                  </a:lnTo>
                  <a:lnTo>
                    <a:pt x="38100" y="558800"/>
                  </a:lnTo>
                  <a:lnTo>
                    <a:pt x="47243" y="571500"/>
                  </a:lnTo>
                  <a:lnTo>
                    <a:pt x="80772" y="609600"/>
                  </a:lnTo>
                  <a:lnTo>
                    <a:pt x="92964" y="622300"/>
                  </a:lnTo>
                  <a:lnTo>
                    <a:pt x="106680" y="622300"/>
                  </a:lnTo>
                  <a:lnTo>
                    <a:pt x="120396" y="635000"/>
                  </a:lnTo>
                  <a:lnTo>
                    <a:pt x="135636" y="647700"/>
                  </a:lnTo>
                  <a:lnTo>
                    <a:pt x="169164" y="673100"/>
                  </a:lnTo>
                  <a:lnTo>
                    <a:pt x="187452" y="685800"/>
                  </a:lnTo>
                  <a:lnTo>
                    <a:pt x="205740" y="685800"/>
                  </a:lnTo>
                  <a:lnTo>
                    <a:pt x="245363" y="711200"/>
                  </a:lnTo>
                  <a:lnTo>
                    <a:pt x="288035" y="723900"/>
                  </a:lnTo>
                  <a:lnTo>
                    <a:pt x="333755" y="749300"/>
                  </a:lnTo>
                  <a:lnTo>
                    <a:pt x="358139" y="749300"/>
                  </a:lnTo>
                  <a:lnTo>
                    <a:pt x="384047" y="762000"/>
                  </a:lnTo>
                  <a:lnTo>
                    <a:pt x="408431" y="774700"/>
                  </a:lnTo>
                  <a:lnTo>
                    <a:pt x="466343" y="774700"/>
                  </a:lnTo>
                  <a:lnTo>
                    <a:pt x="414527" y="762000"/>
                  </a:lnTo>
                  <a:lnTo>
                    <a:pt x="388619" y="749300"/>
                  </a:lnTo>
                  <a:lnTo>
                    <a:pt x="364235" y="736600"/>
                  </a:lnTo>
                  <a:lnTo>
                    <a:pt x="339851" y="736600"/>
                  </a:lnTo>
                  <a:lnTo>
                    <a:pt x="294131" y="711200"/>
                  </a:lnTo>
                  <a:lnTo>
                    <a:pt x="251459" y="698500"/>
                  </a:lnTo>
                  <a:lnTo>
                    <a:pt x="231647" y="685800"/>
                  </a:lnTo>
                  <a:lnTo>
                    <a:pt x="195072" y="660400"/>
                  </a:lnTo>
                  <a:lnTo>
                    <a:pt x="176784" y="660400"/>
                  </a:lnTo>
                  <a:lnTo>
                    <a:pt x="160020" y="647700"/>
                  </a:lnTo>
                  <a:lnTo>
                    <a:pt x="129540" y="622300"/>
                  </a:lnTo>
                  <a:lnTo>
                    <a:pt x="102108" y="609600"/>
                  </a:lnTo>
                  <a:lnTo>
                    <a:pt x="89915" y="596900"/>
                  </a:lnTo>
                  <a:lnTo>
                    <a:pt x="68580" y="571500"/>
                  </a:lnTo>
                  <a:lnTo>
                    <a:pt x="50292" y="558800"/>
                  </a:lnTo>
                  <a:lnTo>
                    <a:pt x="42671" y="546100"/>
                  </a:lnTo>
                  <a:lnTo>
                    <a:pt x="30480" y="520700"/>
                  </a:lnTo>
                  <a:lnTo>
                    <a:pt x="21336" y="495300"/>
                  </a:lnTo>
                  <a:lnTo>
                    <a:pt x="18287" y="495300"/>
                  </a:lnTo>
                  <a:lnTo>
                    <a:pt x="16764" y="482600"/>
                  </a:lnTo>
                  <a:lnTo>
                    <a:pt x="16764" y="444500"/>
                  </a:lnTo>
                  <a:lnTo>
                    <a:pt x="18287" y="431800"/>
                  </a:lnTo>
                  <a:lnTo>
                    <a:pt x="21336" y="431800"/>
                  </a:lnTo>
                  <a:lnTo>
                    <a:pt x="30480" y="406400"/>
                  </a:lnTo>
                  <a:lnTo>
                    <a:pt x="36576" y="393700"/>
                  </a:lnTo>
                  <a:lnTo>
                    <a:pt x="51815" y="368300"/>
                  </a:lnTo>
                  <a:lnTo>
                    <a:pt x="71628" y="355600"/>
                  </a:lnTo>
                  <a:lnTo>
                    <a:pt x="94487" y="330200"/>
                  </a:lnTo>
                  <a:lnTo>
                    <a:pt x="121920" y="304800"/>
                  </a:lnTo>
                  <a:lnTo>
                    <a:pt x="152400" y="279400"/>
                  </a:lnTo>
                  <a:lnTo>
                    <a:pt x="185928" y="266700"/>
                  </a:lnTo>
                  <a:lnTo>
                    <a:pt x="224027" y="241300"/>
                  </a:lnTo>
                  <a:lnTo>
                    <a:pt x="265175" y="228600"/>
                  </a:lnTo>
                  <a:lnTo>
                    <a:pt x="309371" y="203200"/>
                  </a:lnTo>
                  <a:lnTo>
                    <a:pt x="405383" y="177800"/>
                  </a:lnTo>
                  <a:lnTo>
                    <a:pt x="458723" y="152400"/>
                  </a:lnTo>
                  <a:lnTo>
                    <a:pt x="513587" y="139700"/>
                  </a:lnTo>
                  <a:lnTo>
                    <a:pt x="632459" y="114300"/>
                  </a:lnTo>
                  <a:lnTo>
                    <a:pt x="827531" y="76200"/>
                  </a:lnTo>
                  <a:lnTo>
                    <a:pt x="966215" y="50800"/>
                  </a:lnTo>
                  <a:lnTo>
                    <a:pt x="1039367" y="50800"/>
                  </a:lnTo>
                  <a:lnTo>
                    <a:pt x="1112519" y="38100"/>
                  </a:lnTo>
                  <a:lnTo>
                    <a:pt x="1188719" y="38100"/>
                  </a:lnTo>
                  <a:lnTo>
                    <a:pt x="1501139" y="12700"/>
                  </a:lnTo>
                  <a:lnTo>
                    <a:pt x="1993391" y="12700"/>
                  </a:lnTo>
                  <a:lnTo>
                    <a:pt x="1827275" y="0"/>
                  </a:lnTo>
                  <a:close/>
                </a:path>
                <a:path w="3293745" h="2209800">
                  <a:moveTo>
                    <a:pt x="2232659" y="25400"/>
                  </a:moveTo>
                  <a:lnTo>
                    <a:pt x="2074163" y="25400"/>
                  </a:lnTo>
                  <a:lnTo>
                    <a:pt x="2153411" y="38100"/>
                  </a:lnTo>
                  <a:lnTo>
                    <a:pt x="2231135" y="38100"/>
                  </a:lnTo>
                  <a:lnTo>
                    <a:pt x="2380487" y="63500"/>
                  </a:lnTo>
                  <a:lnTo>
                    <a:pt x="2417063" y="63500"/>
                  </a:lnTo>
                  <a:lnTo>
                    <a:pt x="2452115" y="76200"/>
                  </a:lnTo>
                  <a:lnTo>
                    <a:pt x="2487167" y="76200"/>
                  </a:lnTo>
                  <a:lnTo>
                    <a:pt x="2587751" y="101600"/>
                  </a:lnTo>
                  <a:lnTo>
                    <a:pt x="2619755" y="101600"/>
                  </a:lnTo>
                  <a:lnTo>
                    <a:pt x="2650235" y="114300"/>
                  </a:lnTo>
                  <a:lnTo>
                    <a:pt x="2682239" y="114300"/>
                  </a:lnTo>
                  <a:lnTo>
                    <a:pt x="2712719" y="127000"/>
                  </a:lnTo>
                  <a:lnTo>
                    <a:pt x="2799587" y="152400"/>
                  </a:lnTo>
                  <a:lnTo>
                    <a:pt x="2857499" y="152400"/>
                  </a:lnTo>
                  <a:lnTo>
                    <a:pt x="2831591" y="139700"/>
                  </a:lnTo>
                  <a:lnTo>
                    <a:pt x="2802635" y="127000"/>
                  </a:lnTo>
                  <a:lnTo>
                    <a:pt x="2775203" y="127000"/>
                  </a:lnTo>
                  <a:lnTo>
                    <a:pt x="2746247" y="114300"/>
                  </a:lnTo>
                  <a:lnTo>
                    <a:pt x="2685287" y="101600"/>
                  </a:lnTo>
                  <a:lnTo>
                    <a:pt x="2654807" y="88900"/>
                  </a:lnTo>
                  <a:lnTo>
                    <a:pt x="2622803" y="88900"/>
                  </a:lnTo>
                  <a:lnTo>
                    <a:pt x="2590799" y="76200"/>
                  </a:lnTo>
                  <a:lnTo>
                    <a:pt x="2453639" y="50800"/>
                  </a:lnTo>
                  <a:lnTo>
                    <a:pt x="2383535" y="50800"/>
                  </a:lnTo>
                  <a:lnTo>
                    <a:pt x="2232659" y="25400"/>
                  </a:lnTo>
                  <a:close/>
                </a:path>
                <a:path w="3293745" h="2209800">
                  <a:moveTo>
                    <a:pt x="2075687" y="12700"/>
                  </a:moveTo>
                  <a:lnTo>
                    <a:pt x="1827275" y="12700"/>
                  </a:lnTo>
                  <a:lnTo>
                    <a:pt x="1991867" y="25400"/>
                  </a:lnTo>
                  <a:lnTo>
                    <a:pt x="2154935" y="25400"/>
                  </a:lnTo>
                  <a:lnTo>
                    <a:pt x="2075687" y="12700"/>
                  </a:lnTo>
                  <a:close/>
                </a:path>
              </a:pathLst>
            </a:custGeom>
            <a:solidFill>
              <a:srgbClr val="117EA7"/>
            </a:solidFill>
          </p:spPr>
          <p:txBody>
            <a:bodyPr wrap="square" lIns="0" tIns="0" rIns="0" bIns="0" rtlCol="0"/>
            <a:lstStyle/>
            <a:p>
              <a:endParaRPr/>
            </a:p>
          </p:txBody>
        </p:sp>
      </p:grpSp>
      <p:sp>
        <p:nvSpPr>
          <p:cNvPr id="7" name="object 7"/>
          <p:cNvSpPr txBox="1"/>
          <p:nvPr/>
        </p:nvSpPr>
        <p:spPr>
          <a:xfrm>
            <a:off x="1999011" y="1694179"/>
            <a:ext cx="1716405" cy="848360"/>
          </a:xfrm>
          <a:prstGeom prst="rect">
            <a:avLst/>
          </a:prstGeom>
        </p:spPr>
        <p:txBody>
          <a:bodyPr vert="horz" wrap="square" lIns="0" tIns="12700" rIns="0" bIns="0" rtlCol="0">
            <a:spAutoFit/>
          </a:bodyPr>
          <a:lstStyle/>
          <a:p>
            <a:pPr marL="12700" marR="5080" algn="ctr">
              <a:lnSpc>
                <a:spcPct val="100000"/>
              </a:lnSpc>
              <a:spcBef>
                <a:spcPts val="100"/>
              </a:spcBef>
            </a:pPr>
            <a:r>
              <a:rPr sz="1800" spc="-5" dirty="0">
                <a:solidFill>
                  <a:srgbClr val="FFFFFF"/>
                </a:solidFill>
                <a:latin typeface="Calibri"/>
                <a:cs typeface="Calibri"/>
              </a:rPr>
              <a:t>Auxiliary</a:t>
            </a:r>
            <a:r>
              <a:rPr sz="1800" spc="-75" dirty="0">
                <a:solidFill>
                  <a:srgbClr val="FFFFFF"/>
                </a:solidFill>
                <a:latin typeface="Calibri"/>
                <a:cs typeface="Calibri"/>
              </a:rPr>
              <a:t> </a:t>
            </a:r>
            <a:r>
              <a:rPr sz="1800" spc="-10" dirty="0">
                <a:solidFill>
                  <a:srgbClr val="FFFFFF"/>
                </a:solidFill>
                <a:latin typeface="Calibri"/>
                <a:cs typeface="Calibri"/>
              </a:rPr>
              <a:t>protocol: </a:t>
            </a:r>
            <a:r>
              <a:rPr sz="1800" spc="-395" dirty="0">
                <a:solidFill>
                  <a:srgbClr val="FFFFFF"/>
                </a:solidFill>
                <a:latin typeface="Calibri"/>
                <a:cs typeface="Calibri"/>
              </a:rPr>
              <a:t> </a:t>
            </a:r>
            <a:r>
              <a:rPr sz="1800" spc="-5" dirty="0">
                <a:solidFill>
                  <a:srgbClr val="FFFFFF"/>
                </a:solidFill>
                <a:latin typeface="Calibri"/>
                <a:cs typeface="Calibri"/>
              </a:rPr>
              <a:t>help IPv4 in </a:t>
            </a:r>
            <a:r>
              <a:rPr sz="1800" dirty="0">
                <a:solidFill>
                  <a:srgbClr val="FFFFFF"/>
                </a:solidFill>
                <a:latin typeface="Calibri"/>
                <a:cs typeface="Calibri"/>
              </a:rPr>
              <a:t> </a:t>
            </a:r>
            <a:r>
              <a:rPr sz="1800" spc="-10" dirty="0">
                <a:solidFill>
                  <a:srgbClr val="FFFFFF"/>
                </a:solidFill>
                <a:latin typeface="Calibri"/>
                <a:cs typeface="Calibri"/>
              </a:rPr>
              <a:t>multicasting</a:t>
            </a:r>
            <a:endParaRPr sz="1800">
              <a:latin typeface="Calibri"/>
              <a:cs typeface="Calibri"/>
            </a:endParaRPr>
          </a:p>
        </p:txBody>
      </p:sp>
      <p:grpSp>
        <p:nvGrpSpPr>
          <p:cNvPr id="8" name="object 8"/>
          <p:cNvGrpSpPr/>
          <p:nvPr/>
        </p:nvGrpSpPr>
        <p:grpSpPr>
          <a:xfrm>
            <a:off x="457200" y="3886200"/>
            <a:ext cx="9145905" cy="3427729"/>
            <a:chOff x="457200" y="3886200"/>
            <a:chExt cx="9145905" cy="3427729"/>
          </a:xfrm>
        </p:grpSpPr>
        <p:pic>
          <p:nvPicPr>
            <p:cNvPr id="9" name="object 9"/>
            <p:cNvPicPr/>
            <p:nvPr/>
          </p:nvPicPr>
          <p:blipFill>
            <a:blip r:embed="rId2" cstate="print"/>
            <a:stretch>
              <a:fillRect/>
            </a:stretch>
          </p:blipFill>
          <p:spPr>
            <a:xfrm>
              <a:off x="1408520" y="3886200"/>
              <a:ext cx="6136803" cy="1524000"/>
            </a:xfrm>
            <a:prstGeom prst="rect">
              <a:avLst/>
            </a:prstGeom>
          </p:spPr>
        </p:pic>
        <p:pic>
          <p:nvPicPr>
            <p:cNvPr id="10" name="object 10"/>
            <p:cNvPicPr/>
            <p:nvPr/>
          </p:nvPicPr>
          <p:blipFill>
            <a:blip r:embed="rId3" cstate="print"/>
            <a:stretch>
              <a:fillRect/>
            </a:stretch>
          </p:blipFill>
          <p:spPr>
            <a:xfrm>
              <a:off x="5806439" y="3886200"/>
              <a:ext cx="184423" cy="201168"/>
            </a:xfrm>
            <a:prstGeom prst="rect">
              <a:avLst/>
            </a:prstGeom>
          </p:spPr>
        </p:pic>
        <p:sp>
          <p:nvSpPr>
            <p:cNvPr id="11" name="object 11"/>
            <p:cNvSpPr/>
            <p:nvPr/>
          </p:nvSpPr>
          <p:spPr>
            <a:xfrm>
              <a:off x="4877569" y="4311395"/>
              <a:ext cx="4724400" cy="2395220"/>
            </a:xfrm>
            <a:custGeom>
              <a:avLst/>
              <a:gdLst/>
              <a:ahLst/>
              <a:cxnLst/>
              <a:rect l="l" t="t" r="r" b="b"/>
              <a:pathLst>
                <a:path w="4724400" h="2395220">
                  <a:moveTo>
                    <a:pt x="2247130" y="0"/>
                  </a:moveTo>
                  <a:lnTo>
                    <a:pt x="1869178" y="1114043"/>
                  </a:lnTo>
                  <a:lnTo>
                    <a:pt x="1797273" y="1118560"/>
                  </a:lnTo>
                  <a:lnTo>
                    <a:pt x="1656129" y="1129339"/>
                  </a:lnTo>
                  <a:lnTo>
                    <a:pt x="1518774" y="1142382"/>
                  </a:lnTo>
                  <a:lnTo>
                    <a:pt x="1385488" y="1157612"/>
                  </a:lnTo>
                  <a:lnTo>
                    <a:pt x="1320459" y="1166023"/>
                  </a:lnTo>
                  <a:lnTo>
                    <a:pt x="1256553" y="1174951"/>
                  </a:lnTo>
                  <a:lnTo>
                    <a:pt x="1193804" y="1184387"/>
                  </a:lnTo>
                  <a:lnTo>
                    <a:pt x="1132249" y="1194320"/>
                  </a:lnTo>
                  <a:lnTo>
                    <a:pt x="1071923" y="1204743"/>
                  </a:lnTo>
                  <a:lnTo>
                    <a:pt x="1012859" y="1215643"/>
                  </a:lnTo>
                  <a:lnTo>
                    <a:pt x="955094" y="1227013"/>
                  </a:lnTo>
                  <a:lnTo>
                    <a:pt x="898663" y="1238842"/>
                  </a:lnTo>
                  <a:lnTo>
                    <a:pt x="843601" y="1251121"/>
                  </a:lnTo>
                  <a:lnTo>
                    <a:pt x="789942" y="1263839"/>
                  </a:lnTo>
                  <a:lnTo>
                    <a:pt x="737723" y="1276987"/>
                  </a:lnTo>
                  <a:lnTo>
                    <a:pt x="686978" y="1290556"/>
                  </a:lnTo>
                  <a:lnTo>
                    <a:pt x="637743" y="1304535"/>
                  </a:lnTo>
                  <a:lnTo>
                    <a:pt x="590052" y="1318916"/>
                  </a:lnTo>
                  <a:lnTo>
                    <a:pt x="543941" y="1333687"/>
                  </a:lnTo>
                  <a:lnTo>
                    <a:pt x="499445" y="1348840"/>
                  </a:lnTo>
                  <a:lnTo>
                    <a:pt x="456598" y="1364365"/>
                  </a:lnTo>
                  <a:lnTo>
                    <a:pt x="415437" y="1380252"/>
                  </a:lnTo>
                  <a:lnTo>
                    <a:pt x="375996" y="1396491"/>
                  </a:lnTo>
                  <a:lnTo>
                    <a:pt x="338311" y="1413074"/>
                  </a:lnTo>
                  <a:lnTo>
                    <a:pt x="302416" y="1429988"/>
                  </a:lnTo>
                  <a:lnTo>
                    <a:pt x="268347" y="1447227"/>
                  </a:lnTo>
                  <a:lnTo>
                    <a:pt x="205827" y="1482634"/>
                  </a:lnTo>
                  <a:lnTo>
                    <a:pt x="151032" y="1519218"/>
                  </a:lnTo>
                  <a:lnTo>
                    <a:pt x="104242" y="1556901"/>
                  </a:lnTo>
                  <a:lnTo>
                    <a:pt x="65740" y="1595604"/>
                  </a:lnTo>
                  <a:lnTo>
                    <a:pt x="35806" y="1635251"/>
                  </a:lnTo>
                  <a:lnTo>
                    <a:pt x="14552" y="1675783"/>
                  </a:lnTo>
                  <a:lnTo>
                    <a:pt x="2691" y="1716078"/>
                  </a:lnTo>
                  <a:lnTo>
                    <a:pt x="0" y="1756050"/>
                  </a:lnTo>
                  <a:lnTo>
                    <a:pt x="2022" y="1775887"/>
                  </a:lnTo>
                  <a:lnTo>
                    <a:pt x="12663" y="1815210"/>
                  </a:lnTo>
                  <a:lnTo>
                    <a:pt x="31913" y="1853990"/>
                  </a:lnTo>
                  <a:lnTo>
                    <a:pt x="59547" y="1892141"/>
                  </a:lnTo>
                  <a:lnTo>
                    <a:pt x="95341" y="1929575"/>
                  </a:lnTo>
                  <a:lnTo>
                    <a:pt x="139070" y="1966204"/>
                  </a:lnTo>
                  <a:lnTo>
                    <a:pt x="190511" y="2001942"/>
                  </a:lnTo>
                  <a:lnTo>
                    <a:pt x="249439" y="2036701"/>
                  </a:lnTo>
                  <a:lnTo>
                    <a:pt x="315631" y="2070393"/>
                  </a:lnTo>
                  <a:lnTo>
                    <a:pt x="351380" y="2086812"/>
                  </a:lnTo>
                  <a:lnTo>
                    <a:pt x="388861" y="2102931"/>
                  </a:lnTo>
                  <a:lnTo>
                    <a:pt x="428045" y="2118740"/>
                  </a:lnTo>
                  <a:lnTo>
                    <a:pt x="468905" y="2134228"/>
                  </a:lnTo>
                  <a:lnTo>
                    <a:pt x="511413" y="2149384"/>
                  </a:lnTo>
                  <a:lnTo>
                    <a:pt x="555540" y="2164197"/>
                  </a:lnTo>
                  <a:lnTo>
                    <a:pt x="601259" y="2178655"/>
                  </a:lnTo>
                  <a:lnTo>
                    <a:pt x="648541" y="2192749"/>
                  </a:lnTo>
                  <a:lnTo>
                    <a:pt x="697359" y="2206466"/>
                  </a:lnTo>
                  <a:lnTo>
                    <a:pt x="747684" y="2219797"/>
                  </a:lnTo>
                  <a:lnTo>
                    <a:pt x="799489" y="2232730"/>
                  </a:lnTo>
                  <a:lnTo>
                    <a:pt x="852745" y="2245255"/>
                  </a:lnTo>
                  <a:lnTo>
                    <a:pt x="907424" y="2257360"/>
                  </a:lnTo>
                  <a:lnTo>
                    <a:pt x="963499" y="2269034"/>
                  </a:lnTo>
                  <a:lnTo>
                    <a:pt x="1020941" y="2280267"/>
                  </a:lnTo>
                  <a:lnTo>
                    <a:pt x="1079722" y="2291048"/>
                  </a:lnTo>
                  <a:lnTo>
                    <a:pt x="1139814" y="2301365"/>
                  </a:lnTo>
                  <a:lnTo>
                    <a:pt x="1201190" y="2311208"/>
                  </a:lnTo>
                  <a:lnTo>
                    <a:pt x="1263821" y="2320566"/>
                  </a:lnTo>
                  <a:lnTo>
                    <a:pt x="1327679" y="2329428"/>
                  </a:lnTo>
                  <a:lnTo>
                    <a:pt x="1392736" y="2337783"/>
                  </a:lnTo>
                  <a:lnTo>
                    <a:pt x="1526335" y="2352928"/>
                  </a:lnTo>
                  <a:lnTo>
                    <a:pt x="1664395" y="2365914"/>
                  </a:lnTo>
                  <a:lnTo>
                    <a:pt x="1806691" y="2376654"/>
                  </a:lnTo>
                  <a:lnTo>
                    <a:pt x="1952998" y="2385059"/>
                  </a:lnTo>
                  <a:lnTo>
                    <a:pt x="2085650" y="2390465"/>
                  </a:lnTo>
                  <a:lnTo>
                    <a:pt x="2217648" y="2393785"/>
                  </a:lnTo>
                  <a:lnTo>
                    <a:pt x="2348759" y="2395064"/>
                  </a:lnTo>
                  <a:lnTo>
                    <a:pt x="2478751" y="2394346"/>
                  </a:lnTo>
                  <a:lnTo>
                    <a:pt x="2607394" y="2391678"/>
                  </a:lnTo>
                  <a:lnTo>
                    <a:pt x="2734457" y="2387103"/>
                  </a:lnTo>
                  <a:lnTo>
                    <a:pt x="2859708" y="2380667"/>
                  </a:lnTo>
                  <a:lnTo>
                    <a:pt x="2982915" y="2372416"/>
                  </a:lnTo>
                  <a:lnTo>
                    <a:pt x="3103848" y="2362393"/>
                  </a:lnTo>
                  <a:lnTo>
                    <a:pt x="3222274" y="2350643"/>
                  </a:lnTo>
                  <a:lnTo>
                    <a:pt x="3337964" y="2337213"/>
                  </a:lnTo>
                  <a:lnTo>
                    <a:pt x="3450684" y="2322147"/>
                  </a:lnTo>
                  <a:lnTo>
                    <a:pt x="3560205" y="2305489"/>
                  </a:lnTo>
                  <a:lnTo>
                    <a:pt x="3613693" y="2296578"/>
                  </a:lnTo>
                  <a:lnTo>
                    <a:pt x="3666295" y="2287285"/>
                  </a:lnTo>
                  <a:lnTo>
                    <a:pt x="3717980" y="2277617"/>
                  </a:lnTo>
                  <a:lnTo>
                    <a:pt x="3768721" y="2267580"/>
                  </a:lnTo>
                  <a:lnTo>
                    <a:pt x="3818489" y="2257179"/>
                  </a:lnTo>
                  <a:lnTo>
                    <a:pt x="3867254" y="2246419"/>
                  </a:lnTo>
                  <a:lnTo>
                    <a:pt x="3914988" y="2235306"/>
                  </a:lnTo>
                  <a:lnTo>
                    <a:pt x="3961662" y="2223846"/>
                  </a:lnTo>
                  <a:lnTo>
                    <a:pt x="4007246" y="2212045"/>
                  </a:lnTo>
                  <a:lnTo>
                    <a:pt x="4051713" y="2199908"/>
                  </a:lnTo>
                  <a:lnTo>
                    <a:pt x="4095032" y="2187440"/>
                  </a:lnTo>
                  <a:lnTo>
                    <a:pt x="4137176" y="2174648"/>
                  </a:lnTo>
                  <a:lnTo>
                    <a:pt x="4178115" y="2161537"/>
                  </a:lnTo>
                  <a:lnTo>
                    <a:pt x="4217820" y="2148112"/>
                  </a:lnTo>
                  <a:lnTo>
                    <a:pt x="4256262" y="2134379"/>
                  </a:lnTo>
                  <a:lnTo>
                    <a:pt x="4293413" y="2120344"/>
                  </a:lnTo>
                  <a:lnTo>
                    <a:pt x="4329243" y="2106013"/>
                  </a:lnTo>
                  <a:lnTo>
                    <a:pt x="4396827" y="2076483"/>
                  </a:lnTo>
                  <a:lnTo>
                    <a:pt x="4458781" y="2045835"/>
                  </a:lnTo>
                  <a:lnTo>
                    <a:pt x="4514876" y="2014112"/>
                  </a:lnTo>
                  <a:lnTo>
                    <a:pt x="4564879" y="1981361"/>
                  </a:lnTo>
                  <a:lnTo>
                    <a:pt x="4608559" y="1947626"/>
                  </a:lnTo>
                  <a:lnTo>
                    <a:pt x="4645684" y="1912952"/>
                  </a:lnTo>
                  <a:lnTo>
                    <a:pt x="4676024" y="1877384"/>
                  </a:lnTo>
                  <a:lnTo>
                    <a:pt x="4700393" y="1838990"/>
                  </a:lnTo>
                  <a:lnTo>
                    <a:pt x="4716922" y="1798565"/>
                  </a:lnTo>
                  <a:lnTo>
                    <a:pt x="4724170" y="1758421"/>
                  </a:lnTo>
                  <a:lnTo>
                    <a:pt x="4724384" y="1738481"/>
                  </a:lnTo>
                  <a:lnTo>
                    <a:pt x="4722362" y="1718644"/>
                  </a:lnTo>
                  <a:lnTo>
                    <a:pt x="4711720" y="1679321"/>
                  </a:lnTo>
                  <a:lnTo>
                    <a:pt x="4692470" y="1640541"/>
                  </a:lnTo>
                  <a:lnTo>
                    <a:pt x="4664837" y="1602390"/>
                  </a:lnTo>
                  <a:lnTo>
                    <a:pt x="4629043" y="1564956"/>
                  </a:lnTo>
                  <a:lnTo>
                    <a:pt x="4585313" y="1528327"/>
                  </a:lnTo>
                  <a:lnTo>
                    <a:pt x="4533872" y="1492589"/>
                  </a:lnTo>
                  <a:lnTo>
                    <a:pt x="4474944" y="1457830"/>
                  </a:lnTo>
                  <a:lnTo>
                    <a:pt x="4408753" y="1424138"/>
                  </a:lnTo>
                  <a:lnTo>
                    <a:pt x="4373004" y="1407719"/>
                  </a:lnTo>
                  <a:lnTo>
                    <a:pt x="4335523" y="1391600"/>
                  </a:lnTo>
                  <a:lnTo>
                    <a:pt x="4296338" y="1375790"/>
                  </a:lnTo>
                  <a:lnTo>
                    <a:pt x="4255478" y="1360303"/>
                  </a:lnTo>
                  <a:lnTo>
                    <a:pt x="4212970" y="1345147"/>
                  </a:lnTo>
                  <a:lnTo>
                    <a:pt x="4168843" y="1330334"/>
                  </a:lnTo>
                  <a:lnTo>
                    <a:pt x="4123124" y="1315876"/>
                  </a:lnTo>
                  <a:lnTo>
                    <a:pt x="4075842" y="1301782"/>
                  </a:lnTo>
                  <a:lnTo>
                    <a:pt x="4027024" y="1288065"/>
                  </a:lnTo>
                  <a:lnTo>
                    <a:pt x="3976699" y="1274734"/>
                  </a:lnTo>
                  <a:lnTo>
                    <a:pt x="3924895" y="1261801"/>
                  </a:lnTo>
                  <a:lnTo>
                    <a:pt x="3871639" y="1249276"/>
                  </a:lnTo>
                  <a:lnTo>
                    <a:pt x="3816959" y="1237171"/>
                  </a:lnTo>
                  <a:lnTo>
                    <a:pt x="3760885" y="1225497"/>
                  </a:lnTo>
                  <a:lnTo>
                    <a:pt x="3703443" y="1214264"/>
                  </a:lnTo>
                  <a:lnTo>
                    <a:pt x="3644662" y="1203483"/>
                  </a:lnTo>
                  <a:lnTo>
                    <a:pt x="3584569" y="1193166"/>
                  </a:lnTo>
                  <a:lnTo>
                    <a:pt x="3523193" y="1183323"/>
                  </a:lnTo>
                  <a:lnTo>
                    <a:pt x="3460563" y="1173965"/>
                  </a:lnTo>
                  <a:lnTo>
                    <a:pt x="3396705" y="1165103"/>
                  </a:lnTo>
                  <a:lnTo>
                    <a:pt x="3331648" y="1156748"/>
                  </a:lnTo>
                  <a:lnTo>
                    <a:pt x="3198048" y="1141603"/>
                  </a:lnTo>
                  <a:lnTo>
                    <a:pt x="3059988" y="1128617"/>
                  </a:lnTo>
                  <a:lnTo>
                    <a:pt x="2917693" y="1117877"/>
                  </a:lnTo>
                  <a:lnTo>
                    <a:pt x="2771386" y="1109471"/>
                  </a:lnTo>
                  <a:lnTo>
                    <a:pt x="2247130" y="0"/>
                  </a:lnTo>
                  <a:close/>
                </a:path>
              </a:pathLst>
            </a:custGeom>
            <a:solidFill>
              <a:srgbClr val="1CACE4"/>
            </a:solidFill>
          </p:spPr>
          <p:txBody>
            <a:bodyPr wrap="square" lIns="0" tIns="0" rIns="0" bIns="0" rtlCol="0"/>
            <a:lstStyle/>
            <a:p>
              <a:endParaRPr/>
            </a:p>
          </p:txBody>
        </p:sp>
        <p:sp>
          <p:nvSpPr>
            <p:cNvPr id="12" name="object 12"/>
            <p:cNvSpPr/>
            <p:nvPr/>
          </p:nvSpPr>
          <p:spPr>
            <a:xfrm>
              <a:off x="4869179" y="4314443"/>
              <a:ext cx="4733925" cy="2400300"/>
            </a:xfrm>
            <a:custGeom>
              <a:avLst/>
              <a:gdLst/>
              <a:ahLst/>
              <a:cxnLst/>
              <a:rect l="l" t="t" r="r" b="b"/>
              <a:pathLst>
                <a:path w="4733925" h="2400300">
                  <a:moveTo>
                    <a:pt x="2900171" y="2387600"/>
                  </a:moveTo>
                  <a:lnTo>
                    <a:pt x="1842515" y="2387600"/>
                  </a:lnTo>
                  <a:lnTo>
                    <a:pt x="1961387" y="2400300"/>
                  </a:lnTo>
                  <a:lnTo>
                    <a:pt x="2787395" y="2400300"/>
                  </a:lnTo>
                  <a:lnTo>
                    <a:pt x="2900171" y="2387600"/>
                  </a:lnTo>
                  <a:close/>
                </a:path>
                <a:path w="4733925" h="2400300">
                  <a:moveTo>
                    <a:pt x="1889532" y="1104900"/>
                  </a:moveTo>
                  <a:lnTo>
                    <a:pt x="1877567" y="1104900"/>
                  </a:lnTo>
                  <a:lnTo>
                    <a:pt x="1871471" y="1117600"/>
                  </a:lnTo>
                  <a:lnTo>
                    <a:pt x="1703831" y="1117600"/>
                  </a:lnTo>
                  <a:lnTo>
                    <a:pt x="1534667" y="1143000"/>
                  </a:lnTo>
                  <a:lnTo>
                    <a:pt x="1452371" y="1143000"/>
                  </a:lnTo>
                  <a:lnTo>
                    <a:pt x="1216151" y="1181100"/>
                  </a:lnTo>
                  <a:lnTo>
                    <a:pt x="858011" y="1244600"/>
                  </a:lnTo>
                  <a:lnTo>
                    <a:pt x="729995" y="1270000"/>
                  </a:lnTo>
                  <a:lnTo>
                    <a:pt x="669035" y="1295400"/>
                  </a:lnTo>
                  <a:lnTo>
                    <a:pt x="609599" y="1308100"/>
                  </a:lnTo>
                  <a:lnTo>
                    <a:pt x="553211" y="1333500"/>
                  </a:lnTo>
                  <a:lnTo>
                    <a:pt x="498348" y="1346200"/>
                  </a:lnTo>
                  <a:lnTo>
                    <a:pt x="446532" y="1371600"/>
                  </a:lnTo>
                  <a:lnTo>
                    <a:pt x="397763" y="1384300"/>
                  </a:lnTo>
                  <a:lnTo>
                    <a:pt x="350520" y="1409700"/>
                  </a:lnTo>
                  <a:lnTo>
                    <a:pt x="306324" y="1422400"/>
                  </a:lnTo>
                  <a:lnTo>
                    <a:pt x="265175" y="1447800"/>
                  </a:lnTo>
                  <a:lnTo>
                    <a:pt x="225551" y="1473200"/>
                  </a:lnTo>
                  <a:lnTo>
                    <a:pt x="190500" y="1498600"/>
                  </a:lnTo>
                  <a:lnTo>
                    <a:pt x="156972" y="1511300"/>
                  </a:lnTo>
                  <a:lnTo>
                    <a:pt x="126491" y="1536700"/>
                  </a:lnTo>
                  <a:lnTo>
                    <a:pt x="76200" y="1587500"/>
                  </a:lnTo>
                  <a:lnTo>
                    <a:pt x="18287" y="1663700"/>
                  </a:lnTo>
                  <a:lnTo>
                    <a:pt x="6096" y="1701800"/>
                  </a:lnTo>
                  <a:lnTo>
                    <a:pt x="0" y="1739900"/>
                  </a:lnTo>
                  <a:lnTo>
                    <a:pt x="1524" y="1765300"/>
                  </a:lnTo>
                  <a:lnTo>
                    <a:pt x="7620" y="1803400"/>
                  </a:lnTo>
                  <a:lnTo>
                    <a:pt x="19812" y="1841500"/>
                  </a:lnTo>
                  <a:lnTo>
                    <a:pt x="38100" y="1866900"/>
                  </a:lnTo>
                  <a:lnTo>
                    <a:pt x="62484" y="1905000"/>
                  </a:lnTo>
                  <a:lnTo>
                    <a:pt x="91439" y="1930400"/>
                  </a:lnTo>
                  <a:lnTo>
                    <a:pt x="124967" y="1955800"/>
                  </a:lnTo>
                  <a:lnTo>
                    <a:pt x="164591" y="1993900"/>
                  </a:lnTo>
                  <a:lnTo>
                    <a:pt x="208787" y="2019300"/>
                  </a:lnTo>
                  <a:lnTo>
                    <a:pt x="257555" y="2044700"/>
                  </a:lnTo>
                  <a:lnTo>
                    <a:pt x="312420" y="2082800"/>
                  </a:lnTo>
                  <a:lnTo>
                    <a:pt x="370332" y="2108200"/>
                  </a:lnTo>
                  <a:lnTo>
                    <a:pt x="432815" y="2133600"/>
                  </a:lnTo>
                  <a:lnTo>
                    <a:pt x="501396" y="2159000"/>
                  </a:lnTo>
                  <a:lnTo>
                    <a:pt x="573023" y="2184400"/>
                  </a:lnTo>
                  <a:lnTo>
                    <a:pt x="649223" y="2197100"/>
                  </a:lnTo>
                  <a:lnTo>
                    <a:pt x="728471" y="2222500"/>
                  </a:lnTo>
                  <a:lnTo>
                    <a:pt x="812291" y="2247900"/>
                  </a:lnTo>
                  <a:lnTo>
                    <a:pt x="900683" y="2260600"/>
                  </a:lnTo>
                  <a:lnTo>
                    <a:pt x="992123" y="2286000"/>
                  </a:lnTo>
                  <a:lnTo>
                    <a:pt x="1086611" y="2298700"/>
                  </a:lnTo>
                  <a:lnTo>
                    <a:pt x="1185671" y="2324100"/>
                  </a:lnTo>
                  <a:lnTo>
                    <a:pt x="1725167" y="2387600"/>
                  </a:lnTo>
                  <a:lnTo>
                    <a:pt x="2081783" y="2387600"/>
                  </a:lnTo>
                  <a:lnTo>
                    <a:pt x="1961387" y="2374900"/>
                  </a:lnTo>
                  <a:lnTo>
                    <a:pt x="1842515" y="2374900"/>
                  </a:lnTo>
                  <a:lnTo>
                    <a:pt x="1726691" y="2362200"/>
                  </a:lnTo>
                  <a:lnTo>
                    <a:pt x="1612391" y="2362200"/>
                  </a:lnTo>
                  <a:lnTo>
                    <a:pt x="1289303" y="2324100"/>
                  </a:lnTo>
                  <a:lnTo>
                    <a:pt x="1187195" y="2298700"/>
                  </a:lnTo>
                  <a:lnTo>
                    <a:pt x="995171" y="2273300"/>
                  </a:lnTo>
                  <a:lnTo>
                    <a:pt x="903731" y="2247900"/>
                  </a:lnTo>
                  <a:lnTo>
                    <a:pt x="816863" y="2235200"/>
                  </a:lnTo>
                  <a:lnTo>
                    <a:pt x="733043" y="2209800"/>
                  </a:lnTo>
                  <a:lnTo>
                    <a:pt x="652271" y="2184400"/>
                  </a:lnTo>
                  <a:lnTo>
                    <a:pt x="577595" y="2159000"/>
                  </a:lnTo>
                  <a:lnTo>
                    <a:pt x="505967" y="2146300"/>
                  </a:lnTo>
                  <a:lnTo>
                    <a:pt x="438912" y="2120900"/>
                  </a:lnTo>
                  <a:lnTo>
                    <a:pt x="376427" y="2095500"/>
                  </a:lnTo>
                  <a:lnTo>
                    <a:pt x="318515" y="2057400"/>
                  </a:lnTo>
                  <a:lnTo>
                    <a:pt x="265175" y="2032000"/>
                  </a:lnTo>
                  <a:lnTo>
                    <a:pt x="216408" y="2006600"/>
                  </a:lnTo>
                  <a:lnTo>
                    <a:pt x="173736" y="1981200"/>
                  </a:lnTo>
                  <a:lnTo>
                    <a:pt x="134112" y="1955800"/>
                  </a:lnTo>
                  <a:lnTo>
                    <a:pt x="102108" y="1917700"/>
                  </a:lnTo>
                  <a:lnTo>
                    <a:pt x="73151" y="1892300"/>
                  </a:lnTo>
                  <a:lnTo>
                    <a:pt x="50291" y="1854200"/>
                  </a:lnTo>
                  <a:lnTo>
                    <a:pt x="33527" y="1828800"/>
                  </a:lnTo>
                  <a:lnTo>
                    <a:pt x="35051" y="1828800"/>
                  </a:lnTo>
                  <a:lnTo>
                    <a:pt x="22860" y="1803400"/>
                  </a:lnTo>
                  <a:lnTo>
                    <a:pt x="16763" y="1765300"/>
                  </a:lnTo>
                  <a:lnTo>
                    <a:pt x="16763" y="1739900"/>
                  </a:lnTo>
                  <a:lnTo>
                    <a:pt x="21336" y="1701800"/>
                  </a:lnTo>
                  <a:lnTo>
                    <a:pt x="33527" y="1676400"/>
                  </a:lnTo>
                  <a:lnTo>
                    <a:pt x="41148" y="1663700"/>
                  </a:lnTo>
                  <a:lnTo>
                    <a:pt x="50291" y="1638300"/>
                  </a:lnTo>
                  <a:lnTo>
                    <a:pt x="67055" y="1612900"/>
                  </a:lnTo>
                  <a:lnTo>
                    <a:pt x="88391" y="1600200"/>
                  </a:lnTo>
                  <a:lnTo>
                    <a:pt x="111251" y="1574800"/>
                  </a:lnTo>
                  <a:lnTo>
                    <a:pt x="137160" y="1549400"/>
                  </a:lnTo>
                  <a:lnTo>
                    <a:pt x="166115" y="1524000"/>
                  </a:lnTo>
                  <a:lnTo>
                    <a:pt x="199644" y="1498600"/>
                  </a:lnTo>
                  <a:lnTo>
                    <a:pt x="234696" y="1485900"/>
                  </a:lnTo>
                  <a:lnTo>
                    <a:pt x="272796" y="1460500"/>
                  </a:lnTo>
                  <a:lnTo>
                    <a:pt x="313944" y="1435100"/>
                  </a:lnTo>
                  <a:lnTo>
                    <a:pt x="356615" y="1422400"/>
                  </a:lnTo>
                  <a:lnTo>
                    <a:pt x="403860" y="1397000"/>
                  </a:lnTo>
                  <a:lnTo>
                    <a:pt x="452627" y="1384300"/>
                  </a:lnTo>
                  <a:lnTo>
                    <a:pt x="504444" y="1358900"/>
                  </a:lnTo>
                  <a:lnTo>
                    <a:pt x="557783" y="1346200"/>
                  </a:lnTo>
                  <a:lnTo>
                    <a:pt x="614171" y="1320800"/>
                  </a:lnTo>
                  <a:lnTo>
                    <a:pt x="733043" y="1295400"/>
                  </a:lnTo>
                  <a:lnTo>
                    <a:pt x="797051" y="1270000"/>
                  </a:lnTo>
                  <a:lnTo>
                    <a:pt x="929639" y="1244600"/>
                  </a:lnTo>
                  <a:lnTo>
                    <a:pt x="1295399" y="1181100"/>
                  </a:lnTo>
                  <a:lnTo>
                    <a:pt x="1374647" y="1168400"/>
                  </a:lnTo>
                  <a:lnTo>
                    <a:pt x="1879091" y="1130300"/>
                  </a:lnTo>
                  <a:lnTo>
                    <a:pt x="1882139" y="1130300"/>
                  </a:lnTo>
                  <a:lnTo>
                    <a:pt x="1885187" y="1117600"/>
                  </a:lnTo>
                  <a:lnTo>
                    <a:pt x="1871471" y="1117600"/>
                  </a:lnTo>
                  <a:lnTo>
                    <a:pt x="1875721" y="1105034"/>
                  </a:lnTo>
                  <a:lnTo>
                    <a:pt x="1889486" y="1105034"/>
                  </a:lnTo>
                  <a:lnTo>
                    <a:pt x="1889532" y="1104900"/>
                  </a:lnTo>
                  <a:close/>
                </a:path>
                <a:path w="4733925" h="2400300">
                  <a:moveTo>
                    <a:pt x="3015995" y="1117600"/>
                  </a:moveTo>
                  <a:lnTo>
                    <a:pt x="2779775" y="1117600"/>
                  </a:lnTo>
                  <a:lnTo>
                    <a:pt x="2898647" y="1130300"/>
                  </a:lnTo>
                  <a:lnTo>
                    <a:pt x="3014471" y="1130300"/>
                  </a:lnTo>
                  <a:lnTo>
                    <a:pt x="3553967" y="1193800"/>
                  </a:lnTo>
                  <a:lnTo>
                    <a:pt x="3651503" y="1219200"/>
                  </a:lnTo>
                  <a:lnTo>
                    <a:pt x="3745991" y="1231900"/>
                  </a:lnTo>
                  <a:lnTo>
                    <a:pt x="3837431" y="1257300"/>
                  </a:lnTo>
                  <a:lnTo>
                    <a:pt x="3924299" y="1270000"/>
                  </a:lnTo>
                  <a:lnTo>
                    <a:pt x="4008119" y="1295400"/>
                  </a:lnTo>
                  <a:lnTo>
                    <a:pt x="4088891" y="1308100"/>
                  </a:lnTo>
                  <a:lnTo>
                    <a:pt x="4163567" y="1333500"/>
                  </a:lnTo>
                  <a:lnTo>
                    <a:pt x="4235195" y="1358900"/>
                  </a:lnTo>
                  <a:lnTo>
                    <a:pt x="4302251" y="1384300"/>
                  </a:lnTo>
                  <a:lnTo>
                    <a:pt x="4364735" y="1409700"/>
                  </a:lnTo>
                  <a:lnTo>
                    <a:pt x="4422647" y="1435100"/>
                  </a:lnTo>
                  <a:lnTo>
                    <a:pt x="4475987" y="1460500"/>
                  </a:lnTo>
                  <a:lnTo>
                    <a:pt x="4524755" y="1498600"/>
                  </a:lnTo>
                  <a:lnTo>
                    <a:pt x="4567427" y="1524000"/>
                  </a:lnTo>
                  <a:lnTo>
                    <a:pt x="4607051" y="1549400"/>
                  </a:lnTo>
                  <a:lnTo>
                    <a:pt x="4639055" y="1574800"/>
                  </a:lnTo>
                  <a:lnTo>
                    <a:pt x="4668011" y="1612900"/>
                  </a:lnTo>
                  <a:lnTo>
                    <a:pt x="4690871" y="1638300"/>
                  </a:lnTo>
                  <a:lnTo>
                    <a:pt x="4707635" y="1676400"/>
                  </a:lnTo>
                  <a:lnTo>
                    <a:pt x="4706111" y="1676400"/>
                  </a:lnTo>
                  <a:lnTo>
                    <a:pt x="4718303" y="1701800"/>
                  </a:lnTo>
                  <a:lnTo>
                    <a:pt x="4724399" y="1727200"/>
                  </a:lnTo>
                  <a:lnTo>
                    <a:pt x="4724399" y="1765300"/>
                  </a:lnTo>
                  <a:lnTo>
                    <a:pt x="4713731" y="1816100"/>
                  </a:lnTo>
                  <a:lnTo>
                    <a:pt x="4690871" y="1854200"/>
                  </a:lnTo>
                  <a:lnTo>
                    <a:pt x="4666487" y="1892300"/>
                  </a:lnTo>
                  <a:lnTo>
                    <a:pt x="4637531" y="1917700"/>
                  </a:lnTo>
                  <a:lnTo>
                    <a:pt x="4602479" y="1955800"/>
                  </a:lnTo>
                  <a:lnTo>
                    <a:pt x="4562855" y="1981200"/>
                  </a:lnTo>
                  <a:lnTo>
                    <a:pt x="4517135" y="2006600"/>
                  </a:lnTo>
                  <a:lnTo>
                    <a:pt x="4466843" y="2044700"/>
                  </a:lnTo>
                  <a:lnTo>
                    <a:pt x="4411979" y="2070100"/>
                  </a:lnTo>
                  <a:lnTo>
                    <a:pt x="4352543" y="2095500"/>
                  </a:lnTo>
                  <a:lnTo>
                    <a:pt x="4287011" y="2120900"/>
                  </a:lnTo>
                  <a:lnTo>
                    <a:pt x="4218431" y="2146300"/>
                  </a:lnTo>
                  <a:lnTo>
                    <a:pt x="4145279" y="2171700"/>
                  </a:lnTo>
                  <a:lnTo>
                    <a:pt x="4069079" y="2197100"/>
                  </a:lnTo>
                  <a:lnTo>
                    <a:pt x="3988307" y="2209800"/>
                  </a:lnTo>
                  <a:lnTo>
                    <a:pt x="3902963" y="2235200"/>
                  </a:lnTo>
                  <a:lnTo>
                    <a:pt x="3816095" y="2247900"/>
                  </a:lnTo>
                  <a:lnTo>
                    <a:pt x="3724655" y="2273300"/>
                  </a:lnTo>
                  <a:lnTo>
                    <a:pt x="3630167" y="2286000"/>
                  </a:lnTo>
                  <a:lnTo>
                    <a:pt x="3534155" y="2311400"/>
                  </a:lnTo>
                  <a:lnTo>
                    <a:pt x="3119627" y="2362200"/>
                  </a:lnTo>
                  <a:lnTo>
                    <a:pt x="3009899" y="2362200"/>
                  </a:lnTo>
                  <a:lnTo>
                    <a:pt x="2898647" y="2374900"/>
                  </a:lnTo>
                  <a:lnTo>
                    <a:pt x="2785871" y="2374900"/>
                  </a:lnTo>
                  <a:lnTo>
                    <a:pt x="2671571" y="2387600"/>
                  </a:lnTo>
                  <a:lnTo>
                    <a:pt x="3011423" y="2387600"/>
                  </a:lnTo>
                  <a:lnTo>
                    <a:pt x="3633215" y="2311400"/>
                  </a:lnTo>
                  <a:lnTo>
                    <a:pt x="3727703" y="2286000"/>
                  </a:lnTo>
                  <a:lnTo>
                    <a:pt x="3819143" y="2273300"/>
                  </a:lnTo>
                  <a:lnTo>
                    <a:pt x="3907535" y="2247900"/>
                  </a:lnTo>
                  <a:lnTo>
                    <a:pt x="3992879" y="2235200"/>
                  </a:lnTo>
                  <a:lnTo>
                    <a:pt x="4073651" y="2209800"/>
                  </a:lnTo>
                  <a:lnTo>
                    <a:pt x="4151375" y="2184400"/>
                  </a:lnTo>
                  <a:lnTo>
                    <a:pt x="4224527" y="2159000"/>
                  </a:lnTo>
                  <a:lnTo>
                    <a:pt x="4293107" y="2133600"/>
                  </a:lnTo>
                  <a:lnTo>
                    <a:pt x="4358639" y="2108200"/>
                  </a:lnTo>
                  <a:lnTo>
                    <a:pt x="4418075" y="2082800"/>
                  </a:lnTo>
                  <a:lnTo>
                    <a:pt x="4474463" y="2057400"/>
                  </a:lnTo>
                  <a:lnTo>
                    <a:pt x="4526279" y="2032000"/>
                  </a:lnTo>
                  <a:lnTo>
                    <a:pt x="4571999" y="1993900"/>
                  </a:lnTo>
                  <a:lnTo>
                    <a:pt x="4613147" y="1968500"/>
                  </a:lnTo>
                  <a:lnTo>
                    <a:pt x="4649723" y="1930400"/>
                  </a:lnTo>
                  <a:lnTo>
                    <a:pt x="4678679" y="1905000"/>
                  </a:lnTo>
                  <a:lnTo>
                    <a:pt x="4704587" y="1866900"/>
                  </a:lnTo>
                  <a:lnTo>
                    <a:pt x="4713731" y="1854200"/>
                  </a:lnTo>
                  <a:lnTo>
                    <a:pt x="4722875" y="1828800"/>
                  </a:lnTo>
                  <a:lnTo>
                    <a:pt x="4733543" y="1803400"/>
                  </a:lnTo>
                  <a:lnTo>
                    <a:pt x="4733543" y="1701800"/>
                  </a:lnTo>
                  <a:lnTo>
                    <a:pt x="4721351" y="1663700"/>
                  </a:lnTo>
                  <a:lnTo>
                    <a:pt x="4703063" y="1638300"/>
                  </a:lnTo>
                  <a:lnTo>
                    <a:pt x="4678679" y="1600200"/>
                  </a:lnTo>
                  <a:lnTo>
                    <a:pt x="4649723" y="1574800"/>
                  </a:lnTo>
                  <a:lnTo>
                    <a:pt x="4616195" y="1536700"/>
                  </a:lnTo>
                  <a:lnTo>
                    <a:pt x="4576571" y="1511300"/>
                  </a:lnTo>
                  <a:lnTo>
                    <a:pt x="4532375" y="1485900"/>
                  </a:lnTo>
                  <a:lnTo>
                    <a:pt x="4483607" y="1447800"/>
                  </a:lnTo>
                  <a:lnTo>
                    <a:pt x="4428743" y="1422400"/>
                  </a:lnTo>
                  <a:lnTo>
                    <a:pt x="4370831" y="1397000"/>
                  </a:lnTo>
                  <a:lnTo>
                    <a:pt x="4308347" y="1371600"/>
                  </a:lnTo>
                  <a:lnTo>
                    <a:pt x="4239767" y="1346200"/>
                  </a:lnTo>
                  <a:lnTo>
                    <a:pt x="4168139" y="1320800"/>
                  </a:lnTo>
                  <a:lnTo>
                    <a:pt x="4091939" y="1295400"/>
                  </a:lnTo>
                  <a:lnTo>
                    <a:pt x="4012691" y="1270000"/>
                  </a:lnTo>
                  <a:lnTo>
                    <a:pt x="3928871" y="1257300"/>
                  </a:lnTo>
                  <a:lnTo>
                    <a:pt x="3840479" y="1231900"/>
                  </a:lnTo>
                  <a:lnTo>
                    <a:pt x="3749039" y="1219200"/>
                  </a:lnTo>
                  <a:lnTo>
                    <a:pt x="3654551" y="1193800"/>
                  </a:lnTo>
                  <a:lnTo>
                    <a:pt x="3130295" y="1130300"/>
                  </a:lnTo>
                  <a:lnTo>
                    <a:pt x="3015995" y="1117600"/>
                  </a:lnTo>
                  <a:close/>
                </a:path>
                <a:path w="4733925" h="2400300">
                  <a:moveTo>
                    <a:pt x="1877567" y="1104900"/>
                  </a:moveTo>
                  <a:lnTo>
                    <a:pt x="1875721" y="1105034"/>
                  </a:lnTo>
                  <a:lnTo>
                    <a:pt x="1871471" y="1117600"/>
                  </a:lnTo>
                  <a:lnTo>
                    <a:pt x="1877567" y="1104900"/>
                  </a:lnTo>
                  <a:close/>
                </a:path>
                <a:path w="4733925" h="2400300">
                  <a:moveTo>
                    <a:pt x="2269165" y="12700"/>
                  </a:moveTo>
                  <a:lnTo>
                    <a:pt x="2263139" y="12700"/>
                  </a:lnTo>
                  <a:lnTo>
                    <a:pt x="2257384" y="29525"/>
                  </a:lnTo>
                  <a:lnTo>
                    <a:pt x="2772155" y="1117600"/>
                  </a:lnTo>
                  <a:lnTo>
                    <a:pt x="2898647" y="1117600"/>
                  </a:lnTo>
                  <a:lnTo>
                    <a:pt x="2779775" y="1104900"/>
                  </a:lnTo>
                  <a:lnTo>
                    <a:pt x="2787395" y="1104900"/>
                  </a:lnTo>
                  <a:lnTo>
                    <a:pt x="2269165" y="12700"/>
                  </a:lnTo>
                  <a:close/>
                </a:path>
                <a:path w="4733925" h="2400300">
                  <a:moveTo>
                    <a:pt x="2263139" y="0"/>
                  </a:moveTo>
                  <a:lnTo>
                    <a:pt x="2249423" y="0"/>
                  </a:lnTo>
                  <a:lnTo>
                    <a:pt x="1875721" y="1105034"/>
                  </a:lnTo>
                  <a:lnTo>
                    <a:pt x="1877567" y="1104900"/>
                  </a:lnTo>
                  <a:lnTo>
                    <a:pt x="1889532" y="1104900"/>
                  </a:lnTo>
                  <a:lnTo>
                    <a:pt x="2257384" y="29525"/>
                  </a:lnTo>
                  <a:lnTo>
                    <a:pt x="2249423" y="12700"/>
                  </a:lnTo>
                  <a:lnTo>
                    <a:pt x="2269165" y="12700"/>
                  </a:lnTo>
                  <a:lnTo>
                    <a:pt x="2263139" y="0"/>
                  </a:lnTo>
                  <a:close/>
                </a:path>
                <a:path w="4733925" h="2400300">
                  <a:moveTo>
                    <a:pt x="2263139" y="12700"/>
                  </a:moveTo>
                  <a:lnTo>
                    <a:pt x="2249423" y="12700"/>
                  </a:lnTo>
                  <a:lnTo>
                    <a:pt x="2257384" y="29525"/>
                  </a:lnTo>
                  <a:lnTo>
                    <a:pt x="2263139" y="12700"/>
                  </a:lnTo>
                  <a:close/>
                </a:path>
              </a:pathLst>
            </a:custGeom>
            <a:solidFill>
              <a:srgbClr val="117EA7"/>
            </a:solidFill>
          </p:spPr>
          <p:txBody>
            <a:bodyPr wrap="square" lIns="0" tIns="0" rIns="0" bIns="0" rtlCol="0"/>
            <a:lstStyle/>
            <a:p>
              <a:endParaRPr/>
            </a:p>
          </p:txBody>
        </p:sp>
        <p:sp>
          <p:nvSpPr>
            <p:cNvPr id="13" name="object 13"/>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14" name="object 14"/>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15" name="object 15"/>
          <p:cNvSpPr txBox="1"/>
          <p:nvPr/>
        </p:nvSpPr>
        <p:spPr>
          <a:xfrm>
            <a:off x="5656547" y="5481319"/>
            <a:ext cx="3163570" cy="1122680"/>
          </a:xfrm>
          <a:prstGeom prst="rect">
            <a:avLst/>
          </a:prstGeom>
        </p:spPr>
        <p:txBody>
          <a:bodyPr vert="horz" wrap="square" lIns="0" tIns="12700" rIns="0" bIns="0" rtlCol="0">
            <a:spAutoFit/>
          </a:bodyPr>
          <a:lstStyle/>
          <a:p>
            <a:pPr marL="12700" marR="5080" indent="-2540" algn="ctr">
              <a:lnSpc>
                <a:spcPct val="100000"/>
              </a:lnSpc>
              <a:spcBef>
                <a:spcPts val="100"/>
              </a:spcBef>
            </a:pPr>
            <a:r>
              <a:rPr sz="1800" spc="-5" dirty="0">
                <a:solidFill>
                  <a:srgbClr val="FFFFFF"/>
                </a:solidFill>
                <a:latin typeface="Calibri"/>
                <a:cs typeface="Calibri"/>
              </a:rPr>
              <a:t>Auxiliary</a:t>
            </a:r>
            <a:r>
              <a:rPr sz="1800" spc="-20" dirty="0">
                <a:solidFill>
                  <a:srgbClr val="FFFFFF"/>
                </a:solidFill>
                <a:latin typeface="Calibri"/>
                <a:cs typeface="Calibri"/>
              </a:rPr>
              <a:t> </a:t>
            </a:r>
            <a:r>
              <a:rPr sz="1800" spc="-10" dirty="0">
                <a:solidFill>
                  <a:srgbClr val="FFFFFF"/>
                </a:solidFill>
                <a:latin typeface="Calibri"/>
                <a:cs typeface="Calibri"/>
              </a:rPr>
              <a:t>protocol:</a:t>
            </a:r>
            <a:r>
              <a:rPr sz="1800" spc="15" dirty="0">
                <a:solidFill>
                  <a:srgbClr val="FFFFFF"/>
                </a:solidFill>
                <a:latin typeface="Calibri"/>
                <a:cs typeface="Calibri"/>
              </a:rPr>
              <a:t> </a:t>
            </a:r>
            <a:r>
              <a:rPr sz="1800" spc="-5" dirty="0">
                <a:solidFill>
                  <a:srgbClr val="FFFFFF"/>
                </a:solidFill>
                <a:latin typeface="Calibri"/>
                <a:cs typeface="Calibri"/>
              </a:rPr>
              <a:t>glue</a:t>
            </a:r>
            <a:r>
              <a:rPr sz="1800" dirty="0">
                <a:solidFill>
                  <a:srgbClr val="FFFFFF"/>
                </a:solidFill>
                <a:latin typeface="Calibri"/>
                <a:cs typeface="Calibri"/>
              </a:rPr>
              <a:t> </a:t>
            </a:r>
            <a:r>
              <a:rPr sz="1800" spc="-5" dirty="0">
                <a:solidFill>
                  <a:srgbClr val="FFFFFF"/>
                </a:solidFill>
                <a:latin typeface="Calibri"/>
                <a:cs typeface="Calibri"/>
              </a:rPr>
              <a:t>the </a:t>
            </a:r>
            <a:r>
              <a:rPr sz="1800" dirty="0">
                <a:solidFill>
                  <a:srgbClr val="FFFFFF"/>
                </a:solidFill>
                <a:latin typeface="Calibri"/>
                <a:cs typeface="Calibri"/>
              </a:rPr>
              <a:t> </a:t>
            </a:r>
            <a:r>
              <a:rPr sz="1800" spc="-10" dirty="0">
                <a:solidFill>
                  <a:srgbClr val="FFFFFF"/>
                </a:solidFill>
                <a:latin typeface="Calibri"/>
                <a:cs typeface="Calibri"/>
              </a:rPr>
              <a:t>network</a:t>
            </a:r>
            <a:r>
              <a:rPr sz="1800" spc="-15" dirty="0">
                <a:solidFill>
                  <a:srgbClr val="FFFFFF"/>
                </a:solidFill>
                <a:latin typeface="Calibri"/>
                <a:cs typeface="Calibri"/>
              </a:rPr>
              <a:t> </a:t>
            </a:r>
            <a:r>
              <a:rPr sz="1800" dirty="0">
                <a:solidFill>
                  <a:srgbClr val="FFFFFF"/>
                </a:solidFill>
                <a:latin typeface="Calibri"/>
                <a:cs typeface="Calibri"/>
              </a:rPr>
              <a:t>and</a:t>
            </a:r>
            <a:r>
              <a:rPr sz="1800" spc="-5" dirty="0">
                <a:solidFill>
                  <a:srgbClr val="FFFFFF"/>
                </a:solidFill>
                <a:latin typeface="Calibri"/>
                <a:cs typeface="Calibri"/>
              </a:rPr>
              <a:t> data-link</a:t>
            </a:r>
            <a:r>
              <a:rPr sz="1800" dirty="0">
                <a:solidFill>
                  <a:srgbClr val="FFFFFF"/>
                </a:solidFill>
                <a:latin typeface="Calibri"/>
                <a:cs typeface="Calibri"/>
              </a:rPr>
              <a:t> </a:t>
            </a:r>
            <a:r>
              <a:rPr sz="1800" spc="-20" dirty="0">
                <a:solidFill>
                  <a:srgbClr val="FFFFFF"/>
                </a:solidFill>
                <a:latin typeface="Calibri"/>
                <a:cs typeface="Calibri"/>
              </a:rPr>
              <a:t>layers</a:t>
            </a:r>
            <a:r>
              <a:rPr sz="1800" spc="-5" dirty="0">
                <a:solidFill>
                  <a:srgbClr val="FFFFFF"/>
                </a:solidFill>
                <a:latin typeface="Calibri"/>
                <a:cs typeface="Calibri"/>
              </a:rPr>
              <a:t> in </a:t>
            </a:r>
            <a:r>
              <a:rPr sz="1800" dirty="0">
                <a:solidFill>
                  <a:srgbClr val="FFFFFF"/>
                </a:solidFill>
                <a:latin typeface="Calibri"/>
                <a:cs typeface="Calibri"/>
              </a:rPr>
              <a:t> </a:t>
            </a:r>
            <a:r>
              <a:rPr sz="1800" spc="-5" dirty="0">
                <a:solidFill>
                  <a:srgbClr val="FFFFFF"/>
                </a:solidFill>
                <a:latin typeface="Calibri"/>
                <a:cs typeface="Calibri"/>
              </a:rPr>
              <a:t>mapping </a:t>
            </a:r>
            <a:r>
              <a:rPr sz="1800" spc="-10" dirty="0">
                <a:solidFill>
                  <a:srgbClr val="FFFFFF"/>
                </a:solidFill>
                <a:latin typeface="Calibri"/>
                <a:cs typeface="Calibri"/>
              </a:rPr>
              <a:t>network-layer </a:t>
            </a:r>
            <a:r>
              <a:rPr sz="1800" spc="-5" dirty="0">
                <a:solidFill>
                  <a:srgbClr val="FFFFFF"/>
                </a:solidFill>
                <a:latin typeface="Calibri"/>
                <a:cs typeface="Calibri"/>
              </a:rPr>
              <a:t>addresses </a:t>
            </a:r>
            <a:r>
              <a:rPr sz="1800" spc="-395" dirty="0">
                <a:solidFill>
                  <a:srgbClr val="FFFFFF"/>
                </a:solidFill>
                <a:latin typeface="Calibri"/>
                <a:cs typeface="Calibri"/>
              </a:rPr>
              <a:t> </a:t>
            </a:r>
            <a:r>
              <a:rPr sz="1800" spc="-10" dirty="0">
                <a:solidFill>
                  <a:srgbClr val="FFFFFF"/>
                </a:solidFill>
                <a:latin typeface="Calibri"/>
                <a:cs typeface="Calibri"/>
              </a:rPr>
              <a:t>to</a:t>
            </a:r>
            <a:r>
              <a:rPr sz="1800" spc="-20" dirty="0">
                <a:solidFill>
                  <a:srgbClr val="FFFFFF"/>
                </a:solidFill>
                <a:latin typeface="Calibri"/>
                <a:cs typeface="Calibri"/>
              </a:rPr>
              <a:t> </a:t>
            </a:r>
            <a:r>
              <a:rPr sz="1800" spc="-10" dirty="0">
                <a:solidFill>
                  <a:srgbClr val="FFFFFF"/>
                </a:solidFill>
                <a:latin typeface="Calibri"/>
                <a:cs typeface="Calibri"/>
              </a:rPr>
              <a:t>link-layer</a:t>
            </a:r>
            <a:r>
              <a:rPr sz="1800" dirty="0">
                <a:solidFill>
                  <a:srgbClr val="FFFFFF"/>
                </a:solidFill>
                <a:latin typeface="Calibri"/>
                <a:cs typeface="Calibri"/>
              </a:rPr>
              <a:t> </a:t>
            </a:r>
            <a:r>
              <a:rPr sz="1800" spc="-5" dirty="0">
                <a:solidFill>
                  <a:srgbClr val="FFFFFF"/>
                </a:solidFill>
                <a:latin typeface="Calibri"/>
                <a:cs typeface="Calibri"/>
              </a:rPr>
              <a:t>addresses</a:t>
            </a:r>
            <a:endParaRPr sz="1800">
              <a:latin typeface="Calibri"/>
              <a:cs typeface="Calibri"/>
            </a:endParaRPr>
          </a:p>
        </p:txBody>
      </p:sp>
      <p:grpSp>
        <p:nvGrpSpPr>
          <p:cNvPr id="16" name="object 16"/>
          <p:cNvGrpSpPr/>
          <p:nvPr/>
        </p:nvGrpSpPr>
        <p:grpSpPr>
          <a:xfrm>
            <a:off x="457200" y="3886200"/>
            <a:ext cx="4276725" cy="2905125"/>
            <a:chOff x="457200" y="3886200"/>
            <a:chExt cx="4276725" cy="2905125"/>
          </a:xfrm>
        </p:grpSpPr>
        <p:pic>
          <p:nvPicPr>
            <p:cNvPr id="17" name="object 17"/>
            <p:cNvPicPr/>
            <p:nvPr/>
          </p:nvPicPr>
          <p:blipFill>
            <a:blip r:embed="rId4" cstate="print"/>
            <a:stretch>
              <a:fillRect/>
            </a:stretch>
          </p:blipFill>
          <p:spPr>
            <a:xfrm>
              <a:off x="2696228" y="3886200"/>
              <a:ext cx="65101" cy="118872"/>
            </a:xfrm>
            <a:prstGeom prst="rect">
              <a:avLst/>
            </a:prstGeom>
          </p:spPr>
        </p:pic>
        <p:sp>
          <p:nvSpPr>
            <p:cNvPr id="18" name="object 18"/>
            <p:cNvSpPr/>
            <p:nvPr/>
          </p:nvSpPr>
          <p:spPr>
            <a:xfrm>
              <a:off x="457530" y="4020312"/>
              <a:ext cx="4268470" cy="2762250"/>
            </a:xfrm>
            <a:custGeom>
              <a:avLst/>
              <a:gdLst/>
              <a:ahLst/>
              <a:cxnLst/>
              <a:rect l="l" t="t" r="r" b="b"/>
              <a:pathLst>
                <a:path w="4268470" h="2762250">
                  <a:moveTo>
                    <a:pt x="2898317" y="0"/>
                  </a:moveTo>
                  <a:lnTo>
                    <a:pt x="1939721" y="1545335"/>
                  </a:lnTo>
                  <a:lnTo>
                    <a:pt x="1807651" y="1550008"/>
                  </a:lnTo>
                  <a:lnTo>
                    <a:pt x="1677978" y="1556947"/>
                  </a:lnTo>
                  <a:lnTo>
                    <a:pt x="1550981" y="1566089"/>
                  </a:lnTo>
                  <a:lnTo>
                    <a:pt x="1426939" y="1577367"/>
                  </a:lnTo>
                  <a:lnTo>
                    <a:pt x="1306134" y="1590716"/>
                  </a:lnTo>
                  <a:lnTo>
                    <a:pt x="1247032" y="1598147"/>
                  </a:lnTo>
                  <a:lnTo>
                    <a:pt x="1188845" y="1606071"/>
                  </a:lnTo>
                  <a:lnTo>
                    <a:pt x="1131606" y="1614480"/>
                  </a:lnTo>
                  <a:lnTo>
                    <a:pt x="1075351" y="1623366"/>
                  </a:lnTo>
                  <a:lnTo>
                    <a:pt x="1020115" y="1632721"/>
                  </a:lnTo>
                  <a:lnTo>
                    <a:pt x="965933" y="1642536"/>
                  </a:lnTo>
                  <a:lnTo>
                    <a:pt x="912840" y="1652804"/>
                  </a:lnTo>
                  <a:lnTo>
                    <a:pt x="860870" y="1663517"/>
                  </a:lnTo>
                  <a:lnTo>
                    <a:pt x="810060" y="1674665"/>
                  </a:lnTo>
                  <a:lnTo>
                    <a:pt x="760443" y="1686241"/>
                  </a:lnTo>
                  <a:lnTo>
                    <a:pt x="712056" y="1698237"/>
                  </a:lnTo>
                  <a:lnTo>
                    <a:pt x="664932" y="1710645"/>
                  </a:lnTo>
                  <a:lnTo>
                    <a:pt x="619107" y="1723455"/>
                  </a:lnTo>
                  <a:lnTo>
                    <a:pt x="574616" y="1736662"/>
                  </a:lnTo>
                  <a:lnTo>
                    <a:pt x="531494" y="1750255"/>
                  </a:lnTo>
                  <a:lnTo>
                    <a:pt x="489776" y="1764227"/>
                  </a:lnTo>
                  <a:lnTo>
                    <a:pt x="449496" y="1778570"/>
                  </a:lnTo>
                  <a:lnTo>
                    <a:pt x="410691" y="1793275"/>
                  </a:lnTo>
                  <a:lnTo>
                    <a:pt x="373394" y="1808335"/>
                  </a:lnTo>
                  <a:lnTo>
                    <a:pt x="337641" y="1823741"/>
                  </a:lnTo>
                  <a:lnTo>
                    <a:pt x="270906" y="1855559"/>
                  </a:lnTo>
                  <a:lnTo>
                    <a:pt x="210767" y="1888664"/>
                  </a:lnTo>
                  <a:lnTo>
                    <a:pt x="157502" y="1922991"/>
                  </a:lnTo>
                  <a:lnTo>
                    <a:pt x="111393" y="1958473"/>
                  </a:lnTo>
                  <a:lnTo>
                    <a:pt x="70327" y="1997624"/>
                  </a:lnTo>
                  <a:lnTo>
                    <a:pt x="36965" y="2039721"/>
                  </a:lnTo>
                  <a:lnTo>
                    <a:pt x="14338" y="2081847"/>
                  </a:lnTo>
                  <a:lnTo>
                    <a:pt x="2206" y="2123870"/>
                  </a:lnTo>
                  <a:lnTo>
                    <a:pt x="0" y="2144803"/>
                  </a:lnTo>
                  <a:lnTo>
                    <a:pt x="326" y="2165661"/>
                  </a:lnTo>
                  <a:lnTo>
                    <a:pt x="8458" y="2207087"/>
                  </a:lnTo>
                  <a:lnTo>
                    <a:pt x="26361" y="2248019"/>
                  </a:lnTo>
                  <a:lnTo>
                    <a:pt x="53793" y="2288326"/>
                  </a:lnTo>
                  <a:lnTo>
                    <a:pt x="90512" y="2327877"/>
                  </a:lnTo>
                  <a:lnTo>
                    <a:pt x="136279" y="2366541"/>
                  </a:lnTo>
                  <a:lnTo>
                    <a:pt x="190850" y="2404187"/>
                  </a:lnTo>
                  <a:lnTo>
                    <a:pt x="253986" y="2440685"/>
                  </a:lnTo>
                  <a:lnTo>
                    <a:pt x="288690" y="2458463"/>
                  </a:lnTo>
                  <a:lnTo>
                    <a:pt x="325445" y="2475904"/>
                  </a:lnTo>
                  <a:lnTo>
                    <a:pt x="364220" y="2492993"/>
                  </a:lnTo>
                  <a:lnTo>
                    <a:pt x="404986" y="2509713"/>
                  </a:lnTo>
                  <a:lnTo>
                    <a:pt x="447711" y="2526048"/>
                  </a:lnTo>
                  <a:lnTo>
                    <a:pt x="492367" y="2541982"/>
                  </a:lnTo>
                  <a:lnTo>
                    <a:pt x="538922" y="2557497"/>
                  </a:lnTo>
                  <a:lnTo>
                    <a:pt x="587347" y="2572579"/>
                  </a:lnTo>
                  <a:lnTo>
                    <a:pt x="637611" y="2587209"/>
                  </a:lnTo>
                  <a:lnTo>
                    <a:pt x="689685" y="2601373"/>
                  </a:lnTo>
                  <a:lnTo>
                    <a:pt x="743538" y="2615054"/>
                  </a:lnTo>
                  <a:lnTo>
                    <a:pt x="799140" y="2628235"/>
                  </a:lnTo>
                  <a:lnTo>
                    <a:pt x="856461" y="2640900"/>
                  </a:lnTo>
                  <a:lnTo>
                    <a:pt x="915470" y="2653033"/>
                  </a:lnTo>
                  <a:lnTo>
                    <a:pt x="976139" y="2664617"/>
                  </a:lnTo>
                  <a:lnTo>
                    <a:pt x="1038435" y="2675637"/>
                  </a:lnTo>
                  <a:lnTo>
                    <a:pt x="1102330" y="2686075"/>
                  </a:lnTo>
                  <a:lnTo>
                    <a:pt x="1167793" y="2695915"/>
                  </a:lnTo>
                  <a:lnTo>
                    <a:pt x="1234793" y="2705141"/>
                  </a:lnTo>
                  <a:lnTo>
                    <a:pt x="1303302" y="2713737"/>
                  </a:lnTo>
                  <a:lnTo>
                    <a:pt x="1373288" y="2721686"/>
                  </a:lnTo>
                  <a:lnTo>
                    <a:pt x="1444722" y="2728973"/>
                  </a:lnTo>
                  <a:lnTo>
                    <a:pt x="1517573" y="2735579"/>
                  </a:lnTo>
                  <a:lnTo>
                    <a:pt x="1640805" y="2745120"/>
                  </a:lnTo>
                  <a:lnTo>
                    <a:pt x="1764270" y="2752487"/>
                  </a:lnTo>
                  <a:lnTo>
                    <a:pt x="1887706" y="2757721"/>
                  </a:lnTo>
                  <a:lnTo>
                    <a:pt x="2010848" y="2760861"/>
                  </a:lnTo>
                  <a:lnTo>
                    <a:pt x="2133434" y="2761947"/>
                  </a:lnTo>
                  <a:lnTo>
                    <a:pt x="2255201" y="2761017"/>
                  </a:lnTo>
                  <a:lnTo>
                    <a:pt x="2375886" y="2758113"/>
                  </a:lnTo>
                  <a:lnTo>
                    <a:pt x="2495227" y="2753272"/>
                  </a:lnTo>
                  <a:lnTo>
                    <a:pt x="2612960" y="2746536"/>
                  </a:lnTo>
                  <a:lnTo>
                    <a:pt x="2728822" y="2737943"/>
                  </a:lnTo>
                  <a:lnTo>
                    <a:pt x="2842551" y="2727533"/>
                  </a:lnTo>
                  <a:lnTo>
                    <a:pt x="2953883" y="2715345"/>
                  </a:lnTo>
                  <a:lnTo>
                    <a:pt x="3062556" y="2701420"/>
                  </a:lnTo>
                  <a:lnTo>
                    <a:pt x="3115813" y="2693818"/>
                  </a:lnTo>
                  <a:lnTo>
                    <a:pt x="3168306" y="2685797"/>
                  </a:lnTo>
                  <a:lnTo>
                    <a:pt x="3220003" y="2677360"/>
                  </a:lnTo>
                  <a:lnTo>
                    <a:pt x="3270871" y="2668514"/>
                  </a:lnTo>
                  <a:lnTo>
                    <a:pt x="3320877" y="2659264"/>
                  </a:lnTo>
                  <a:lnTo>
                    <a:pt x="3369988" y="2649613"/>
                  </a:lnTo>
                  <a:lnTo>
                    <a:pt x="3418171" y="2639567"/>
                  </a:lnTo>
                  <a:lnTo>
                    <a:pt x="3465394" y="2629132"/>
                  </a:lnTo>
                  <a:lnTo>
                    <a:pt x="3511623" y="2618312"/>
                  </a:lnTo>
                  <a:lnTo>
                    <a:pt x="3556826" y="2607111"/>
                  </a:lnTo>
                  <a:lnTo>
                    <a:pt x="3600969" y="2595536"/>
                  </a:lnTo>
                  <a:lnTo>
                    <a:pt x="3644021" y="2583590"/>
                  </a:lnTo>
                  <a:lnTo>
                    <a:pt x="3685947" y="2571279"/>
                  </a:lnTo>
                  <a:lnTo>
                    <a:pt x="3726716" y="2558608"/>
                  </a:lnTo>
                  <a:lnTo>
                    <a:pt x="3766293" y="2545581"/>
                  </a:lnTo>
                  <a:lnTo>
                    <a:pt x="3804648" y="2532204"/>
                  </a:lnTo>
                  <a:lnTo>
                    <a:pt x="3841745" y="2518482"/>
                  </a:lnTo>
                  <a:lnTo>
                    <a:pt x="3877554" y="2504419"/>
                  </a:lnTo>
                  <a:lnTo>
                    <a:pt x="3945171" y="2475292"/>
                  </a:lnTo>
                  <a:lnTo>
                    <a:pt x="4007237" y="2444862"/>
                  </a:lnTo>
                  <a:lnTo>
                    <a:pt x="4063489" y="2413169"/>
                  </a:lnTo>
                  <a:lnTo>
                    <a:pt x="4113662" y="2380253"/>
                  </a:lnTo>
                  <a:lnTo>
                    <a:pt x="4157496" y="2346153"/>
                  </a:lnTo>
                  <a:lnTo>
                    <a:pt x="4197735" y="2307675"/>
                  </a:lnTo>
                  <a:lnTo>
                    <a:pt x="4231097" y="2265578"/>
                  </a:lnTo>
                  <a:lnTo>
                    <a:pt x="4253723" y="2223452"/>
                  </a:lnTo>
                  <a:lnTo>
                    <a:pt x="4265856" y="2181429"/>
                  </a:lnTo>
                  <a:lnTo>
                    <a:pt x="4268062" y="2160496"/>
                  </a:lnTo>
                  <a:lnTo>
                    <a:pt x="4267735" y="2139638"/>
                  </a:lnTo>
                  <a:lnTo>
                    <a:pt x="4259603" y="2098212"/>
                  </a:lnTo>
                  <a:lnTo>
                    <a:pt x="4241701" y="2057279"/>
                  </a:lnTo>
                  <a:lnTo>
                    <a:pt x="4214269" y="2016973"/>
                  </a:lnTo>
                  <a:lnTo>
                    <a:pt x="4177549" y="1977422"/>
                  </a:lnTo>
                  <a:lnTo>
                    <a:pt x="4131783" y="1938758"/>
                  </a:lnTo>
                  <a:lnTo>
                    <a:pt x="4077211" y="1901111"/>
                  </a:lnTo>
                  <a:lnTo>
                    <a:pt x="4014075" y="1864613"/>
                  </a:lnTo>
                  <a:lnTo>
                    <a:pt x="3979371" y="1846836"/>
                  </a:lnTo>
                  <a:lnTo>
                    <a:pt x="3942616" y="1829395"/>
                  </a:lnTo>
                  <a:lnTo>
                    <a:pt x="3903841" y="1812306"/>
                  </a:lnTo>
                  <a:lnTo>
                    <a:pt x="3863076" y="1795586"/>
                  </a:lnTo>
                  <a:lnTo>
                    <a:pt x="3820350" y="1779251"/>
                  </a:lnTo>
                  <a:lnTo>
                    <a:pt x="3775695" y="1763317"/>
                  </a:lnTo>
                  <a:lnTo>
                    <a:pt x="3729139" y="1747802"/>
                  </a:lnTo>
                  <a:lnTo>
                    <a:pt x="3680715" y="1732720"/>
                  </a:lnTo>
                  <a:lnTo>
                    <a:pt x="3630450" y="1718089"/>
                  </a:lnTo>
                  <a:lnTo>
                    <a:pt x="3578376" y="1703926"/>
                  </a:lnTo>
                  <a:lnTo>
                    <a:pt x="3524523" y="1690245"/>
                  </a:lnTo>
                  <a:lnTo>
                    <a:pt x="3468921" y="1677064"/>
                  </a:lnTo>
                  <a:lnTo>
                    <a:pt x="3411601" y="1664399"/>
                  </a:lnTo>
                  <a:lnTo>
                    <a:pt x="3352591" y="1652266"/>
                  </a:lnTo>
                  <a:lnTo>
                    <a:pt x="3291923" y="1640681"/>
                  </a:lnTo>
                  <a:lnTo>
                    <a:pt x="3229626" y="1629662"/>
                  </a:lnTo>
                  <a:lnTo>
                    <a:pt x="3165732" y="1619224"/>
                  </a:lnTo>
                  <a:lnTo>
                    <a:pt x="3100269" y="1609384"/>
                  </a:lnTo>
                  <a:lnTo>
                    <a:pt x="3033268" y="1600158"/>
                  </a:lnTo>
                  <a:lnTo>
                    <a:pt x="2964760" y="1591562"/>
                  </a:lnTo>
                  <a:lnTo>
                    <a:pt x="2894773" y="1583612"/>
                  </a:lnTo>
                  <a:lnTo>
                    <a:pt x="2823340" y="1576326"/>
                  </a:lnTo>
                  <a:lnTo>
                    <a:pt x="2750489" y="1569719"/>
                  </a:lnTo>
                  <a:lnTo>
                    <a:pt x="2898317" y="0"/>
                  </a:lnTo>
                  <a:close/>
                </a:path>
              </a:pathLst>
            </a:custGeom>
            <a:solidFill>
              <a:srgbClr val="1CACE4"/>
            </a:solidFill>
          </p:spPr>
          <p:txBody>
            <a:bodyPr wrap="square" lIns="0" tIns="0" rIns="0" bIns="0" rtlCol="0"/>
            <a:lstStyle/>
            <a:p>
              <a:endParaRPr/>
            </a:p>
          </p:txBody>
        </p:sp>
        <p:sp>
          <p:nvSpPr>
            <p:cNvPr id="19" name="object 19"/>
            <p:cNvSpPr/>
            <p:nvPr/>
          </p:nvSpPr>
          <p:spPr>
            <a:xfrm>
              <a:off x="457200" y="4022343"/>
              <a:ext cx="4276725" cy="2768600"/>
            </a:xfrm>
            <a:custGeom>
              <a:avLst/>
              <a:gdLst/>
              <a:ahLst/>
              <a:cxnLst/>
              <a:rect l="l" t="t" r="r" b="b"/>
              <a:pathLst>
                <a:path w="4276725" h="2768600">
                  <a:moveTo>
                    <a:pt x="1729739" y="2743200"/>
                  </a:moveTo>
                  <a:lnTo>
                    <a:pt x="1517903" y="2743200"/>
                  </a:lnTo>
                  <a:lnTo>
                    <a:pt x="1623059" y="2755900"/>
                  </a:lnTo>
                  <a:lnTo>
                    <a:pt x="1836419" y="2768600"/>
                  </a:lnTo>
                  <a:lnTo>
                    <a:pt x="2566415" y="2768600"/>
                  </a:lnTo>
                  <a:lnTo>
                    <a:pt x="2666999" y="2755900"/>
                  </a:lnTo>
                  <a:lnTo>
                    <a:pt x="1943099" y="2755900"/>
                  </a:lnTo>
                  <a:lnTo>
                    <a:pt x="1729739" y="2743200"/>
                  </a:lnTo>
                  <a:close/>
                </a:path>
                <a:path w="4276725" h="2768600">
                  <a:moveTo>
                    <a:pt x="2766059" y="2743200"/>
                  </a:moveTo>
                  <a:lnTo>
                    <a:pt x="2564891" y="2743200"/>
                  </a:lnTo>
                  <a:lnTo>
                    <a:pt x="2360675" y="2755900"/>
                  </a:lnTo>
                  <a:lnTo>
                    <a:pt x="2666999" y="2755900"/>
                  </a:lnTo>
                  <a:lnTo>
                    <a:pt x="2766059" y="2743200"/>
                  </a:lnTo>
                  <a:close/>
                </a:path>
                <a:path w="4276725" h="2768600">
                  <a:moveTo>
                    <a:pt x="1940051" y="1536700"/>
                  </a:moveTo>
                  <a:lnTo>
                    <a:pt x="1178051" y="1600200"/>
                  </a:lnTo>
                  <a:lnTo>
                    <a:pt x="1039367" y="1625600"/>
                  </a:lnTo>
                  <a:lnTo>
                    <a:pt x="783335" y="1676400"/>
                  </a:lnTo>
                  <a:lnTo>
                    <a:pt x="665987" y="1701800"/>
                  </a:lnTo>
                  <a:lnTo>
                    <a:pt x="609599" y="1727200"/>
                  </a:lnTo>
                  <a:lnTo>
                    <a:pt x="504443" y="1752600"/>
                  </a:lnTo>
                  <a:lnTo>
                    <a:pt x="454151" y="1778000"/>
                  </a:lnTo>
                  <a:lnTo>
                    <a:pt x="361188" y="1803400"/>
                  </a:lnTo>
                  <a:lnTo>
                    <a:pt x="318516" y="1828800"/>
                  </a:lnTo>
                  <a:lnTo>
                    <a:pt x="277367" y="1854200"/>
                  </a:lnTo>
                  <a:lnTo>
                    <a:pt x="239267" y="1866900"/>
                  </a:lnTo>
                  <a:lnTo>
                    <a:pt x="204215" y="1892300"/>
                  </a:lnTo>
                  <a:lnTo>
                    <a:pt x="170687" y="1905000"/>
                  </a:lnTo>
                  <a:lnTo>
                    <a:pt x="140208" y="1930400"/>
                  </a:lnTo>
                  <a:lnTo>
                    <a:pt x="111251" y="1955800"/>
                  </a:lnTo>
                  <a:lnTo>
                    <a:pt x="85343" y="1981200"/>
                  </a:lnTo>
                  <a:lnTo>
                    <a:pt x="56387" y="2006600"/>
                  </a:lnTo>
                  <a:lnTo>
                    <a:pt x="32003" y="2032000"/>
                  </a:lnTo>
                  <a:lnTo>
                    <a:pt x="15239" y="2070100"/>
                  </a:lnTo>
                  <a:lnTo>
                    <a:pt x="13715" y="2070100"/>
                  </a:lnTo>
                  <a:lnTo>
                    <a:pt x="1523" y="2095500"/>
                  </a:lnTo>
                  <a:lnTo>
                    <a:pt x="0" y="2108200"/>
                  </a:lnTo>
                  <a:lnTo>
                    <a:pt x="0" y="2209800"/>
                  </a:lnTo>
                  <a:lnTo>
                    <a:pt x="4571" y="2222500"/>
                  </a:lnTo>
                  <a:lnTo>
                    <a:pt x="19811" y="2260600"/>
                  </a:lnTo>
                  <a:lnTo>
                    <a:pt x="38100" y="2286000"/>
                  </a:lnTo>
                  <a:lnTo>
                    <a:pt x="62483" y="2311400"/>
                  </a:lnTo>
                  <a:lnTo>
                    <a:pt x="91439" y="2349500"/>
                  </a:lnTo>
                  <a:lnTo>
                    <a:pt x="123443" y="2374900"/>
                  </a:lnTo>
                  <a:lnTo>
                    <a:pt x="161544" y="2400300"/>
                  </a:lnTo>
                  <a:lnTo>
                    <a:pt x="204215" y="2425700"/>
                  </a:lnTo>
                  <a:lnTo>
                    <a:pt x="249936" y="2451100"/>
                  </a:lnTo>
                  <a:lnTo>
                    <a:pt x="301752" y="2476500"/>
                  </a:lnTo>
                  <a:lnTo>
                    <a:pt x="356616" y="2501900"/>
                  </a:lnTo>
                  <a:lnTo>
                    <a:pt x="416051" y="2527300"/>
                  </a:lnTo>
                  <a:lnTo>
                    <a:pt x="478535" y="2552700"/>
                  </a:lnTo>
                  <a:lnTo>
                    <a:pt x="545591" y="2578100"/>
                  </a:lnTo>
                  <a:lnTo>
                    <a:pt x="617219" y="2590800"/>
                  </a:lnTo>
                  <a:lnTo>
                    <a:pt x="691895" y="2616200"/>
                  </a:lnTo>
                  <a:lnTo>
                    <a:pt x="769619" y="2628900"/>
                  </a:lnTo>
                  <a:lnTo>
                    <a:pt x="851915" y="2654300"/>
                  </a:lnTo>
                  <a:lnTo>
                    <a:pt x="937259" y="2667000"/>
                  </a:lnTo>
                  <a:lnTo>
                    <a:pt x="1025651" y="2692400"/>
                  </a:lnTo>
                  <a:lnTo>
                    <a:pt x="1117091" y="2705100"/>
                  </a:lnTo>
                  <a:lnTo>
                    <a:pt x="1412747" y="2743200"/>
                  </a:lnTo>
                  <a:lnTo>
                    <a:pt x="1624583" y="2743200"/>
                  </a:lnTo>
                  <a:lnTo>
                    <a:pt x="1214627" y="2692400"/>
                  </a:lnTo>
                  <a:lnTo>
                    <a:pt x="854963" y="2641600"/>
                  </a:lnTo>
                  <a:lnTo>
                    <a:pt x="772667" y="2616200"/>
                  </a:lnTo>
                  <a:lnTo>
                    <a:pt x="694943" y="2603500"/>
                  </a:lnTo>
                  <a:lnTo>
                    <a:pt x="620267" y="2578100"/>
                  </a:lnTo>
                  <a:lnTo>
                    <a:pt x="550163" y="2552700"/>
                  </a:lnTo>
                  <a:lnTo>
                    <a:pt x="483107" y="2540000"/>
                  </a:lnTo>
                  <a:lnTo>
                    <a:pt x="420623" y="2514600"/>
                  </a:lnTo>
                  <a:lnTo>
                    <a:pt x="362712" y="2489200"/>
                  </a:lnTo>
                  <a:lnTo>
                    <a:pt x="307847" y="2463800"/>
                  </a:lnTo>
                  <a:lnTo>
                    <a:pt x="257555" y="2438400"/>
                  </a:lnTo>
                  <a:lnTo>
                    <a:pt x="211836" y="2413000"/>
                  </a:lnTo>
                  <a:lnTo>
                    <a:pt x="170687" y="2387600"/>
                  </a:lnTo>
                  <a:lnTo>
                    <a:pt x="134111" y="2362200"/>
                  </a:lnTo>
                  <a:lnTo>
                    <a:pt x="100583" y="2336800"/>
                  </a:lnTo>
                  <a:lnTo>
                    <a:pt x="73151" y="2298700"/>
                  </a:lnTo>
                  <a:lnTo>
                    <a:pt x="50292" y="2273300"/>
                  </a:lnTo>
                  <a:lnTo>
                    <a:pt x="32003" y="2247900"/>
                  </a:lnTo>
                  <a:lnTo>
                    <a:pt x="19811" y="2222500"/>
                  </a:lnTo>
                  <a:lnTo>
                    <a:pt x="13715" y="2197100"/>
                  </a:lnTo>
                  <a:lnTo>
                    <a:pt x="12192" y="2197100"/>
                  </a:lnTo>
                  <a:lnTo>
                    <a:pt x="7619" y="2159000"/>
                  </a:lnTo>
                  <a:lnTo>
                    <a:pt x="9143" y="2133600"/>
                  </a:lnTo>
                  <a:lnTo>
                    <a:pt x="16764" y="2108200"/>
                  </a:lnTo>
                  <a:lnTo>
                    <a:pt x="28955" y="2070100"/>
                  </a:lnTo>
                  <a:lnTo>
                    <a:pt x="45719" y="2044700"/>
                  </a:lnTo>
                  <a:lnTo>
                    <a:pt x="68579" y="2019300"/>
                  </a:lnTo>
                  <a:lnTo>
                    <a:pt x="97536" y="1981200"/>
                  </a:lnTo>
                  <a:lnTo>
                    <a:pt x="121919" y="1968500"/>
                  </a:lnTo>
                  <a:lnTo>
                    <a:pt x="149351" y="1943100"/>
                  </a:lnTo>
                  <a:lnTo>
                    <a:pt x="179831" y="1917700"/>
                  </a:lnTo>
                  <a:lnTo>
                    <a:pt x="211836" y="1905000"/>
                  </a:lnTo>
                  <a:lnTo>
                    <a:pt x="246887" y="1879600"/>
                  </a:lnTo>
                  <a:lnTo>
                    <a:pt x="284988" y="1866900"/>
                  </a:lnTo>
                  <a:lnTo>
                    <a:pt x="324611" y="1841500"/>
                  </a:lnTo>
                  <a:lnTo>
                    <a:pt x="367284" y="1828800"/>
                  </a:lnTo>
                  <a:lnTo>
                    <a:pt x="413003" y="1803400"/>
                  </a:lnTo>
                  <a:lnTo>
                    <a:pt x="460247" y="1790700"/>
                  </a:lnTo>
                  <a:lnTo>
                    <a:pt x="509015" y="1765300"/>
                  </a:lnTo>
                  <a:lnTo>
                    <a:pt x="614171" y="1739900"/>
                  </a:lnTo>
                  <a:lnTo>
                    <a:pt x="670559" y="1727200"/>
                  </a:lnTo>
                  <a:lnTo>
                    <a:pt x="728471" y="1701800"/>
                  </a:lnTo>
                  <a:lnTo>
                    <a:pt x="911351" y="1663700"/>
                  </a:lnTo>
                  <a:lnTo>
                    <a:pt x="1042415" y="1638300"/>
                  </a:lnTo>
                  <a:lnTo>
                    <a:pt x="1179575" y="1625600"/>
                  </a:lnTo>
                  <a:lnTo>
                    <a:pt x="1322831" y="1600200"/>
                  </a:lnTo>
                  <a:lnTo>
                    <a:pt x="1780031" y="1562100"/>
                  </a:lnTo>
                  <a:lnTo>
                    <a:pt x="1946147" y="1562100"/>
                  </a:lnTo>
                  <a:lnTo>
                    <a:pt x="1947671" y="1549400"/>
                  </a:lnTo>
                  <a:lnTo>
                    <a:pt x="1933955" y="1549400"/>
                  </a:lnTo>
                  <a:lnTo>
                    <a:pt x="1940051" y="1536700"/>
                  </a:lnTo>
                  <a:close/>
                </a:path>
                <a:path w="4276725" h="2768600">
                  <a:moveTo>
                    <a:pt x="4276343" y="2146300"/>
                  </a:moveTo>
                  <a:lnTo>
                    <a:pt x="4261103" y="2146300"/>
                  </a:lnTo>
                  <a:lnTo>
                    <a:pt x="4261103" y="2159000"/>
                  </a:lnTo>
                  <a:lnTo>
                    <a:pt x="4260595" y="2159000"/>
                  </a:lnTo>
                  <a:lnTo>
                    <a:pt x="4259579" y="2184400"/>
                  </a:lnTo>
                  <a:lnTo>
                    <a:pt x="4251959" y="2209800"/>
                  </a:lnTo>
                  <a:lnTo>
                    <a:pt x="4239767" y="2235200"/>
                  </a:lnTo>
                  <a:lnTo>
                    <a:pt x="4223003" y="2273300"/>
                  </a:lnTo>
                  <a:lnTo>
                    <a:pt x="4200143" y="2298700"/>
                  </a:lnTo>
                  <a:lnTo>
                    <a:pt x="4171187" y="2324100"/>
                  </a:lnTo>
                  <a:lnTo>
                    <a:pt x="4137659" y="2362200"/>
                  </a:lnTo>
                  <a:lnTo>
                    <a:pt x="4098035" y="2387600"/>
                  </a:lnTo>
                  <a:lnTo>
                    <a:pt x="4055363" y="2413000"/>
                  </a:lnTo>
                  <a:lnTo>
                    <a:pt x="4008119" y="2438400"/>
                  </a:lnTo>
                  <a:lnTo>
                    <a:pt x="3954779" y="2463800"/>
                  </a:lnTo>
                  <a:lnTo>
                    <a:pt x="3898391" y="2489200"/>
                  </a:lnTo>
                  <a:lnTo>
                    <a:pt x="3838955" y="2514600"/>
                  </a:lnTo>
                  <a:lnTo>
                    <a:pt x="3706367" y="2565400"/>
                  </a:lnTo>
                  <a:lnTo>
                    <a:pt x="3634739" y="2578100"/>
                  </a:lnTo>
                  <a:lnTo>
                    <a:pt x="3560063" y="2603500"/>
                  </a:lnTo>
                  <a:lnTo>
                    <a:pt x="3482339" y="2616200"/>
                  </a:lnTo>
                  <a:lnTo>
                    <a:pt x="3400043" y="2641600"/>
                  </a:lnTo>
                  <a:lnTo>
                    <a:pt x="3230879" y="2667000"/>
                  </a:lnTo>
                  <a:lnTo>
                    <a:pt x="3140963" y="2692400"/>
                  </a:lnTo>
                  <a:lnTo>
                    <a:pt x="3051047" y="2705100"/>
                  </a:lnTo>
                  <a:lnTo>
                    <a:pt x="2862071" y="2717800"/>
                  </a:lnTo>
                  <a:lnTo>
                    <a:pt x="2665475" y="2743200"/>
                  </a:lnTo>
                  <a:lnTo>
                    <a:pt x="2863595" y="2743200"/>
                  </a:lnTo>
                  <a:lnTo>
                    <a:pt x="3233927" y="2692400"/>
                  </a:lnTo>
                  <a:lnTo>
                    <a:pt x="3320795" y="2667000"/>
                  </a:lnTo>
                  <a:lnTo>
                    <a:pt x="3485387" y="2641600"/>
                  </a:lnTo>
                  <a:lnTo>
                    <a:pt x="3563111" y="2616200"/>
                  </a:lnTo>
                  <a:lnTo>
                    <a:pt x="3639311" y="2603500"/>
                  </a:lnTo>
                  <a:lnTo>
                    <a:pt x="3710939" y="2578100"/>
                  </a:lnTo>
                  <a:lnTo>
                    <a:pt x="3779519" y="2552700"/>
                  </a:lnTo>
                  <a:lnTo>
                    <a:pt x="3843527" y="2527300"/>
                  </a:lnTo>
                  <a:lnTo>
                    <a:pt x="3904487" y="2501900"/>
                  </a:lnTo>
                  <a:lnTo>
                    <a:pt x="3962399" y="2476500"/>
                  </a:lnTo>
                  <a:lnTo>
                    <a:pt x="4015739" y="2451100"/>
                  </a:lnTo>
                  <a:lnTo>
                    <a:pt x="4064507" y="2425700"/>
                  </a:lnTo>
                  <a:lnTo>
                    <a:pt x="4108703" y="2400300"/>
                  </a:lnTo>
                  <a:lnTo>
                    <a:pt x="4148327" y="2374900"/>
                  </a:lnTo>
                  <a:lnTo>
                    <a:pt x="4183379" y="2336800"/>
                  </a:lnTo>
                  <a:lnTo>
                    <a:pt x="4212335" y="2311400"/>
                  </a:lnTo>
                  <a:lnTo>
                    <a:pt x="4236719" y="2273300"/>
                  </a:lnTo>
                  <a:lnTo>
                    <a:pt x="4253483" y="2247900"/>
                  </a:lnTo>
                  <a:lnTo>
                    <a:pt x="4255007" y="2247900"/>
                  </a:lnTo>
                  <a:lnTo>
                    <a:pt x="4267199" y="2209800"/>
                  </a:lnTo>
                  <a:lnTo>
                    <a:pt x="4274819" y="2184400"/>
                  </a:lnTo>
                  <a:lnTo>
                    <a:pt x="4275835" y="2159000"/>
                  </a:lnTo>
                  <a:lnTo>
                    <a:pt x="4261103" y="2159000"/>
                  </a:lnTo>
                  <a:lnTo>
                    <a:pt x="4260722" y="2155825"/>
                  </a:lnTo>
                  <a:lnTo>
                    <a:pt x="4275962" y="2155825"/>
                  </a:lnTo>
                  <a:lnTo>
                    <a:pt x="4276343" y="2146300"/>
                  </a:lnTo>
                  <a:close/>
                </a:path>
                <a:path w="4276725" h="2768600">
                  <a:moveTo>
                    <a:pt x="10667" y="2184400"/>
                  </a:moveTo>
                  <a:lnTo>
                    <a:pt x="12192" y="2197100"/>
                  </a:lnTo>
                  <a:lnTo>
                    <a:pt x="13715" y="2197100"/>
                  </a:lnTo>
                  <a:lnTo>
                    <a:pt x="10667" y="2184400"/>
                  </a:lnTo>
                  <a:close/>
                </a:path>
                <a:path w="4276725" h="2768600">
                  <a:moveTo>
                    <a:pt x="4261103" y="2146300"/>
                  </a:moveTo>
                  <a:lnTo>
                    <a:pt x="4260722" y="2155825"/>
                  </a:lnTo>
                  <a:lnTo>
                    <a:pt x="4261103" y="2159000"/>
                  </a:lnTo>
                  <a:lnTo>
                    <a:pt x="4261103" y="2146300"/>
                  </a:lnTo>
                  <a:close/>
                </a:path>
                <a:path w="4276725" h="2768600">
                  <a:moveTo>
                    <a:pt x="2759533" y="1563152"/>
                  </a:moveTo>
                  <a:lnTo>
                    <a:pt x="2758439" y="1574800"/>
                  </a:lnTo>
                  <a:lnTo>
                    <a:pt x="2746247" y="1574800"/>
                  </a:lnTo>
                  <a:lnTo>
                    <a:pt x="2749295" y="1587500"/>
                  </a:lnTo>
                  <a:lnTo>
                    <a:pt x="2854451" y="1587500"/>
                  </a:lnTo>
                  <a:lnTo>
                    <a:pt x="3240023" y="1638300"/>
                  </a:lnTo>
                  <a:lnTo>
                    <a:pt x="3328415" y="1663700"/>
                  </a:lnTo>
                  <a:lnTo>
                    <a:pt x="3413759" y="1676400"/>
                  </a:lnTo>
                  <a:lnTo>
                    <a:pt x="3496055" y="1701800"/>
                  </a:lnTo>
                  <a:lnTo>
                    <a:pt x="3573779" y="1714500"/>
                  </a:lnTo>
                  <a:lnTo>
                    <a:pt x="3648455" y="1739900"/>
                  </a:lnTo>
                  <a:lnTo>
                    <a:pt x="3718559" y="1752600"/>
                  </a:lnTo>
                  <a:lnTo>
                    <a:pt x="3785615" y="1778000"/>
                  </a:lnTo>
                  <a:lnTo>
                    <a:pt x="3848099" y="1803400"/>
                  </a:lnTo>
                  <a:lnTo>
                    <a:pt x="3906011" y="1828800"/>
                  </a:lnTo>
                  <a:lnTo>
                    <a:pt x="3960875" y="1854200"/>
                  </a:lnTo>
                  <a:lnTo>
                    <a:pt x="4011167" y="1879600"/>
                  </a:lnTo>
                  <a:lnTo>
                    <a:pt x="4056887" y="1905000"/>
                  </a:lnTo>
                  <a:lnTo>
                    <a:pt x="4098035" y="1930400"/>
                  </a:lnTo>
                  <a:lnTo>
                    <a:pt x="4134611" y="1955800"/>
                  </a:lnTo>
                  <a:lnTo>
                    <a:pt x="4168139" y="1981200"/>
                  </a:lnTo>
                  <a:lnTo>
                    <a:pt x="4218431" y="2044700"/>
                  </a:lnTo>
                  <a:lnTo>
                    <a:pt x="4236719" y="2070100"/>
                  </a:lnTo>
                  <a:lnTo>
                    <a:pt x="4248911" y="2095500"/>
                  </a:lnTo>
                  <a:lnTo>
                    <a:pt x="4258055" y="2120900"/>
                  </a:lnTo>
                  <a:lnTo>
                    <a:pt x="4256531" y="2120900"/>
                  </a:lnTo>
                  <a:lnTo>
                    <a:pt x="4260722" y="2155825"/>
                  </a:lnTo>
                  <a:lnTo>
                    <a:pt x="4261103" y="2146300"/>
                  </a:lnTo>
                  <a:lnTo>
                    <a:pt x="4276343" y="2146300"/>
                  </a:lnTo>
                  <a:lnTo>
                    <a:pt x="4273295" y="2120900"/>
                  </a:lnTo>
                  <a:lnTo>
                    <a:pt x="4264151" y="2095500"/>
                  </a:lnTo>
                  <a:lnTo>
                    <a:pt x="4248911" y="2057400"/>
                  </a:lnTo>
                  <a:lnTo>
                    <a:pt x="4230623" y="2032000"/>
                  </a:lnTo>
                  <a:lnTo>
                    <a:pt x="4206239" y="1993900"/>
                  </a:lnTo>
                  <a:lnTo>
                    <a:pt x="4177283" y="1968500"/>
                  </a:lnTo>
                  <a:lnTo>
                    <a:pt x="4145279" y="1943100"/>
                  </a:lnTo>
                  <a:lnTo>
                    <a:pt x="4107179" y="1917700"/>
                  </a:lnTo>
                  <a:lnTo>
                    <a:pt x="4064507" y="1892300"/>
                  </a:lnTo>
                  <a:lnTo>
                    <a:pt x="4018787" y="1866900"/>
                  </a:lnTo>
                  <a:lnTo>
                    <a:pt x="3966971" y="1841500"/>
                  </a:lnTo>
                  <a:lnTo>
                    <a:pt x="3912107" y="1816100"/>
                  </a:lnTo>
                  <a:lnTo>
                    <a:pt x="3852671" y="1790700"/>
                  </a:lnTo>
                  <a:lnTo>
                    <a:pt x="3790187" y="1765300"/>
                  </a:lnTo>
                  <a:lnTo>
                    <a:pt x="3723131" y="1739900"/>
                  </a:lnTo>
                  <a:lnTo>
                    <a:pt x="3651503" y="1714500"/>
                  </a:lnTo>
                  <a:lnTo>
                    <a:pt x="3576827" y="1701800"/>
                  </a:lnTo>
                  <a:lnTo>
                    <a:pt x="3499103" y="1676400"/>
                  </a:lnTo>
                  <a:lnTo>
                    <a:pt x="3416807" y="1663700"/>
                  </a:lnTo>
                  <a:lnTo>
                    <a:pt x="3331463" y="1638300"/>
                  </a:lnTo>
                  <a:lnTo>
                    <a:pt x="2855975" y="1574800"/>
                  </a:lnTo>
                  <a:lnTo>
                    <a:pt x="2759533" y="1563152"/>
                  </a:lnTo>
                  <a:close/>
                </a:path>
                <a:path w="4276725" h="2768600">
                  <a:moveTo>
                    <a:pt x="2906267" y="0"/>
                  </a:moveTo>
                  <a:lnTo>
                    <a:pt x="2891027" y="0"/>
                  </a:lnTo>
                  <a:lnTo>
                    <a:pt x="2904743" y="12700"/>
                  </a:lnTo>
                  <a:lnTo>
                    <a:pt x="2887190" y="40885"/>
                  </a:lnTo>
                  <a:lnTo>
                    <a:pt x="2743199" y="1574800"/>
                  </a:lnTo>
                  <a:lnTo>
                    <a:pt x="2758439" y="1574800"/>
                  </a:lnTo>
                  <a:lnTo>
                    <a:pt x="2750819" y="1562100"/>
                  </a:lnTo>
                  <a:lnTo>
                    <a:pt x="2759632" y="1562100"/>
                  </a:lnTo>
                  <a:lnTo>
                    <a:pt x="2906267" y="0"/>
                  </a:lnTo>
                  <a:close/>
                </a:path>
                <a:path w="4276725" h="2768600">
                  <a:moveTo>
                    <a:pt x="2750819" y="1562100"/>
                  </a:moveTo>
                  <a:lnTo>
                    <a:pt x="2758439" y="1574800"/>
                  </a:lnTo>
                  <a:lnTo>
                    <a:pt x="2759533" y="1563152"/>
                  </a:lnTo>
                  <a:lnTo>
                    <a:pt x="2750819" y="1562100"/>
                  </a:lnTo>
                  <a:close/>
                </a:path>
                <a:path w="4276725" h="2768600">
                  <a:moveTo>
                    <a:pt x="2759632" y="1562100"/>
                  </a:moveTo>
                  <a:lnTo>
                    <a:pt x="2750819" y="1562100"/>
                  </a:lnTo>
                  <a:lnTo>
                    <a:pt x="2759533" y="1563152"/>
                  </a:lnTo>
                  <a:lnTo>
                    <a:pt x="2759632" y="1562100"/>
                  </a:lnTo>
                  <a:close/>
                </a:path>
                <a:path w="4276725" h="2768600">
                  <a:moveTo>
                    <a:pt x="2891027" y="0"/>
                  </a:moveTo>
                  <a:lnTo>
                    <a:pt x="1933955" y="1549400"/>
                  </a:lnTo>
                  <a:lnTo>
                    <a:pt x="1947671" y="1549400"/>
                  </a:lnTo>
                  <a:lnTo>
                    <a:pt x="2887190" y="40885"/>
                  </a:lnTo>
                  <a:lnTo>
                    <a:pt x="2891027" y="0"/>
                  </a:lnTo>
                  <a:close/>
                </a:path>
                <a:path w="4276725" h="2768600">
                  <a:moveTo>
                    <a:pt x="2891027" y="0"/>
                  </a:moveTo>
                  <a:lnTo>
                    <a:pt x="2887190" y="40885"/>
                  </a:lnTo>
                  <a:lnTo>
                    <a:pt x="2904743" y="12700"/>
                  </a:lnTo>
                  <a:lnTo>
                    <a:pt x="2891027" y="0"/>
                  </a:lnTo>
                  <a:close/>
                </a:path>
              </a:pathLst>
            </a:custGeom>
            <a:solidFill>
              <a:srgbClr val="117EA7"/>
            </a:solidFill>
          </p:spPr>
          <p:txBody>
            <a:bodyPr wrap="square" lIns="0" tIns="0" rIns="0" bIns="0" rtlCol="0"/>
            <a:lstStyle/>
            <a:p>
              <a:endParaRPr/>
            </a:p>
          </p:txBody>
        </p:sp>
      </p:grpSp>
      <p:sp>
        <p:nvSpPr>
          <p:cNvPr id="20" name="object 20"/>
          <p:cNvSpPr txBox="1"/>
          <p:nvPr/>
        </p:nvSpPr>
        <p:spPr>
          <a:xfrm>
            <a:off x="1234248" y="5595619"/>
            <a:ext cx="2711450" cy="1122680"/>
          </a:xfrm>
          <a:prstGeom prst="rect">
            <a:avLst/>
          </a:prstGeom>
        </p:spPr>
        <p:txBody>
          <a:bodyPr vert="horz" wrap="square" lIns="0" tIns="12700" rIns="0" bIns="0" rtlCol="0">
            <a:spAutoFit/>
          </a:bodyPr>
          <a:lstStyle/>
          <a:p>
            <a:pPr marL="12065" marR="5080" algn="ctr">
              <a:lnSpc>
                <a:spcPct val="100000"/>
              </a:lnSpc>
              <a:spcBef>
                <a:spcPts val="100"/>
              </a:spcBef>
            </a:pPr>
            <a:r>
              <a:rPr sz="1800" spc="-5" dirty="0">
                <a:solidFill>
                  <a:srgbClr val="FFFFFF"/>
                </a:solidFill>
                <a:latin typeface="Calibri"/>
                <a:cs typeface="Calibri"/>
              </a:rPr>
              <a:t>Auxiliary </a:t>
            </a:r>
            <a:r>
              <a:rPr sz="1800" spc="-10" dirty="0">
                <a:solidFill>
                  <a:srgbClr val="FFFFFF"/>
                </a:solidFill>
                <a:latin typeface="Calibri"/>
                <a:cs typeface="Calibri"/>
              </a:rPr>
              <a:t>protocol: </a:t>
            </a:r>
            <a:r>
              <a:rPr sz="1800" spc="-5" dirty="0">
                <a:solidFill>
                  <a:srgbClr val="FFFFFF"/>
                </a:solidFill>
                <a:latin typeface="Calibri"/>
                <a:cs typeface="Calibri"/>
              </a:rPr>
              <a:t>helps IPv4 </a:t>
            </a:r>
            <a:r>
              <a:rPr sz="1800" spc="-395" dirty="0">
                <a:solidFill>
                  <a:srgbClr val="FFFFFF"/>
                </a:solidFill>
                <a:latin typeface="Calibri"/>
                <a:cs typeface="Calibri"/>
              </a:rPr>
              <a:t> </a:t>
            </a:r>
            <a:r>
              <a:rPr sz="1800" spc="-10" dirty="0">
                <a:solidFill>
                  <a:srgbClr val="FFFFFF"/>
                </a:solidFill>
                <a:latin typeface="Calibri"/>
                <a:cs typeface="Calibri"/>
              </a:rPr>
              <a:t>to</a:t>
            </a:r>
            <a:r>
              <a:rPr sz="1800" spc="-25" dirty="0">
                <a:solidFill>
                  <a:srgbClr val="FFFFFF"/>
                </a:solidFill>
                <a:latin typeface="Calibri"/>
                <a:cs typeface="Calibri"/>
              </a:rPr>
              <a:t> </a:t>
            </a:r>
            <a:r>
              <a:rPr sz="1800" spc="-5" dirty="0">
                <a:solidFill>
                  <a:srgbClr val="FFFFFF"/>
                </a:solidFill>
                <a:latin typeface="Calibri"/>
                <a:cs typeface="Calibri"/>
              </a:rPr>
              <a:t>handle</a:t>
            </a:r>
            <a:r>
              <a:rPr sz="1800" spc="10" dirty="0">
                <a:solidFill>
                  <a:srgbClr val="FFFFFF"/>
                </a:solidFill>
                <a:latin typeface="Calibri"/>
                <a:cs typeface="Calibri"/>
              </a:rPr>
              <a:t> </a:t>
            </a:r>
            <a:r>
              <a:rPr sz="1800" spc="-5" dirty="0">
                <a:solidFill>
                  <a:srgbClr val="FFFFFF"/>
                </a:solidFill>
                <a:latin typeface="Calibri"/>
                <a:cs typeface="Calibri"/>
              </a:rPr>
              <a:t>some </a:t>
            </a:r>
            <a:r>
              <a:rPr sz="1800" spc="-15" dirty="0">
                <a:solidFill>
                  <a:srgbClr val="FFFFFF"/>
                </a:solidFill>
                <a:latin typeface="Calibri"/>
                <a:cs typeface="Calibri"/>
              </a:rPr>
              <a:t>errors</a:t>
            </a:r>
            <a:r>
              <a:rPr sz="1800" spc="-5" dirty="0">
                <a:solidFill>
                  <a:srgbClr val="FFFFFF"/>
                </a:solidFill>
                <a:latin typeface="Calibri"/>
                <a:cs typeface="Calibri"/>
              </a:rPr>
              <a:t> that </a:t>
            </a:r>
            <a:r>
              <a:rPr sz="1800" dirty="0">
                <a:solidFill>
                  <a:srgbClr val="FFFFFF"/>
                </a:solidFill>
                <a:latin typeface="Calibri"/>
                <a:cs typeface="Calibri"/>
              </a:rPr>
              <a:t> </a:t>
            </a:r>
            <a:r>
              <a:rPr sz="1800" spc="-15" dirty="0">
                <a:solidFill>
                  <a:srgbClr val="FFFFFF"/>
                </a:solidFill>
                <a:latin typeface="Calibri"/>
                <a:cs typeface="Calibri"/>
              </a:rPr>
              <a:t>may</a:t>
            </a:r>
            <a:r>
              <a:rPr sz="1800" spc="-20" dirty="0">
                <a:solidFill>
                  <a:srgbClr val="FFFFFF"/>
                </a:solidFill>
                <a:latin typeface="Calibri"/>
                <a:cs typeface="Calibri"/>
              </a:rPr>
              <a:t> </a:t>
            </a:r>
            <a:r>
              <a:rPr sz="1800" spc="-5" dirty="0">
                <a:solidFill>
                  <a:srgbClr val="FFFFFF"/>
                </a:solidFill>
                <a:latin typeface="Calibri"/>
                <a:cs typeface="Calibri"/>
              </a:rPr>
              <a:t>occur</a:t>
            </a:r>
            <a:r>
              <a:rPr sz="1800" spc="15" dirty="0">
                <a:solidFill>
                  <a:srgbClr val="FFFFFF"/>
                </a:solidFill>
                <a:latin typeface="Calibri"/>
                <a:cs typeface="Calibri"/>
              </a:rPr>
              <a:t> </a:t>
            </a:r>
            <a:r>
              <a:rPr sz="1800" spc="-5" dirty="0">
                <a:solidFill>
                  <a:srgbClr val="FFFFFF"/>
                </a:solidFill>
                <a:latin typeface="Calibri"/>
                <a:cs typeface="Calibri"/>
              </a:rPr>
              <a:t>in</a:t>
            </a:r>
            <a:r>
              <a:rPr sz="1800" spc="5" dirty="0">
                <a:solidFill>
                  <a:srgbClr val="FFFFFF"/>
                </a:solidFill>
                <a:latin typeface="Calibri"/>
                <a:cs typeface="Calibri"/>
              </a:rPr>
              <a:t> </a:t>
            </a:r>
            <a:r>
              <a:rPr sz="1800" spc="-5" dirty="0">
                <a:solidFill>
                  <a:srgbClr val="FFFFFF"/>
                </a:solidFill>
                <a:latin typeface="Calibri"/>
                <a:cs typeface="Calibri"/>
              </a:rPr>
              <a:t>the </a:t>
            </a:r>
            <a:r>
              <a:rPr sz="1800" spc="-10" dirty="0">
                <a:solidFill>
                  <a:srgbClr val="FFFFFF"/>
                </a:solidFill>
                <a:latin typeface="Calibri"/>
                <a:cs typeface="Calibri"/>
              </a:rPr>
              <a:t>network </a:t>
            </a:r>
            <a:r>
              <a:rPr sz="1800" spc="-5" dirty="0">
                <a:solidFill>
                  <a:srgbClr val="FFFFFF"/>
                </a:solidFill>
                <a:latin typeface="Calibri"/>
                <a:cs typeface="Calibri"/>
              </a:rPr>
              <a:t> </a:t>
            </a:r>
            <a:r>
              <a:rPr sz="1800" spc="-15" dirty="0">
                <a:solidFill>
                  <a:srgbClr val="FFFFFF"/>
                </a:solidFill>
                <a:latin typeface="Calibri"/>
                <a:cs typeface="Calibri"/>
              </a:rPr>
              <a:t>layer</a:t>
            </a:r>
            <a:r>
              <a:rPr sz="1800" spc="-10" dirty="0">
                <a:solidFill>
                  <a:srgbClr val="FFFFFF"/>
                </a:solidFill>
                <a:latin typeface="Calibri"/>
                <a:cs typeface="Calibri"/>
              </a:rPr>
              <a:t> </a:t>
            </a:r>
            <a:r>
              <a:rPr sz="1800" spc="-5" dirty="0">
                <a:solidFill>
                  <a:srgbClr val="FFFFFF"/>
                </a:solidFill>
                <a:latin typeface="Calibri"/>
                <a:cs typeface="Calibri"/>
              </a:rPr>
              <a:t>delivery</a:t>
            </a:r>
            <a:endParaRPr sz="1800">
              <a:latin typeface="Calibri"/>
              <a:cs typeface="Calibri"/>
            </a:endParaRP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30</a:t>
            </a:fld>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1259840" cy="756920"/>
          </a:xfrm>
          <a:prstGeom prst="rect">
            <a:avLst/>
          </a:prstGeom>
        </p:spPr>
        <p:txBody>
          <a:bodyPr vert="horz" wrap="square" lIns="0" tIns="12700" rIns="0" bIns="0" rtlCol="0">
            <a:spAutoFit/>
          </a:bodyPr>
          <a:lstStyle/>
          <a:p>
            <a:pPr marL="12700">
              <a:lnSpc>
                <a:spcPct val="100000"/>
              </a:lnSpc>
              <a:spcBef>
                <a:spcPts val="100"/>
              </a:spcBef>
            </a:pPr>
            <a:r>
              <a:rPr sz="4800" i="0" spc="-55" dirty="0">
                <a:latin typeface="Arial"/>
                <a:cs typeface="Arial"/>
              </a:rPr>
              <a:t>I</a:t>
            </a:r>
            <a:r>
              <a:rPr sz="4800" i="0" spc="-50" dirty="0">
                <a:latin typeface="Arial"/>
                <a:cs typeface="Arial"/>
              </a:rPr>
              <a:t>P</a:t>
            </a:r>
            <a:r>
              <a:rPr sz="4800" i="0" spc="-60" dirty="0">
                <a:latin typeface="Arial"/>
                <a:cs typeface="Arial"/>
              </a:rPr>
              <a:t>v</a:t>
            </a:r>
            <a:r>
              <a:rPr sz="4800" i="0" spc="-5" dirty="0">
                <a:latin typeface="Arial"/>
                <a:cs typeface="Arial"/>
              </a:rPr>
              <a:t>4</a:t>
            </a:r>
            <a:endParaRPr sz="4800">
              <a:latin typeface="Arial"/>
              <a:cs typeface="Arial"/>
            </a:endParaRPr>
          </a:p>
        </p:txBody>
      </p:sp>
      <p:sp>
        <p:nvSpPr>
          <p:cNvPr id="3" name="object 3"/>
          <p:cNvSpPr txBox="1"/>
          <p:nvPr/>
        </p:nvSpPr>
        <p:spPr>
          <a:xfrm>
            <a:off x="697179" y="2971800"/>
            <a:ext cx="8701405" cy="2205091"/>
          </a:xfrm>
          <a:prstGeom prst="rect">
            <a:avLst/>
          </a:prstGeom>
        </p:spPr>
        <p:txBody>
          <a:bodyPr vert="horz" wrap="square" lIns="0" tIns="154305" rIns="0" bIns="0" rtlCol="0">
            <a:spAutoFit/>
          </a:bodyPr>
          <a:lstStyle/>
          <a:p>
            <a:pPr marL="189230" indent="-177165">
              <a:lnSpc>
                <a:spcPct val="100000"/>
              </a:lnSpc>
              <a:spcBef>
                <a:spcPts val="1215"/>
              </a:spcBef>
              <a:buClr>
                <a:srgbClr val="1CACE4"/>
              </a:buClr>
              <a:buFont typeface="Arial MT"/>
              <a:buChar char="•"/>
              <a:tabLst>
                <a:tab pos="189865" algn="l"/>
              </a:tabLst>
            </a:pPr>
            <a:r>
              <a:rPr sz="2400" spc="-10" dirty="0">
                <a:solidFill>
                  <a:srgbClr val="3F3F3F"/>
                </a:solidFill>
                <a:latin typeface="Calibri"/>
                <a:cs typeface="Calibri"/>
              </a:rPr>
              <a:t>Unreliable</a:t>
            </a:r>
            <a:r>
              <a:rPr sz="2400" spc="-15" dirty="0">
                <a:solidFill>
                  <a:srgbClr val="3F3F3F"/>
                </a:solidFill>
                <a:latin typeface="Calibri"/>
                <a:cs typeface="Calibri"/>
              </a:rPr>
              <a:t> datagram</a:t>
            </a:r>
            <a:r>
              <a:rPr sz="2400" spc="-20" dirty="0">
                <a:solidFill>
                  <a:srgbClr val="3F3F3F"/>
                </a:solidFill>
                <a:latin typeface="Calibri"/>
                <a:cs typeface="Calibri"/>
              </a:rPr>
              <a:t> </a:t>
            </a:r>
            <a:r>
              <a:rPr sz="2400" spc="-15" dirty="0">
                <a:solidFill>
                  <a:srgbClr val="3F3F3F"/>
                </a:solidFill>
                <a:latin typeface="Calibri"/>
                <a:cs typeface="Calibri"/>
              </a:rPr>
              <a:t>protocol—a</a:t>
            </a:r>
            <a:r>
              <a:rPr sz="2400" spc="-10" dirty="0">
                <a:solidFill>
                  <a:srgbClr val="3F3F3F"/>
                </a:solidFill>
                <a:latin typeface="Calibri"/>
                <a:cs typeface="Calibri"/>
              </a:rPr>
              <a:t> </a:t>
            </a:r>
            <a:r>
              <a:rPr sz="2400" spc="-15" dirty="0">
                <a:solidFill>
                  <a:srgbClr val="3F3F3F"/>
                </a:solidFill>
                <a:latin typeface="Calibri"/>
                <a:cs typeface="Calibri"/>
              </a:rPr>
              <a:t>best-effort</a:t>
            </a:r>
            <a:r>
              <a:rPr sz="2400" spc="5" dirty="0">
                <a:solidFill>
                  <a:srgbClr val="3F3F3F"/>
                </a:solidFill>
                <a:latin typeface="Calibri"/>
                <a:cs typeface="Calibri"/>
              </a:rPr>
              <a:t> </a:t>
            </a:r>
            <a:r>
              <a:rPr sz="2400" spc="-5" dirty="0">
                <a:solidFill>
                  <a:srgbClr val="3F3F3F"/>
                </a:solidFill>
                <a:latin typeface="Calibri"/>
                <a:cs typeface="Calibri"/>
              </a:rPr>
              <a:t>delivery</a:t>
            </a:r>
            <a:r>
              <a:rPr sz="2400" spc="-15" dirty="0">
                <a:solidFill>
                  <a:srgbClr val="3F3F3F"/>
                </a:solidFill>
                <a:latin typeface="Calibri"/>
                <a:cs typeface="Calibri"/>
              </a:rPr>
              <a:t> </a:t>
            </a:r>
            <a:r>
              <a:rPr sz="2400" dirty="0">
                <a:solidFill>
                  <a:srgbClr val="3F3F3F"/>
                </a:solidFill>
                <a:latin typeface="Calibri"/>
                <a:cs typeface="Calibri"/>
              </a:rPr>
              <a:t>service.</a:t>
            </a:r>
            <a:endParaRPr sz="2400" dirty="0">
              <a:latin typeface="Calibri"/>
              <a:cs typeface="Calibri"/>
            </a:endParaRPr>
          </a:p>
          <a:p>
            <a:pPr marL="189230" indent="-177165">
              <a:lnSpc>
                <a:spcPts val="2735"/>
              </a:lnSpc>
              <a:spcBef>
                <a:spcPts val="1115"/>
              </a:spcBef>
              <a:buClr>
                <a:srgbClr val="1CACE4"/>
              </a:buClr>
              <a:buFont typeface="Arial MT"/>
              <a:buChar char="•"/>
              <a:tabLst>
                <a:tab pos="189865" algn="l"/>
              </a:tabLst>
            </a:pPr>
            <a:r>
              <a:rPr sz="2400" i="1" spc="-10" dirty="0">
                <a:solidFill>
                  <a:srgbClr val="3F3F3F"/>
                </a:solidFill>
                <a:latin typeface="Calibri"/>
                <a:cs typeface="Calibri"/>
              </a:rPr>
              <a:t>Best</a:t>
            </a:r>
            <a:r>
              <a:rPr sz="2400" i="1" spc="-45" dirty="0">
                <a:solidFill>
                  <a:srgbClr val="3F3F3F"/>
                </a:solidFill>
                <a:latin typeface="Calibri"/>
                <a:cs typeface="Calibri"/>
              </a:rPr>
              <a:t> </a:t>
            </a:r>
            <a:r>
              <a:rPr sz="2400" i="1" spc="-5" dirty="0">
                <a:solidFill>
                  <a:srgbClr val="3F3F3F"/>
                </a:solidFill>
                <a:latin typeface="Calibri"/>
                <a:cs typeface="Calibri"/>
              </a:rPr>
              <a:t>effort</a:t>
            </a:r>
            <a:r>
              <a:rPr sz="2400" i="1" spc="-10" dirty="0">
                <a:solidFill>
                  <a:srgbClr val="3F3F3F"/>
                </a:solidFill>
                <a:latin typeface="Calibri"/>
                <a:cs typeface="Calibri"/>
              </a:rPr>
              <a:t> </a:t>
            </a:r>
            <a:r>
              <a:rPr sz="2400" i="1" spc="-5" dirty="0">
                <a:solidFill>
                  <a:srgbClr val="3F3F3F"/>
                </a:solidFill>
                <a:latin typeface="Calibri"/>
                <a:cs typeface="Calibri"/>
              </a:rPr>
              <a:t>means</a:t>
            </a:r>
            <a:r>
              <a:rPr sz="2400" i="1" spc="10" dirty="0">
                <a:solidFill>
                  <a:srgbClr val="3F3F3F"/>
                </a:solidFill>
                <a:latin typeface="Calibri"/>
                <a:cs typeface="Calibri"/>
              </a:rPr>
              <a:t> </a:t>
            </a:r>
            <a:r>
              <a:rPr sz="2400" i="1" spc="-5" dirty="0">
                <a:solidFill>
                  <a:srgbClr val="3F3F3F"/>
                </a:solidFill>
                <a:latin typeface="Calibri"/>
                <a:cs typeface="Calibri"/>
              </a:rPr>
              <a:t>that</a:t>
            </a:r>
            <a:r>
              <a:rPr sz="2400" i="1" spc="-20" dirty="0">
                <a:solidFill>
                  <a:srgbClr val="3F3F3F"/>
                </a:solidFill>
                <a:latin typeface="Calibri"/>
                <a:cs typeface="Calibri"/>
              </a:rPr>
              <a:t> </a:t>
            </a:r>
            <a:r>
              <a:rPr sz="2400" i="1" spc="-5" dirty="0">
                <a:solidFill>
                  <a:srgbClr val="3F3F3F"/>
                </a:solidFill>
                <a:latin typeface="Calibri"/>
                <a:cs typeface="Calibri"/>
              </a:rPr>
              <a:t>IPv4</a:t>
            </a:r>
            <a:r>
              <a:rPr sz="2400" i="1" spc="5" dirty="0">
                <a:solidFill>
                  <a:srgbClr val="3F3F3F"/>
                </a:solidFill>
                <a:latin typeface="Calibri"/>
                <a:cs typeface="Calibri"/>
              </a:rPr>
              <a:t> </a:t>
            </a:r>
            <a:r>
              <a:rPr sz="2400" i="1" spc="-20" dirty="0">
                <a:solidFill>
                  <a:srgbClr val="3F3F3F"/>
                </a:solidFill>
                <a:latin typeface="Calibri"/>
                <a:cs typeface="Calibri"/>
              </a:rPr>
              <a:t>packets</a:t>
            </a:r>
            <a:r>
              <a:rPr sz="2400" i="1" spc="-10" dirty="0">
                <a:solidFill>
                  <a:srgbClr val="3F3F3F"/>
                </a:solidFill>
                <a:latin typeface="Calibri"/>
                <a:cs typeface="Calibri"/>
              </a:rPr>
              <a:t> can</a:t>
            </a:r>
            <a:r>
              <a:rPr sz="2400" i="1" dirty="0">
                <a:solidFill>
                  <a:srgbClr val="3F3F3F"/>
                </a:solidFill>
                <a:latin typeface="Calibri"/>
                <a:cs typeface="Calibri"/>
              </a:rPr>
              <a:t> </a:t>
            </a:r>
            <a:r>
              <a:rPr sz="2400" i="1" spc="-5" dirty="0">
                <a:solidFill>
                  <a:srgbClr val="3F3F3F"/>
                </a:solidFill>
                <a:latin typeface="Calibri"/>
                <a:cs typeface="Calibri"/>
              </a:rPr>
              <a:t>be</a:t>
            </a:r>
            <a:r>
              <a:rPr sz="2400" i="1" spc="-15" dirty="0">
                <a:solidFill>
                  <a:srgbClr val="3F3F3F"/>
                </a:solidFill>
                <a:latin typeface="Calibri"/>
                <a:cs typeface="Calibri"/>
              </a:rPr>
              <a:t> </a:t>
            </a:r>
            <a:r>
              <a:rPr sz="2400" i="1" spc="-10" dirty="0">
                <a:solidFill>
                  <a:srgbClr val="3F3F3F"/>
                </a:solidFill>
                <a:latin typeface="Calibri"/>
                <a:cs typeface="Calibri"/>
              </a:rPr>
              <a:t>corrupted,</a:t>
            </a:r>
            <a:r>
              <a:rPr sz="2400" i="1" dirty="0">
                <a:solidFill>
                  <a:srgbClr val="3F3F3F"/>
                </a:solidFill>
                <a:latin typeface="Calibri"/>
                <a:cs typeface="Calibri"/>
              </a:rPr>
              <a:t> </a:t>
            </a:r>
            <a:r>
              <a:rPr sz="2400" i="1" spc="-5" dirty="0">
                <a:solidFill>
                  <a:srgbClr val="3F3F3F"/>
                </a:solidFill>
                <a:latin typeface="Calibri"/>
                <a:cs typeface="Calibri"/>
              </a:rPr>
              <a:t>be</a:t>
            </a:r>
            <a:r>
              <a:rPr sz="2400" i="1" dirty="0">
                <a:solidFill>
                  <a:srgbClr val="3F3F3F"/>
                </a:solidFill>
                <a:latin typeface="Calibri"/>
                <a:cs typeface="Calibri"/>
              </a:rPr>
              <a:t> </a:t>
            </a:r>
            <a:r>
              <a:rPr sz="2400" i="1" spc="-10" dirty="0">
                <a:solidFill>
                  <a:srgbClr val="3F3F3F"/>
                </a:solidFill>
                <a:latin typeface="Calibri"/>
                <a:cs typeface="Calibri"/>
              </a:rPr>
              <a:t>lost,</a:t>
            </a:r>
            <a:r>
              <a:rPr sz="2400" i="1" spc="-15" dirty="0">
                <a:solidFill>
                  <a:srgbClr val="3F3F3F"/>
                </a:solidFill>
                <a:latin typeface="Calibri"/>
                <a:cs typeface="Calibri"/>
              </a:rPr>
              <a:t> </a:t>
            </a:r>
            <a:r>
              <a:rPr sz="2400" i="1" spc="-5" dirty="0">
                <a:solidFill>
                  <a:srgbClr val="3F3F3F"/>
                </a:solidFill>
                <a:latin typeface="Calibri"/>
                <a:cs typeface="Calibri"/>
              </a:rPr>
              <a:t>arrive</a:t>
            </a:r>
            <a:endParaRPr sz="2400" dirty="0">
              <a:latin typeface="Calibri"/>
              <a:cs typeface="Calibri"/>
            </a:endParaRPr>
          </a:p>
          <a:p>
            <a:pPr marL="189230">
              <a:lnSpc>
                <a:spcPts val="2735"/>
              </a:lnSpc>
            </a:pPr>
            <a:r>
              <a:rPr sz="2400" spc="-5" dirty="0">
                <a:solidFill>
                  <a:srgbClr val="3F3F3F"/>
                </a:solidFill>
                <a:latin typeface="Calibri"/>
                <a:cs typeface="Calibri"/>
              </a:rPr>
              <a:t>out</a:t>
            </a:r>
            <a:r>
              <a:rPr sz="2400" spc="-20" dirty="0">
                <a:solidFill>
                  <a:srgbClr val="3F3F3F"/>
                </a:solidFill>
                <a:latin typeface="Calibri"/>
                <a:cs typeface="Calibri"/>
              </a:rPr>
              <a:t> </a:t>
            </a:r>
            <a:r>
              <a:rPr sz="2400" spc="-5" dirty="0">
                <a:solidFill>
                  <a:srgbClr val="3F3F3F"/>
                </a:solidFill>
                <a:latin typeface="Calibri"/>
                <a:cs typeface="Calibri"/>
              </a:rPr>
              <a:t>of </a:t>
            </a:r>
            <a:r>
              <a:rPr sz="2400" spc="-45" dirty="0">
                <a:solidFill>
                  <a:srgbClr val="3F3F3F"/>
                </a:solidFill>
                <a:latin typeface="Calibri"/>
                <a:cs typeface="Calibri"/>
              </a:rPr>
              <a:t>order,</a:t>
            </a:r>
            <a:r>
              <a:rPr sz="2400" spc="-5" dirty="0">
                <a:solidFill>
                  <a:srgbClr val="3F3F3F"/>
                </a:solidFill>
                <a:latin typeface="Calibri"/>
                <a:cs typeface="Calibri"/>
              </a:rPr>
              <a:t> be</a:t>
            </a:r>
            <a:r>
              <a:rPr sz="2400" dirty="0">
                <a:solidFill>
                  <a:srgbClr val="3F3F3F"/>
                </a:solidFill>
                <a:latin typeface="Calibri"/>
                <a:cs typeface="Calibri"/>
              </a:rPr>
              <a:t> </a:t>
            </a:r>
            <a:r>
              <a:rPr sz="2400" spc="-15" dirty="0">
                <a:solidFill>
                  <a:srgbClr val="3F3F3F"/>
                </a:solidFill>
                <a:latin typeface="Calibri"/>
                <a:cs typeface="Calibri"/>
              </a:rPr>
              <a:t>delayed</a:t>
            </a:r>
            <a:r>
              <a:rPr sz="2400" spc="-5" dirty="0">
                <a:solidFill>
                  <a:srgbClr val="3F3F3F"/>
                </a:solidFill>
                <a:latin typeface="Calibri"/>
                <a:cs typeface="Calibri"/>
              </a:rPr>
              <a:t> or</a:t>
            </a:r>
            <a:r>
              <a:rPr sz="2400" spc="-10" dirty="0">
                <a:solidFill>
                  <a:srgbClr val="3F3F3F"/>
                </a:solidFill>
                <a:latin typeface="Calibri"/>
                <a:cs typeface="Calibri"/>
              </a:rPr>
              <a:t> </a:t>
            </a:r>
            <a:r>
              <a:rPr sz="2400" spc="-15" dirty="0">
                <a:solidFill>
                  <a:srgbClr val="3F3F3F"/>
                </a:solidFill>
                <a:latin typeface="Calibri"/>
                <a:cs typeface="Calibri"/>
              </a:rPr>
              <a:t>create congestion</a:t>
            </a:r>
            <a:r>
              <a:rPr sz="2400" spc="-5" dirty="0">
                <a:solidFill>
                  <a:srgbClr val="3F3F3F"/>
                </a:solidFill>
                <a:latin typeface="Calibri"/>
                <a:cs typeface="Calibri"/>
              </a:rPr>
              <a:t> </a:t>
            </a:r>
            <a:r>
              <a:rPr sz="2400" spc="-20" dirty="0">
                <a:solidFill>
                  <a:srgbClr val="3F3F3F"/>
                </a:solidFill>
                <a:latin typeface="Calibri"/>
                <a:cs typeface="Calibri"/>
              </a:rPr>
              <a:t>for</a:t>
            </a:r>
            <a:r>
              <a:rPr sz="2400" spc="-5" dirty="0">
                <a:solidFill>
                  <a:srgbClr val="3F3F3F"/>
                </a:solidFill>
                <a:latin typeface="Calibri"/>
                <a:cs typeface="Calibri"/>
              </a:rPr>
              <a:t> the </a:t>
            </a:r>
            <a:r>
              <a:rPr sz="2400" spc="-10" dirty="0">
                <a:solidFill>
                  <a:srgbClr val="3F3F3F"/>
                </a:solidFill>
                <a:latin typeface="Calibri"/>
                <a:cs typeface="Calibri"/>
              </a:rPr>
              <a:t>network.</a:t>
            </a:r>
            <a:endParaRPr sz="2400" dirty="0">
              <a:latin typeface="Calibri"/>
              <a:cs typeface="Calibri"/>
            </a:endParaRPr>
          </a:p>
          <a:p>
            <a:pPr marL="189230" marR="1139190" indent="-177165">
              <a:lnSpc>
                <a:spcPts val="2590"/>
              </a:lnSpc>
              <a:spcBef>
                <a:spcPts val="1445"/>
              </a:spcBef>
              <a:buClr>
                <a:srgbClr val="1CACE4"/>
              </a:buClr>
              <a:buFont typeface="Arial MT"/>
              <a:buChar char="•"/>
              <a:tabLst>
                <a:tab pos="189865" algn="l"/>
              </a:tabLst>
            </a:pPr>
            <a:r>
              <a:rPr sz="2400" spc="-5" dirty="0">
                <a:solidFill>
                  <a:srgbClr val="3F3F3F"/>
                </a:solidFill>
                <a:latin typeface="Calibri"/>
                <a:cs typeface="Calibri"/>
              </a:rPr>
              <a:t>If </a:t>
            </a:r>
            <a:r>
              <a:rPr sz="2400" spc="-10" dirty="0">
                <a:solidFill>
                  <a:srgbClr val="3F3F3F"/>
                </a:solidFill>
                <a:latin typeface="Calibri"/>
                <a:cs typeface="Calibri"/>
              </a:rPr>
              <a:t>reliability </a:t>
            </a:r>
            <a:r>
              <a:rPr sz="2400" spc="-5" dirty="0">
                <a:solidFill>
                  <a:srgbClr val="3F3F3F"/>
                </a:solidFill>
                <a:latin typeface="Calibri"/>
                <a:cs typeface="Calibri"/>
              </a:rPr>
              <a:t>is </a:t>
            </a:r>
            <a:r>
              <a:rPr sz="2400" spc="-10" dirty="0">
                <a:solidFill>
                  <a:srgbClr val="3F3F3F"/>
                </a:solidFill>
                <a:latin typeface="Calibri"/>
                <a:cs typeface="Calibri"/>
              </a:rPr>
              <a:t>important, </a:t>
            </a:r>
            <a:r>
              <a:rPr sz="2400" spc="-5" dirty="0">
                <a:solidFill>
                  <a:srgbClr val="3F3F3F"/>
                </a:solidFill>
                <a:latin typeface="Calibri"/>
                <a:cs typeface="Calibri"/>
              </a:rPr>
              <a:t>IPv4 </a:t>
            </a:r>
            <a:r>
              <a:rPr sz="2400" spc="-10" dirty="0">
                <a:solidFill>
                  <a:srgbClr val="3F3F3F"/>
                </a:solidFill>
                <a:latin typeface="Calibri"/>
                <a:cs typeface="Calibri"/>
              </a:rPr>
              <a:t>must </a:t>
            </a:r>
            <a:r>
              <a:rPr sz="2400" spc="-5" dirty="0">
                <a:solidFill>
                  <a:srgbClr val="3F3F3F"/>
                </a:solidFill>
                <a:latin typeface="Calibri"/>
                <a:cs typeface="Calibri"/>
              </a:rPr>
              <a:t>be </a:t>
            </a:r>
            <a:r>
              <a:rPr sz="2400" spc="-10" dirty="0">
                <a:solidFill>
                  <a:srgbClr val="3F3F3F"/>
                </a:solidFill>
                <a:latin typeface="Calibri"/>
                <a:cs typeface="Calibri"/>
              </a:rPr>
              <a:t>paired </a:t>
            </a:r>
            <a:r>
              <a:rPr sz="2400" spc="-5" dirty="0">
                <a:solidFill>
                  <a:srgbClr val="3F3F3F"/>
                </a:solidFill>
                <a:latin typeface="Calibri"/>
                <a:cs typeface="Calibri"/>
              </a:rPr>
              <a:t>with </a:t>
            </a:r>
            <a:r>
              <a:rPr sz="2400" dirty="0">
                <a:solidFill>
                  <a:srgbClr val="3F3F3F"/>
                </a:solidFill>
                <a:latin typeface="Calibri"/>
                <a:cs typeface="Calibri"/>
              </a:rPr>
              <a:t>a </a:t>
            </a:r>
            <a:r>
              <a:rPr sz="2400" spc="-10" dirty="0">
                <a:solidFill>
                  <a:srgbClr val="3F3F3F"/>
                </a:solidFill>
                <a:latin typeface="Calibri"/>
                <a:cs typeface="Calibri"/>
              </a:rPr>
              <a:t>reliable </a:t>
            </a:r>
            <a:r>
              <a:rPr sz="2400" spc="-530" dirty="0">
                <a:solidFill>
                  <a:srgbClr val="3F3F3F"/>
                </a:solidFill>
                <a:latin typeface="Calibri"/>
                <a:cs typeface="Calibri"/>
              </a:rPr>
              <a:t> </a:t>
            </a:r>
            <a:r>
              <a:rPr sz="2400" spc="-10" dirty="0">
                <a:solidFill>
                  <a:srgbClr val="3F3F3F"/>
                </a:solidFill>
                <a:latin typeface="Calibri"/>
                <a:cs typeface="Calibri"/>
              </a:rPr>
              <a:t>transport-layer</a:t>
            </a:r>
            <a:r>
              <a:rPr sz="2400" spc="-35" dirty="0">
                <a:solidFill>
                  <a:srgbClr val="3F3F3F"/>
                </a:solidFill>
                <a:latin typeface="Calibri"/>
                <a:cs typeface="Calibri"/>
              </a:rPr>
              <a:t> </a:t>
            </a:r>
            <a:r>
              <a:rPr sz="2400" spc="-15" dirty="0">
                <a:solidFill>
                  <a:srgbClr val="3F3F3F"/>
                </a:solidFill>
                <a:latin typeface="Calibri"/>
                <a:cs typeface="Calibri"/>
              </a:rPr>
              <a:t>protocol</a:t>
            </a:r>
            <a:r>
              <a:rPr sz="2400" spc="-20" dirty="0">
                <a:solidFill>
                  <a:srgbClr val="3F3F3F"/>
                </a:solidFill>
                <a:latin typeface="Calibri"/>
                <a:cs typeface="Calibri"/>
              </a:rPr>
              <a:t> </a:t>
            </a:r>
            <a:r>
              <a:rPr sz="2400" spc="-5" dirty="0">
                <a:solidFill>
                  <a:srgbClr val="3F3F3F"/>
                </a:solidFill>
                <a:latin typeface="Calibri"/>
                <a:cs typeface="Calibri"/>
              </a:rPr>
              <a:t>such</a:t>
            </a:r>
            <a:r>
              <a:rPr sz="2400" spc="-10" dirty="0">
                <a:solidFill>
                  <a:srgbClr val="3F3F3F"/>
                </a:solidFill>
                <a:latin typeface="Calibri"/>
                <a:cs typeface="Calibri"/>
              </a:rPr>
              <a:t> </a:t>
            </a:r>
            <a:r>
              <a:rPr sz="2400" dirty="0">
                <a:solidFill>
                  <a:srgbClr val="3F3F3F"/>
                </a:solidFill>
                <a:latin typeface="Calibri"/>
                <a:cs typeface="Calibri"/>
              </a:rPr>
              <a:t>as</a:t>
            </a:r>
            <a:r>
              <a:rPr sz="2400" spc="-5" dirty="0">
                <a:solidFill>
                  <a:srgbClr val="3F3F3F"/>
                </a:solidFill>
                <a:latin typeface="Calibri"/>
                <a:cs typeface="Calibri"/>
              </a:rPr>
              <a:t> </a:t>
            </a:r>
            <a:r>
              <a:rPr sz="2400" spc="-90" dirty="0">
                <a:solidFill>
                  <a:srgbClr val="3F3F3F"/>
                </a:solidFill>
                <a:latin typeface="Calibri"/>
                <a:cs typeface="Calibri"/>
              </a:rPr>
              <a:t>TCP.</a:t>
            </a:r>
            <a:endParaRPr sz="24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31</a:t>
            </a:fld>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1259840" cy="756920"/>
          </a:xfrm>
          <a:prstGeom prst="rect">
            <a:avLst/>
          </a:prstGeom>
        </p:spPr>
        <p:txBody>
          <a:bodyPr vert="horz" wrap="square" lIns="0" tIns="12700" rIns="0" bIns="0" rtlCol="0">
            <a:spAutoFit/>
          </a:bodyPr>
          <a:lstStyle/>
          <a:p>
            <a:pPr marL="12700">
              <a:lnSpc>
                <a:spcPct val="100000"/>
              </a:lnSpc>
              <a:spcBef>
                <a:spcPts val="100"/>
              </a:spcBef>
            </a:pPr>
            <a:r>
              <a:rPr sz="4800" i="0" spc="-55" dirty="0">
                <a:latin typeface="Arial"/>
                <a:cs typeface="Arial"/>
              </a:rPr>
              <a:t>I</a:t>
            </a:r>
            <a:r>
              <a:rPr sz="4800" i="0" spc="-50" dirty="0">
                <a:latin typeface="Arial"/>
                <a:cs typeface="Arial"/>
              </a:rPr>
              <a:t>P</a:t>
            </a:r>
            <a:r>
              <a:rPr sz="4800" i="0" spc="-60" dirty="0">
                <a:latin typeface="Arial"/>
                <a:cs typeface="Arial"/>
              </a:rPr>
              <a:t>v</a:t>
            </a:r>
            <a:r>
              <a:rPr sz="4800" i="0" spc="-5" dirty="0">
                <a:latin typeface="Arial"/>
                <a:cs typeface="Arial"/>
              </a:rPr>
              <a:t>4</a:t>
            </a:r>
            <a:endParaRPr sz="4800">
              <a:latin typeface="Arial"/>
              <a:cs typeface="Arial"/>
            </a:endParaRP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69826"/>
            <a:ext cx="8685530" cy="4057650"/>
          </a:xfrm>
          <a:prstGeom prst="rect">
            <a:avLst/>
          </a:prstGeom>
        </p:spPr>
        <p:txBody>
          <a:bodyPr vert="horz" wrap="square" lIns="0" tIns="60960" rIns="0" bIns="0" rtlCol="0">
            <a:spAutoFit/>
          </a:bodyPr>
          <a:lstStyle/>
          <a:p>
            <a:pPr marL="189230" marR="391795" indent="-177165">
              <a:lnSpc>
                <a:spcPts val="3020"/>
              </a:lnSpc>
              <a:spcBef>
                <a:spcPts val="480"/>
              </a:spcBef>
              <a:buClr>
                <a:srgbClr val="1CACE4"/>
              </a:buClr>
              <a:buFont typeface="Arial MT"/>
              <a:buChar char="•"/>
              <a:tabLst>
                <a:tab pos="189865" algn="l"/>
              </a:tabLst>
            </a:pPr>
            <a:r>
              <a:rPr sz="2800" spc="-5" dirty="0">
                <a:solidFill>
                  <a:srgbClr val="3F3F3F"/>
                </a:solidFill>
                <a:latin typeface="Calibri"/>
                <a:cs typeface="Calibri"/>
              </a:rPr>
              <a:t>IPv4 </a:t>
            </a:r>
            <a:r>
              <a:rPr sz="2800" spc="-10" dirty="0">
                <a:solidFill>
                  <a:srgbClr val="3F3F3F"/>
                </a:solidFill>
                <a:latin typeface="Calibri"/>
                <a:cs typeface="Calibri"/>
              </a:rPr>
              <a:t>is</a:t>
            </a:r>
            <a:r>
              <a:rPr sz="2800" spc="15" dirty="0">
                <a:solidFill>
                  <a:srgbClr val="3F3F3F"/>
                </a:solidFill>
                <a:latin typeface="Calibri"/>
                <a:cs typeface="Calibri"/>
              </a:rPr>
              <a:t> </a:t>
            </a:r>
            <a:r>
              <a:rPr sz="2800" spc="-5" dirty="0">
                <a:solidFill>
                  <a:srgbClr val="3F3F3F"/>
                </a:solidFill>
                <a:latin typeface="Calibri"/>
                <a:cs typeface="Calibri"/>
              </a:rPr>
              <a:t>a</a:t>
            </a:r>
            <a:r>
              <a:rPr sz="2800" spc="5" dirty="0">
                <a:solidFill>
                  <a:srgbClr val="3F3F3F"/>
                </a:solidFill>
                <a:latin typeface="Calibri"/>
                <a:cs typeface="Calibri"/>
              </a:rPr>
              <a:t> </a:t>
            </a:r>
            <a:r>
              <a:rPr sz="2800" spc="-10" dirty="0">
                <a:solidFill>
                  <a:srgbClr val="3F3F3F"/>
                </a:solidFill>
                <a:latin typeface="Calibri"/>
                <a:cs typeface="Calibri"/>
              </a:rPr>
              <a:t>connectionless</a:t>
            </a:r>
            <a:r>
              <a:rPr sz="2800" spc="30" dirty="0">
                <a:solidFill>
                  <a:srgbClr val="3F3F3F"/>
                </a:solidFill>
                <a:latin typeface="Calibri"/>
                <a:cs typeface="Calibri"/>
              </a:rPr>
              <a:t> </a:t>
            </a:r>
            <a:r>
              <a:rPr sz="2800" spc="-20" dirty="0">
                <a:solidFill>
                  <a:srgbClr val="3F3F3F"/>
                </a:solidFill>
                <a:latin typeface="Calibri"/>
                <a:cs typeface="Calibri"/>
              </a:rPr>
              <a:t>protocol</a:t>
            </a:r>
            <a:r>
              <a:rPr sz="2800" spc="20" dirty="0">
                <a:solidFill>
                  <a:srgbClr val="3F3F3F"/>
                </a:solidFill>
                <a:latin typeface="Calibri"/>
                <a:cs typeface="Calibri"/>
              </a:rPr>
              <a:t> </a:t>
            </a:r>
            <a:r>
              <a:rPr sz="2800" spc="-15" dirty="0">
                <a:solidFill>
                  <a:srgbClr val="3F3F3F"/>
                </a:solidFill>
                <a:latin typeface="Calibri"/>
                <a:cs typeface="Calibri"/>
              </a:rPr>
              <a:t>that</a:t>
            </a:r>
            <a:r>
              <a:rPr sz="2800" dirty="0">
                <a:solidFill>
                  <a:srgbClr val="3F3F3F"/>
                </a:solidFill>
                <a:latin typeface="Calibri"/>
                <a:cs typeface="Calibri"/>
              </a:rPr>
              <a:t> </a:t>
            </a:r>
            <a:r>
              <a:rPr sz="2800" spc="-10" dirty="0">
                <a:solidFill>
                  <a:srgbClr val="3F3F3F"/>
                </a:solidFill>
                <a:latin typeface="Calibri"/>
                <a:cs typeface="Calibri"/>
              </a:rPr>
              <a:t>uses</a:t>
            </a:r>
            <a:r>
              <a:rPr sz="2800" spc="2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datagram </a:t>
            </a:r>
            <a:r>
              <a:rPr sz="2800" spc="-615" dirty="0">
                <a:solidFill>
                  <a:srgbClr val="3F3F3F"/>
                </a:solidFill>
                <a:latin typeface="Calibri"/>
                <a:cs typeface="Calibri"/>
              </a:rPr>
              <a:t> </a:t>
            </a:r>
            <a:r>
              <a:rPr sz="2800" spc="-15" dirty="0">
                <a:solidFill>
                  <a:srgbClr val="3F3F3F"/>
                </a:solidFill>
                <a:latin typeface="Calibri"/>
                <a:cs typeface="Calibri"/>
              </a:rPr>
              <a:t>approach.</a:t>
            </a:r>
            <a:endParaRPr sz="2800">
              <a:latin typeface="Calibri"/>
              <a:cs typeface="Calibri"/>
            </a:endParaRPr>
          </a:p>
          <a:p>
            <a:pPr marL="189230" marR="193675" indent="-177165">
              <a:lnSpc>
                <a:spcPts val="3020"/>
              </a:lnSpc>
              <a:spcBef>
                <a:spcPts val="1410"/>
              </a:spcBef>
              <a:buClr>
                <a:srgbClr val="1CACE4"/>
              </a:buClr>
              <a:buFont typeface="Arial MT"/>
              <a:buChar char="•"/>
              <a:tabLst>
                <a:tab pos="189865" algn="l"/>
              </a:tabLst>
            </a:pPr>
            <a:r>
              <a:rPr sz="2800" spc="-10" dirty="0">
                <a:solidFill>
                  <a:srgbClr val="3F3F3F"/>
                </a:solidFill>
                <a:latin typeface="Calibri"/>
                <a:cs typeface="Calibri"/>
              </a:rPr>
              <a:t>This</a:t>
            </a:r>
            <a:r>
              <a:rPr sz="2800" spc="5" dirty="0">
                <a:solidFill>
                  <a:srgbClr val="3F3F3F"/>
                </a:solidFill>
                <a:latin typeface="Calibri"/>
                <a:cs typeface="Calibri"/>
              </a:rPr>
              <a:t> </a:t>
            </a:r>
            <a:r>
              <a:rPr sz="2800" spc="-10" dirty="0">
                <a:solidFill>
                  <a:srgbClr val="3F3F3F"/>
                </a:solidFill>
                <a:latin typeface="Calibri"/>
                <a:cs typeface="Calibri"/>
              </a:rPr>
              <a:t>means</a:t>
            </a:r>
            <a:r>
              <a:rPr sz="2800" spc="30" dirty="0">
                <a:solidFill>
                  <a:srgbClr val="3F3F3F"/>
                </a:solidFill>
                <a:latin typeface="Calibri"/>
                <a:cs typeface="Calibri"/>
              </a:rPr>
              <a:t> </a:t>
            </a:r>
            <a:r>
              <a:rPr sz="2800" spc="-15" dirty="0">
                <a:solidFill>
                  <a:srgbClr val="3F3F3F"/>
                </a:solidFill>
                <a:latin typeface="Calibri"/>
                <a:cs typeface="Calibri"/>
              </a:rPr>
              <a:t>that</a:t>
            </a:r>
            <a:r>
              <a:rPr sz="2800" dirty="0">
                <a:solidFill>
                  <a:srgbClr val="3F3F3F"/>
                </a:solidFill>
                <a:latin typeface="Calibri"/>
                <a:cs typeface="Calibri"/>
              </a:rPr>
              <a:t> </a:t>
            </a:r>
            <a:r>
              <a:rPr sz="2800" spc="-5" dirty="0">
                <a:solidFill>
                  <a:srgbClr val="3F3F3F"/>
                </a:solidFill>
                <a:latin typeface="Calibri"/>
                <a:cs typeface="Calibri"/>
              </a:rPr>
              <a:t>each</a:t>
            </a:r>
            <a:r>
              <a:rPr sz="2800" spc="5" dirty="0">
                <a:solidFill>
                  <a:srgbClr val="3F3F3F"/>
                </a:solidFill>
                <a:latin typeface="Calibri"/>
                <a:cs typeface="Calibri"/>
              </a:rPr>
              <a:t> </a:t>
            </a:r>
            <a:r>
              <a:rPr sz="2800" spc="-20" dirty="0">
                <a:solidFill>
                  <a:srgbClr val="3F3F3F"/>
                </a:solidFill>
                <a:latin typeface="Calibri"/>
                <a:cs typeface="Calibri"/>
              </a:rPr>
              <a:t>datagram</a:t>
            </a:r>
            <a:r>
              <a:rPr sz="2800" dirty="0">
                <a:solidFill>
                  <a:srgbClr val="3F3F3F"/>
                </a:solidFill>
                <a:latin typeface="Calibri"/>
                <a:cs typeface="Calibri"/>
              </a:rPr>
              <a:t> </a:t>
            </a:r>
            <a:r>
              <a:rPr sz="2800" spc="-10" dirty="0">
                <a:solidFill>
                  <a:srgbClr val="3F3F3F"/>
                </a:solidFill>
                <a:latin typeface="Calibri"/>
                <a:cs typeface="Calibri"/>
              </a:rPr>
              <a:t>is</a:t>
            </a:r>
            <a:r>
              <a:rPr sz="2800" spc="20" dirty="0">
                <a:solidFill>
                  <a:srgbClr val="3F3F3F"/>
                </a:solidFill>
                <a:latin typeface="Calibri"/>
                <a:cs typeface="Calibri"/>
              </a:rPr>
              <a:t> </a:t>
            </a:r>
            <a:r>
              <a:rPr sz="2800" spc="-10" dirty="0">
                <a:solidFill>
                  <a:srgbClr val="3F3F3F"/>
                </a:solidFill>
                <a:latin typeface="Calibri"/>
                <a:cs typeface="Calibri"/>
              </a:rPr>
              <a:t>handled</a:t>
            </a:r>
            <a:r>
              <a:rPr sz="2800" spc="40" dirty="0">
                <a:solidFill>
                  <a:srgbClr val="3F3F3F"/>
                </a:solidFill>
                <a:latin typeface="Calibri"/>
                <a:cs typeface="Calibri"/>
              </a:rPr>
              <a:t> </a:t>
            </a:r>
            <a:r>
              <a:rPr sz="2800" spc="-25" dirty="0">
                <a:solidFill>
                  <a:srgbClr val="3F3F3F"/>
                </a:solidFill>
                <a:latin typeface="Calibri"/>
                <a:cs typeface="Calibri"/>
              </a:rPr>
              <a:t>independently, </a:t>
            </a:r>
            <a:r>
              <a:rPr sz="2800" spc="-620" dirty="0">
                <a:solidFill>
                  <a:srgbClr val="3F3F3F"/>
                </a:solidFill>
                <a:latin typeface="Calibri"/>
                <a:cs typeface="Calibri"/>
              </a:rPr>
              <a:t> </a:t>
            </a:r>
            <a:r>
              <a:rPr sz="2800" spc="-5" dirty="0">
                <a:solidFill>
                  <a:srgbClr val="3F3F3F"/>
                </a:solidFill>
                <a:latin typeface="Calibri"/>
                <a:cs typeface="Calibri"/>
              </a:rPr>
              <a:t>and</a:t>
            </a:r>
            <a:r>
              <a:rPr sz="2800" spc="-10" dirty="0">
                <a:solidFill>
                  <a:srgbClr val="3F3F3F"/>
                </a:solidFill>
                <a:latin typeface="Calibri"/>
                <a:cs typeface="Calibri"/>
              </a:rPr>
              <a:t> </a:t>
            </a:r>
            <a:r>
              <a:rPr sz="2800" spc="-5" dirty="0">
                <a:solidFill>
                  <a:srgbClr val="3F3F3F"/>
                </a:solidFill>
                <a:latin typeface="Calibri"/>
                <a:cs typeface="Calibri"/>
              </a:rPr>
              <a:t>each </a:t>
            </a:r>
            <a:r>
              <a:rPr sz="2800" spc="-20" dirty="0">
                <a:solidFill>
                  <a:srgbClr val="3F3F3F"/>
                </a:solidFill>
                <a:latin typeface="Calibri"/>
                <a:cs typeface="Calibri"/>
              </a:rPr>
              <a:t>datagram</a:t>
            </a:r>
            <a:r>
              <a:rPr sz="2800" spc="-5" dirty="0">
                <a:solidFill>
                  <a:srgbClr val="3F3F3F"/>
                </a:solidFill>
                <a:latin typeface="Calibri"/>
                <a:cs typeface="Calibri"/>
              </a:rPr>
              <a:t> </a:t>
            </a:r>
            <a:r>
              <a:rPr sz="2800" spc="-10" dirty="0">
                <a:solidFill>
                  <a:srgbClr val="3F3F3F"/>
                </a:solidFill>
                <a:latin typeface="Calibri"/>
                <a:cs typeface="Calibri"/>
              </a:rPr>
              <a:t>can</a:t>
            </a:r>
            <a:r>
              <a:rPr sz="2800" spc="5" dirty="0">
                <a:solidFill>
                  <a:srgbClr val="3F3F3F"/>
                </a:solidFill>
                <a:latin typeface="Calibri"/>
                <a:cs typeface="Calibri"/>
              </a:rPr>
              <a:t> </a:t>
            </a:r>
            <a:r>
              <a:rPr sz="2800" spc="-20" dirty="0">
                <a:solidFill>
                  <a:srgbClr val="3F3F3F"/>
                </a:solidFill>
                <a:latin typeface="Calibri"/>
                <a:cs typeface="Calibri"/>
              </a:rPr>
              <a:t>follow</a:t>
            </a:r>
            <a:r>
              <a:rPr sz="2800" dirty="0">
                <a:solidFill>
                  <a:srgbClr val="3F3F3F"/>
                </a:solidFill>
                <a:latin typeface="Calibri"/>
                <a:cs typeface="Calibri"/>
              </a:rPr>
              <a:t> </a:t>
            </a:r>
            <a:r>
              <a:rPr sz="2800" spc="-5" dirty="0">
                <a:solidFill>
                  <a:srgbClr val="3F3F3F"/>
                </a:solidFill>
                <a:latin typeface="Calibri"/>
                <a:cs typeface="Calibri"/>
              </a:rPr>
              <a:t>a </a:t>
            </a:r>
            <a:r>
              <a:rPr sz="2800" spc="-25" dirty="0">
                <a:solidFill>
                  <a:srgbClr val="3F3F3F"/>
                </a:solidFill>
                <a:latin typeface="Calibri"/>
                <a:cs typeface="Calibri"/>
              </a:rPr>
              <a:t>different</a:t>
            </a:r>
            <a:r>
              <a:rPr sz="2800" spc="5" dirty="0">
                <a:solidFill>
                  <a:srgbClr val="3F3F3F"/>
                </a:solidFill>
                <a:latin typeface="Calibri"/>
                <a:cs typeface="Calibri"/>
              </a:rPr>
              <a:t> </a:t>
            </a:r>
            <a:r>
              <a:rPr sz="2800" spc="-25" dirty="0">
                <a:solidFill>
                  <a:srgbClr val="3F3F3F"/>
                </a:solidFill>
                <a:latin typeface="Calibri"/>
                <a:cs typeface="Calibri"/>
              </a:rPr>
              <a:t>route</a:t>
            </a:r>
            <a:r>
              <a:rPr sz="2800" spc="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15" dirty="0">
                <a:solidFill>
                  <a:srgbClr val="3F3F3F"/>
                </a:solidFill>
                <a:latin typeface="Calibri"/>
                <a:cs typeface="Calibri"/>
              </a:rPr>
              <a:t>destination</a:t>
            </a:r>
            <a:endParaRPr sz="2800">
              <a:latin typeface="Calibri"/>
              <a:cs typeface="Calibri"/>
            </a:endParaRPr>
          </a:p>
          <a:p>
            <a:pPr marL="189230" marR="5080" indent="-177165">
              <a:lnSpc>
                <a:spcPts val="3020"/>
              </a:lnSpc>
              <a:spcBef>
                <a:spcPts val="1415"/>
              </a:spcBef>
              <a:buClr>
                <a:srgbClr val="1CACE4"/>
              </a:buClr>
              <a:buFont typeface="Arial MT"/>
              <a:buChar char="•"/>
              <a:tabLst>
                <a:tab pos="189865" algn="l"/>
              </a:tabLst>
            </a:pPr>
            <a:r>
              <a:rPr sz="2800" spc="-10" dirty="0">
                <a:solidFill>
                  <a:srgbClr val="3F3F3F"/>
                </a:solidFill>
                <a:latin typeface="Calibri"/>
                <a:cs typeface="Calibri"/>
              </a:rPr>
              <a:t>This</a:t>
            </a:r>
            <a:r>
              <a:rPr sz="2800" dirty="0">
                <a:solidFill>
                  <a:srgbClr val="3F3F3F"/>
                </a:solidFill>
                <a:latin typeface="Calibri"/>
                <a:cs typeface="Calibri"/>
              </a:rPr>
              <a:t> </a:t>
            </a:r>
            <a:r>
              <a:rPr sz="2800" spc="-10" dirty="0">
                <a:solidFill>
                  <a:srgbClr val="3F3F3F"/>
                </a:solidFill>
                <a:latin typeface="Calibri"/>
                <a:cs typeface="Calibri"/>
              </a:rPr>
              <a:t>implies</a:t>
            </a:r>
            <a:r>
              <a:rPr sz="2800" spc="35" dirty="0">
                <a:solidFill>
                  <a:srgbClr val="3F3F3F"/>
                </a:solidFill>
                <a:latin typeface="Calibri"/>
                <a:cs typeface="Calibri"/>
              </a:rPr>
              <a:t> </a:t>
            </a:r>
            <a:r>
              <a:rPr sz="2800" spc="-15" dirty="0">
                <a:solidFill>
                  <a:srgbClr val="3F3F3F"/>
                </a:solidFill>
                <a:latin typeface="Calibri"/>
                <a:cs typeface="Calibri"/>
              </a:rPr>
              <a:t>that</a:t>
            </a:r>
            <a:r>
              <a:rPr sz="2800" spc="20" dirty="0">
                <a:solidFill>
                  <a:srgbClr val="3F3F3F"/>
                </a:solidFill>
                <a:latin typeface="Calibri"/>
                <a:cs typeface="Calibri"/>
              </a:rPr>
              <a:t> </a:t>
            </a:r>
            <a:r>
              <a:rPr sz="2800" spc="-20" dirty="0">
                <a:solidFill>
                  <a:srgbClr val="3F3F3F"/>
                </a:solidFill>
                <a:latin typeface="Calibri"/>
                <a:cs typeface="Calibri"/>
              </a:rPr>
              <a:t>datagrams</a:t>
            </a:r>
            <a:r>
              <a:rPr sz="2800" spc="25" dirty="0">
                <a:solidFill>
                  <a:srgbClr val="3F3F3F"/>
                </a:solidFill>
                <a:latin typeface="Calibri"/>
                <a:cs typeface="Calibri"/>
              </a:rPr>
              <a:t> </a:t>
            </a:r>
            <a:r>
              <a:rPr sz="2800" spc="-15" dirty="0">
                <a:solidFill>
                  <a:srgbClr val="3F3F3F"/>
                </a:solidFill>
                <a:latin typeface="Calibri"/>
                <a:cs typeface="Calibri"/>
              </a:rPr>
              <a:t>sent</a:t>
            </a:r>
            <a:r>
              <a:rPr sz="2800" spc="10" dirty="0">
                <a:solidFill>
                  <a:srgbClr val="3F3F3F"/>
                </a:solidFill>
                <a:latin typeface="Calibri"/>
                <a:cs typeface="Calibri"/>
              </a:rPr>
              <a:t> </a:t>
            </a:r>
            <a:r>
              <a:rPr sz="2800" spc="-15" dirty="0">
                <a:solidFill>
                  <a:srgbClr val="3F3F3F"/>
                </a:solidFill>
                <a:latin typeface="Calibri"/>
                <a:cs typeface="Calibri"/>
              </a:rPr>
              <a:t>by</a:t>
            </a:r>
            <a:r>
              <a:rPr sz="2800" spc="1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5" dirty="0">
                <a:solidFill>
                  <a:srgbClr val="3F3F3F"/>
                </a:solidFill>
                <a:latin typeface="Calibri"/>
                <a:cs typeface="Calibri"/>
              </a:rPr>
              <a:t>same</a:t>
            </a:r>
            <a:r>
              <a:rPr sz="2800" dirty="0">
                <a:solidFill>
                  <a:srgbClr val="3F3F3F"/>
                </a:solidFill>
                <a:latin typeface="Calibri"/>
                <a:cs typeface="Calibri"/>
              </a:rPr>
              <a:t> </a:t>
            </a:r>
            <a:r>
              <a:rPr sz="2800" spc="-15" dirty="0">
                <a:solidFill>
                  <a:srgbClr val="3F3F3F"/>
                </a:solidFill>
                <a:latin typeface="Calibri"/>
                <a:cs typeface="Calibri"/>
              </a:rPr>
              <a:t>source</a:t>
            </a:r>
            <a:r>
              <a:rPr sz="2800" spc="10"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10" dirty="0">
                <a:solidFill>
                  <a:srgbClr val="3F3F3F"/>
                </a:solidFill>
                <a:latin typeface="Calibri"/>
                <a:cs typeface="Calibri"/>
              </a:rPr>
              <a:t>the </a:t>
            </a:r>
            <a:r>
              <a:rPr sz="2800" spc="-620" dirty="0">
                <a:solidFill>
                  <a:srgbClr val="3F3F3F"/>
                </a:solidFill>
                <a:latin typeface="Calibri"/>
                <a:cs typeface="Calibri"/>
              </a:rPr>
              <a:t> </a:t>
            </a:r>
            <a:r>
              <a:rPr sz="2800" spc="-5" dirty="0">
                <a:solidFill>
                  <a:srgbClr val="3F3F3F"/>
                </a:solidFill>
                <a:latin typeface="Calibri"/>
                <a:cs typeface="Calibri"/>
              </a:rPr>
              <a:t>same</a:t>
            </a:r>
            <a:r>
              <a:rPr sz="2800" spc="-20" dirty="0">
                <a:solidFill>
                  <a:srgbClr val="3F3F3F"/>
                </a:solidFill>
                <a:latin typeface="Calibri"/>
                <a:cs typeface="Calibri"/>
              </a:rPr>
              <a:t> </a:t>
            </a:r>
            <a:r>
              <a:rPr sz="2800" spc="-15" dirty="0">
                <a:solidFill>
                  <a:srgbClr val="3F3F3F"/>
                </a:solidFill>
                <a:latin typeface="Calibri"/>
                <a:cs typeface="Calibri"/>
              </a:rPr>
              <a:t>destination</a:t>
            </a:r>
            <a:r>
              <a:rPr sz="2800" spc="45" dirty="0">
                <a:solidFill>
                  <a:srgbClr val="3F3F3F"/>
                </a:solidFill>
                <a:latin typeface="Calibri"/>
                <a:cs typeface="Calibri"/>
              </a:rPr>
              <a:t> </a:t>
            </a:r>
            <a:r>
              <a:rPr sz="2800" spc="-10" dirty="0">
                <a:solidFill>
                  <a:srgbClr val="3F3F3F"/>
                </a:solidFill>
                <a:latin typeface="Calibri"/>
                <a:cs typeface="Calibri"/>
              </a:rPr>
              <a:t>could</a:t>
            </a:r>
            <a:r>
              <a:rPr sz="2800" spc="20" dirty="0">
                <a:solidFill>
                  <a:srgbClr val="3F3F3F"/>
                </a:solidFill>
                <a:latin typeface="Calibri"/>
                <a:cs typeface="Calibri"/>
              </a:rPr>
              <a:t> </a:t>
            </a:r>
            <a:r>
              <a:rPr sz="2800" spc="-10" dirty="0">
                <a:solidFill>
                  <a:srgbClr val="3F3F3F"/>
                </a:solidFill>
                <a:latin typeface="Calibri"/>
                <a:cs typeface="Calibri"/>
              </a:rPr>
              <a:t>arrive out</a:t>
            </a:r>
            <a:r>
              <a:rPr sz="2800" spc="5" dirty="0">
                <a:solidFill>
                  <a:srgbClr val="3F3F3F"/>
                </a:solidFill>
                <a:latin typeface="Calibri"/>
                <a:cs typeface="Calibri"/>
              </a:rPr>
              <a:t> </a:t>
            </a:r>
            <a:r>
              <a:rPr sz="2800" spc="-5" dirty="0">
                <a:solidFill>
                  <a:srgbClr val="3F3F3F"/>
                </a:solidFill>
                <a:latin typeface="Calibri"/>
                <a:cs typeface="Calibri"/>
              </a:rPr>
              <a:t>of </a:t>
            </a:r>
            <a:r>
              <a:rPr sz="2800" spc="-60" dirty="0">
                <a:solidFill>
                  <a:srgbClr val="3F3F3F"/>
                </a:solidFill>
                <a:latin typeface="Calibri"/>
                <a:cs typeface="Calibri"/>
              </a:rPr>
              <a:t>order.</a:t>
            </a:r>
            <a:endParaRPr sz="2800">
              <a:latin typeface="Calibri"/>
              <a:cs typeface="Calibri"/>
            </a:endParaRPr>
          </a:p>
          <a:p>
            <a:pPr marL="189230" marR="684530" indent="-177165">
              <a:lnSpc>
                <a:spcPts val="3020"/>
              </a:lnSpc>
              <a:spcBef>
                <a:spcPts val="1400"/>
              </a:spcBef>
              <a:buClr>
                <a:srgbClr val="1CACE4"/>
              </a:buClr>
              <a:buFont typeface="Arial MT"/>
              <a:buChar char="•"/>
              <a:tabLst>
                <a:tab pos="189865" algn="l"/>
              </a:tabLst>
            </a:pPr>
            <a:r>
              <a:rPr sz="2800" spc="-5" dirty="0">
                <a:solidFill>
                  <a:srgbClr val="3F3F3F"/>
                </a:solidFill>
                <a:latin typeface="Calibri"/>
                <a:cs typeface="Calibri"/>
              </a:rPr>
              <a:t>IPv4 </a:t>
            </a:r>
            <a:r>
              <a:rPr sz="2800" spc="-15" dirty="0">
                <a:solidFill>
                  <a:srgbClr val="3F3F3F"/>
                </a:solidFill>
                <a:latin typeface="Calibri"/>
                <a:cs typeface="Calibri"/>
              </a:rPr>
              <a:t>relies</a:t>
            </a:r>
            <a:r>
              <a:rPr sz="2800" spc="5" dirty="0">
                <a:solidFill>
                  <a:srgbClr val="3F3F3F"/>
                </a:solidFill>
                <a:latin typeface="Calibri"/>
                <a:cs typeface="Calibri"/>
              </a:rPr>
              <a:t> </a:t>
            </a:r>
            <a:r>
              <a:rPr sz="2800" spc="-5" dirty="0">
                <a:solidFill>
                  <a:srgbClr val="3F3F3F"/>
                </a:solidFill>
                <a:latin typeface="Calibri"/>
                <a:cs typeface="Calibri"/>
              </a:rPr>
              <a:t>on</a:t>
            </a:r>
            <a:r>
              <a:rPr sz="2800" spc="5"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10" dirty="0">
                <a:solidFill>
                  <a:srgbClr val="3F3F3F"/>
                </a:solidFill>
                <a:latin typeface="Calibri"/>
                <a:cs typeface="Calibri"/>
              </a:rPr>
              <a:t>higher-level</a:t>
            </a:r>
            <a:r>
              <a:rPr sz="2800" spc="15" dirty="0">
                <a:solidFill>
                  <a:srgbClr val="3F3F3F"/>
                </a:solidFill>
                <a:latin typeface="Calibri"/>
                <a:cs typeface="Calibri"/>
              </a:rPr>
              <a:t> </a:t>
            </a:r>
            <a:r>
              <a:rPr sz="2800" spc="-20" dirty="0">
                <a:solidFill>
                  <a:srgbClr val="3F3F3F"/>
                </a:solidFill>
                <a:latin typeface="Calibri"/>
                <a:cs typeface="Calibri"/>
              </a:rPr>
              <a:t>protocol</a:t>
            </a:r>
            <a:r>
              <a:rPr sz="2800" spc="5"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35" dirty="0">
                <a:solidFill>
                  <a:srgbClr val="3F3F3F"/>
                </a:solidFill>
                <a:latin typeface="Calibri"/>
                <a:cs typeface="Calibri"/>
              </a:rPr>
              <a:t>take</a:t>
            </a:r>
            <a:r>
              <a:rPr sz="2800" spc="-10" dirty="0">
                <a:solidFill>
                  <a:srgbClr val="3F3F3F"/>
                </a:solidFill>
                <a:latin typeface="Calibri"/>
                <a:cs typeface="Calibri"/>
              </a:rPr>
              <a:t> </a:t>
            </a:r>
            <a:r>
              <a:rPr sz="2800" spc="-20" dirty="0">
                <a:solidFill>
                  <a:srgbClr val="3F3F3F"/>
                </a:solidFill>
                <a:latin typeface="Calibri"/>
                <a:cs typeface="Calibri"/>
              </a:rPr>
              <a:t>care</a:t>
            </a:r>
            <a:r>
              <a:rPr sz="2800" spc="-5" dirty="0">
                <a:solidFill>
                  <a:srgbClr val="3F3F3F"/>
                </a:solidFill>
                <a:latin typeface="Calibri"/>
                <a:cs typeface="Calibri"/>
              </a:rPr>
              <a:t> of all </a:t>
            </a:r>
            <a:r>
              <a:rPr sz="2800" spc="-620" dirty="0">
                <a:solidFill>
                  <a:srgbClr val="3F3F3F"/>
                </a:solidFill>
                <a:latin typeface="Calibri"/>
                <a:cs typeface="Calibri"/>
              </a:rPr>
              <a:t> </a:t>
            </a:r>
            <a:r>
              <a:rPr sz="2800" spc="-10" dirty="0">
                <a:solidFill>
                  <a:srgbClr val="3F3F3F"/>
                </a:solidFill>
                <a:latin typeface="Calibri"/>
                <a:cs typeface="Calibri"/>
              </a:rPr>
              <a:t>these </a:t>
            </a:r>
            <a:r>
              <a:rPr sz="2800" spc="-15" dirty="0">
                <a:solidFill>
                  <a:srgbClr val="3F3F3F"/>
                </a:solidFill>
                <a:latin typeface="Calibri"/>
                <a:cs typeface="Calibri"/>
              </a:rPr>
              <a:t>problems.</a:t>
            </a:r>
            <a:endParaRPr sz="28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32</a:t>
            </a:fld>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643944"/>
            <a:ext cx="8587740" cy="4450080"/>
          </a:xfrm>
          <a:prstGeom prst="rect">
            <a:avLst/>
          </a:prstGeom>
        </p:spPr>
        <p:txBody>
          <a:bodyPr vert="horz" wrap="square" lIns="0" tIns="111760" rIns="0" bIns="0" rtlCol="0">
            <a:spAutoFit/>
          </a:bodyPr>
          <a:lstStyle/>
          <a:p>
            <a:pPr marL="189230" indent="-177165">
              <a:lnSpc>
                <a:spcPct val="100000"/>
              </a:lnSpc>
              <a:spcBef>
                <a:spcPts val="880"/>
              </a:spcBef>
              <a:buClr>
                <a:srgbClr val="1CACE4"/>
              </a:buClr>
              <a:buFont typeface="Arial MT"/>
              <a:buChar char="•"/>
              <a:tabLst>
                <a:tab pos="189865" algn="l"/>
              </a:tabLst>
            </a:pPr>
            <a:r>
              <a:rPr sz="2600" spc="-15" dirty="0">
                <a:solidFill>
                  <a:srgbClr val="3F3F3F"/>
                </a:solidFill>
                <a:latin typeface="Calibri"/>
                <a:cs typeface="Calibri"/>
              </a:rPr>
              <a:t>first</a:t>
            </a:r>
            <a:r>
              <a:rPr sz="2600" spc="-30" dirty="0">
                <a:solidFill>
                  <a:srgbClr val="3F3F3F"/>
                </a:solidFill>
                <a:latin typeface="Calibri"/>
                <a:cs typeface="Calibri"/>
              </a:rPr>
              <a:t> </a:t>
            </a:r>
            <a:r>
              <a:rPr sz="2600" dirty="0">
                <a:solidFill>
                  <a:srgbClr val="3F3F3F"/>
                </a:solidFill>
                <a:latin typeface="Calibri"/>
                <a:cs typeface="Calibri"/>
              </a:rPr>
              <a:t>service</a:t>
            </a:r>
            <a:r>
              <a:rPr sz="2600" spc="-45" dirty="0">
                <a:solidFill>
                  <a:srgbClr val="3F3F3F"/>
                </a:solidFill>
                <a:latin typeface="Calibri"/>
                <a:cs typeface="Calibri"/>
              </a:rPr>
              <a:t> </a:t>
            </a:r>
            <a:r>
              <a:rPr sz="2600" spc="-10" dirty="0">
                <a:solidFill>
                  <a:srgbClr val="3F3F3F"/>
                </a:solidFill>
                <a:latin typeface="Calibri"/>
                <a:cs typeface="Calibri"/>
              </a:rPr>
              <a:t>provided</a:t>
            </a:r>
            <a:r>
              <a:rPr sz="2600" spc="-35" dirty="0">
                <a:solidFill>
                  <a:srgbClr val="3F3F3F"/>
                </a:solidFill>
                <a:latin typeface="Calibri"/>
                <a:cs typeface="Calibri"/>
              </a:rPr>
              <a:t> </a:t>
            </a:r>
            <a:r>
              <a:rPr sz="2600" spc="-10" dirty="0">
                <a:solidFill>
                  <a:srgbClr val="3F3F3F"/>
                </a:solidFill>
                <a:latin typeface="Calibri"/>
                <a:cs typeface="Calibri"/>
              </a:rPr>
              <a:t>by </a:t>
            </a:r>
            <a:r>
              <a:rPr sz="2600" spc="-5" dirty="0">
                <a:solidFill>
                  <a:srgbClr val="3F3F3F"/>
                </a:solidFill>
                <a:latin typeface="Calibri"/>
                <a:cs typeface="Calibri"/>
              </a:rPr>
              <a:t>IPv4</a:t>
            </a:r>
            <a:r>
              <a:rPr sz="2600" spc="15" dirty="0">
                <a:solidFill>
                  <a:srgbClr val="3F3F3F"/>
                </a:solidFill>
                <a:latin typeface="Calibri"/>
                <a:cs typeface="Calibri"/>
              </a:rPr>
              <a:t> </a:t>
            </a:r>
            <a:r>
              <a:rPr sz="2600" dirty="0">
                <a:solidFill>
                  <a:srgbClr val="3F3F3F"/>
                </a:solidFill>
                <a:latin typeface="Calibri"/>
                <a:cs typeface="Calibri"/>
              </a:rPr>
              <a:t>–</a:t>
            </a:r>
            <a:r>
              <a:rPr sz="2600" spc="-10" dirty="0">
                <a:solidFill>
                  <a:srgbClr val="3F3F3F"/>
                </a:solidFill>
                <a:latin typeface="Calibri"/>
                <a:cs typeface="Calibri"/>
              </a:rPr>
              <a:t> packetizing</a:t>
            </a:r>
            <a:endParaRPr sz="2600" dirty="0">
              <a:latin typeface="Calibri"/>
              <a:cs typeface="Calibri"/>
            </a:endParaRPr>
          </a:p>
          <a:p>
            <a:pPr marL="189230" marR="610235" indent="-177165">
              <a:lnSpc>
                <a:spcPct val="80000"/>
              </a:lnSpc>
              <a:spcBef>
                <a:spcPts val="1400"/>
              </a:spcBef>
              <a:buClr>
                <a:srgbClr val="1CACE4"/>
              </a:buClr>
              <a:buFont typeface="Arial MT"/>
              <a:buChar char="•"/>
              <a:tabLst>
                <a:tab pos="189865" algn="l"/>
              </a:tabLst>
            </a:pPr>
            <a:r>
              <a:rPr sz="2600" spc="-5" dirty="0">
                <a:solidFill>
                  <a:srgbClr val="3F3F3F"/>
                </a:solidFill>
                <a:latin typeface="Calibri"/>
                <a:cs typeface="Calibri"/>
              </a:rPr>
              <a:t>IPv4 </a:t>
            </a:r>
            <a:r>
              <a:rPr sz="2600" spc="-15" dirty="0">
                <a:solidFill>
                  <a:srgbClr val="3F3F3F"/>
                </a:solidFill>
                <a:latin typeface="Calibri"/>
                <a:cs typeface="Calibri"/>
              </a:rPr>
              <a:t>format </a:t>
            </a:r>
            <a:r>
              <a:rPr sz="2600" spc="-5" dirty="0">
                <a:solidFill>
                  <a:srgbClr val="3F3F3F"/>
                </a:solidFill>
                <a:latin typeface="Calibri"/>
                <a:cs typeface="Calibri"/>
              </a:rPr>
              <a:t>of </a:t>
            </a:r>
            <a:r>
              <a:rPr sz="2600" dirty="0">
                <a:solidFill>
                  <a:srgbClr val="3F3F3F"/>
                </a:solidFill>
                <a:latin typeface="Calibri"/>
                <a:cs typeface="Calibri"/>
              </a:rPr>
              <a:t>a </a:t>
            </a:r>
            <a:r>
              <a:rPr sz="2600" spc="-20" dirty="0">
                <a:solidFill>
                  <a:srgbClr val="3F3F3F"/>
                </a:solidFill>
                <a:latin typeface="Calibri"/>
                <a:cs typeface="Calibri"/>
              </a:rPr>
              <a:t>packet </a:t>
            </a:r>
            <a:r>
              <a:rPr sz="2600" spc="-5" dirty="0">
                <a:solidFill>
                  <a:srgbClr val="3F3F3F"/>
                </a:solidFill>
                <a:latin typeface="Calibri"/>
                <a:cs typeface="Calibri"/>
              </a:rPr>
              <a:t>in which </a:t>
            </a:r>
            <a:r>
              <a:rPr sz="2600" dirty="0">
                <a:solidFill>
                  <a:srgbClr val="3F3F3F"/>
                </a:solidFill>
                <a:latin typeface="Calibri"/>
                <a:cs typeface="Calibri"/>
              </a:rPr>
              <a:t>the </a:t>
            </a:r>
            <a:r>
              <a:rPr sz="2600" spc="-15" dirty="0">
                <a:solidFill>
                  <a:srgbClr val="3F3F3F"/>
                </a:solidFill>
                <a:latin typeface="Calibri"/>
                <a:cs typeface="Calibri"/>
              </a:rPr>
              <a:t>data </a:t>
            </a:r>
            <a:r>
              <a:rPr sz="2600" spc="-10" dirty="0">
                <a:solidFill>
                  <a:srgbClr val="3F3F3F"/>
                </a:solidFill>
                <a:latin typeface="Calibri"/>
                <a:cs typeface="Calibri"/>
              </a:rPr>
              <a:t>coming from </a:t>
            </a:r>
            <a:r>
              <a:rPr sz="2600" spc="-5" dirty="0">
                <a:solidFill>
                  <a:srgbClr val="3F3F3F"/>
                </a:solidFill>
                <a:latin typeface="Calibri"/>
                <a:cs typeface="Calibri"/>
              </a:rPr>
              <a:t>the </a:t>
            </a:r>
            <a:r>
              <a:rPr sz="2600" spc="-575" dirty="0">
                <a:solidFill>
                  <a:srgbClr val="3F3F3F"/>
                </a:solidFill>
                <a:latin typeface="Calibri"/>
                <a:cs typeface="Calibri"/>
              </a:rPr>
              <a:t> </a:t>
            </a:r>
            <a:r>
              <a:rPr sz="2600" spc="-5" dirty="0">
                <a:solidFill>
                  <a:srgbClr val="3F3F3F"/>
                </a:solidFill>
                <a:latin typeface="Calibri"/>
                <a:cs typeface="Calibri"/>
              </a:rPr>
              <a:t>upper</a:t>
            </a:r>
            <a:r>
              <a:rPr sz="2600" spc="-35" dirty="0">
                <a:solidFill>
                  <a:srgbClr val="3F3F3F"/>
                </a:solidFill>
                <a:latin typeface="Calibri"/>
                <a:cs typeface="Calibri"/>
              </a:rPr>
              <a:t> </a:t>
            </a:r>
            <a:r>
              <a:rPr sz="2600" spc="-20" dirty="0">
                <a:solidFill>
                  <a:srgbClr val="3F3F3F"/>
                </a:solidFill>
                <a:latin typeface="Calibri"/>
                <a:cs typeface="Calibri"/>
              </a:rPr>
              <a:t>layer</a:t>
            </a:r>
            <a:r>
              <a:rPr sz="2600" dirty="0">
                <a:solidFill>
                  <a:srgbClr val="3F3F3F"/>
                </a:solidFill>
                <a:latin typeface="Calibri"/>
                <a:cs typeface="Calibri"/>
              </a:rPr>
              <a:t> </a:t>
            </a:r>
            <a:r>
              <a:rPr sz="2600" spc="-5" dirty="0">
                <a:solidFill>
                  <a:srgbClr val="3F3F3F"/>
                </a:solidFill>
                <a:latin typeface="Calibri"/>
                <a:cs typeface="Calibri"/>
              </a:rPr>
              <a:t>or</a:t>
            </a:r>
            <a:r>
              <a:rPr sz="2600" dirty="0">
                <a:solidFill>
                  <a:srgbClr val="3F3F3F"/>
                </a:solidFill>
                <a:latin typeface="Calibri"/>
                <a:cs typeface="Calibri"/>
              </a:rPr>
              <a:t> </a:t>
            </a:r>
            <a:r>
              <a:rPr sz="2600" spc="-5" dirty="0">
                <a:solidFill>
                  <a:srgbClr val="3F3F3F"/>
                </a:solidFill>
                <a:latin typeface="Calibri"/>
                <a:cs typeface="Calibri"/>
              </a:rPr>
              <a:t>other</a:t>
            </a:r>
            <a:r>
              <a:rPr sz="2600" dirty="0">
                <a:solidFill>
                  <a:srgbClr val="3F3F3F"/>
                </a:solidFill>
                <a:latin typeface="Calibri"/>
                <a:cs typeface="Calibri"/>
              </a:rPr>
              <a:t> </a:t>
            </a:r>
            <a:r>
              <a:rPr sz="2600" spc="-15" dirty="0">
                <a:solidFill>
                  <a:srgbClr val="3F3F3F"/>
                </a:solidFill>
                <a:latin typeface="Calibri"/>
                <a:cs typeface="Calibri"/>
              </a:rPr>
              <a:t>protocols </a:t>
            </a:r>
            <a:r>
              <a:rPr sz="2600" spc="-10" dirty="0">
                <a:solidFill>
                  <a:srgbClr val="3F3F3F"/>
                </a:solidFill>
                <a:latin typeface="Calibri"/>
                <a:cs typeface="Calibri"/>
              </a:rPr>
              <a:t>are</a:t>
            </a:r>
            <a:r>
              <a:rPr sz="2600" spc="-5" dirty="0">
                <a:solidFill>
                  <a:srgbClr val="3F3F3F"/>
                </a:solidFill>
                <a:latin typeface="Calibri"/>
                <a:cs typeface="Calibri"/>
              </a:rPr>
              <a:t> </a:t>
            </a:r>
            <a:r>
              <a:rPr sz="2600" spc="-10" dirty="0">
                <a:solidFill>
                  <a:srgbClr val="3F3F3F"/>
                </a:solidFill>
                <a:latin typeface="Calibri"/>
                <a:cs typeface="Calibri"/>
              </a:rPr>
              <a:t>encapsulated.</a:t>
            </a:r>
            <a:endParaRPr sz="2600" dirty="0">
              <a:latin typeface="Calibri"/>
              <a:cs typeface="Calibri"/>
            </a:endParaRPr>
          </a:p>
          <a:p>
            <a:pPr marL="189230" indent="-177165">
              <a:lnSpc>
                <a:spcPct val="100000"/>
              </a:lnSpc>
              <a:spcBef>
                <a:spcPts val="770"/>
              </a:spcBef>
              <a:buClr>
                <a:srgbClr val="1CACE4"/>
              </a:buClr>
              <a:buFont typeface="Arial MT"/>
              <a:buChar char="•"/>
              <a:tabLst>
                <a:tab pos="189865" algn="l"/>
              </a:tabLst>
            </a:pPr>
            <a:r>
              <a:rPr sz="2600" spc="-25" dirty="0">
                <a:solidFill>
                  <a:srgbClr val="3F3F3F"/>
                </a:solidFill>
                <a:latin typeface="Calibri"/>
                <a:cs typeface="Calibri"/>
              </a:rPr>
              <a:t>Packets</a:t>
            </a:r>
            <a:r>
              <a:rPr sz="2600" spc="-40" dirty="0">
                <a:solidFill>
                  <a:srgbClr val="3F3F3F"/>
                </a:solidFill>
                <a:latin typeface="Calibri"/>
                <a:cs typeface="Calibri"/>
              </a:rPr>
              <a:t> </a:t>
            </a:r>
            <a:r>
              <a:rPr sz="2600" spc="-5" dirty="0">
                <a:solidFill>
                  <a:srgbClr val="3F3F3F"/>
                </a:solidFill>
                <a:latin typeface="Calibri"/>
                <a:cs typeface="Calibri"/>
              </a:rPr>
              <a:t>used</a:t>
            </a:r>
            <a:r>
              <a:rPr sz="2600" spc="-25" dirty="0">
                <a:solidFill>
                  <a:srgbClr val="3F3F3F"/>
                </a:solidFill>
                <a:latin typeface="Calibri"/>
                <a:cs typeface="Calibri"/>
              </a:rPr>
              <a:t> </a:t>
            </a:r>
            <a:r>
              <a:rPr sz="2600" spc="-10" dirty="0">
                <a:solidFill>
                  <a:srgbClr val="3F3F3F"/>
                </a:solidFill>
                <a:latin typeface="Calibri"/>
                <a:cs typeface="Calibri"/>
              </a:rPr>
              <a:t>by</a:t>
            </a:r>
            <a:r>
              <a:rPr sz="2600" spc="-15" dirty="0">
                <a:solidFill>
                  <a:srgbClr val="3F3F3F"/>
                </a:solidFill>
                <a:latin typeface="Calibri"/>
                <a:cs typeface="Calibri"/>
              </a:rPr>
              <a:t> </a:t>
            </a:r>
            <a:r>
              <a:rPr sz="2600" dirty="0">
                <a:solidFill>
                  <a:srgbClr val="3F3F3F"/>
                </a:solidFill>
                <a:latin typeface="Calibri"/>
                <a:cs typeface="Calibri"/>
              </a:rPr>
              <a:t>the</a:t>
            </a:r>
            <a:r>
              <a:rPr sz="2600" spc="-15" dirty="0">
                <a:solidFill>
                  <a:srgbClr val="3F3F3F"/>
                </a:solidFill>
                <a:latin typeface="Calibri"/>
                <a:cs typeface="Calibri"/>
              </a:rPr>
              <a:t> </a:t>
            </a:r>
            <a:r>
              <a:rPr sz="2600" dirty="0">
                <a:solidFill>
                  <a:srgbClr val="3F3F3F"/>
                </a:solidFill>
                <a:latin typeface="Calibri"/>
                <a:cs typeface="Calibri"/>
              </a:rPr>
              <a:t>IP</a:t>
            </a:r>
            <a:r>
              <a:rPr sz="2600" spc="-30" dirty="0">
                <a:solidFill>
                  <a:srgbClr val="3F3F3F"/>
                </a:solidFill>
                <a:latin typeface="Calibri"/>
                <a:cs typeface="Calibri"/>
              </a:rPr>
              <a:t> </a:t>
            </a:r>
            <a:r>
              <a:rPr sz="2600" spc="-10" dirty="0">
                <a:solidFill>
                  <a:srgbClr val="3F3F3F"/>
                </a:solidFill>
                <a:latin typeface="Calibri"/>
                <a:cs typeface="Calibri"/>
              </a:rPr>
              <a:t>are</a:t>
            </a:r>
            <a:r>
              <a:rPr sz="2600" spc="-5" dirty="0">
                <a:solidFill>
                  <a:srgbClr val="3F3F3F"/>
                </a:solidFill>
                <a:latin typeface="Calibri"/>
                <a:cs typeface="Calibri"/>
              </a:rPr>
              <a:t> called</a:t>
            </a:r>
            <a:r>
              <a:rPr sz="2600" spc="25" dirty="0">
                <a:solidFill>
                  <a:srgbClr val="3F3F3F"/>
                </a:solidFill>
                <a:latin typeface="Calibri"/>
                <a:cs typeface="Calibri"/>
              </a:rPr>
              <a:t> </a:t>
            </a:r>
            <a:r>
              <a:rPr sz="2600" i="1" spc="-5" dirty="0">
                <a:solidFill>
                  <a:srgbClr val="3F3F3F"/>
                </a:solidFill>
                <a:latin typeface="Calibri"/>
                <a:cs typeface="Calibri"/>
              </a:rPr>
              <a:t>datagrams.</a:t>
            </a:r>
            <a:endParaRPr sz="2600" dirty="0">
              <a:latin typeface="Calibri"/>
              <a:cs typeface="Calibri"/>
            </a:endParaRPr>
          </a:p>
          <a:p>
            <a:pPr marL="189230" indent="-177165">
              <a:lnSpc>
                <a:spcPts val="3060"/>
              </a:lnSpc>
              <a:spcBef>
                <a:spcPts val="780"/>
              </a:spcBef>
              <a:buClr>
                <a:srgbClr val="1CACE4"/>
              </a:buClr>
              <a:buFont typeface="Arial MT"/>
              <a:buChar char="•"/>
              <a:tabLst>
                <a:tab pos="189865" algn="l"/>
              </a:tabLst>
            </a:pPr>
            <a:r>
              <a:rPr sz="2600" dirty="0">
                <a:solidFill>
                  <a:srgbClr val="3F3F3F"/>
                </a:solidFill>
                <a:latin typeface="Calibri"/>
                <a:cs typeface="Calibri"/>
              </a:rPr>
              <a:t>A</a:t>
            </a:r>
            <a:r>
              <a:rPr sz="2600" spc="-15" dirty="0">
                <a:solidFill>
                  <a:srgbClr val="3F3F3F"/>
                </a:solidFill>
                <a:latin typeface="Calibri"/>
                <a:cs typeface="Calibri"/>
              </a:rPr>
              <a:t> datagram</a:t>
            </a:r>
            <a:r>
              <a:rPr sz="2600" spc="5" dirty="0">
                <a:solidFill>
                  <a:srgbClr val="3F3F3F"/>
                </a:solidFill>
                <a:latin typeface="Calibri"/>
                <a:cs typeface="Calibri"/>
              </a:rPr>
              <a:t> </a:t>
            </a:r>
            <a:r>
              <a:rPr sz="2600" spc="-5" dirty="0">
                <a:solidFill>
                  <a:srgbClr val="3F3F3F"/>
                </a:solidFill>
                <a:latin typeface="Calibri"/>
                <a:cs typeface="Calibri"/>
              </a:rPr>
              <a:t>is </a:t>
            </a:r>
            <a:r>
              <a:rPr sz="2600" dirty="0">
                <a:solidFill>
                  <a:srgbClr val="3F3F3F"/>
                </a:solidFill>
                <a:latin typeface="Calibri"/>
                <a:cs typeface="Calibri"/>
              </a:rPr>
              <a:t>a</a:t>
            </a:r>
            <a:r>
              <a:rPr sz="2600" spc="10" dirty="0">
                <a:solidFill>
                  <a:srgbClr val="3F3F3F"/>
                </a:solidFill>
                <a:latin typeface="Calibri"/>
                <a:cs typeface="Calibri"/>
              </a:rPr>
              <a:t> </a:t>
            </a:r>
            <a:r>
              <a:rPr sz="2600" spc="-10" dirty="0">
                <a:solidFill>
                  <a:srgbClr val="3F3F3F"/>
                </a:solidFill>
                <a:latin typeface="Calibri"/>
                <a:cs typeface="Calibri"/>
              </a:rPr>
              <a:t>variable-length</a:t>
            </a:r>
            <a:r>
              <a:rPr sz="2600" spc="-15" dirty="0">
                <a:solidFill>
                  <a:srgbClr val="3F3F3F"/>
                </a:solidFill>
                <a:latin typeface="Calibri"/>
                <a:cs typeface="Calibri"/>
              </a:rPr>
              <a:t> </a:t>
            </a:r>
            <a:r>
              <a:rPr sz="2600" spc="-20" dirty="0">
                <a:solidFill>
                  <a:srgbClr val="3F3F3F"/>
                </a:solidFill>
                <a:latin typeface="Calibri"/>
                <a:cs typeface="Calibri"/>
              </a:rPr>
              <a:t>packet</a:t>
            </a:r>
            <a:r>
              <a:rPr sz="2600" spc="-15" dirty="0">
                <a:solidFill>
                  <a:srgbClr val="3F3F3F"/>
                </a:solidFill>
                <a:latin typeface="Calibri"/>
                <a:cs typeface="Calibri"/>
              </a:rPr>
              <a:t> </a:t>
            </a:r>
            <a:r>
              <a:rPr sz="2600" spc="-10" dirty="0">
                <a:solidFill>
                  <a:srgbClr val="3F3F3F"/>
                </a:solidFill>
                <a:latin typeface="Calibri"/>
                <a:cs typeface="Calibri"/>
              </a:rPr>
              <a:t>consisting</a:t>
            </a:r>
            <a:r>
              <a:rPr sz="2600" spc="-25" dirty="0">
                <a:solidFill>
                  <a:srgbClr val="3F3F3F"/>
                </a:solidFill>
                <a:latin typeface="Calibri"/>
                <a:cs typeface="Calibri"/>
              </a:rPr>
              <a:t> </a:t>
            </a:r>
            <a:r>
              <a:rPr sz="2600" spc="-5" dirty="0">
                <a:solidFill>
                  <a:srgbClr val="3F3F3F"/>
                </a:solidFill>
                <a:latin typeface="Calibri"/>
                <a:cs typeface="Calibri"/>
              </a:rPr>
              <a:t>of</a:t>
            </a:r>
            <a:r>
              <a:rPr sz="2600" spc="5" dirty="0">
                <a:solidFill>
                  <a:srgbClr val="3F3F3F"/>
                </a:solidFill>
                <a:latin typeface="Calibri"/>
                <a:cs typeface="Calibri"/>
              </a:rPr>
              <a:t> </a:t>
            </a:r>
            <a:r>
              <a:rPr sz="2600" spc="-10" dirty="0">
                <a:solidFill>
                  <a:srgbClr val="3F3F3F"/>
                </a:solidFill>
                <a:latin typeface="Calibri"/>
                <a:cs typeface="Calibri"/>
              </a:rPr>
              <a:t>two</a:t>
            </a:r>
            <a:r>
              <a:rPr sz="2600" spc="15" dirty="0">
                <a:solidFill>
                  <a:srgbClr val="3F3F3F"/>
                </a:solidFill>
                <a:latin typeface="Calibri"/>
                <a:cs typeface="Calibri"/>
              </a:rPr>
              <a:t> </a:t>
            </a:r>
            <a:r>
              <a:rPr sz="2600" spc="-5" dirty="0">
                <a:solidFill>
                  <a:srgbClr val="3F3F3F"/>
                </a:solidFill>
                <a:latin typeface="Calibri"/>
                <a:cs typeface="Calibri"/>
              </a:rPr>
              <a:t>parts:</a:t>
            </a:r>
            <a:endParaRPr sz="2600" dirty="0">
              <a:latin typeface="Calibri"/>
              <a:cs typeface="Calibri"/>
            </a:endParaRPr>
          </a:p>
          <a:p>
            <a:pPr marL="419100" marR="5080" lvl="1" indent="-182880">
              <a:lnSpc>
                <a:spcPct val="80000"/>
              </a:lnSpc>
              <a:spcBef>
                <a:spcPts val="470"/>
              </a:spcBef>
              <a:buClr>
                <a:srgbClr val="1CACE4"/>
              </a:buClr>
              <a:buChar char="◦"/>
              <a:tabLst>
                <a:tab pos="419734"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10" dirty="0">
                <a:solidFill>
                  <a:srgbClr val="3F3F3F"/>
                </a:solidFill>
                <a:latin typeface="Calibri"/>
                <a:cs typeface="Calibri"/>
              </a:rPr>
              <a:t>header</a:t>
            </a:r>
            <a:r>
              <a:rPr sz="2200" dirty="0">
                <a:solidFill>
                  <a:srgbClr val="3F3F3F"/>
                </a:solidFill>
                <a:latin typeface="Calibri"/>
                <a:cs typeface="Calibri"/>
              </a:rPr>
              <a:t> </a:t>
            </a:r>
            <a:r>
              <a:rPr sz="2200" spc="-5" dirty="0">
                <a:solidFill>
                  <a:srgbClr val="3F3F3F"/>
                </a:solidFill>
                <a:latin typeface="Calibri"/>
                <a:cs typeface="Calibri"/>
              </a:rPr>
              <a:t>is</a:t>
            </a:r>
            <a:r>
              <a:rPr sz="2200" spc="10" dirty="0">
                <a:solidFill>
                  <a:srgbClr val="3F3F3F"/>
                </a:solidFill>
                <a:latin typeface="Calibri"/>
                <a:cs typeface="Calibri"/>
              </a:rPr>
              <a:t> </a:t>
            </a:r>
            <a:r>
              <a:rPr sz="2200" spc="-5" dirty="0">
                <a:solidFill>
                  <a:srgbClr val="3F3F3F"/>
                </a:solidFill>
                <a:latin typeface="Calibri"/>
                <a:cs typeface="Calibri"/>
              </a:rPr>
              <a:t>20 </a:t>
            </a:r>
            <a:r>
              <a:rPr sz="2200" spc="-20" dirty="0">
                <a:solidFill>
                  <a:srgbClr val="3F3F3F"/>
                </a:solidFill>
                <a:latin typeface="Calibri"/>
                <a:cs typeface="Calibri"/>
              </a:rPr>
              <a:t>to</a:t>
            </a:r>
            <a:r>
              <a:rPr sz="2200" spc="10" dirty="0">
                <a:solidFill>
                  <a:srgbClr val="3F3F3F"/>
                </a:solidFill>
                <a:latin typeface="Calibri"/>
                <a:cs typeface="Calibri"/>
              </a:rPr>
              <a:t> </a:t>
            </a:r>
            <a:r>
              <a:rPr sz="2200" spc="-5" dirty="0">
                <a:solidFill>
                  <a:srgbClr val="3F3F3F"/>
                </a:solidFill>
                <a:latin typeface="Calibri"/>
                <a:cs typeface="Calibri"/>
              </a:rPr>
              <a:t>60 </a:t>
            </a:r>
            <a:r>
              <a:rPr sz="2200" spc="-10" dirty="0">
                <a:solidFill>
                  <a:srgbClr val="3F3F3F"/>
                </a:solidFill>
                <a:latin typeface="Calibri"/>
                <a:cs typeface="Calibri"/>
              </a:rPr>
              <a:t>bytes</a:t>
            </a:r>
            <a:r>
              <a:rPr sz="2200" spc="20" dirty="0">
                <a:solidFill>
                  <a:srgbClr val="3F3F3F"/>
                </a:solidFill>
                <a:latin typeface="Calibri"/>
                <a:cs typeface="Calibri"/>
              </a:rPr>
              <a:t> </a:t>
            </a:r>
            <a:r>
              <a:rPr sz="2200" spc="-5" dirty="0">
                <a:solidFill>
                  <a:srgbClr val="3F3F3F"/>
                </a:solidFill>
                <a:latin typeface="Calibri"/>
                <a:cs typeface="Calibri"/>
              </a:rPr>
              <a:t>in </a:t>
            </a:r>
            <a:r>
              <a:rPr sz="2200" spc="-15" dirty="0">
                <a:solidFill>
                  <a:srgbClr val="3F3F3F"/>
                </a:solidFill>
                <a:latin typeface="Calibri"/>
                <a:cs typeface="Calibri"/>
              </a:rPr>
              <a:t>length</a:t>
            </a:r>
            <a:r>
              <a:rPr sz="2200" spc="15" dirty="0">
                <a:solidFill>
                  <a:srgbClr val="3F3F3F"/>
                </a:solidFill>
                <a:latin typeface="Calibri"/>
                <a:cs typeface="Calibri"/>
              </a:rPr>
              <a:t> </a:t>
            </a:r>
            <a:r>
              <a:rPr sz="2200" spc="-5" dirty="0">
                <a:solidFill>
                  <a:srgbClr val="3F3F3F"/>
                </a:solidFill>
                <a:latin typeface="Calibri"/>
                <a:cs typeface="Calibri"/>
              </a:rPr>
              <a:t>and </a:t>
            </a:r>
            <a:r>
              <a:rPr sz="2200" spc="-15" dirty="0">
                <a:solidFill>
                  <a:srgbClr val="3F3F3F"/>
                </a:solidFill>
                <a:latin typeface="Calibri"/>
                <a:cs typeface="Calibri"/>
              </a:rPr>
              <a:t>contains</a:t>
            </a:r>
            <a:r>
              <a:rPr sz="2200" dirty="0">
                <a:solidFill>
                  <a:srgbClr val="3F3F3F"/>
                </a:solidFill>
                <a:latin typeface="Calibri"/>
                <a:cs typeface="Calibri"/>
              </a:rPr>
              <a:t> </a:t>
            </a:r>
            <a:r>
              <a:rPr sz="2200" spc="-15" dirty="0">
                <a:solidFill>
                  <a:srgbClr val="3F3F3F"/>
                </a:solidFill>
                <a:latin typeface="Calibri"/>
                <a:cs typeface="Calibri"/>
              </a:rPr>
              <a:t>information</a:t>
            </a:r>
            <a:r>
              <a:rPr sz="2200" spc="-5" dirty="0">
                <a:solidFill>
                  <a:srgbClr val="3F3F3F"/>
                </a:solidFill>
                <a:latin typeface="Calibri"/>
                <a:cs typeface="Calibri"/>
              </a:rPr>
              <a:t> </a:t>
            </a:r>
            <a:r>
              <a:rPr sz="2200" spc="-10" dirty="0">
                <a:solidFill>
                  <a:srgbClr val="3F3F3F"/>
                </a:solidFill>
                <a:latin typeface="Calibri"/>
                <a:cs typeface="Calibri"/>
              </a:rPr>
              <a:t>essential </a:t>
            </a:r>
            <a:r>
              <a:rPr sz="2200" spc="-484" dirty="0">
                <a:solidFill>
                  <a:srgbClr val="3F3F3F"/>
                </a:solidFill>
                <a:latin typeface="Calibri"/>
                <a:cs typeface="Calibri"/>
              </a:rPr>
              <a:t> </a:t>
            </a:r>
            <a:r>
              <a:rPr sz="2200" spc="-20" dirty="0">
                <a:solidFill>
                  <a:srgbClr val="3F3F3F"/>
                </a:solidFill>
                <a:latin typeface="Calibri"/>
                <a:cs typeface="Calibri"/>
              </a:rPr>
              <a:t>to</a:t>
            </a:r>
            <a:r>
              <a:rPr sz="2200" spc="-10" dirty="0">
                <a:solidFill>
                  <a:srgbClr val="3F3F3F"/>
                </a:solidFill>
                <a:latin typeface="Calibri"/>
                <a:cs typeface="Calibri"/>
              </a:rPr>
              <a:t> routing</a:t>
            </a:r>
            <a:r>
              <a:rPr sz="2200" dirty="0">
                <a:solidFill>
                  <a:srgbClr val="3F3F3F"/>
                </a:solidFill>
                <a:latin typeface="Calibri"/>
                <a:cs typeface="Calibri"/>
              </a:rPr>
              <a:t> </a:t>
            </a:r>
            <a:r>
              <a:rPr sz="2200" spc="-5" dirty="0">
                <a:solidFill>
                  <a:srgbClr val="3F3F3F"/>
                </a:solidFill>
                <a:latin typeface="Calibri"/>
                <a:cs typeface="Calibri"/>
              </a:rPr>
              <a:t>and</a:t>
            </a:r>
            <a:r>
              <a:rPr sz="2200" spc="-20" dirty="0">
                <a:solidFill>
                  <a:srgbClr val="3F3F3F"/>
                </a:solidFill>
                <a:latin typeface="Calibri"/>
                <a:cs typeface="Calibri"/>
              </a:rPr>
              <a:t> </a:t>
            </a:r>
            <a:r>
              <a:rPr sz="2200" spc="-10" dirty="0">
                <a:solidFill>
                  <a:srgbClr val="3F3F3F"/>
                </a:solidFill>
                <a:latin typeface="Calibri"/>
                <a:cs typeface="Calibri"/>
              </a:rPr>
              <a:t>delivery</a:t>
            </a:r>
            <a:endParaRPr sz="2200" dirty="0">
              <a:latin typeface="Calibri"/>
              <a:cs typeface="Calibri"/>
            </a:endParaRPr>
          </a:p>
          <a:p>
            <a:pPr marL="640080" lvl="2" indent="-183515">
              <a:lnSpc>
                <a:spcPct val="100000"/>
              </a:lnSpc>
              <a:spcBef>
                <a:spcPts val="210"/>
              </a:spcBef>
              <a:buClr>
                <a:srgbClr val="1CACE4"/>
              </a:buClr>
              <a:buChar char="◦"/>
              <a:tabLst>
                <a:tab pos="640715" algn="l"/>
              </a:tabLst>
            </a:pPr>
            <a:r>
              <a:rPr sz="1700" spc="-10" dirty="0">
                <a:solidFill>
                  <a:srgbClr val="3F3F3F"/>
                </a:solidFill>
                <a:latin typeface="Calibri"/>
                <a:cs typeface="Calibri"/>
              </a:rPr>
              <a:t>first</a:t>
            </a:r>
            <a:r>
              <a:rPr sz="1700" spc="-35" dirty="0">
                <a:solidFill>
                  <a:srgbClr val="3F3F3F"/>
                </a:solidFill>
                <a:latin typeface="Calibri"/>
                <a:cs typeface="Calibri"/>
              </a:rPr>
              <a:t> </a:t>
            </a:r>
            <a:r>
              <a:rPr sz="1700" spc="-5" dirty="0">
                <a:solidFill>
                  <a:srgbClr val="3F3F3F"/>
                </a:solidFill>
                <a:latin typeface="Calibri"/>
                <a:cs typeface="Calibri"/>
              </a:rPr>
              <a:t>20</a:t>
            </a:r>
            <a:r>
              <a:rPr sz="1700" dirty="0">
                <a:solidFill>
                  <a:srgbClr val="3F3F3F"/>
                </a:solidFill>
                <a:latin typeface="Calibri"/>
                <a:cs typeface="Calibri"/>
              </a:rPr>
              <a:t> </a:t>
            </a:r>
            <a:r>
              <a:rPr sz="1700" spc="-5" dirty="0">
                <a:solidFill>
                  <a:srgbClr val="3F3F3F"/>
                </a:solidFill>
                <a:latin typeface="Calibri"/>
                <a:cs typeface="Calibri"/>
              </a:rPr>
              <a:t>bytes</a:t>
            </a:r>
            <a:r>
              <a:rPr sz="1700" spc="10" dirty="0">
                <a:solidFill>
                  <a:srgbClr val="3F3F3F"/>
                </a:solidFill>
                <a:latin typeface="Calibri"/>
                <a:cs typeface="Calibri"/>
              </a:rPr>
              <a:t> </a:t>
            </a:r>
            <a:r>
              <a:rPr sz="1700" spc="-5" dirty="0">
                <a:solidFill>
                  <a:srgbClr val="3F3F3F"/>
                </a:solidFill>
                <a:latin typeface="Calibri"/>
                <a:cs typeface="Calibri"/>
              </a:rPr>
              <a:t>are</a:t>
            </a:r>
            <a:r>
              <a:rPr sz="1700" spc="-10" dirty="0">
                <a:solidFill>
                  <a:srgbClr val="3F3F3F"/>
                </a:solidFill>
                <a:latin typeface="Calibri"/>
                <a:cs typeface="Calibri"/>
              </a:rPr>
              <a:t> </a:t>
            </a:r>
            <a:r>
              <a:rPr sz="1700" spc="-5" dirty="0">
                <a:solidFill>
                  <a:srgbClr val="3F3F3F"/>
                </a:solidFill>
                <a:latin typeface="Calibri"/>
                <a:cs typeface="Calibri"/>
              </a:rPr>
              <a:t>essential</a:t>
            </a:r>
            <a:r>
              <a:rPr sz="1700" spc="-40" dirty="0">
                <a:solidFill>
                  <a:srgbClr val="3F3F3F"/>
                </a:solidFill>
                <a:latin typeface="Calibri"/>
                <a:cs typeface="Calibri"/>
              </a:rPr>
              <a:t> </a:t>
            </a:r>
            <a:r>
              <a:rPr sz="1700" dirty="0">
                <a:solidFill>
                  <a:srgbClr val="3F3F3F"/>
                </a:solidFill>
                <a:latin typeface="Calibri"/>
                <a:cs typeface="Calibri"/>
              </a:rPr>
              <a:t>and</a:t>
            </a:r>
            <a:r>
              <a:rPr sz="1700" spc="-20" dirty="0">
                <a:solidFill>
                  <a:srgbClr val="3F3F3F"/>
                </a:solidFill>
                <a:latin typeface="Calibri"/>
                <a:cs typeface="Calibri"/>
              </a:rPr>
              <a:t> </a:t>
            </a:r>
            <a:r>
              <a:rPr sz="1700" spc="-5" dirty="0">
                <a:solidFill>
                  <a:srgbClr val="3F3F3F"/>
                </a:solidFill>
                <a:latin typeface="Calibri"/>
                <a:cs typeface="Calibri"/>
              </a:rPr>
              <a:t>together</a:t>
            </a:r>
            <a:r>
              <a:rPr sz="1700" spc="-35" dirty="0">
                <a:solidFill>
                  <a:srgbClr val="3F3F3F"/>
                </a:solidFill>
                <a:latin typeface="Calibri"/>
                <a:cs typeface="Calibri"/>
              </a:rPr>
              <a:t> </a:t>
            </a:r>
            <a:r>
              <a:rPr sz="1700" spc="-5" dirty="0">
                <a:solidFill>
                  <a:srgbClr val="3F3F3F"/>
                </a:solidFill>
                <a:latin typeface="Calibri"/>
                <a:cs typeface="Calibri"/>
              </a:rPr>
              <a:t>are called</a:t>
            </a:r>
            <a:r>
              <a:rPr sz="1700" spc="-30" dirty="0">
                <a:solidFill>
                  <a:srgbClr val="3F3F3F"/>
                </a:solidFill>
                <a:latin typeface="Calibri"/>
                <a:cs typeface="Calibri"/>
              </a:rPr>
              <a:t> </a:t>
            </a:r>
            <a:r>
              <a:rPr sz="1700" dirty="0">
                <a:solidFill>
                  <a:srgbClr val="3F3F3F"/>
                </a:solidFill>
                <a:latin typeface="Calibri"/>
                <a:cs typeface="Calibri"/>
              </a:rPr>
              <a:t>the</a:t>
            </a:r>
            <a:r>
              <a:rPr sz="1700" spc="-10" dirty="0">
                <a:solidFill>
                  <a:srgbClr val="3F3F3F"/>
                </a:solidFill>
                <a:latin typeface="Calibri"/>
                <a:cs typeface="Calibri"/>
              </a:rPr>
              <a:t> </a:t>
            </a:r>
            <a:r>
              <a:rPr sz="1700" spc="-5" dirty="0">
                <a:solidFill>
                  <a:srgbClr val="3F3F3F"/>
                </a:solidFill>
                <a:latin typeface="Calibri"/>
                <a:cs typeface="Calibri"/>
              </a:rPr>
              <a:t>main </a:t>
            </a:r>
            <a:r>
              <a:rPr sz="1700" dirty="0">
                <a:solidFill>
                  <a:srgbClr val="3F3F3F"/>
                </a:solidFill>
                <a:latin typeface="Calibri"/>
                <a:cs typeface="Calibri"/>
              </a:rPr>
              <a:t>header</a:t>
            </a:r>
            <a:endParaRPr sz="1700" dirty="0">
              <a:latin typeface="Calibri"/>
              <a:cs typeface="Calibri"/>
            </a:endParaRPr>
          </a:p>
          <a:p>
            <a:pPr marL="640080" lvl="2" indent="-183515">
              <a:lnSpc>
                <a:spcPct val="100000"/>
              </a:lnSpc>
              <a:spcBef>
                <a:spcPts val="195"/>
              </a:spcBef>
              <a:buClr>
                <a:srgbClr val="1CACE4"/>
              </a:buClr>
              <a:buChar char="◦"/>
              <a:tabLst>
                <a:tab pos="640715" algn="l"/>
              </a:tabLst>
            </a:pPr>
            <a:r>
              <a:rPr sz="1700" spc="-5" dirty="0">
                <a:solidFill>
                  <a:srgbClr val="3F3F3F"/>
                </a:solidFill>
                <a:latin typeface="Calibri"/>
                <a:cs typeface="Calibri"/>
              </a:rPr>
              <a:t>next</a:t>
            </a:r>
            <a:r>
              <a:rPr sz="1700" spc="-25" dirty="0">
                <a:solidFill>
                  <a:srgbClr val="3F3F3F"/>
                </a:solidFill>
                <a:latin typeface="Calibri"/>
                <a:cs typeface="Calibri"/>
              </a:rPr>
              <a:t> </a:t>
            </a:r>
            <a:r>
              <a:rPr sz="1700" spc="-5" dirty="0">
                <a:solidFill>
                  <a:srgbClr val="3F3F3F"/>
                </a:solidFill>
                <a:latin typeface="Calibri"/>
                <a:cs typeface="Calibri"/>
              </a:rPr>
              <a:t>40 bytes</a:t>
            </a:r>
            <a:r>
              <a:rPr sz="1700" spc="-10" dirty="0">
                <a:solidFill>
                  <a:srgbClr val="3F3F3F"/>
                </a:solidFill>
                <a:latin typeface="Calibri"/>
                <a:cs typeface="Calibri"/>
              </a:rPr>
              <a:t> </a:t>
            </a:r>
            <a:r>
              <a:rPr sz="1700" dirty="0">
                <a:solidFill>
                  <a:srgbClr val="3F3F3F"/>
                </a:solidFill>
                <a:latin typeface="Calibri"/>
                <a:cs typeface="Calibri"/>
              </a:rPr>
              <a:t>include</a:t>
            </a:r>
            <a:r>
              <a:rPr sz="1700" spc="-45" dirty="0">
                <a:solidFill>
                  <a:srgbClr val="3F3F3F"/>
                </a:solidFill>
                <a:latin typeface="Calibri"/>
                <a:cs typeface="Calibri"/>
              </a:rPr>
              <a:t> </a:t>
            </a:r>
            <a:r>
              <a:rPr sz="1700" spc="-5" dirty="0">
                <a:solidFill>
                  <a:srgbClr val="3F3F3F"/>
                </a:solidFill>
                <a:latin typeface="Calibri"/>
                <a:cs typeface="Calibri"/>
              </a:rPr>
              <a:t>options</a:t>
            </a:r>
            <a:r>
              <a:rPr sz="1700" spc="-35" dirty="0">
                <a:solidFill>
                  <a:srgbClr val="3F3F3F"/>
                </a:solidFill>
                <a:latin typeface="Calibri"/>
                <a:cs typeface="Calibri"/>
              </a:rPr>
              <a:t> </a:t>
            </a:r>
            <a:r>
              <a:rPr sz="1700" dirty="0">
                <a:solidFill>
                  <a:srgbClr val="3F3F3F"/>
                </a:solidFill>
                <a:latin typeface="Calibri"/>
                <a:cs typeface="Calibri"/>
              </a:rPr>
              <a:t>and</a:t>
            </a:r>
            <a:r>
              <a:rPr sz="1700" spc="-25" dirty="0">
                <a:solidFill>
                  <a:srgbClr val="3F3F3F"/>
                </a:solidFill>
                <a:latin typeface="Calibri"/>
                <a:cs typeface="Calibri"/>
              </a:rPr>
              <a:t> </a:t>
            </a:r>
            <a:r>
              <a:rPr sz="1700" dirty="0">
                <a:solidFill>
                  <a:srgbClr val="3F3F3F"/>
                </a:solidFill>
                <a:latin typeface="Calibri"/>
                <a:cs typeface="Calibri"/>
              </a:rPr>
              <a:t>padding</a:t>
            </a:r>
            <a:r>
              <a:rPr sz="1700" spc="-10" dirty="0">
                <a:solidFill>
                  <a:srgbClr val="3F3F3F"/>
                </a:solidFill>
                <a:latin typeface="Calibri"/>
                <a:cs typeface="Calibri"/>
              </a:rPr>
              <a:t> </a:t>
            </a:r>
            <a:r>
              <a:rPr sz="1700" spc="-5" dirty="0">
                <a:solidFill>
                  <a:srgbClr val="3F3F3F"/>
                </a:solidFill>
                <a:latin typeface="Calibri"/>
                <a:cs typeface="Calibri"/>
              </a:rPr>
              <a:t>that</a:t>
            </a:r>
            <a:r>
              <a:rPr sz="1700" spc="-50" dirty="0">
                <a:solidFill>
                  <a:srgbClr val="3F3F3F"/>
                </a:solidFill>
                <a:latin typeface="Calibri"/>
                <a:cs typeface="Calibri"/>
              </a:rPr>
              <a:t> </a:t>
            </a:r>
            <a:r>
              <a:rPr sz="1700" spc="-15" dirty="0">
                <a:solidFill>
                  <a:srgbClr val="3F3F3F"/>
                </a:solidFill>
                <a:latin typeface="Calibri"/>
                <a:cs typeface="Calibri"/>
              </a:rPr>
              <a:t>may</a:t>
            </a:r>
            <a:r>
              <a:rPr sz="1700" spc="20" dirty="0">
                <a:solidFill>
                  <a:srgbClr val="3F3F3F"/>
                </a:solidFill>
                <a:latin typeface="Calibri"/>
                <a:cs typeface="Calibri"/>
              </a:rPr>
              <a:t> </a:t>
            </a:r>
            <a:r>
              <a:rPr sz="1700" spc="-5" dirty="0">
                <a:solidFill>
                  <a:srgbClr val="3F3F3F"/>
                </a:solidFill>
                <a:latin typeface="Calibri"/>
                <a:cs typeface="Calibri"/>
              </a:rPr>
              <a:t>or</a:t>
            </a:r>
            <a:r>
              <a:rPr sz="1700" spc="-10" dirty="0">
                <a:solidFill>
                  <a:srgbClr val="3F3F3F"/>
                </a:solidFill>
                <a:latin typeface="Calibri"/>
                <a:cs typeface="Calibri"/>
              </a:rPr>
              <a:t> </a:t>
            </a:r>
            <a:r>
              <a:rPr sz="1700" spc="-15" dirty="0">
                <a:solidFill>
                  <a:srgbClr val="3F3F3F"/>
                </a:solidFill>
                <a:latin typeface="Calibri"/>
                <a:cs typeface="Calibri"/>
              </a:rPr>
              <a:t>may</a:t>
            </a:r>
            <a:r>
              <a:rPr sz="1700" spc="5" dirty="0">
                <a:solidFill>
                  <a:srgbClr val="3F3F3F"/>
                </a:solidFill>
                <a:latin typeface="Calibri"/>
                <a:cs typeface="Calibri"/>
              </a:rPr>
              <a:t> </a:t>
            </a:r>
            <a:r>
              <a:rPr sz="1700" dirty="0">
                <a:solidFill>
                  <a:srgbClr val="3F3F3F"/>
                </a:solidFill>
                <a:latin typeface="Calibri"/>
                <a:cs typeface="Calibri"/>
              </a:rPr>
              <a:t>not</a:t>
            </a:r>
            <a:r>
              <a:rPr sz="1700" spc="5" dirty="0">
                <a:solidFill>
                  <a:srgbClr val="3F3F3F"/>
                </a:solidFill>
                <a:latin typeface="Calibri"/>
                <a:cs typeface="Calibri"/>
              </a:rPr>
              <a:t> </a:t>
            </a:r>
            <a:r>
              <a:rPr sz="1700" dirty="0">
                <a:solidFill>
                  <a:srgbClr val="3F3F3F"/>
                </a:solidFill>
                <a:latin typeface="Calibri"/>
                <a:cs typeface="Calibri"/>
              </a:rPr>
              <a:t>be</a:t>
            </a:r>
            <a:r>
              <a:rPr sz="1700" spc="-10" dirty="0">
                <a:solidFill>
                  <a:srgbClr val="3F3F3F"/>
                </a:solidFill>
                <a:latin typeface="Calibri"/>
                <a:cs typeface="Calibri"/>
              </a:rPr>
              <a:t> </a:t>
            </a:r>
            <a:r>
              <a:rPr sz="1700" spc="-5" dirty="0">
                <a:solidFill>
                  <a:srgbClr val="3F3F3F"/>
                </a:solidFill>
                <a:latin typeface="Calibri"/>
                <a:cs typeface="Calibri"/>
              </a:rPr>
              <a:t>present</a:t>
            </a:r>
            <a:endParaRPr sz="1700" dirty="0">
              <a:latin typeface="Calibri"/>
              <a:cs typeface="Calibri"/>
            </a:endParaRPr>
          </a:p>
          <a:p>
            <a:pPr marL="640080" lvl="2" indent="-183515">
              <a:lnSpc>
                <a:spcPct val="100000"/>
              </a:lnSpc>
              <a:spcBef>
                <a:spcPts val="190"/>
              </a:spcBef>
              <a:buClr>
                <a:srgbClr val="1CACE4"/>
              </a:buClr>
              <a:buChar char="◦"/>
              <a:tabLst>
                <a:tab pos="640715" algn="l"/>
              </a:tabLst>
            </a:pPr>
            <a:r>
              <a:rPr sz="1700" dirty="0">
                <a:solidFill>
                  <a:srgbClr val="3F3F3F"/>
                </a:solidFill>
                <a:latin typeface="Calibri"/>
                <a:cs typeface="Calibri"/>
              </a:rPr>
              <a:t>It</a:t>
            </a:r>
            <a:r>
              <a:rPr sz="1700" spc="-15" dirty="0">
                <a:solidFill>
                  <a:srgbClr val="3F3F3F"/>
                </a:solidFill>
                <a:latin typeface="Calibri"/>
                <a:cs typeface="Calibri"/>
              </a:rPr>
              <a:t> </a:t>
            </a:r>
            <a:r>
              <a:rPr sz="1700" dirty="0">
                <a:solidFill>
                  <a:srgbClr val="3F3F3F"/>
                </a:solidFill>
                <a:latin typeface="Calibri"/>
                <a:cs typeface="Calibri"/>
              </a:rPr>
              <a:t>is</a:t>
            </a:r>
            <a:r>
              <a:rPr sz="1700" spc="-20" dirty="0">
                <a:solidFill>
                  <a:srgbClr val="3F3F3F"/>
                </a:solidFill>
                <a:latin typeface="Calibri"/>
                <a:cs typeface="Calibri"/>
              </a:rPr>
              <a:t> </a:t>
            </a:r>
            <a:r>
              <a:rPr sz="1700" spc="-5" dirty="0">
                <a:solidFill>
                  <a:srgbClr val="3F3F3F"/>
                </a:solidFill>
                <a:latin typeface="Calibri"/>
                <a:cs typeface="Calibri"/>
              </a:rPr>
              <a:t>customary</a:t>
            </a:r>
            <a:r>
              <a:rPr sz="1700" spc="-20" dirty="0">
                <a:solidFill>
                  <a:srgbClr val="3F3F3F"/>
                </a:solidFill>
                <a:latin typeface="Calibri"/>
                <a:cs typeface="Calibri"/>
              </a:rPr>
              <a:t> </a:t>
            </a:r>
            <a:r>
              <a:rPr sz="1700" dirty="0">
                <a:solidFill>
                  <a:srgbClr val="3F3F3F"/>
                </a:solidFill>
                <a:latin typeface="Calibri"/>
                <a:cs typeface="Calibri"/>
              </a:rPr>
              <a:t>in</a:t>
            </a:r>
            <a:r>
              <a:rPr sz="1700" spc="-25" dirty="0">
                <a:solidFill>
                  <a:srgbClr val="3F3F3F"/>
                </a:solidFill>
                <a:latin typeface="Calibri"/>
                <a:cs typeface="Calibri"/>
              </a:rPr>
              <a:t> </a:t>
            </a:r>
            <a:r>
              <a:rPr sz="1700" spc="-20" dirty="0">
                <a:solidFill>
                  <a:srgbClr val="3F3F3F"/>
                </a:solidFill>
                <a:latin typeface="Calibri"/>
                <a:cs typeface="Calibri"/>
              </a:rPr>
              <a:t>TCP/IP </a:t>
            </a:r>
            <a:r>
              <a:rPr sz="1700" spc="-5" dirty="0">
                <a:solidFill>
                  <a:srgbClr val="3F3F3F"/>
                </a:solidFill>
                <a:latin typeface="Calibri"/>
                <a:cs typeface="Calibri"/>
              </a:rPr>
              <a:t>to</a:t>
            </a:r>
            <a:r>
              <a:rPr sz="1700" spc="-10" dirty="0">
                <a:solidFill>
                  <a:srgbClr val="3F3F3F"/>
                </a:solidFill>
                <a:latin typeface="Calibri"/>
                <a:cs typeface="Calibri"/>
              </a:rPr>
              <a:t> </a:t>
            </a:r>
            <a:r>
              <a:rPr sz="1700" spc="-5" dirty="0">
                <a:solidFill>
                  <a:srgbClr val="3F3F3F"/>
                </a:solidFill>
                <a:latin typeface="Calibri"/>
                <a:cs typeface="Calibri"/>
              </a:rPr>
              <a:t>show</a:t>
            </a:r>
            <a:r>
              <a:rPr sz="1700" spc="-20" dirty="0">
                <a:solidFill>
                  <a:srgbClr val="3F3F3F"/>
                </a:solidFill>
                <a:latin typeface="Calibri"/>
                <a:cs typeface="Calibri"/>
              </a:rPr>
              <a:t> </a:t>
            </a:r>
            <a:r>
              <a:rPr sz="1700" dirty="0">
                <a:solidFill>
                  <a:srgbClr val="3F3F3F"/>
                </a:solidFill>
                <a:latin typeface="Calibri"/>
                <a:cs typeface="Calibri"/>
              </a:rPr>
              <a:t>the</a:t>
            </a:r>
            <a:r>
              <a:rPr sz="1700" spc="-10" dirty="0">
                <a:solidFill>
                  <a:srgbClr val="3F3F3F"/>
                </a:solidFill>
                <a:latin typeface="Calibri"/>
                <a:cs typeface="Calibri"/>
              </a:rPr>
              <a:t> </a:t>
            </a:r>
            <a:r>
              <a:rPr sz="1700" dirty="0">
                <a:solidFill>
                  <a:srgbClr val="3F3F3F"/>
                </a:solidFill>
                <a:latin typeface="Calibri"/>
                <a:cs typeface="Calibri"/>
              </a:rPr>
              <a:t>header</a:t>
            </a:r>
            <a:r>
              <a:rPr sz="1700" spc="-40" dirty="0">
                <a:solidFill>
                  <a:srgbClr val="3F3F3F"/>
                </a:solidFill>
                <a:latin typeface="Calibri"/>
                <a:cs typeface="Calibri"/>
              </a:rPr>
              <a:t> </a:t>
            </a:r>
            <a:r>
              <a:rPr sz="1700" dirty="0">
                <a:solidFill>
                  <a:srgbClr val="3F3F3F"/>
                </a:solidFill>
                <a:latin typeface="Calibri"/>
                <a:cs typeface="Calibri"/>
              </a:rPr>
              <a:t>in</a:t>
            </a:r>
            <a:r>
              <a:rPr sz="1700" spc="-25" dirty="0">
                <a:solidFill>
                  <a:srgbClr val="3F3F3F"/>
                </a:solidFill>
                <a:latin typeface="Calibri"/>
                <a:cs typeface="Calibri"/>
              </a:rPr>
              <a:t> </a:t>
            </a:r>
            <a:r>
              <a:rPr sz="1700" dirty="0">
                <a:solidFill>
                  <a:srgbClr val="3F3F3F"/>
                </a:solidFill>
                <a:latin typeface="Calibri"/>
                <a:cs typeface="Calibri"/>
              </a:rPr>
              <a:t>4-byte</a:t>
            </a:r>
            <a:r>
              <a:rPr sz="1700" spc="10" dirty="0">
                <a:solidFill>
                  <a:srgbClr val="3F3F3F"/>
                </a:solidFill>
                <a:latin typeface="Calibri"/>
                <a:cs typeface="Calibri"/>
              </a:rPr>
              <a:t> </a:t>
            </a:r>
            <a:r>
              <a:rPr sz="1700" dirty="0">
                <a:solidFill>
                  <a:srgbClr val="3F3F3F"/>
                </a:solidFill>
                <a:latin typeface="Calibri"/>
                <a:cs typeface="Calibri"/>
              </a:rPr>
              <a:t>sections.</a:t>
            </a:r>
            <a:endParaRPr sz="1700" dirty="0">
              <a:latin typeface="Calibri"/>
              <a:cs typeface="Calibri"/>
            </a:endParaRPr>
          </a:p>
          <a:p>
            <a:pPr marL="419100" lvl="1" indent="-183515">
              <a:lnSpc>
                <a:spcPct val="100000"/>
              </a:lnSpc>
              <a:spcBef>
                <a:spcPts val="55"/>
              </a:spcBef>
              <a:buClr>
                <a:srgbClr val="1CACE4"/>
              </a:buClr>
              <a:buChar char="◦"/>
              <a:tabLst>
                <a:tab pos="419734" algn="l"/>
              </a:tabLst>
            </a:pPr>
            <a:r>
              <a:rPr sz="2200" spc="-10" dirty="0">
                <a:solidFill>
                  <a:srgbClr val="3F3F3F"/>
                </a:solidFill>
                <a:latin typeface="Calibri"/>
                <a:cs typeface="Calibri"/>
              </a:rPr>
              <a:t>payload</a:t>
            </a:r>
            <a:r>
              <a:rPr sz="2200" spc="-60" dirty="0">
                <a:solidFill>
                  <a:srgbClr val="3F3F3F"/>
                </a:solidFill>
                <a:latin typeface="Calibri"/>
                <a:cs typeface="Calibri"/>
              </a:rPr>
              <a:t> </a:t>
            </a:r>
            <a:r>
              <a:rPr sz="2200" spc="-15" dirty="0">
                <a:solidFill>
                  <a:srgbClr val="3F3F3F"/>
                </a:solidFill>
                <a:latin typeface="Calibri"/>
                <a:cs typeface="Calibri"/>
              </a:rPr>
              <a:t>(data).</a:t>
            </a:r>
            <a:endParaRPr sz="2200" dirty="0">
              <a:latin typeface="Calibri"/>
              <a:cs typeface="Calibri"/>
            </a:endParaRPr>
          </a:p>
          <a:p>
            <a:pPr marL="419100" lvl="1" indent="-183515">
              <a:lnSpc>
                <a:spcPct val="100000"/>
              </a:lnSpc>
              <a:spcBef>
                <a:spcPts val="70"/>
              </a:spcBef>
              <a:buClr>
                <a:srgbClr val="1CACE4"/>
              </a:buClr>
              <a:buChar char="◦"/>
              <a:tabLst>
                <a:tab pos="419734" algn="l"/>
              </a:tabLst>
            </a:pPr>
            <a:r>
              <a:rPr sz="2200" spc="-10" dirty="0">
                <a:solidFill>
                  <a:srgbClr val="3F3F3F"/>
                </a:solidFill>
                <a:latin typeface="Calibri"/>
                <a:cs typeface="Calibri"/>
              </a:rPr>
              <a:t>The</a:t>
            </a:r>
            <a:r>
              <a:rPr sz="2200" spc="-30" dirty="0">
                <a:solidFill>
                  <a:srgbClr val="3F3F3F"/>
                </a:solidFill>
                <a:latin typeface="Calibri"/>
                <a:cs typeface="Calibri"/>
              </a:rPr>
              <a:t> </a:t>
            </a:r>
            <a:r>
              <a:rPr sz="2200" spc="-10" dirty="0">
                <a:solidFill>
                  <a:srgbClr val="3F3F3F"/>
                </a:solidFill>
                <a:latin typeface="Calibri"/>
                <a:cs typeface="Calibri"/>
              </a:rPr>
              <a:t>header</a:t>
            </a:r>
            <a:endParaRPr sz="22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33</a:t>
            </a:fld>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762000" y="1676400"/>
            <a:ext cx="7705343" cy="50292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34</a:t>
            </a:fld>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sp>
        <p:nvSpPr>
          <p:cNvPr id="3" name="object 3"/>
          <p:cNvSpPr txBox="1"/>
          <p:nvPr/>
        </p:nvSpPr>
        <p:spPr>
          <a:xfrm>
            <a:off x="642803" y="1654002"/>
            <a:ext cx="8541385" cy="2351405"/>
          </a:xfrm>
          <a:prstGeom prst="rect">
            <a:avLst/>
          </a:prstGeom>
        </p:spPr>
        <p:txBody>
          <a:bodyPr vert="horz" wrap="square" lIns="0" tIns="81280" rIns="0" bIns="0" rtlCol="0">
            <a:spAutoFit/>
          </a:bodyPr>
          <a:lstStyle/>
          <a:p>
            <a:pPr marL="228600" indent="-216535">
              <a:lnSpc>
                <a:spcPct val="100000"/>
              </a:lnSpc>
              <a:spcBef>
                <a:spcPts val="640"/>
              </a:spcBef>
              <a:buClr>
                <a:srgbClr val="1CACE4"/>
              </a:buClr>
              <a:buFont typeface="Arial MT"/>
              <a:buChar char="•"/>
              <a:tabLst>
                <a:tab pos="229235" algn="l"/>
              </a:tabLst>
            </a:pPr>
            <a:r>
              <a:rPr sz="2400" b="1" i="1" spc="-20" dirty="0">
                <a:latin typeface="Arial"/>
                <a:cs typeface="Arial"/>
              </a:rPr>
              <a:t>Version </a:t>
            </a:r>
            <a:r>
              <a:rPr sz="2400" spc="-5" dirty="0">
                <a:solidFill>
                  <a:srgbClr val="0070BF"/>
                </a:solidFill>
                <a:latin typeface="Arial MT"/>
                <a:cs typeface="Arial MT"/>
              </a:rPr>
              <a:t>specifies</a:t>
            </a:r>
            <a:r>
              <a:rPr sz="2400" spc="20" dirty="0">
                <a:solidFill>
                  <a:srgbClr val="0070BF"/>
                </a:solidFill>
                <a:latin typeface="Arial MT"/>
                <a:cs typeface="Arial MT"/>
              </a:rPr>
              <a:t> </a:t>
            </a:r>
            <a:r>
              <a:rPr sz="2400" spc="-5" dirty="0">
                <a:solidFill>
                  <a:srgbClr val="0070BF"/>
                </a:solidFill>
                <a:latin typeface="Arial MT"/>
                <a:cs typeface="Arial MT"/>
              </a:rPr>
              <a:t>the</a:t>
            </a:r>
            <a:r>
              <a:rPr sz="2400" spc="-15" dirty="0">
                <a:solidFill>
                  <a:srgbClr val="0070BF"/>
                </a:solidFill>
                <a:latin typeface="Arial MT"/>
                <a:cs typeface="Arial MT"/>
              </a:rPr>
              <a:t> </a:t>
            </a:r>
            <a:r>
              <a:rPr sz="2400" dirty="0">
                <a:solidFill>
                  <a:srgbClr val="0070BF"/>
                </a:solidFill>
                <a:latin typeface="Arial MT"/>
                <a:cs typeface="Arial MT"/>
              </a:rPr>
              <a:t>IP</a:t>
            </a:r>
            <a:r>
              <a:rPr sz="2400" spc="-65" dirty="0">
                <a:solidFill>
                  <a:srgbClr val="0070BF"/>
                </a:solidFill>
                <a:latin typeface="Arial MT"/>
                <a:cs typeface="Arial MT"/>
              </a:rPr>
              <a:t> </a:t>
            </a:r>
            <a:r>
              <a:rPr sz="2400" spc="-5" dirty="0">
                <a:solidFill>
                  <a:srgbClr val="0070BF"/>
                </a:solidFill>
                <a:latin typeface="Arial MT"/>
                <a:cs typeface="Arial MT"/>
              </a:rPr>
              <a:t>version.</a:t>
            </a:r>
            <a:endParaRPr sz="2400">
              <a:latin typeface="Arial MT"/>
              <a:cs typeface="Arial MT"/>
            </a:endParaRPr>
          </a:p>
          <a:p>
            <a:pPr marL="228600" indent="-216535">
              <a:lnSpc>
                <a:spcPts val="2450"/>
              </a:lnSpc>
              <a:spcBef>
                <a:spcPts val="540"/>
              </a:spcBef>
              <a:buClr>
                <a:srgbClr val="1CACE4"/>
              </a:buClr>
              <a:buFont typeface="Arial MT"/>
              <a:buChar char="•"/>
              <a:tabLst>
                <a:tab pos="229235" algn="l"/>
              </a:tabLst>
            </a:pPr>
            <a:r>
              <a:rPr sz="2400" b="1" i="1" spc="-5" dirty="0">
                <a:latin typeface="Arial"/>
                <a:cs typeface="Arial"/>
              </a:rPr>
              <a:t>Header</a:t>
            </a:r>
            <a:r>
              <a:rPr sz="2400" b="1" i="1" dirty="0">
                <a:latin typeface="Arial"/>
                <a:cs typeface="Arial"/>
              </a:rPr>
              <a:t> </a:t>
            </a:r>
            <a:r>
              <a:rPr sz="2400" b="1" i="1" spc="-5" dirty="0">
                <a:latin typeface="Arial"/>
                <a:cs typeface="Arial"/>
              </a:rPr>
              <a:t>length</a:t>
            </a:r>
            <a:r>
              <a:rPr sz="2400" b="1" i="1" dirty="0">
                <a:latin typeface="Arial"/>
                <a:cs typeface="Arial"/>
              </a:rPr>
              <a:t> </a:t>
            </a:r>
            <a:r>
              <a:rPr sz="2400" b="1" spc="-5" dirty="0">
                <a:latin typeface="Arial"/>
                <a:cs typeface="Arial"/>
              </a:rPr>
              <a:t>(</a:t>
            </a:r>
            <a:r>
              <a:rPr sz="2400" spc="-5" dirty="0">
                <a:solidFill>
                  <a:srgbClr val="3F3F3F"/>
                </a:solidFill>
                <a:latin typeface="Calibri"/>
                <a:cs typeface="Calibri"/>
              </a:rPr>
              <a:t>HLEN</a:t>
            </a:r>
            <a:r>
              <a:rPr sz="2400" b="1" spc="-5" dirty="0">
                <a:latin typeface="Arial"/>
                <a:cs typeface="Arial"/>
              </a:rPr>
              <a:t>) </a:t>
            </a:r>
            <a:r>
              <a:rPr sz="2400" spc="-5" dirty="0">
                <a:solidFill>
                  <a:srgbClr val="0070BF"/>
                </a:solidFill>
                <a:latin typeface="Arial MT"/>
                <a:cs typeface="Arial MT"/>
              </a:rPr>
              <a:t>specifies</a:t>
            </a:r>
            <a:r>
              <a:rPr sz="2400" spc="10" dirty="0">
                <a:solidFill>
                  <a:srgbClr val="0070BF"/>
                </a:solidFill>
                <a:latin typeface="Arial MT"/>
                <a:cs typeface="Arial MT"/>
              </a:rPr>
              <a:t> </a:t>
            </a:r>
            <a:r>
              <a:rPr sz="2400" spc="-5" dirty="0">
                <a:solidFill>
                  <a:srgbClr val="0070BF"/>
                </a:solidFill>
                <a:latin typeface="Arial MT"/>
                <a:cs typeface="Arial MT"/>
              </a:rPr>
              <a:t>the</a:t>
            </a:r>
            <a:r>
              <a:rPr sz="2400" spc="-10" dirty="0">
                <a:solidFill>
                  <a:srgbClr val="0070BF"/>
                </a:solidFill>
                <a:latin typeface="Arial MT"/>
                <a:cs typeface="Arial MT"/>
              </a:rPr>
              <a:t> </a:t>
            </a:r>
            <a:r>
              <a:rPr sz="2400" spc="-5" dirty="0">
                <a:solidFill>
                  <a:srgbClr val="0070BF"/>
                </a:solidFill>
                <a:latin typeface="Arial MT"/>
                <a:cs typeface="Arial MT"/>
              </a:rPr>
              <a:t>length</a:t>
            </a:r>
            <a:r>
              <a:rPr sz="2400" spc="10" dirty="0">
                <a:solidFill>
                  <a:srgbClr val="0070BF"/>
                </a:solidFill>
                <a:latin typeface="Arial MT"/>
                <a:cs typeface="Arial MT"/>
              </a:rPr>
              <a:t> </a:t>
            </a:r>
            <a:r>
              <a:rPr sz="2400" spc="-5" dirty="0">
                <a:solidFill>
                  <a:srgbClr val="0070BF"/>
                </a:solidFill>
                <a:latin typeface="Arial MT"/>
                <a:cs typeface="Arial MT"/>
              </a:rPr>
              <a:t>of the</a:t>
            </a:r>
            <a:r>
              <a:rPr sz="2400" dirty="0">
                <a:solidFill>
                  <a:srgbClr val="0070BF"/>
                </a:solidFill>
                <a:latin typeface="Arial MT"/>
                <a:cs typeface="Arial MT"/>
              </a:rPr>
              <a:t> </a:t>
            </a:r>
            <a:r>
              <a:rPr sz="2400" spc="-5" dirty="0">
                <a:solidFill>
                  <a:srgbClr val="0070BF"/>
                </a:solidFill>
                <a:latin typeface="Arial MT"/>
                <a:cs typeface="Arial MT"/>
              </a:rPr>
              <a:t>header</a:t>
            </a:r>
            <a:endParaRPr sz="2400">
              <a:latin typeface="Arial MT"/>
              <a:cs typeface="Arial MT"/>
            </a:endParaRPr>
          </a:p>
          <a:p>
            <a:pPr marL="228600">
              <a:lnSpc>
                <a:spcPts val="2014"/>
              </a:lnSpc>
            </a:pPr>
            <a:r>
              <a:rPr sz="2400" spc="-5" dirty="0">
                <a:solidFill>
                  <a:srgbClr val="0070BF"/>
                </a:solidFill>
                <a:latin typeface="Arial MT"/>
                <a:cs typeface="Arial MT"/>
              </a:rPr>
              <a:t>(including</a:t>
            </a:r>
            <a:r>
              <a:rPr sz="2400" spc="35" dirty="0">
                <a:solidFill>
                  <a:srgbClr val="0070BF"/>
                </a:solidFill>
                <a:latin typeface="Arial MT"/>
                <a:cs typeface="Arial MT"/>
              </a:rPr>
              <a:t> </a:t>
            </a:r>
            <a:r>
              <a:rPr sz="2400" spc="-5" dirty="0">
                <a:solidFill>
                  <a:srgbClr val="0070BF"/>
                </a:solidFill>
                <a:latin typeface="Arial MT"/>
                <a:cs typeface="Arial MT"/>
              </a:rPr>
              <a:t>options</a:t>
            </a:r>
            <a:r>
              <a:rPr sz="2400" spc="10" dirty="0">
                <a:solidFill>
                  <a:srgbClr val="0070BF"/>
                </a:solidFill>
                <a:latin typeface="Arial MT"/>
                <a:cs typeface="Arial MT"/>
              </a:rPr>
              <a:t> </a:t>
            </a:r>
            <a:r>
              <a:rPr sz="2400" spc="-5" dirty="0">
                <a:solidFill>
                  <a:srgbClr val="0070BF"/>
                </a:solidFill>
                <a:latin typeface="Arial MT"/>
                <a:cs typeface="Arial MT"/>
              </a:rPr>
              <a:t>and</a:t>
            </a:r>
            <a:r>
              <a:rPr sz="2400" dirty="0">
                <a:solidFill>
                  <a:srgbClr val="0070BF"/>
                </a:solidFill>
                <a:latin typeface="Arial MT"/>
                <a:cs typeface="Arial MT"/>
              </a:rPr>
              <a:t> </a:t>
            </a:r>
            <a:r>
              <a:rPr sz="2400" spc="-5" dirty="0">
                <a:solidFill>
                  <a:srgbClr val="0070BF"/>
                </a:solidFill>
                <a:latin typeface="Arial MT"/>
                <a:cs typeface="Arial MT"/>
              </a:rPr>
              <a:t>padding)</a:t>
            </a:r>
            <a:r>
              <a:rPr sz="2400" spc="35" dirty="0">
                <a:solidFill>
                  <a:srgbClr val="0070BF"/>
                </a:solidFill>
                <a:latin typeface="Arial MT"/>
                <a:cs typeface="Arial MT"/>
              </a:rPr>
              <a:t> </a:t>
            </a:r>
            <a:r>
              <a:rPr sz="2400" spc="-5" dirty="0">
                <a:solidFill>
                  <a:srgbClr val="0070BF"/>
                </a:solidFill>
                <a:latin typeface="Arial MT"/>
                <a:cs typeface="Arial MT"/>
              </a:rPr>
              <a:t>in</a:t>
            </a:r>
            <a:r>
              <a:rPr sz="2400" dirty="0">
                <a:solidFill>
                  <a:srgbClr val="0070BF"/>
                </a:solidFill>
                <a:latin typeface="Arial MT"/>
                <a:cs typeface="Arial MT"/>
              </a:rPr>
              <a:t> </a:t>
            </a:r>
            <a:r>
              <a:rPr sz="2400" spc="-5" dirty="0">
                <a:solidFill>
                  <a:srgbClr val="0070BF"/>
                </a:solidFill>
                <a:latin typeface="Arial MT"/>
                <a:cs typeface="Arial MT"/>
              </a:rPr>
              <a:t>terms</a:t>
            </a:r>
            <a:r>
              <a:rPr sz="2400" spc="-20" dirty="0">
                <a:solidFill>
                  <a:srgbClr val="0070BF"/>
                </a:solidFill>
                <a:latin typeface="Arial MT"/>
                <a:cs typeface="Arial MT"/>
              </a:rPr>
              <a:t> </a:t>
            </a:r>
            <a:r>
              <a:rPr sz="2400" spc="-5" dirty="0">
                <a:solidFill>
                  <a:srgbClr val="0070BF"/>
                </a:solidFill>
                <a:latin typeface="Arial MT"/>
                <a:cs typeface="Arial MT"/>
              </a:rPr>
              <a:t>of </a:t>
            </a:r>
            <a:r>
              <a:rPr sz="2400" dirty="0">
                <a:solidFill>
                  <a:srgbClr val="0070BF"/>
                </a:solidFill>
                <a:latin typeface="Arial MT"/>
                <a:cs typeface="Arial MT"/>
              </a:rPr>
              <a:t>4-byte </a:t>
            </a:r>
            <a:r>
              <a:rPr sz="2400" spc="-5" dirty="0">
                <a:solidFill>
                  <a:srgbClr val="0070BF"/>
                </a:solidFill>
                <a:latin typeface="Arial MT"/>
                <a:cs typeface="Arial MT"/>
              </a:rPr>
              <a:t>blocks.</a:t>
            </a:r>
            <a:r>
              <a:rPr sz="2400" spc="5" dirty="0">
                <a:solidFill>
                  <a:srgbClr val="0070BF"/>
                </a:solidFill>
                <a:latin typeface="Arial MT"/>
                <a:cs typeface="Arial MT"/>
              </a:rPr>
              <a:t> </a:t>
            </a:r>
            <a:r>
              <a:rPr sz="2400" spc="-5" dirty="0">
                <a:solidFill>
                  <a:srgbClr val="0070BF"/>
                </a:solidFill>
                <a:latin typeface="Arial MT"/>
                <a:cs typeface="Arial MT"/>
              </a:rPr>
              <a:t>For</a:t>
            </a:r>
            <a:endParaRPr sz="2400">
              <a:latin typeface="Arial MT"/>
              <a:cs typeface="Arial MT"/>
            </a:endParaRPr>
          </a:p>
          <a:p>
            <a:pPr marL="228600" marR="5080">
              <a:lnSpc>
                <a:spcPct val="70000"/>
              </a:lnSpc>
              <a:spcBef>
                <a:spcPts val="430"/>
              </a:spcBef>
            </a:pPr>
            <a:r>
              <a:rPr sz="2400" spc="-10" dirty="0">
                <a:solidFill>
                  <a:srgbClr val="0070BF"/>
                </a:solidFill>
                <a:latin typeface="Arial MT"/>
                <a:cs typeface="Arial MT"/>
              </a:rPr>
              <a:t>example,</a:t>
            </a:r>
            <a:r>
              <a:rPr sz="2400" spc="15" dirty="0">
                <a:solidFill>
                  <a:srgbClr val="0070BF"/>
                </a:solidFill>
                <a:latin typeface="Arial MT"/>
                <a:cs typeface="Arial MT"/>
              </a:rPr>
              <a:t> </a:t>
            </a:r>
            <a:r>
              <a:rPr sz="2400" spc="-5" dirty="0">
                <a:solidFill>
                  <a:srgbClr val="0070BF"/>
                </a:solidFill>
                <a:latin typeface="Arial MT"/>
                <a:cs typeface="Arial MT"/>
              </a:rPr>
              <a:t>if the total header</a:t>
            </a:r>
            <a:r>
              <a:rPr sz="2400" spc="15" dirty="0">
                <a:solidFill>
                  <a:srgbClr val="0070BF"/>
                </a:solidFill>
                <a:latin typeface="Arial MT"/>
                <a:cs typeface="Arial MT"/>
              </a:rPr>
              <a:t> </a:t>
            </a:r>
            <a:r>
              <a:rPr sz="2400" spc="-5" dirty="0">
                <a:solidFill>
                  <a:srgbClr val="0070BF"/>
                </a:solidFill>
                <a:latin typeface="Arial MT"/>
                <a:cs typeface="Arial MT"/>
              </a:rPr>
              <a:t>of</a:t>
            </a:r>
            <a:r>
              <a:rPr sz="2400" dirty="0">
                <a:solidFill>
                  <a:srgbClr val="0070BF"/>
                </a:solidFill>
                <a:latin typeface="Arial MT"/>
                <a:cs typeface="Arial MT"/>
              </a:rPr>
              <a:t> </a:t>
            </a:r>
            <a:r>
              <a:rPr sz="2400" spc="-5" dirty="0">
                <a:solidFill>
                  <a:srgbClr val="0070BF"/>
                </a:solidFill>
                <a:latin typeface="Arial MT"/>
                <a:cs typeface="Arial MT"/>
              </a:rPr>
              <a:t>a</a:t>
            </a:r>
            <a:r>
              <a:rPr sz="2400" spc="-10" dirty="0">
                <a:solidFill>
                  <a:srgbClr val="0070BF"/>
                </a:solidFill>
                <a:latin typeface="Arial MT"/>
                <a:cs typeface="Arial MT"/>
              </a:rPr>
              <a:t> </a:t>
            </a:r>
            <a:r>
              <a:rPr sz="2400" spc="-5" dirty="0">
                <a:solidFill>
                  <a:srgbClr val="0070BF"/>
                </a:solidFill>
                <a:latin typeface="Arial MT"/>
                <a:cs typeface="Arial MT"/>
              </a:rPr>
              <a:t>packet</a:t>
            </a:r>
            <a:r>
              <a:rPr sz="2400" spc="10" dirty="0">
                <a:solidFill>
                  <a:srgbClr val="0070BF"/>
                </a:solidFill>
                <a:latin typeface="Arial MT"/>
                <a:cs typeface="Arial MT"/>
              </a:rPr>
              <a:t> </a:t>
            </a:r>
            <a:r>
              <a:rPr sz="2400" spc="-5" dirty="0">
                <a:solidFill>
                  <a:srgbClr val="0070BF"/>
                </a:solidFill>
                <a:latin typeface="Arial MT"/>
                <a:cs typeface="Arial MT"/>
              </a:rPr>
              <a:t>(including</a:t>
            </a:r>
            <a:r>
              <a:rPr sz="2400" spc="45" dirty="0">
                <a:solidFill>
                  <a:srgbClr val="0070BF"/>
                </a:solidFill>
                <a:latin typeface="Arial MT"/>
                <a:cs typeface="Arial MT"/>
              </a:rPr>
              <a:t> </a:t>
            </a:r>
            <a:r>
              <a:rPr sz="2400" spc="-5" dirty="0">
                <a:solidFill>
                  <a:srgbClr val="0070BF"/>
                </a:solidFill>
                <a:latin typeface="Arial MT"/>
                <a:cs typeface="Arial MT"/>
              </a:rPr>
              <a:t>options</a:t>
            </a:r>
            <a:r>
              <a:rPr sz="2400" spc="10" dirty="0">
                <a:solidFill>
                  <a:srgbClr val="0070BF"/>
                </a:solidFill>
                <a:latin typeface="Arial MT"/>
                <a:cs typeface="Arial MT"/>
              </a:rPr>
              <a:t> </a:t>
            </a:r>
            <a:r>
              <a:rPr sz="2400" spc="-5" dirty="0">
                <a:solidFill>
                  <a:srgbClr val="0070BF"/>
                </a:solidFill>
                <a:latin typeface="Arial MT"/>
                <a:cs typeface="Arial MT"/>
              </a:rPr>
              <a:t>and </a:t>
            </a:r>
            <a:r>
              <a:rPr sz="2400" spc="-650" dirty="0">
                <a:solidFill>
                  <a:srgbClr val="0070BF"/>
                </a:solidFill>
                <a:latin typeface="Arial MT"/>
                <a:cs typeface="Arial MT"/>
              </a:rPr>
              <a:t> </a:t>
            </a:r>
            <a:r>
              <a:rPr sz="2400" spc="-5" dirty="0">
                <a:solidFill>
                  <a:srgbClr val="0070BF"/>
                </a:solidFill>
                <a:latin typeface="Arial MT"/>
                <a:cs typeface="Arial MT"/>
              </a:rPr>
              <a:t>padding)</a:t>
            </a:r>
            <a:r>
              <a:rPr sz="2400" spc="5" dirty="0">
                <a:solidFill>
                  <a:srgbClr val="0070BF"/>
                </a:solidFill>
                <a:latin typeface="Arial MT"/>
                <a:cs typeface="Arial MT"/>
              </a:rPr>
              <a:t> </a:t>
            </a:r>
            <a:r>
              <a:rPr sz="2400" spc="-5" dirty="0">
                <a:solidFill>
                  <a:srgbClr val="0070BF"/>
                </a:solidFill>
                <a:latin typeface="Arial MT"/>
                <a:cs typeface="Arial MT"/>
              </a:rPr>
              <a:t>is</a:t>
            </a:r>
            <a:r>
              <a:rPr sz="2400" dirty="0">
                <a:solidFill>
                  <a:srgbClr val="0070BF"/>
                </a:solidFill>
                <a:latin typeface="Arial MT"/>
                <a:cs typeface="Arial MT"/>
              </a:rPr>
              <a:t> </a:t>
            </a:r>
            <a:r>
              <a:rPr sz="2400" spc="-5" dirty="0">
                <a:solidFill>
                  <a:srgbClr val="0070BF"/>
                </a:solidFill>
                <a:latin typeface="Arial MT"/>
                <a:cs typeface="Arial MT"/>
              </a:rPr>
              <a:t>60B,</a:t>
            </a:r>
            <a:r>
              <a:rPr sz="2400" dirty="0">
                <a:solidFill>
                  <a:srgbClr val="0070BF"/>
                </a:solidFill>
                <a:latin typeface="Arial MT"/>
                <a:cs typeface="Arial MT"/>
              </a:rPr>
              <a:t> </a:t>
            </a:r>
            <a:r>
              <a:rPr sz="2400" spc="-5" dirty="0">
                <a:solidFill>
                  <a:srgbClr val="0070BF"/>
                </a:solidFill>
                <a:latin typeface="Arial MT"/>
                <a:cs typeface="Arial MT"/>
              </a:rPr>
              <a:t>HL=60B/4B=15</a:t>
            </a:r>
            <a:r>
              <a:rPr sz="2400" spc="20" dirty="0">
                <a:solidFill>
                  <a:srgbClr val="0070BF"/>
                </a:solidFill>
                <a:latin typeface="Arial MT"/>
                <a:cs typeface="Arial MT"/>
              </a:rPr>
              <a:t> </a:t>
            </a:r>
            <a:r>
              <a:rPr sz="2400" spc="-5" dirty="0">
                <a:solidFill>
                  <a:srgbClr val="0070BF"/>
                </a:solidFill>
                <a:latin typeface="Arial MT"/>
                <a:cs typeface="Arial MT"/>
              </a:rPr>
              <a:t>which</a:t>
            </a:r>
            <a:r>
              <a:rPr sz="2400" spc="15" dirty="0">
                <a:solidFill>
                  <a:srgbClr val="0070BF"/>
                </a:solidFill>
                <a:latin typeface="Arial MT"/>
                <a:cs typeface="Arial MT"/>
              </a:rPr>
              <a:t> </a:t>
            </a:r>
            <a:r>
              <a:rPr sz="2400" spc="-5" dirty="0">
                <a:solidFill>
                  <a:srgbClr val="0070BF"/>
                </a:solidFill>
                <a:latin typeface="Arial MT"/>
                <a:cs typeface="Arial MT"/>
              </a:rPr>
              <a:t>is</a:t>
            </a:r>
            <a:r>
              <a:rPr sz="2400" dirty="0">
                <a:solidFill>
                  <a:srgbClr val="0070BF"/>
                </a:solidFill>
                <a:latin typeface="Arial MT"/>
                <a:cs typeface="Arial MT"/>
              </a:rPr>
              <a:t> </a:t>
            </a:r>
            <a:r>
              <a:rPr sz="2400" spc="-140" dirty="0">
                <a:solidFill>
                  <a:srgbClr val="0070BF"/>
                </a:solidFill>
                <a:latin typeface="Arial MT"/>
                <a:cs typeface="Arial MT"/>
              </a:rPr>
              <a:t>1111</a:t>
            </a:r>
            <a:r>
              <a:rPr sz="2400" spc="5" dirty="0">
                <a:solidFill>
                  <a:srgbClr val="0070BF"/>
                </a:solidFill>
                <a:latin typeface="Arial MT"/>
                <a:cs typeface="Arial MT"/>
              </a:rPr>
              <a:t> </a:t>
            </a:r>
            <a:r>
              <a:rPr sz="2400" spc="-5" dirty="0">
                <a:solidFill>
                  <a:srgbClr val="0070BF"/>
                </a:solidFill>
                <a:latin typeface="Arial MT"/>
                <a:cs typeface="Arial MT"/>
              </a:rPr>
              <a:t>in</a:t>
            </a:r>
            <a:r>
              <a:rPr sz="2400" spc="10" dirty="0">
                <a:solidFill>
                  <a:srgbClr val="0070BF"/>
                </a:solidFill>
                <a:latin typeface="Arial MT"/>
                <a:cs typeface="Arial MT"/>
              </a:rPr>
              <a:t> </a:t>
            </a:r>
            <a:r>
              <a:rPr sz="2400" spc="-30" dirty="0">
                <a:solidFill>
                  <a:srgbClr val="0070BF"/>
                </a:solidFill>
                <a:latin typeface="Arial MT"/>
                <a:cs typeface="Arial MT"/>
              </a:rPr>
              <a:t>binary.</a:t>
            </a:r>
            <a:endParaRPr sz="2400">
              <a:latin typeface="Arial MT"/>
              <a:cs typeface="Arial MT"/>
            </a:endParaRPr>
          </a:p>
          <a:p>
            <a:pPr marL="228600" marR="811530" indent="-216535">
              <a:lnSpc>
                <a:spcPct val="70000"/>
              </a:lnSpc>
              <a:spcBef>
                <a:spcPts val="1395"/>
              </a:spcBef>
              <a:buClr>
                <a:srgbClr val="1CACE4"/>
              </a:buClr>
              <a:buFont typeface="Arial MT"/>
              <a:buChar char="•"/>
              <a:tabLst>
                <a:tab pos="229235" algn="l"/>
              </a:tabLst>
            </a:pPr>
            <a:r>
              <a:rPr sz="2400" b="1" i="1" spc="-25" dirty="0">
                <a:latin typeface="Arial"/>
                <a:cs typeface="Arial"/>
              </a:rPr>
              <a:t>Type </a:t>
            </a:r>
            <a:r>
              <a:rPr sz="2400" b="1" i="1" spc="-5" dirty="0">
                <a:latin typeface="Arial"/>
                <a:cs typeface="Arial"/>
              </a:rPr>
              <a:t>of</a:t>
            </a:r>
            <a:r>
              <a:rPr sz="2400" b="1" i="1" dirty="0">
                <a:latin typeface="Arial"/>
                <a:cs typeface="Arial"/>
              </a:rPr>
              <a:t> </a:t>
            </a:r>
            <a:r>
              <a:rPr sz="2400" b="1" i="1" spc="-5" dirty="0">
                <a:latin typeface="Arial"/>
                <a:cs typeface="Arial"/>
              </a:rPr>
              <a:t>service</a:t>
            </a:r>
            <a:r>
              <a:rPr sz="2400" b="1" i="1" spc="25" dirty="0">
                <a:latin typeface="Arial"/>
                <a:cs typeface="Arial"/>
              </a:rPr>
              <a:t> </a:t>
            </a:r>
            <a:r>
              <a:rPr sz="2400" spc="-5" dirty="0">
                <a:solidFill>
                  <a:srgbClr val="0070BF"/>
                </a:solidFill>
                <a:latin typeface="Arial MT"/>
                <a:cs typeface="Arial MT"/>
              </a:rPr>
              <a:t>specifies</a:t>
            </a:r>
            <a:r>
              <a:rPr sz="2400" spc="10" dirty="0">
                <a:solidFill>
                  <a:srgbClr val="0070BF"/>
                </a:solidFill>
                <a:latin typeface="Arial MT"/>
                <a:cs typeface="Arial MT"/>
              </a:rPr>
              <a:t> </a:t>
            </a:r>
            <a:r>
              <a:rPr sz="2400" spc="-5" dirty="0">
                <a:solidFill>
                  <a:srgbClr val="0070BF"/>
                </a:solidFill>
                <a:latin typeface="Arial MT"/>
                <a:cs typeface="Arial MT"/>
              </a:rPr>
              <a:t>the</a:t>
            </a:r>
            <a:r>
              <a:rPr sz="2400" spc="5" dirty="0">
                <a:solidFill>
                  <a:srgbClr val="0070BF"/>
                </a:solidFill>
                <a:latin typeface="Arial MT"/>
                <a:cs typeface="Arial MT"/>
              </a:rPr>
              <a:t> </a:t>
            </a:r>
            <a:r>
              <a:rPr sz="2400" spc="-5" dirty="0">
                <a:solidFill>
                  <a:srgbClr val="0070BF"/>
                </a:solidFill>
                <a:latin typeface="Arial MT"/>
                <a:cs typeface="Arial MT"/>
              </a:rPr>
              <a:t>quality-of-service</a:t>
            </a:r>
            <a:r>
              <a:rPr sz="2400" spc="25" dirty="0">
                <a:solidFill>
                  <a:srgbClr val="0070BF"/>
                </a:solidFill>
                <a:latin typeface="Arial MT"/>
                <a:cs typeface="Arial MT"/>
              </a:rPr>
              <a:t> </a:t>
            </a:r>
            <a:r>
              <a:rPr sz="2400" spc="-5" dirty="0">
                <a:solidFill>
                  <a:srgbClr val="0070BF"/>
                </a:solidFill>
                <a:latin typeface="Arial MT"/>
                <a:cs typeface="Arial MT"/>
              </a:rPr>
              <a:t>(QoS) </a:t>
            </a:r>
            <a:r>
              <a:rPr sz="2400" dirty="0">
                <a:solidFill>
                  <a:srgbClr val="0070BF"/>
                </a:solidFill>
                <a:latin typeface="Arial MT"/>
                <a:cs typeface="Arial MT"/>
              </a:rPr>
              <a:t> </a:t>
            </a:r>
            <a:r>
              <a:rPr sz="2400" spc="-5" dirty="0">
                <a:solidFill>
                  <a:srgbClr val="0070BF"/>
                </a:solidFill>
                <a:latin typeface="Arial MT"/>
                <a:cs typeface="Arial MT"/>
              </a:rPr>
              <a:t>requirements</a:t>
            </a:r>
            <a:r>
              <a:rPr sz="2400" dirty="0">
                <a:solidFill>
                  <a:srgbClr val="0070BF"/>
                </a:solidFill>
                <a:latin typeface="Arial MT"/>
                <a:cs typeface="Arial MT"/>
              </a:rPr>
              <a:t> </a:t>
            </a:r>
            <a:r>
              <a:rPr sz="2400" spc="-5" dirty="0">
                <a:solidFill>
                  <a:srgbClr val="0070BF"/>
                </a:solidFill>
                <a:latin typeface="Arial MT"/>
                <a:cs typeface="Arial MT"/>
              </a:rPr>
              <a:t>of the</a:t>
            </a:r>
            <a:r>
              <a:rPr sz="2400" spc="-10" dirty="0">
                <a:solidFill>
                  <a:srgbClr val="0070BF"/>
                </a:solidFill>
                <a:latin typeface="Arial MT"/>
                <a:cs typeface="Arial MT"/>
              </a:rPr>
              <a:t> </a:t>
            </a:r>
            <a:r>
              <a:rPr sz="2400" spc="-5" dirty="0">
                <a:solidFill>
                  <a:srgbClr val="0070BF"/>
                </a:solidFill>
                <a:latin typeface="Arial MT"/>
                <a:cs typeface="Arial MT"/>
              </a:rPr>
              <a:t>packet,</a:t>
            </a:r>
            <a:r>
              <a:rPr sz="2400" dirty="0">
                <a:solidFill>
                  <a:srgbClr val="0070BF"/>
                </a:solidFill>
                <a:latin typeface="Arial MT"/>
                <a:cs typeface="Arial MT"/>
              </a:rPr>
              <a:t> </a:t>
            </a:r>
            <a:r>
              <a:rPr sz="2400" spc="-5" dirty="0">
                <a:solidFill>
                  <a:srgbClr val="0070BF"/>
                </a:solidFill>
                <a:latin typeface="Arial MT"/>
                <a:cs typeface="Arial MT"/>
              </a:rPr>
              <a:t>such</a:t>
            </a:r>
            <a:r>
              <a:rPr sz="2400" dirty="0">
                <a:solidFill>
                  <a:srgbClr val="0070BF"/>
                </a:solidFill>
                <a:latin typeface="Arial MT"/>
                <a:cs typeface="Arial MT"/>
              </a:rPr>
              <a:t> </a:t>
            </a:r>
            <a:r>
              <a:rPr sz="2400" spc="-5" dirty="0">
                <a:solidFill>
                  <a:srgbClr val="0070BF"/>
                </a:solidFill>
                <a:latin typeface="Arial MT"/>
                <a:cs typeface="Arial MT"/>
              </a:rPr>
              <a:t>as</a:t>
            </a:r>
            <a:r>
              <a:rPr sz="2400" dirty="0">
                <a:solidFill>
                  <a:srgbClr val="0070BF"/>
                </a:solidFill>
                <a:latin typeface="Arial MT"/>
                <a:cs typeface="Arial MT"/>
              </a:rPr>
              <a:t> </a:t>
            </a:r>
            <a:r>
              <a:rPr sz="2400" spc="-5" dirty="0">
                <a:solidFill>
                  <a:srgbClr val="0070BF"/>
                </a:solidFill>
                <a:latin typeface="Arial MT"/>
                <a:cs typeface="Arial MT"/>
              </a:rPr>
              <a:t>priority</a:t>
            </a:r>
            <a:r>
              <a:rPr sz="2400" spc="5" dirty="0">
                <a:solidFill>
                  <a:srgbClr val="0070BF"/>
                </a:solidFill>
                <a:latin typeface="Arial MT"/>
                <a:cs typeface="Arial MT"/>
              </a:rPr>
              <a:t> </a:t>
            </a:r>
            <a:r>
              <a:rPr sz="2400" spc="-5" dirty="0">
                <a:solidFill>
                  <a:srgbClr val="0070BF"/>
                </a:solidFill>
                <a:latin typeface="Arial MT"/>
                <a:cs typeface="Arial MT"/>
              </a:rPr>
              <a:t>level,</a:t>
            </a:r>
            <a:r>
              <a:rPr sz="2400" spc="15" dirty="0">
                <a:solidFill>
                  <a:srgbClr val="0070BF"/>
                </a:solidFill>
                <a:latin typeface="Arial MT"/>
                <a:cs typeface="Arial MT"/>
              </a:rPr>
              <a:t> </a:t>
            </a:r>
            <a:r>
              <a:rPr sz="2400" spc="-35" dirty="0">
                <a:solidFill>
                  <a:srgbClr val="0070BF"/>
                </a:solidFill>
                <a:latin typeface="Arial MT"/>
                <a:cs typeface="Arial MT"/>
              </a:rPr>
              <a:t>delay,</a:t>
            </a:r>
            <a:endParaRPr sz="2400">
              <a:latin typeface="Arial MT"/>
              <a:cs typeface="Arial MT"/>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42803" y="3801319"/>
            <a:ext cx="8747125" cy="2386330"/>
          </a:xfrm>
          <a:prstGeom prst="rect">
            <a:avLst/>
          </a:prstGeom>
        </p:spPr>
        <p:txBody>
          <a:bodyPr vert="horz" wrap="square" lIns="0" tIns="81280" rIns="0" bIns="0" rtlCol="0">
            <a:spAutoFit/>
          </a:bodyPr>
          <a:lstStyle/>
          <a:p>
            <a:pPr marL="228600">
              <a:lnSpc>
                <a:spcPct val="100000"/>
              </a:lnSpc>
              <a:spcBef>
                <a:spcPts val="640"/>
              </a:spcBef>
            </a:pPr>
            <a:r>
              <a:rPr sz="2400" spc="-20" dirty="0">
                <a:solidFill>
                  <a:srgbClr val="0070BF"/>
                </a:solidFill>
                <a:latin typeface="Arial MT"/>
                <a:cs typeface="Arial MT"/>
              </a:rPr>
              <a:t>reliability,</a:t>
            </a:r>
            <a:r>
              <a:rPr sz="2400" spc="15" dirty="0">
                <a:solidFill>
                  <a:srgbClr val="0070BF"/>
                </a:solidFill>
                <a:latin typeface="Arial MT"/>
                <a:cs typeface="Arial MT"/>
              </a:rPr>
              <a:t> </a:t>
            </a:r>
            <a:r>
              <a:rPr sz="2400" spc="-5" dirty="0">
                <a:solidFill>
                  <a:srgbClr val="0070BF"/>
                </a:solidFill>
                <a:latin typeface="Arial MT"/>
                <a:cs typeface="Arial MT"/>
              </a:rPr>
              <a:t>throughput, and</a:t>
            </a:r>
            <a:r>
              <a:rPr sz="2400" spc="-10" dirty="0">
                <a:solidFill>
                  <a:srgbClr val="0070BF"/>
                </a:solidFill>
                <a:latin typeface="Arial MT"/>
                <a:cs typeface="Arial MT"/>
              </a:rPr>
              <a:t> </a:t>
            </a:r>
            <a:r>
              <a:rPr sz="2400" spc="-5" dirty="0">
                <a:solidFill>
                  <a:srgbClr val="0070BF"/>
                </a:solidFill>
                <a:latin typeface="Arial MT"/>
                <a:cs typeface="Arial MT"/>
              </a:rPr>
              <a:t>cost.</a:t>
            </a:r>
            <a:endParaRPr sz="2400">
              <a:latin typeface="Arial MT"/>
              <a:cs typeface="Arial MT"/>
            </a:endParaRPr>
          </a:p>
          <a:p>
            <a:pPr marL="228600" indent="-216535">
              <a:lnSpc>
                <a:spcPts val="2450"/>
              </a:lnSpc>
              <a:spcBef>
                <a:spcPts val="540"/>
              </a:spcBef>
              <a:buClr>
                <a:srgbClr val="1CACE4"/>
              </a:buClr>
              <a:buFont typeface="Arial MT"/>
              <a:buChar char="•"/>
              <a:tabLst>
                <a:tab pos="229235" algn="l"/>
              </a:tabLst>
            </a:pPr>
            <a:r>
              <a:rPr sz="2400" b="1" i="1" spc="-20" dirty="0">
                <a:latin typeface="Arial"/>
                <a:cs typeface="Arial"/>
              </a:rPr>
              <a:t>Total</a:t>
            </a:r>
            <a:r>
              <a:rPr sz="2400" b="1" i="1" spc="-30" dirty="0">
                <a:latin typeface="Arial"/>
                <a:cs typeface="Arial"/>
              </a:rPr>
              <a:t> </a:t>
            </a:r>
            <a:r>
              <a:rPr sz="2400" b="1" i="1" spc="-5" dirty="0">
                <a:latin typeface="Arial"/>
                <a:cs typeface="Arial"/>
              </a:rPr>
              <a:t>length</a:t>
            </a:r>
            <a:r>
              <a:rPr sz="2400" b="1" i="1" spc="-10" dirty="0">
                <a:latin typeface="Arial"/>
                <a:cs typeface="Arial"/>
              </a:rPr>
              <a:t> </a:t>
            </a:r>
            <a:r>
              <a:rPr sz="2400" spc="-5" dirty="0">
                <a:solidFill>
                  <a:srgbClr val="0070BF"/>
                </a:solidFill>
                <a:latin typeface="Arial MT"/>
                <a:cs typeface="Arial MT"/>
              </a:rPr>
              <a:t>specifies</a:t>
            </a:r>
            <a:r>
              <a:rPr sz="2400" spc="15" dirty="0">
                <a:solidFill>
                  <a:srgbClr val="0070BF"/>
                </a:solidFill>
                <a:latin typeface="Arial MT"/>
                <a:cs typeface="Arial MT"/>
              </a:rPr>
              <a:t> </a:t>
            </a:r>
            <a:r>
              <a:rPr sz="2400" spc="-5" dirty="0">
                <a:solidFill>
                  <a:srgbClr val="0070BF"/>
                </a:solidFill>
                <a:latin typeface="Arial MT"/>
                <a:cs typeface="Arial MT"/>
              </a:rPr>
              <a:t>the</a:t>
            </a:r>
            <a:r>
              <a:rPr sz="2400" dirty="0">
                <a:solidFill>
                  <a:srgbClr val="0070BF"/>
                </a:solidFill>
                <a:latin typeface="Arial MT"/>
                <a:cs typeface="Arial MT"/>
              </a:rPr>
              <a:t> </a:t>
            </a:r>
            <a:r>
              <a:rPr sz="2400" spc="-5" dirty="0">
                <a:solidFill>
                  <a:srgbClr val="0070BF"/>
                </a:solidFill>
                <a:latin typeface="Arial MT"/>
                <a:cs typeface="Arial MT"/>
              </a:rPr>
              <a:t>total</a:t>
            </a:r>
            <a:r>
              <a:rPr sz="2400" spc="-10" dirty="0">
                <a:solidFill>
                  <a:srgbClr val="0070BF"/>
                </a:solidFill>
                <a:latin typeface="Arial MT"/>
                <a:cs typeface="Arial MT"/>
              </a:rPr>
              <a:t> </a:t>
            </a:r>
            <a:r>
              <a:rPr sz="2400" spc="-5" dirty="0">
                <a:solidFill>
                  <a:srgbClr val="0070BF"/>
                </a:solidFill>
                <a:latin typeface="Arial MT"/>
                <a:cs typeface="Arial MT"/>
              </a:rPr>
              <a:t>length</a:t>
            </a:r>
            <a:r>
              <a:rPr sz="2400" spc="10" dirty="0">
                <a:solidFill>
                  <a:srgbClr val="0070BF"/>
                </a:solidFill>
                <a:latin typeface="Arial MT"/>
                <a:cs typeface="Arial MT"/>
              </a:rPr>
              <a:t> </a:t>
            </a:r>
            <a:r>
              <a:rPr sz="2400" spc="-5" dirty="0">
                <a:solidFill>
                  <a:srgbClr val="0070BF"/>
                </a:solidFill>
                <a:latin typeface="Arial MT"/>
                <a:cs typeface="Arial MT"/>
              </a:rPr>
              <a:t>of</a:t>
            </a:r>
            <a:r>
              <a:rPr sz="2400" dirty="0">
                <a:solidFill>
                  <a:srgbClr val="0070BF"/>
                </a:solidFill>
                <a:latin typeface="Arial MT"/>
                <a:cs typeface="Arial MT"/>
              </a:rPr>
              <a:t> </a:t>
            </a:r>
            <a:r>
              <a:rPr sz="2400" spc="-5" dirty="0">
                <a:solidFill>
                  <a:srgbClr val="0070BF"/>
                </a:solidFill>
                <a:latin typeface="Arial MT"/>
                <a:cs typeface="Arial MT"/>
              </a:rPr>
              <a:t>the</a:t>
            </a:r>
            <a:r>
              <a:rPr sz="2400" spc="-10" dirty="0">
                <a:solidFill>
                  <a:srgbClr val="0070BF"/>
                </a:solidFill>
                <a:latin typeface="Arial MT"/>
                <a:cs typeface="Arial MT"/>
              </a:rPr>
              <a:t> </a:t>
            </a:r>
            <a:r>
              <a:rPr sz="2400" spc="-5" dirty="0">
                <a:solidFill>
                  <a:srgbClr val="0070BF"/>
                </a:solidFill>
                <a:latin typeface="Arial MT"/>
                <a:cs typeface="Arial MT"/>
              </a:rPr>
              <a:t>packet</a:t>
            </a:r>
            <a:r>
              <a:rPr sz="2400" spc="5" dirty="0">
                <a:solidFill>
                  <a:srgbClr val="0070BF"/>
                </a:solidFill>
                <a:latin typeface="Arial MT"/>
                <a:cs typeface="Arial MT"/>
              </a:rPr>
              <a:t> </a:t>
            </a:r>
            <a:r>
              <a:rPr sz="2400" spc="-5" dirty="0">
                <a:solidFill>
                  <a:srgbClr val="0070BF"/>
                </a:solidFill>
                <a:latin typeface="Arial MT"/>
                <a:cs typeface="Arial MT"/>
              </a:rPr>
              <a:t>in</a:t>
            </a:r>
            <a:r>
              <a:rPr sz="2400" spc="15" dirty="0">
                <a:solidFill>
                  <a:srgbClr val="0070BF"/>
                </a:solidFill>
                <a:latin typeface="Arial MT"/>
                <a:cs typeface="Arial MT"/>
              </a:rPr>
              <a:t> </a:t>
            </a:r>
            <a:r>
              <a:rPr sz="2400" spc="-5" dirty="0">
                <a:solidFill>
                  <a:srgbClr val="0070BF"/>
                </a:solidFill>
                <a:latin typeface="Arial MT"/>
                <a:cs typeface="Arial MT"/>
              </a:rPr>
              <a:t>bytes,</a:t>
            </a:r>
            <a:endParaRPr sz="2400">
              <a:latin typeface="Arial MT"/>
              <a:cs typeface="Arial MT"/>
            </a:endParaRPr>
          </a:p>
          <a:p>
            <a:pPr marL="228600" marR="5080">
              <a:lnSpc>
                <a:spcPct val="67900"/>
              </a:lnSpc>
              <a:spcBef>
                <a:spcPts val="490"/>
              </a:spcBef>
            </a:pPr>
            <a:r>
              <a:rPr sz="2400" spc="-5" dirty="0">
                <a:solidFill>
                  <a:srgbClr val="0070BF"/>
                </a:solidFill>
                <a:latin typeface="Arial MT"/>
                <a:cs typeface="Arial MT"/>
              </a:rPr>
              <a:t>including</a:t>
            </a:r>
            <a:r>
              <a:rPr sz="2400" spc="30" dirty="0">
                <a:solidFill>
                  <a:srgbClr val="0070BF"/>
                </a:solidFill>
                <a:latin typeface="Arial MT"/>
                <a:cs typeface="Arial MT"/>
              </a:rPr>
              <a:t> </a:t>
            </a:r>
            <a:r>
              <a:rPr sz="2400" spc="-5" dirty="0">
                <a:solidFill>
                  <a:srgbClr val="0070BF"/>
                </a:solidFill>
                <a:latin typeface="Arial MT"/>
                <a:cs typeface="Arial MT"/>
              </a:rPr>
              <a:t>the</a:t>
            </a:r>
            <a:r>
              <a:rPr sz="2400" spc="-10" dirty="0">
                <a:solidFill>
                  <a:srgbClr val="0070BF"/>
                </a:solidFill>
                <a:latin typeface="Arial MT"/>
                <a:cs typeface="Arial MT"/>
              </a:rPr>
              <a:t> </a:t>
            </a:r>
            <a:r>
              <a:rPr sz="2400" spc="-5" dirty="0">
                <a:solidFill>
                  <a:srgbClr val="0070BF"/>
                </a:solidFill>
                <a:latin typeface="Arial MT"/>
                <a:cs typeface="Arial MT"/>
              </a:rPr>
              <a:t>header</a:t>
            </a:r>
            <a:r>
              <a:rPr sz="2400" spc="15" dirty="0">
                <a:solidFill>
                  <a:srgbClr val="0070BF"/>
                </a:solidFill>
                <a:latin typeface="Arial MT"/>
                <a:cs typeface="Arial MT"/>
              </a:rPr>
              <a:t> </a:t>
            </a:r>
            <a:r>
              <a:rPr sz="2400" spc="-5" dirty="0">
                <a:solidFill>
                  <a:srgbClr val="0070BF"/>
                </a:solidFill>
                <a:latin typeface="Arial MT"/>
                <a:cs typeface="Arial MT"/>
              </a:rPr>
              <a:t>and</a:t>
            </a:r>
            <a:r>
              <a:rPr sz="2400" spc="10" dirty="0">
                <a:solidFill>
                  <a:srgbClr val="0070BF"/>
                </a:solidFill>
                <a:latin typeface="Arial MT"/>
                <a:cs typeface="Arial MT"/>
              </a:rPr>
              <a:t> </a:t>
            </a:r>
            <a:r>
              <a:rPr sz="2400" spc="-5" dirty="0">
                <a:solidFill>
                  <a:srgbClr val="0070BF"/>
                </a:solidFill>
                <a:latin typeface="Arial MT"/>
                <a:cs typeface="Arial MT"/>
              </a:rPr>
              <a:t>data.</a:t>
            </a:r>
            <a:r>
              <a:rPr sz="2400" spc="-140" dirty="0">
                <a:solidFill>
                  <a:srgbClr val="0070BF"/>
                </a:solidFill>
                <a:latin typeface="Arial MT"/>
                <a:cs typeface="Arial MT"/>
              </a:rPr>
              <a:t> </a:t>
            </a:r>
            <a:r>
              <a:rPr sz="2400" dirty="0">
                <a:solidFill>
                  <a:srgbClr val="0070BF"/>
                </a:solidFill>
                <a:latin typeface="Arial MT"/>
                <a:cs typeface="Arial MT"/>
              </a:rPr>
              <a:t>A</a:t>
            </a:r>
            <a:r>
              <a:rPr sz="2400" spc="-150" dirty="0">
                <a:solidFill>
                  <a:srgbClr val="0070BF"/>
                </a:solidFill>
                <a:latin typeface="Arial MT"/>
                <a:cs typeface="Arial MT"/>
              </a:rPr>
              <a:t> </a:t>
            </a:r>
            <a:r>
              <a:rPr sz="2400" spc="-5" dirty="0">
                <a:solidFill>
                  <a:srgbClr val="0070BF"/>
                </a:solidFill>
                <a:latin typeface="Arial MT"/>
                <a:cs typeface="Arial MT"/>
              </a:rPr>
              <a:t>total of 16</a:t>
            </a:r>
            <a:r>
              <a:rPr sz="2400" dirty="0">
                <a:solidFill>
                  <a:srgbClr val="0070BF"/>
                </a:solidFill>
                <a:latin typeface="Arial MT"/>
                <a:cs typeface="Arial MT"/>
              </a:rPr>
              <a:t> </a:t>
            </a:r>
            <a:r>
              <a:rPr sz="2400" spc="-5" dirty="0">
                <a:solidFill>
                  <a:srgbClr val="0070BF"/>
                </a:solidFill>
                <a:latin typeface="Arial MT"/>
                <a:cs typeface="Arial MT"/>
              </a:rPr>
              <a:t>bits</a:t>
            </a:r>
            <a:r>
              <a:rPr sz="2400" spc="-10" dirty="0">
                <a:solidFill>
                  <a:srgbClr val="0070BF"/>
                </a:solidFill>
                <a:latin typeface="Arial MT"/>
                <a:cs typeface="Arial MT"/>
              </a:rPr>
              <a:t> </a:t>
            </a:r>
            <a:r>
              <a:rPr sz="2400" spc="-5" dirty="0">
                <a:solidFill>
                  <a:srgbClr val="0070BF"/>
                </a:solidFill>
                <a:latin typeface="Arial MT"/>
                <a:cs typeface="Arial MT"/>
              </a:rPr>
              <a:t>are</a:t>
            </a:r>
            <a:r>
              <a:rPr sz="2400" dirty="0">
                <a:solidFill>
                  <a:srgbClr val="0070BF"/>
                </a:solidFill>
                <a:latin typeface="Arial MT"/>
                <a:cs typeface="Arial MT"/>
              </a:rPr>
              <a:t> </a:t>
            </a:r>
            <a:r>
              <a:rPr sz="2400" spc="-5" dirty="0">
                <a:solidFill>
                  <a:srgbClr val="0070BF"/>
                </a:solidFill>
                <a:latin typeface="Arial MT"/>
                <a:cs typeface="Arial MT"/>
              </a:rPr>
              <a:t>assigned</a:t>
            </a:r>
            <a:r>
              <a:rPr sz="2400" spc="30" dirty="0">
                <a:solidFill>
                  <a:srgbClr val="0070BF"/>
                </a:solidFill>
                <a:latin typeface="Arial MT"/>
                <a:cs typeface="Arial MT"/>
              </a:rPr>
              <a:t> </a:t>
            </a:r>
            <a:r>
              <a:rPr sz="2400" dirty="0">
                <a:solidFill>
                  <a:srgbClr val="0070BF"/>
                </a:solidFill>
                <a:latin typeface="Arial MT"/>
                <a:cs typeface="Arial MT"/>
              </a:rPr>
              <a:t>to </a:t>
            </a:r>
            <a:r>
              <a:rPr sz="2400" spc="-650" dirty="0">
                <a:solidFill>
                  <a:srgbClr val="0070BF"/>
                </a:solidFill>
                <a:latin typeface="Arial MT"/>
                <a:cs typeface="Arial MT"/>
              </a:rPr>
              <a:t> </a:t>
            </a:r>
            <a:r>
              <a:rPr sz="2400" dirty="0">
                <a:solidFill>
                  <a:srgbClr val="0070BF"/>
                </a:solidFill>
                <a:latin typeface="Arial MT"/>
                <a:cs typeface="Arial MT"/>
              </a:rPr>
              <a:t>t</a:t>
            </a:r>
            <a:r>
              <a:rPr sz="2400" spc="-10" dirty="0">
                <a:solidFill>
                  <a:srgbClr val="0070BF"/>
                </a:solidFill>
                <a:latin typeface="Arial MT"/>
                <a:cs typeface="Arial MT"/>
              </a:rPr>
              <a:t>hi</a:t>
            </a:r>
            <a:r>
              <a:rPr sz="2400" dirty="0">
                <a:solidFill>
                  <a:srgbClr val="0070BF"/>
                </a:solidFill>
                <a:latin typeface="Arial MT"/>
                <a:cs typeface="Arial MT"/>
              </a:rPr>
              <a:t>s f</a:t>
            </a:r>
            <a:r>
              <a:rPr sz="2400" spc="-10" dirty="0">
                <a:solidFill>
                  <a:srgbClr val="0070BF"/>
                </a:solidFill>
                <a:latin typeface="Arial MT"/>
                <a:cs typeface="Arial MT"/>
              </a:rPr>
              <a:t>ield</a:t>
            </a:r>
            <a:r>
              <a:rPr sz="2400" dirty="0">
                <a:solidFill>
                  <a:srgbClr val="0070BF"/>
                </a:solidFill>
                <a:latin typeface="Arial MT"/>
                <a:cs typeface="Arial MT"/>
              </a:rPr>
              <a:t>.</a:t>
            </a:r>
            <a:r>
              <a:rPr sz="2400" spc="15" dirty="0">
                <a:solidFill>
                  <a:srgbClr val="0070BF"/>
                </a:solidFill>
                <a:latin typeface="Arial MT"/>
                <a:cs typeface="Arial MT"/>
              </a:rPr>
              <a:t> </a:t>
            </a:r>
            <a:r>
              <a:rPr sz="2400" spc="-5" dirty="0">
                <a:solidFill>
                  <a:srgbClr val="3F3F3F"/>
                </a:solidFill>
                <a:latin typeface="Calibri"/>
                <a:cs typeface="Calibri"/>
              </a:rPr>
              <a:t>L</a:t>
            </a:r>
            <a:r>
              <a:rPr sz="2400" dirty="0">
                <a:solidFill>
                  <a:srgbClr val="3F3F3F"/>
                </a:solidFill>
                <a:latin typeface="Calibri"/>
                <a:cs typeface="Calibri"/>
              </a:rPr>
              <a:t>e</a:t>
            </a:r>
            <a:r>
              <a:rPr sz="2400" spc="-5" dirty="0">
                <a:solidFill>
                  <a:srgbClr val="3F3F3F"/>
                </a:solidFill>
                <a:latin typeface="Calibri"/>
                <a:cs typeface="Calibri"/>
              </a:rPr>
              <a:t>n</a:t>
            </a:r>
            <a:r>
              <a:rPr sz="2400" spc="-40" dirty="0">
                <a:solidFill>
                  <a:srgbClr val="3F3F3F"/>
                </a:solidFill>
                <a:latin typeface="Calibri"/>
                <a:cs typeface="Calibri"/>
              </a:rPr>
              <a:t>g</a:t>
            </a:r>
            <a:r>
              <a:rPr sz="2400" spc="-5" dirty="0">
                <a:solidFill>
                  <a:srgbClr val="3F3F3F"/>
                </a:solidFill>
                <a:latin typeface="Calibri"/>
                <a:cs typeface="Calibri"/>
              </a:rPr>
              <a:t>t</a:t>
            </a:r>
            <a:r>
              <a:rPr sz="2400" dirty="0">
                <a:solidFill>
                  <a:srgbClr val="3F3F3F"/>
                </a:solidFill>
                <a:latin typeface="Calibri"/>
                <a:cs typeface="Calibri"/>
              </a:rPr>
              <a:t>h</a:t>
            </a:r>
            <a:r>
              <a:rPr sz="2400" spc="-10" dirty="0">
                <a:solidFill>
                  <a:srgbClr val="3F3F3F"/>
                </a:solidFill>
                <a:latin typeface="Calibri"/>
                <a:cs typeface="Calibri"/>
              </a:rPr>
              <a:t> o</a:t>
            </a:r>
            <a:r>
              <a:rPr sz="2400" dirty="0">
                <a:solidFill>
                  <a:srgbClr val="3F3F3F"/>
                </a:solidFill>
                <a:latin typeface="Calibri"/>
                <a:cs typeface="Calibri"/>
              </a:rPr>
              <a:t>f</a:t>
            </a:r>
            <a:r>
              <a:rPr sz="2400" spc="-5" dirty="0">
                <a:solidFill>
                  <a:srgbClr val="3F3F3F"/>
                </a:solidFill>
                <a:latin typeface="Calibri"/>
                <a:cs typeface="Calibri"/>
              </a:rPr>
              <a:t> d</a:t>
            </a:r>
            <a:r>
              <a:rPr sz="2400" spc="-25" dirty="0">
                <a:solidFill>
                  <a:srgbClr val="3F3F3F"/>
                </a:solidFill>
                <a:latin typeface="Calibri"/>
                <a:cs typeface="Calibri"/>
              </a:rPr>
              <a:t>a</a:t>
            </a:r>
            <a:r>
              <a:rPr sz="2400" spc="-40" dirty="0">
                <a:solidFill>
                  <a:srgbClr val="3F3F3F"/>
                </a:solidFill>
                <a:latin typeface="Calibri"/>
                <a:cs typeface="Calibri"/>
              </a:rPr>
              <a:t>t</a:t>
            </a:r>
            <a:r>
              <a:rPr sz="2400" dirty="0">
                <a:solidFill>
                  <a:srgbClr val="3F3F3F"/>
                </a:solidFill>
                <a:latin typeface="Calibri"/>
                <a:cs typeface="Calibri"/>
              </a:rPr>
              <a:t>a</a:t>
            </a:r>
            <a:r>
              <a:rPr sz="2400" spc="-5"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a:t>
            </a:r>
            <a:r>
              <a:rPr sz="2400" spc="-25" dirty="0">
                <a:solidFill>
                  <a:srgbClr val="3F3F3F"/>
                </a:solidFill>
                <a:latin typeface="Calibri"/>
                <a:cs typeface="Calibri"/>
              </a:rPr>
              <a:t>t</a:t>
            </a:r>
            <a:r>
              <a:rPr sz="2400" spc="-10" dirty="0">
                <a:solidFill>
                  <a:srgbClr val="3F3F3F"/>
                </a:solidFill>
                <a:latin typeface="Calibri"/>
                <a:cs typeface="Calibri"/>
              </a:rPr>
              <a:t>o</a:t>
            </a:r>
            <a:r>
              <a:rPr sz="2400" spc="-40" dirty="0">
                <a:solidFill>
                  <a:srgbClr val="3F3F3F"/>
                </a:solidFill>
                <a:latin typeface="Calibri"/>
                <a:cs typeface="Calibri"/>
              </a:rPr>
              <a:t>t</a:t>
            </a:r>
            <a:r>
              <a:rPr sz="2400" dirty="0">
                <a:solidFill>
                  <a:srgbClr val="3F3F3F"/>
                </a:solidFill>
                <a:latin typeface="Calibri"/>
                <a:cs typeface="Calibri"/>
              </a:rPr>
              <a:t>al</a:t>
            </a:r>
            <a:r>
              <a:rPr sz="2400" spc="-5" dirty="0">
                <a:solidFill>
                  <a:srgbClr val="3F3F3F"/>
                </a:solidFill>
                <a:latin typeface="Calibri"/>
                <a:cs typeface="Calibri"/>
              </a:rPr>
              <a:t> l</a:t>
            </a:r>
            <a:r>
              <a:rPr sz="2400" dirty="0">
                <a:solidFill>
                  <a:srgbClr val="3F3F3F"/>
                </a:solidFill>
                <a:latin typeface="Calibri"/>
                <a:cs typeface="Calibri"/>
              </a:rPr>
              <a:t>e</a:t>
            </a:r>
            <a:r>
              <a:rPr sz="2400" spc="-15" dirty="0">
                <a:solidFill>
                  <a:srgbClr val="3F3F3F"/>
                </a:solidFill>
                <a:latin typeface="Calibri"/>
                <a:cs typeface="Calibri"/>
              </a:rPr>
              <a:t>n</a:t>
            </a:r>
            <a:r>
              <a:rPr sz="2400" spc="-40" dirty="0">
                <a:solidFill>
                  <a:srgbClr val="3F3F3F"/>
                </a:solidFill>
                <a:latin typeface="Calibri"/>
                <a:cs typeface="Calibri"/>
              </a:rPr>
              <a:t>g</a:t>
            </a:r>
            <a:r>
              <a:rPr sz="2400" spc="-5" dirty="0">
                <a:solidFill>
                  <a:srgbClr val="3F3F3F"/>
                </a:solidFill>
                <a:latin typeface="Calibri"/>
                <a:cs typeface="Calibri"/>
              </a:rPr>
              <a:t>t</a:t>
            </a:r>
            <a:r>
              <a:rPr sz="2400" dirty="0">
                <a:solidFill>
                  <a:srgbClr val="3F3F3F"/>
                </a:solidFill>
                <a:latin typeface="Calibri"/>
                <a:cs typeface="Calibri"/>
              </a:rPr>
              <a:t>h</a:t>
            </a:r>
            <a:r>
              <a:rPr sz="2400" spc="-10"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a:t>
            </a:r>
            <a:r>
              <a:rPr sz="2400" dirty="0">
                <a:solidFill>
                  <a:srgbClr val="3F3F3F"/>
                </a:solidFill>
                <a:latin typeface="Calibri"/>
                <a:cs typeface="Calibri"/>
              </a:rPr>
              <a:t>H</a:t>
            </a:r>
            <a:r>
              <a:rPr sz="2400" spc="-5" dirty="0">
                <a:solidFill>
                  <a:srgbClr val="3F3F3F"/>
                </a:solidFill>
                <a:latin typeface="Calibri"/>
                <a:cs typeface="Calibri"/>
              </a:rPr>
              <a:t>L</a:t>
            </a:r>
            <a:r>
              <a:rPr sz="2400" dirty="0">
                <a:solidFill>
                  <a:srgbClr val="3F3F3F"/>
                </a:solidFill>
                <a:latin typeface="Calibri"/>
                <a:cs typeface="Calibri"/>
              </a:rPr>
              <a:t>E</a:t>
            </a:r>
            <a:r>
              <a:rPr sz="2400" spc="-15" dirty="0">
                <a:solidFill>
                  <a:srgbClr val="3F3F3F"/>
                </a:solidFill>
                <a:latin typeface="Calibri"/>
                <a:cs typeface="Calibri"/>
              </a:rPr>
              <a:t>N</a:t>
            </a:r>
            <a:r>
              <a:rPr sz="2400" dirty="0">
                <a:solidFill>
                  <a:srgbClr val="3F3F3F"/>
                </a:solidFill>
                <a:latin typeface="Calibri"/>
                <a:cs typeface="Calibri"/>
              </a:rPr>
              <a:t>)</a:t>
            </a:r>
            <a:r>
              <a:rPr sz="2400" spc="30" dirty="0">
                <a:solidFill>
                  <a:srgbClr val="3F3F3F"/>
                </a:solidFill>
                <a:latin typeface="Calibri"/>
                <a:cs typeface="Calibri"/>
              </a:rPr>
              <a:t> </a:t>
            </a:r>
            <a:r>
              <a:rPr sz="2400" spc="-380" dirty="0">
                <a:solidFill>
                  <a:srgbClr val="3F3F3F"/>
                </a:solidFill>
                <a:latin typeface="Trebuchet MS"/>
                <a:cs typeface="Trebuchet MS"/>
              </a:rPr>
              <a:t>×</a:t>
            </a:r>
            <a:r>
              <a:rPr sz="2400" spc="-190" dirty="0">
                <a:solidFill>
                  <a:srgbClr val="3F3F3F"/>
                </a:solidFill>
                <a:latin typeface="Trebuchet MS"/>
                <a:cs typeface="Trebuchet MS"/>
              </a:rPr>
              <a:t> </a:t>
            </a:r>
            <a:r>
              <a:rPr sz="2400" dirty="0">
                <a:solidFill>
                  <a:srgbClr val="3F3F3F"/>
                </a:solidFill>
                <a:latin typeface="Calibri"/>
                <a:cs typeface="Calibri"/>
              </a:rPr>
              <a:t>4</a:t>
            </a:r>
            <a:endParaRPr sz="2400">
              <a:latin typeface="Calibri"/>
              <a:cs typeface="Calibri"/>
            </a:endParaRPr>
          </a:p>
          <a:p>
            <a:pPr marL="474345" lvl="1" indent="-183515">
              <a:lnSpc>
                <a:spcPts val="2140"/>
              </a:lnSpc>
              <a:buClr>
                <a:srgbClr val="1CACE4"/>
              </a:buClr>
              <a:buChar char="◦"/>
              <a:tabLst>
                <a:tab pos="474980" algn="l"/>
              </a:tabLst>
            </a:pPr>
            <a:r>
              <a:rPr sz="2000" spc="-5" dirty="0">
                <a:solidFill>
                  <a:srgbClr val="3F3F3F"/>
                </a:solidFill>
                <a:latin typeface="Calibri"/>
                <a:cs typeface="Calibri"/>
              </a:rPr>
              <a:t>Helps</a:t>
            </a:r>
            <a:r>
              <a:rPr sz="2000" spc="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10" dirty="0">
                <a:solidFill>
                  <a:srgbClr val="3F3F3F"/>
                </a:solidFill>
                <a:latin typeface="Calibri"/>
                <a:cs typeface="Calibri"/>
              </a:rPr>
              <a:t>determine</a:t>
            </a:r>
            <a:r>
              <a:rPr sz="2000" spc="25" dirty="0">
                <a:solidFill>
                  <a:srgbClr val="3F3F3F"/>
                </a:solidFill>
                <a:latin typeface="Calibri"/>
                <a:cs typeface="Calibri"/>
              </a:rPr>
              <a:t> </a:t>
            </a:r>
            <a:r>
              <a:rPr sz="2000" spc="-5" dirty="0">
                <a:solidFill>
                  <a:srgbClr val="3F3F3F"/>
                </a:solidFill>
                <a:latin typeface="Calibri"/>
                <a:cs typeface="Calibri"/>
              </a:rPr>
              <a:t>how</a:t>
            </a:r>
            <a:r>
              <a:rPr sz="2000" spc="-20" dirty="0">
                <a:solidFill>
                  <a:srgbClr val="3F3F3F"/>
                </a:solidFill>
                <a:latin typeface="Calibri"/>
                <a:cs typeface="Calibri"/>
              </a:rPr>
              <a:t> </a:t>
            </a:r>
            <a:r>
              <a:rPr sz="2000" spc="-5" dirty="0">
                <a:solidFill>
                  <a:srgbClr val="3F3F3F"/>
                </a:solidFill>
                <a:latin typeface="Calibri"/>
                <a:cs typeface="Calibri"/>
              </a:rPr>
              <a:t>much is</a:t>
            </a:r>
            <a:r>
              <a:rPr sz="2000" spc="15" dirty="0">
                <a:solidFill>
                  <a:srgbClr val="3F3F3F"/>
                </a:solidFill>
                <a:latin typeface="Calibri"/>
                <a:cs typeface="Calibri"/>
              </a:rPr>
              <a:t> </a:t>
            </a:r>
            <a:r>
              <a:rPr sz="2000" spc="-10" dirty="0">
                <a:solidFill>
                  <a:srgbClr val="3F3F3F"/>
                </a:solidFill>
                <a:latin typeface="Calibri"/>
                <a:cs typeface="Calibri"/>
              </a:rPr>
              <a:t>really</a:t>
            </a:r>
            <a:r>
              <a:rPr sz="2000" spc="15" dirty="0">
                <a:solidFill>
                  <a:srgbClr val="3F3F3F"/>
                </a:solidFill>
                <a:latin typeface="Calibri"/>
                <a:cs typeface="Calibri"/>
              </a:rPr>
              <a:t> </a:t>
            </a:r>
            <a:r>
              <a:rPr sz="2000" spc="-15" dirty="0">
                <a:solidFill>
                  <a:srgbClr val="3F3F3F"/>
                </a:solidFill>
                <a:latin typeface="Calibri"/>
                <a:cs typeface="Calibri"/>
              </a:rPr>
              <a:t>data</a:t>
            </a:r>
            <a:r>
              <a:rPr sz="2000" spc="5" dirty="0">
                <a:solidFill>
                  <a:srgbClr val="3F3F3F"/>
                </a:solidFill>
                <a:latin typeface="Calibri"/>
                <a:cs typeface="Calibri"/>
              </a:rPr>
              <a:t> </a:t>
            </a:r>
            <a:r>
              <a:rPr sz="2000" dirty="0">
                <a:solidFill>
                  <a:srgbClr val="3F3F3F"/>
                </a:solidFill>
                <a:latin typeface="Calibri"/>
                <a:cs typeface="Calibri"/>
              </a:rPr>
              <a:t>and</a:t>
            </a:r>
            <a:r>
              <a:rPr sz="2000" spc="-5" dirty="0">
                <a:solidFill>
                  <a:srgbClr val="3F3F3F"/>
                </a:solidFill>
                <a:latin typeface="Calibri"/>
                <a:cs typeface="Calibri"/>
              </a:rPr>
              <a:t> how</a:t>
            </a:r>
            <a:r>
              <a:rPr sz="2000" spc="-20" dirty="0">
                <a:solidFill>
                  <a:srgbClr val="3F3F3F"/>
                </a:solidFill>
                <a:latin typeface="Calibri"/>
                <a:cs typeface="Calibri"/>
              </a:rPr>
              <a:t> </a:t>
            </a:r>
            <a:r>
              <a:rPr sz="2000" spc="-5" dirty="0">
                <a:solidFill>
                  <a:srgbClr val="3F3F3F"/>
                </a:solidFill>
                <a:latin typeface="Calibri"/>
                <a:cs typeface="Calibri"/>
              </a:rPr>
              <a:t>much is</a:t>
            </a:r>
            <a:r>
              <a:rPr sz="2000" spc="15" dirty="0">
                <a:solidFill>
                  <a:srgbClr val="3F3F3F"/>
                </a:solidFill>
                <a:latin typeface="Calibri"/>
                <a:cs typeface="Calibri"/>
              </a:rPr>
              <a:t> </a:t>
            </a:r>
            <a:r>
              <a:rPr sz="2000" dirty="0">
                <a:solidFill>
                  <a:srgbClr val="3F3F3F"/>
                </a:solidFill>
                <a:latin typeface="Calibri"/>
                <a:cs typeface="Calibri"/>
              </a:rPr>
              <a:t>padding</a:t>
            </a:r>
            <a:endParaRPr sz="2000">
              <a:latin typeface="Calibri"/>
              <a:cs typeface="Calibri"/>
            </a:endParaRPr>
          </a:p>
          <a:p>
            <a:pPr marL="228600" marR="40005" indent="-216535">
              <a:lnSpc>
                <a:spcPct val="70000"/>
              </a:lnSpc>
              <a:spcBef>
                <a:spcPts val="1605"/>
              </a:spcBef>
              <a:buClr>
                <a:srgbClr val="1CACE4"/>
              </a:buClr>
              <a:buFont typeface="Arial MT"/>
              <a:buChar char="•"/>
              <a:tabLst>
                <a:tab pos="229235" algn="l"/>
              </a:tabLst>
            </a:pPr>
            <a:r>
              <a:rPr sz="2400" b="1" i="1" spc="-5" dirty="0">
                <a:latin typeface="Arial"/>
                <a:cs typeface="Arial"/>
              </a:rPr>
              <a:t>Identification, </a:t>
            </a:r>
            <a:r>
              <a:rPr sz="2400" b="1" i="1" dirty="0">
                <a:latin typeface="Arial"/>
                <a:cs typeface="Arial"/>
              </a:rPr>
              <a:t>flags</a:t>
            </a:r>
            <a:r>
              <a:rPr sz="2400" b="1" dirty="0">
                <a:latin typeface="Arial"/>
                <a:cs typeface="Arial"/>
              </a:rPr>
              <a:t>, </a:t>
            </a:r>
            <a:r>
              <a:rPr sz="2400" b="1" spc="-5" dirty="0">
                <a:latin typeface="Arial"/>
                <a:cs typeface="Arial"/>
              </a:rPr>
              <a:t>and </a:t>
            </a:r>
            <a:r>
              <a:rPr sz="2400" b="1" i="1" spc="-5" dirty="0">
                <a:latin typeface="Arial"/>
                <a:cs typeface="Arial"/>
              </a:rPr>
              <a:t>fragment </a:t>
            </a:r>
            <a:r>
              <a:rPr sz="2400" b="1" i="1" spc="-10" dirty="0">
                <a:latin typeface="Arial"/>
                <a:cs typeface="Arial"/>
              </a:rPr>
              <a:t>offset </a:t>
            </a:r>
            <a:r>
              <a:rPr sz="2400" spc="-5" dirty="0">
                <a:solidFill>
                  <a:srgbClr val="0070BF"/>
                </a:solidFill>
                <a:latin typeface="Arial MT"/>
                <a:cs typeface="Arial MT"/>
              </a:rPr>
              <a:t>are used for packet </a:t>
            </a:r>
            <a:r>
              <a:rPr sz="2400" spc="-655" dirty="0">
                <a:solidFill>
                  <a:srgbClr val="0070BF"/>
                </a:solidFill>
                <a:latin typeface="Arial MT"/>
                <a:cs typeface="Arial MT"/>
              </a:rPr>
              <a:t> </a:t>
            </a:r>
            <a:r>
              <a:rPr sz="2400" spc="-5" dirty="0">
                <a:solidFill>
                  <a:srgbClr val="0070BF"/>
                </a:solidFill>
                <a:latin typeface="Arial MT"/>
                <a:cs typeface="Arial MT"/>
              </a:rPr>
              <a:t>fragmentation</a:t>
            </a:r>
            <a:r>
              <a:rPr sz="2400" spc="-15" dirty="0">
                <a:solidFill>
                  <a:srgbClr val="0070BF"/>
                </a:solidFill>
                <a:latin typeface="Arial MT"/>
                <a:cs typeface="Arial MT"/>
              </a:rPr>
              <a:t> </a:t>
            </a:r>
            <a:r>
              <a:rPr sz="2400" spc="-5" dirty="0">
                <a:solidFill>
                  <a:srgbClr val="0070BF"/>
                </a:solidFill>
                <a:latin typeface="Arial MT"/>
                <a:cs typeface="Arial MT"/>
              </a:rPr>
              <a:t>and</a:t>
            </a:r>
            <a:r>
              <a:rPr sz="2400" spc="10" dirty="0">
                <a:solidFill>
                  <a:srgbClr val="0070BF"/>
                </a:solidFill>
                <a:latin typeface="Arial MT"/>
                <a:cs typeface="Arial MT"/>
              </a:rPr>
              <a:t> </a:t>
            </a:r>
            <a:r>
              <a:rPr sz="2400" spc="-20" dirty="0">
                <a:solidFill>
                  <a:srgbClr val="0070BF"/>
                </a:solidFill>
                <a:latin typeface="Arial MT"/>
                <a:cs typeface="Arial MT"/>
              </a:rPr>
              <a:t>reassembly.</a:t>
            </a:r>
            <a:endParaRPr sz="240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35</a:t>
            </a:fld>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sp>
        <p:nvSpPr>
          <p:cNvPr id="3" name="object 3"/>
          <p:cNvSpPr txBox="1"/>
          <p:nvPr/>
        </p:nvSpPr>
        <p:spPr>
          <a:xfrm>
            <a:off x="642803" y="1783542"/>
            <a:ext cx="8702675" cy="2190750"/>
          </a:xfrm>
          <a:prstGeom prst="rect">
            <a:avLst/>
          </a:prstGeom>
        </p:spPr>
        <p:txBody>
          <a:bodyPr vert="horz" wrap="square" lIns="0" tIns="57785" rIns="0" bIns="0" rtlCol="0">
            <a:spAutoFit/>
          </a:bodyPr>
          <a:lstStyle/>
          <a:p>
            <a:pPr marL="228600" marR="5080" indent="-216535">
              <a:lnSpc>
                <a:spcPts val="2810"/>
              </a:lnSpc>
              <a:spcBef>
                <a:spcPts val="455"/>
              </a:spcBef>
              <a:buClr>
                <a:srgbClr val="1CACE4"/>
              </a:buClr>
              <a:buFont typeface="Arial MT"/>
              <a:buChar char="•"/>
              <a:tabLst>
                <a:tab pos="229235" algn="l"/>
              </a:tabLst>
            </a:pPr>
            <a:r>
              <a:rPr sz="2600" b="1" i="1" spc="-25" dirty="0">
                <a:latin typeface="Times New Roman"/>
                <a:cs typeface="Times New Roman"/>
              </a:rPr>
              <a:t>Time </a:t>
            </a:r>
            <a:r>
              <a:rPr sz="2600" b="1" i="1" spc="-5" dirty="0">
                <a:latin typeface="Times New Roman"/>
                <a:cs typeface="Times New Roman"/>
              </a:rPr>
              <a:t>to live </a:t>
            </a:r>
            <a:r>
              <a:rPr sz="2600" spc="-5" dirty="0">
                <a:solidFill>
                  <a:srgbClr val="0070BF"/>
                </a:solidFill>
                <a:latin typeface="Times New Roman"/>
                <a:cs typeface="Times New Roman"/>
              </a:rPr>
              <a:t>specifies </a:t>
            </a:r>
            <a:r>
              <a:rPr sz="2600" dirty="0">
                <a:solidFill>
                  <a:srgbClr val="0070BF"/>
                </a:solidFill>
                <a:latin typeface="Times New Roman"/>
                <a:cs typeface="Times New Roman"/>
              </a:rPr>
              <a:t>the </a:t>
            </a:r>
            <a:r>
              <a:rPr sz="2600" spc="-5" dirty="0">
                <a:solidFill>
                  <a:srgbClr val="0070BF"/>
                </a:solidFill>
                <a:latin typeface="Times New Roman"/>
                <a:cs typeface="Times New Roman"/>
              </a:rPr>
              <a:t>maximum </a:t>
            </a:r>
            <a:r>
              <a:rPr sz="2600" dirty="0">
                <a:solidFill>
                  <a:srgbClr val="0070BF"/>
                </a:solidFill>
                <a:latin typeface="Times New Roman"/>
                <a:cs typeface="Times New Roman"/>
              </a:rPr>
              <a:t>number of </a:t>
            </a:r>
            <a:r>
              <a:rPr sz="2600" spc="5" dirty="0">
                <a:solidFill>
                  <a:srgbClr val="0070BF"/>
                </a:solidFill>
                <a:latin typeface="Times New Roman"/>
                <a:cs typeface="Times New Roman"/>
              </a:rPr>
              <a:t>hops </a:t>
            </a:r>
            <a:r>
              <a:rPr sz="2600" spc="-5" dirty="0">
                <a:solidFill>
                  <a:srgbClr val="0070BF"/>
                </a:solidFill>
                <a:latin typeface="Times New Roman"/>
                <a:cs typeface="Times New Roman"/>
              </a:rPr>
              <a:t>after </a:t>
            </a:r>
            <a:r>
              <a:rPr sz="2600" dirty="0">
                <a:solidFill>
                  <a:srgbClr val="0070BF"/>
                </a:solidFill>
                <a:latin typeface="Times New Roman"/>
                <a:cs typeface="Times New Roman"/>
              </a:rPr>
              <a:t>which </a:t>
            </a:r>
            <a:r>
              <a:rPr sz="2600" spc="-635" dirty="0">
                <a:solidFill>
                  <a:srgbClr val="0070BF"/>
                </a:solidFill>
                <a:latin typeface="Times New Roman"/>
                <a:cs typeface="Times New Roman"/>
              </a:rPr>
              <a:t> </a:t>
            </a:r>
            <a:r>
              <a:rPr sz="2600" dirty="0">
                <a:solidFill>
                  <a:srgbClr val="0070BF"/>
                </a:solidFill>
                <a:latin typeface="Times New Roman"/>
                <a:cs typeface="Times New Roman"/>
              </a:rPr>
              <a:t>a</a:t>
            </a:r>
            <a:r>
              <a:rPr sz="2600" spc="-20" dirty="0">
                <a:solidFill>
                  <a:srgbClr val="0070BF"/>
                </a:solidFill>
                <a:latin typeface="Times New Roman"/>
                <a:cs typeface="Times New Roman"/>
              </a:rPr>
              <a:t> </a:t>
            </a:r>
            <a:r>
              <a:rPr sz="2600" dirty="0">
                <a:solidFill>
                  <a:srgbClr val="0070BF"/>
                </a:solidFill>
                <a:latin typeface="Times New Roman"/>
                <a:cs typeface="Times New Roman"/>
              </a:rPr>
              <a:t>packet</a:t>
            </a:r>
            <a:r>
              <a:rPr sz="2600" spc="-15" dirty="0">
                <a:solidFill>
                  <a:srgbClr val="0070BF"/>
                </a:solidFill>
                <a:latin typeface="Times New Roman"/>
                <a:cs typeface="Times New Roman"/>
              </a:rPr>
              <a:t> </a:t>
            </a:r>
            <a:r>
              <a:rPr sz="2600" spc="-5" dirty="0">
                <a:solidFill>
                  <a:srgbClr val="0070BF"/>
                </a:solidFill>
                <a:latin typeface="Times New Roman"/>
                <a:cs typeface="Times New Roman"/>
              </a:rPr>
              <a:t>must</a:t>
            </a:r>
            <a:r>
              <a:rPr sz="2600" spc="5" dirty="0">
                <a:solidFill>
                  <a:srgbClr val="0070BF"/>
                </a:solidFill>
                <a:latin typeface="Times New Roman"/>
                <a:cs typeface="Times New Roman"/>
              </a:rPr>
              <a:t> </a:t>
            </a:r>
            <a:r>
              <a:rPr sz="2600" dirty="0">
                <a:solidFill>
                  <a:srgbClr val="0070BF"/>
                </a:solidFill>
                <a:latin typeface="Times New Roman"/>
                <a:cs typeface="Times New Roman"/>
              </a:rPr>
              <a:t>be</a:t>
            </a:r>
            <a:r>
              <a:rPr sz="2600" spc="-15" dirty="0">
                <a:solidFill>
                  <a:srgbClr val="0070BF"/>
                </a:solidFill>
                <a:latin typeface="Times New Roman"/>
                <a:cs typeface="Times New Roman"/>
              </a:rPr>
              <a:t> </a:t>
            </a:r>
            <a:r>
              <a:rPr sz="2600" dirty="0">
                <a:solidFill>
                  <a:srgbClr val="0070BF"/>
                </a:solidFill>
                <a:latin typeface="Times New Roman"/>
                <a:cs typeface="Times New Roman"/>
              </a:rPr>
              <a:t>discarded.</a:t>
            </a:r>
            <a:endParaRPr sz="2600" dirty="0">
              <a:latin typeface="Times New Roman"/>
              <a:cs typeface="Times New Roman"/>
            </a:endParaRPr>
          </a:p>
          <a:p>
            <a:pPr marL="474345" marR="205740" lvl="1" indent="-182880">
              <a:lnSpc>
                <a:spcPts val="2380"/>
              </a:lnSpc>
              <a:spcBef>
                <a:spcPts val="400"/>
              </a:spcBef>
              <a:buClr>
                <a:srgbClr val="1CACE4"/>
              </a:buClr>
              <a:buFont typeface="Calibri"/>
              <a:buChar char="◦"/>
              <a:tabLst>
                <a:tab pos="474980" algn="l"/>
              </a:tabLst>
            </a:pPr>
            <a:r>
              <a:rPr sz="2200" spc="-5" dirty="0">
                <a:solidFill>
                  <a:srgbClr val="3F3F3F"/>
                </a:solidFill>
                <a:latin typeface="Times New Roman"/>
                <a:cs typeface="Times New Roman"/>
              </a:rPr>
              <a:t>value</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is</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approximately</a:t>
            </a:r>
            <a:r>
              <a:rPr sz="2200" spc="25" dirty="0">
                <a:solidFill>
                  <a:srgbClr val="3F3F3F"/>
                </a:solidFill>
                <a:latin typeface="Times New Roman"/>
                <a:cs typeface="Times New Roman"/>
              </a:rPr>
              <a:t> </a:t>
            </a:r>
            <a:r>
              <a:rPr sz="2200" spc="-5" dirty="0">
                <a:solidFill>
                  <a:srgbClr val="3F3F3F"/>
                </a:solidFill>
                <a:latin typeface="Times New Roman"/>
                <a:cs typeface="Times New Roman"/>
              </a:rPr>
              <a:t>2 </a:t>
            </a:r>
            <a:r>
              <a:rPr sz="2200" spc="-10" dirty="0">
                <a:solidFill>
                  <a:srgbClr val="3F3F3F"/>
                </a:solidFill>
                <a:latin typeface="Times New Roman"/>
                <a:cs typeface="Times New Roman"/>
              </a:rPr>
              <a:t>times</a:t>
            </a:r>
            <a:r>
              <a:rPr sz="2200" spc="20" dirty="0">
                <a:solidFill>
                  <a:srgbClr val="3F3F3F"/>
                </a:solidFill>
                <a:latin typeface="Times New Roman"/>
                <a:cs typeface="Times New Roman"/>
              </a:rPr>
              <a:t> </a:t>
            </a:r>
            <a:r>
              <a:rPr sz="2200" spc="-5" dirty="0">
                <a:solidFill>
                  <a:srgbClr val="3F3F3F"/>
                </a:solidFill>
                <a:latin typeface="Times New Roman"/>
                <a:cs typeface="Times New Roman"/>
              </a:rPr>
              <a:t>the </a:t>
            </a:r>
            <a:r>
              <a:rPr sz="2200" spc="-10" dirty="0">
                <a:solidFill>
                  <a:srgbClr val="3F3F3F"/>
                </a:solidFill>
                <a:latin typeface="Times New Roman"/>
                <a:cs typeface="Times New Roman"/>
              </a:rPr>
              <a:t>maximum</a:t>
            </a:r>
            <a:r>
              <a:rPr sz="2200" spc="35" dirty="0">
                <a:solidFill>
                  <a:srgbClr val="3F3F3F"/>
                </a:solidFill>
                <a:latin typeface="Times New Roman"/>
                <a:cs typeface="Times New Roman"/>
              </a:rPr>
              <a:t> </a:t>
            </a:r>
            <a:r>
              <a:rPr sz="2200" spc="-10" dirty="0">
                <a:solidFill>
                  <a:srgbClr val="3F3F3F"/>
                </a:solidFill>
                <a:latin typeface="Times New Roman"/>
                <a:cs typeface="Times New Roman"/>
              </a:rPr>
              <a:t>number</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of</a:t>
            </a:r>
            <a:r>
              <a:rPr sz="2200" dirty="0">
                <a:solidFill>
                  <a:srgbClr val="3F3F3F"/>
                </a:solidFill>
                <a:latin typeface="Times New Roman"/>
                <a:cs typeface="Times New Roman"/>
              </a:rPr>
              <a:t> </a:t>
            </a:r>
            <a:r>
              <a:rPr sz="2200" spc="-5" dirty="0">
                <a:solidFill>
                  <a:srgbClr val="3F3F3F"/>
                </a:solidFill>
                <a:latin typeface="Times New Roman"/>
                <a:cs typeface="Times New Roman"/>
              </a:rPr>
              <a:t>routes between </a:t>
            </a:r>
            <a:r>
              <a:rPr sz="2200" spc="-535" dirty="0">
                <a:solidFill>
                  <a:srgbClr val="3F3F3F"/>
                </a:solidFill>
                <a:latin typeface="Times New Roman"/>
                <a:cs typeface="Times New Roman"/>
              </a:rPr>
              <a:t> </a:t>
            </a:r>
            <a:r>
              <a:rPr sz="2200" spc="-5" dirty="0">
                <a:solidFill>
                  <a:srgbClr val="3F3F3F"/>
                </a:solidFill>
                <a:latin typeface="Times New Roman"/>
                <a:cs typeface="Times New Roman"/>
              </a:rPr>
              <a:t>any</a:t>
            </a:r>
            <a:r>
              <a:rPr sz="2200" spc="-25" dirty="0">
                <a:solidFill>
                  <a:srgbClr val="3F3F3F"/>
                </a:solidFill>
                <a:latin typeface="Times New Roman"/>
                <a:cs typeface="Times New Roman"/>
              </a:rPr>
              <a:t> </a:t>
            </a:r>
            <a:r>
              <a:rPr sz="2200" spc="-5" dirty="0">
                <a:solidFill>
                  <a:srgbClr val="3F3F3F"/>
                </a:solidFill>
                <a:latin typeface="Times New Roman"/>
                <a:cs typeface="Times New Roman"/>
              </a:rPr>
              <a:t>two</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hosts.</a:t>
            </a:r>
            <a:endParaRPr sz="2200" dirty="0">
              <a:latin typeface="Times New Roman"/>
              <a:cs typeface="Times New Roman"/>
            </a:endParaRPr>
          </a:p>
          <a:p>
            <a:pPr marL="474345" lvl="1" indent="-183515">
              <a:lnSpc>
                <a:spcPct val="100000"/>
              </a:lnSpc>
              <a:spcBef>
                <a:spcPts val="295"/>
              </a:spcBef>
              <a:buClr>
                <a:srgbClr val="1CACE4"/>
              </a:buClr>
              <a:buFont typeface="Calibri"/>
              <a:buChar char="◦"/>
              <a:tabLst>
                <a:tab pos="474980" algn="l"/>
              </a:tabLst>
            </a:pPr>
            <a:r>
              <a:rPr sz="2200" spc="-5" dirty="0">
                <a:solidFill>
                  <a:srgbClr val="3F3F3F"/>
                </a:solidFill>
                <a:latin typeface="Times New Roman"/>
                <a:cs typeface="Times New Roman"/>
              </a:rPr>
              <a:t>Each</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router</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that</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processes</a:t>
            </a:r>
            <a:r>
              <a:rPr sz="2200" dirty="0">
                <a:solidFill>
                  <a:srgbClr val="3F3F3F"/>
                </a:solidFill>
                <a:latin typeface="Times New Roman"/>
                <a:cs typeface="Times New Roman"/>
              </a:rPr>
              <a:t> </a:t>
            </a:r>
            <a:r>
              <a:rPr sz="2200" spc="-5" dirty="0">
                <a:solidFill>
                  <a:srgbClr val="3F3F3F"/>
                </a:solidFill>
                <a:latin typeface="Times New Roman"/>
                <a:cs typeface="Times New Roman"/>
              </a:rPr>
              <a:t>the</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datagram</a:t>
            </a:r>
            <a:r>
              <a:rPr sz="2200" spc="25" dirty="0">
                <a:solidFill>
                  <a:srgbClr val="3F3F3F"/>
                </a:solidFill>
                <a:latin typeface="Times New Roman"/>
                <a:cs typeface="Times New Roman"/>
              </a:rPr>
              <a:t> </a:t>
            </a:r>
            <a:r>
              <a:rPr sz="2200" spc="-10" dirty="0">
                <a:solidFill>
                  <a:srgbClr val="3F3F3F"/>
                </a:solidFill>
                <a:latin typeface="Times New Roman"/>
                <a:cs typeface="Times New Roman"/>
              </a:rPr>
              <a:t>decrements</a:t>
            </a:r>
            <a:r>
              <a:rPr sz="2200" spc="25" dirty="0">
                <a:solidFill>
                  <a:srgbClr val="3F3F3F"/>
                </a:solidFill>
                <a:latin typeface="Times New Roman"/>
                <a:cs typeface="Times New Roman"/>
              </a:rPr>
              <a:t> </a:t>
            </a:r>
            <a:r>
              <a:rPr sz="2200" spc="-5" dirty="0">
                <a:solidFill>
                  <a:srgbClr val="3F3F3F"/>
                </a:solidFill>
                <a:latin typeface="Times New Roman"/>
                <a:cs typeface="Times New Roman"/>
              </a:rPr>
              <a:t>this</a:t>
            </a:r>
            <a:r>
              <a:rPr sz="2200" spc="-10" dirty="0">
                <a:solidFill>
                  <a:srgbClr val="3F3F3F"/>
                </a:solidFill>
                <a:latin typeface="Times New Roman"/>
                <a:cs typeface="Times New Roman"/>
              </a:rPr>
              <a:t> number</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by</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one.</a:t>
            </a:r>
            <a:endParaRPr sz="2200" dirty="0">
              <a:latin typeface="Times New Roman"/>
              <a:cs typeface="Times New Roman"/>
            </a:endParaRPr>
          </a:p>
          <a:p>
            <a:pPr marL="474345" lvl="1" indent="-183515">
              <a:lnSpc>
                <a:spcPct val="100000"/>
              </a:lnSpc>
              <a:spcBef>
                <a:spcPts val="335"/>
              </a:spcBef>
              <a:buClr>
                <a:srgbClr val="1CACE4"/>
              </a:buClr>
              <a:buFont typeface="Calibri"/>
              <a:buChar char="◦"/>
              <a:tabLst>
                <a:tab pos="474980" algn="l"/>
              </a:tabLst>
            </a:pPr>
            <a:r>
              <a:rPr sz="2200" spc="-5" dirty="0">
                <a:solidFill>
                  <a:srgbClr val="3F3F3F"/>
                </a:solidFill>
                <a:latin typeface="Times New Roman"/>
                <a:cs typeface="Times New Roman"/>
              </a:rPr>
              <a:t>If</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this</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value,</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after</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being </a:t>
            </a:r>
            <a:r>
              <a:rPr sz="2200" spc="-10" dirty="0">
                <a:solidFill>
                  <a:srgbClr val="3F3F3F"/>
                </a:solidFill>
                <a:latin typeface="Times New Roman"/>
                <a:cs typeface="Times New Roman"/>
              </a:rPr>
              <a:t>decremented,</a:t>
            </a:r>
            <a:r>
              <a:rPr sz="2200" spc="30" dirty="0">
                <a:solidFill>
                  <a:srgbClr val="3F3F3F"/>
                </a:solidFill>
                <a:latin typeface="Times New Roman"/>
                <a:cs typeface="Times New Roman"/>
              </a:rPr>
              <a:t> </a:t>
            </a:r>
            <a:r>
              <a:rPr sz="2200" spc="-5" dirty="0">
                <a:solidFill>
                  <a:srgbClr val="3F3F3F"/>
                </a:solidFill>
                <a:latin typeface="Times New Roman"/>
                <a:cs typeface="Times New Roman"/>
              </a:rPr>
              <a:t>is</a:t>
            </a:r>
            <a:r>
              <a:rPr sz="2200" dirty="0">
                <a:solidFill>
                  <a:srgbClr val="3F3F3F"/>
                </a:solidFill>
                <a:latin typeface="Times New Roman"/>
                <a:cs typeface="Times New Roman"/>
              </a:rPr>
              <a:t> </a:t>
            </a:r>
            <a:r>
              <a:rPr sz="2200" spc="-5" dirty="0">
                <a:solidFill>
                  <a:srgbClr val="3F3F3F"/>
                </a:solidFill>
                <a:latin typeface="Times New Roman"/>
                <a:cs typeface="Times New Roman"/>
              </a:rPr>
              <a:t>zero,</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the</a:t>
            </a:r>
            <a:r>
              <a:rPr sz="2200" dirty="0">
                <a:solidFill>
                  <a:srgbClr val="3F3F3F"/>
                </a:solidFill>
                <a:latin typeface="Times New Roman"/>
                <a:cs typeface="Times New Roman"/>
              </a:rPr>
              <a:t> </a:t>
            </a:r>
            <a:r>
              <a:rPr sz="2200" spc="-5" dirty="0">
                <a:solidFill>
                  <a:srgbClr val="3F3F3F"/>
                </a:solidFill>
                <a:latin typeface="Times New Roman"/>
                <a:cs typeface="Times New Roman"/>
              </a:rPr>
              <a:t>router</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discards</a:t>
            </a:r>
            <a:r>
              <a:rPr sz="2200" dirty="0">
                <a:solidFill>
                  <a:srgbClr val="3F3F3F"/>
                </a:solidFill>
                <a:latin typeface="Times New Roman"/>
                <a:cs typeface="Times New Roman"/>
              </a:rPr>
              <a:t> </a:t>
            </a:r>
            <a:r>
              <a:rPr sz="2200" spc="-5" dirty="0">
                <a:solidFill>
                  <a:srgbClr val="3F3F3F"/>
                </a:solidFill>
                <a:latin typeface="Times New Roman"/>
                <a:cs typeface="Times New Roman"/>
              </a:rPr>
              <a:t>the</a:t>
            </a:r>
            <a:endParaRPr sz="2200" dirty="0">
              <a:latin typeface="Times New Roman"/>
              <a:cs typeface="Times New Roman"/>
            </a:endParaRPr>
          </a:p>
        </p:txBody>
      </p:sp>
      <p:grpSp>
        <p:nvGrpSpPr>
          <p:cNvPr id="4" name="object 4"/>
          <p:cNvGrpSpPr/>
          <p:nvPr/>
        </p:nvGrpSpPr>
        <p:grpSpPr>
          <a:xfrm>
            <a:off x="272867" y="4343400"/>
            <a:ext cx="9142730" cy="3429000"/>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42803" y="3778872"/>
            <a:ext cx="8709660" cy="2391410"/>
          </a:xfrm>
          <a:prstGeom prst="rect">
            <a:avLst/>
          </a:prstGeom>
        </p:spPr>
        <p:txBody>
          <a:bodyPr vert="horz" wrap="square" lIns="0" tIns="148590" rIns="0" bIns="0" rtlCol="0">
            <a:spAutoFit/>
          </a:bodyPr>
          <a:lstStyle/>
          <a:p>
            <a:pPr marL="474345">
              <a:lnSpc>
                <a:spcPct val="100000"/>
              </a:lnSpc>
              <a:spcBef>
                <a:spcPts val="1170"/>
              </a:spcBef>
            </a:pPr>
            <a:r>
              <a:rPr sz="2200" spc="-10" dirty="0">
                <a:solidFill>
                  <a:srgbClr val="3F3F3F"/>
                </a:solidFill>
                <a:latin typeface="Times New Roman"/>
                <a:cs typeface="Times New Roman"/>
              </a:rPr>
              <a:t>datagram.</a:t>
            </a:r>
            <a:endParaRPr sz="2200" dirty="0">
              <a:latin typeface="Times New Roman"/>
              <a:cs typeface="Times New Roman"/>
            </a:endParaRPr>
          </a:p>
          <a:p>
            <a:pPr marL="228600" indent="-216535">
              <a:lnSpc>
                <a:spcPct val="100000"/>
              </a:lnSpc>
              <a:spcBef>
                <a:spcPts val="1280"/>
              </a:spcBef>
              <a:buClr>
                <a:srgbClr val="1CACE4"/>
              </a:buClr>
              <a:buFont typeface="Arial MT"/>
              <a:buChar char="•"/>
              <a:tabLst>
                <a:tab pos="229235" algn="l"/>
              </a:tabLst>
            </a:pPr>
            <a:r>
              <a:rPr sz="2600" b="1" i="1" dirty="0">
                <a:latin typeface="Times New Roman"/>
                <a:cs typeface="Times New Roman"/>
              </a:rPr>
              <a:t>Protocol</a:t>
            </a:r>
            <a:r>
              <a:rPr sz="2600" b="1" i="1" spc="-45" dirty="0">
                <a:latin typeface="Times New Roman"/>
                <a:cs typeface="Times New Roman"/>
              </a:rPr>
              <a:t> </a:t>
            </a:r>
            <a:r>
              <a:rPr sz="2600" spc="-5" dirty="0">
                <a:solidFill>
                  <a:srgbClr val="0070BF"/>
                </a:solidFill>
                <a:latin typeface="Times New Roman"/>
                <a:cs typeface="Times New Roman"/>
              </a:rPr>
              <a:t>specifies</a:t>
            </a:r>
            <a:r>
              <a:rPr sz="2600" spc="5" dirty="0">
                <a:solidFill>
                  <a:srgbClr val="0070BF"/>
                </a:solidFill>
                <a:latin typeface="Times New Roman"/>
                <a:cs typeface="Times New Roman"/>
              </a:rPr>
              <a:t> </a:t>
            </a:r>
            <a:r>
              <a:rPr sz="2600" dirty="0">
                <a:solidFill>
                  <a:srgbClr val="0070BF"/>
                </a:solidFill>
                <a:latin typeface="Times New Roman"/>
                <a:cs typeface="Times New Roman"/>
              </a:rPr>
              <a:t>the</a:t>
            </a:r>
            <a:r>
              <a:rPr sz="2600" spc="-5" dirty="0">
                <a:solidFill>
                  <a:srgbClr val="0070BF"/>
                </a:solidFill>
                <a:latin typeface="Times New Roman"/>
                <a:cs typeface="Times New Roman"/>
              </a:rPr>
              <a:t> </a:t>
            </a:r>
            <a:r>
              <a:rPr sz="2600" dirty="0">
                <a:solidFill>
                  <a:srgbClr val="0070BF"/>
                </a:solidFill>
                <a:latin typeface="Times New Roman"/>
                <a:cs typeface="Times New Roman"/>
              </a:rPr>
              <a:t>protocol</a:t>
            </a:r>
            <a:r>
              <a:rPr sz="2600" spc="-30" dirty="0">
                <a:solidFill>
                  <a:srgbClr val="0070BF"/>
                </a:solidFill>
                <a:latin typeface="Times New Roman"/>
                <a:cs typeface="Times New Roman"/>
              </a:rPr>
              <a:t> </a:t>
            </a:r>
            <a:r>
              <a:rPr sz="2600" dirty="0">
                <a:solidFill>
                  <a:srgbClr val="0070BF"/>
                </a:solidFill>
                <a:latin typeface="Times New Roman"/>
                <a:cs typeface="Times New Roman"/>
              </a:rPr>
              <a:t>of</a:t>
            </a:r>
            <a:r>
              <a:rPr sz="2600" spc="-15" dirty="0">
                <a:solidFill>
                  <a:srgbClr val="0070BF"/>
                </a:solidFill>
                <a:latin typeface="Times New Roman"/>
                <a:cs typeface="Times New Roman"/>
              </a:rPr>
              <a:t> </a:t>
            </a:r>
            <a:r>
              <a:rPr sz="2600" dirty="0">
                <a:solidFill>
                  <a:srgbClr val="0070BF"/>
                </a:solidFill>
                <a:latin typeface="Times New Roman"/>
                <a:cs typeface="Times New Roman"/>
              </a:rPr>
              <a:t>packet</a:t>
            </a:r>
            <a:r>
              <a:rPr sz="2600" spc="-15" dirty="0">
                <a:solidFill>
                  <a:srgbClr val="0070BF"/>
                </a:solidFill>
                <a:latin typeface="Times New Roman"/>
                <a:cs typeface="Times New Roman"/>
              </a:rPr>
              <a:t> </a:t>
            </a:r>
            <a:r>
              <a:rPr sz="2600" spc="-5" dirty="0">
                <a:solidFill>
                  <a:srgbClr val="0070BF"/>
                </a:solidFill>
                <a:latin typeface="Times New Roman"/>
                <a:cs typeface="Times New Roman"/>
              </a:rPr>
              <a:t>in</a:t>
            </a:r>
            <a:r>
              <a:rPr sz="2600" spc="5" dirty="0">
                <a:solidFill>
                  <a:srgbClr val="0070BF"/>
                </a:solidFill>
                <a:latin typeface="Times New Roman"/>
                <a:cs typeface="Times New Roman"/>
              </a:rPr>
              <a:t> </a:t>
            </a:r>
            <a:r>
              <a:rPr sz="2600" dirty="0">
                <a:solidFill>
                  <a:srgbClr val="0070BF"/>
                </a:solidFill>
                <a:latin typeface="Times New Roman"/>
                <a:cs typeface="Times New Roman"/>
              </a:rPr>
              <a:t>payload.</a:t>
            </a:r>
            <a:endParaRPr sz="2600" dirty="0">
              <a:latin typeface="Times New Roman"/>
              <a:cs typeface="Times New Roman"/>
            </a:endParaRPr>
          </a:p>
          <a:p>
            <a:pPr marL="474345" marR="210185" lvl="1" indent="-182880">
              <a:lnSpc>
                <a:spcPts val="2380"/>
              </a:lnSpc>
              <a:spcBef>
                <a:spcPts val="445"/>
              </a:spcBef>
              <a:buClr>
                <a:srgbClr val="1CACE4"/>
              </a:buClr>
              <a:buFont typeface="Calibri"/>
              <a:buChar char="◦"/>
              <a:tabLst>
                <a:tab pos="474980" algn="l"/>
              </a:tabLst>
            </a:pPr>
            <a:r>
              <a:rPr sz="2200" spc="-5" dirty="0">
                <a:solidFill>
                  <a:srgbClr val="3F3F3F"/>
                </a:solidFill>
                <a:latin typeface="Times New Roman"/>
                <a:cs typeface="Times New Roman"/>
              </a:rPr>
              <a:t>A datagram </a:t>
            </a:r>
            <a:r>
              <a:rPr sz="2200" spc="-10" dirty="0">
                <a:solidFill>
                  <a:srgbClr val="3F3F3F"/>
                </a:solidFill>
                <a:latin typeface="Times New Roman"/>
                <a:cs typeface="Times New Roman"/>
              </a:rPr>
              <a:t>can </a:t>
            </a:r>
            <a:r>
              <a:rPr sz="2200" spc="-5" dirty="0">
                <a:solidFill>
                  <a:srgbClr val="3F3F3F"/>
                </a:solidFill>
                <a:latin typeface="Times New Roman"/>
                <a:cs typeface="Times New Roman"/>
              </a:rPr>
              <a:t>carry a packet from other protocols that directly use the </a:t>
            </a:r>
            <a:r>
              <a:rPr sz="2200" spc="-535" dirty="0">
                <a:solidFill>
                  <a:srgbClr val="3F3F3F"/>
                </a:solidFill>
                <a:latin typeface="Times New Roman"/>
                <a:cs typeface="Times New Roman"/>
              </a:rPr>
              <a:t> </a:t>
            </a:r>
            <a:r>
              <a:rPr sz="2200" spc="-5" dirty="0">
                <a:solidFill>
                  <a:srgbClr val="3F3F3F"/>
                </a:solidFill>
                <a:latin typeface="Times New Roman"/>
                <a:cs typeface="Times New Roman"/>
              </a:rPr>
              <a:t>service of</a:t>
            </a:r>
            <a:r>
              <a:rPr sz="2200" dirty="0">
                <a:solidFill>
                  <a:srgbClr val="3F3F3F"/>
                </a:solidFill>
                <a:latin typeface="Times New Roman"/>
                <a:cs typeface="Times New Roman"/>
              </a:rPr>
              <a:t> </a:t>
            </a:r>
            <a:r>
              <a:rPr sz="2200" spc="-5" dirty="0">
                <a:solidFill>
                  <a:srgbClr val="3F3F3F"/>
                </a:solidFill>
                <a:latin typeface="Times New Roman"/>
                <a:cs typeface="Times New Roman"/>
              </a:rPr>
              <a:t>the</a:t>
            </a:r>
            <a:r>
              <a:rPr sz="2200" spc="-15" dirty="0">
                <a:solidFill>
                  <a:srgbClr val="3F3F3F"/>
                </a:solidFill>
                <a:latin typeface="Times New Roman"/>
                <a:cs typeface="Times New Roman"/>
              </a:rPr>
              <a:t> </a:t>
            </a:r>
            <a:r>
              <a:rPr sz="2200" spc="-80" dirty="0">
                <a:solidFill>
                  <a:srgbClr val="3F3F3F"/>
                </a:solidFill>
                <a:latin typeface="Times New Roman"/>
                <a:cs typeface="Times New Roman"/>
              </a:rPr>
              <a:t>IP,</a:t>
            </a:r>
            <a:r>
              <a:rPr sz="2200" dirty="0">
                <a:solidFill>
                  <a:srgbClr val="3F3F3F"/>
                </a:solidFill>
                <a:latin typeface="Times New Roman"/>
                <a:cs typeface="Times New Roman"/>
              </a:rPr>
              <a:t> </a:t>
            </a:r>
            <a:r>
              <a:rPr sz="2200" spc="-5" dirty="0">
                <a:solidFill>
                  <a:srgbClr val="3F3F3F"/>
                </a:solidFill>
                <a:latin typeface="Times New Roman"/>
                <a:cs typeface="Times New Roman"/>
              </a:rPr>
              <a:t>such</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as </a:t>
            </a:r>
            <a:r>
              <a:rPr sz="2200" spc="-10" dirty="0">
                <a:solidFill>
                  <a:srgbClr val="3F3F3F"/>
                </a:solidFill>
                <a:latin typeface="Times New Roman"/>
                <a:cs typeface="Times New Roman"/>
              </a:rPr>
              <a:t>some</a:t>
            </a:r>
            <a:r>
              <a:rPr sz="2200" spc="20" dirty="0">
                <a:solidFill>
                  <a:srgbClr val="3F3F3F"/>
                </a:solidFill>
                <a:latin typeface="Times New Roman"/>
                <a:cs typeface="Times New Roman"/>
              </a:rPr>
              <a:t> </a:t>
            </a:r>
            <a:r>
              <a:rPr sz="2200" spc="-5" dirty="0">
                <a:solidFill>
                  <a:srgbClr val="3F3F3F"/>
                </a:solidFill>
                <a:latin typeface="Times New Roman"/>
                <a:cs typeface="Times New Roman"/>
              </a:rPr>
              <a:t>routing</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protocols,</a:t>
            </a:r>
            <a:r>
              <a:rPr sz="2200" spc="-10" dirty="0">
                <a:solidFill>
                  <a:srgbClr val="3F3F3F"/>
                </a:solidFill>
                <a:latin typeface="Times New Roman"/>
                <a:cs typeface="Times New Roman"/>
              </a:rPr>
              <a:t> </a:t>
            </a:r>
            <a:r>
              <a:rPr sz="2200" spc="-5" dirty="0">
                <a:solidFill>
                  <a:srgbClr val="3F3F3F"/>
                </a:solidFill>
                <a:latin typeface="Times New Roman"/>
                <a:cs typeface="Times New Roman"/>
              </a:rPr>
              <a:t>any </a:t>
            </a:r>
            <a:r>
              <a:rPr sz="2200" dirty="0">
                <a:solidFill>
                  <a:srgbClr val="3F3F3F"/>
                </a:solidFill>
                <a:latin typeface="Times New Roman"/>
                <a:cs typeface="Times New Roman"/>
              </a:rPr>
              <a:t>transport-layer </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protocol</a:t>
            </a:r>
            <a:r>
              <a:rPr sz="2200" spc="-30" dirty="0">
                <a:solidFill>
                  <a:srgbClr val="3F3F3F"/>
                </a:solidFill>
                <a:latin typeface="Times New Roman"/>
                <a:cs typeface="Times New Roman"/>
              </a:rPr>
              <a:t> </a:t>
            </a:r>
            <a:r>
              <a:rPr sz="2200" spc="-5" dirty="0">
                <a:solidFill>
                  <a:srgbClr val="3F3F3F"/>
                </a:solidFill>
                <a:latin typeface="Times New Roman"/>
                <a:cs typeface="Times New Roman"/>
              </a:rPr>
              <a:t>or</a:t>
            </a:r>
            <a:r>
              <a:rPr sz="2200" dirty="0">
                <a:solidFill>
                  <a:srgbClr val="3F3F3F"/>
                </a:solidFill>
                <a:latin typeface="Times New Roman"/>
                <a:cs typeface="Times New Roman"/>
              </a:rPr>
              <a:t> </a:t>
            </a:r>
            <a:r>
              <a:rPr sz="2200" spc="-10" dirty="0">
                <a:solidFill>
                  <a:srgbClr val="3F3F3F"/>
                </a:solidFill>
                <a:latin typeface="Times New Roman"/>
                <a:cs typeface="Times New Roman"/>
              </a:rPr>
              <a:t>some</a:t>
            </a:r>
            <a:r>
              <a:rPr sz="2200" spc="20" dirty="0">
                <a:solidFill>
                  <a:srgbClr val="3F3F3F"/>
                </a:solidFill>
                <a:latin typeface="Times New Roman"/>
                <a:cs typeface="Times New Roman"/>
              </a:rPr>
              <a:t> </a:t>
            </a:r>
            <a:r>
              <a:rPr sz="2200" spc="-5" dirty="0">
                <a:solidFill>
                  <a:srgbClr val="3F3F3F"/>
                </a:solidFill>
                <a:latin typeface="Times New Roman"/>
                <a:cs typeface="Times New Roman"/>
              </a:rPr>
              <a:t>auxiliary protocols.</a:t>
            </a:r>
            <a:endParaRPr sz="2200" dirty="0">
              <a:latin typeface="Times New Roman"/>
              <a:cs typeface="Times New Roman"/>
            </a:endParaRPr>
          </a:p>
          <a:p>
            <a:pPr marL="474345" lvl="1" indent="-183515">
              <a:lnSpc>
                <a:spcPct val="100000"/>
              </a:lnSpc>
              <a:spcBef>
                <a:spcPts val="290"/>
              </a:spcBef>
              <a:buClr>
                <a:srgbClr val="1CACE4"/>
              </a:buClr>
              <a:buFont typeface="Calibri"/>
              <a:buChar char="◦"/>
              <a:tabLst>
                <a:tab pos="474980" algn="l"/>
              </a:tabLst>
            </a:pPr>
            <a:r>
              <a:rPr sz="2200" spc="-5" dirty="0">
                <a:solidFill>
                  <a:srgbClr val="3F3F3F"/>
                </a:solidFill>
                <a:latin typeface="Times New Roman"/>
                <a:cs typeface="Times New Roman"/>
              </a:rPr>
              <a:t>provides</a:t>
            </a:r>
            <a:r>
              <a:rPr sz="2200" spc="-25" dirty="0">
                <a:solidFill>
                  <a:srgbClr val="3F3F3F"/>
                </a:solidFill>
                <a:latin typeface="Times New Roman"/>
                <a:cs typeface="Times New Roman"/>
              </a:rPr>
              <a:t> </a:t>
            </a:r>
            <a:r>
              <a:rPr sz="2200" spc="-5" dirty="0">
                <a:solidFill>
                  <a:srgbClr val="3F3F3F"/>
                </a:solidFill>
                <a:latin typeface="Times New Roman"/>
                <a:cs typeface="Times New Roman"/>
              </a:rPr>
              <a:t>multiplexing</a:t>
            </a:r>
            <a:r>
              <a:rPr sz="2200" spc="5" dirty="0">
                <a:solidFill>
                  <a:srgbClr val="3F3F3F"/>
                </a:solidFill>
                <a:latin typeface="Times New Roman"/>
                <a:cs typeface="Times New Roman"/>
              </a:rPr>
              <a:t> </a:t>
            </a:r>
            <a:r>
              <a:rPr sz="2200" spc="-5" dirty="0">
                <a:solidFill>
                  <a:srgbClr val="3F3F3F"/>
                </a:solidFill>
                <a:latin typeface="Times New Roman"/>
                <a:cs typeface="Times New Roman"/>
              </a:rPr>
              <a:t>at</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the</a:t>
            </a:r>
            <a:r>
              <a:rPr sz="2200" spc="-15" dirty="0">
                <a:solidFill>
                  <a:srgbClr val="3F3F3F"/>
                </a:solidFill>
                <a:latin typeface="Times New Roman"/>
                <a:cs typeface="Times New Roman"/>
              </a:rPr>
              <a:t> </a:t>
            </a:r>
            <a:r>
              <a:rPr sz="2200" spc="-5" dirty="0">
                <a:solidFill>
                  <a:srgbClr val="3F3F3F"/>
                </a:solidFill>
                <a:latin typeface="Times New Roman"/>
                <a:cs typeface="Times New Roman"/>
              </a:rPr>
              <a:t>source and</a:t>
            </a:r>
            <a:r>
              <a:rPr sz="2200" spc="45" dirty="0">
                <a:solidFill>
                  <a:srgbClr val="3F3F3F"/>
                </a:solidFill>
                <a:latin typeface="Times New Roman"/>
                <a:cs typeface="Times New Roman"/>
              </a:rPr>
              <a:t> </a:t>
            </a:r>
            <a:r>
              <a:rPr sz="2200" spc="-5" dirty="0">
                <a:solidFill>
                  <a:srgbClr val="3F3F3F"/>
                </a:solidFill>
                <a:latin typeface="Times New Roman"/>
                <a:cs typeface="Times New Roman"/>
              </a:rPr>
              <a:t>demultiplexing</a:t>
            </a:r>
            <a:r>
              <a:rPr sz="2200" spc="20" dirty="0">
                <a:solidFill>
                  <a:srgbClr val="3F3F3F"/>
                </a:solidFill>
                <a:latin typeface="Times New Roman"/>
                <a:cs typeface="Times New Roman"/>
              </a:rPr>
              <a:t> </a:t>
            </a:r>
            <a:r>
              <a:rPr sz="2200" spc="-5" dirty="0">
                <a:solidFill>
                  <a:srgbClr val="3F3F3F"/>
                </a:solidFill>
                <a:latin typeface="Times New Roman"/>
                <a:cs typeface="Times New Roman"/>
              </a:rPr>
              <a:t>at</a:t>
            </a:r>
            <a:r>
              <a:rPr sz="2200" dirty="0">
                <a:solidFill>
                  <a:srgbClr val="3F3F3F"/>
                </a:solidFill>
                <a:latin typeface="Times New Roman"/>
                <a:cs typeface="Times New Roman"/>
              </a:rPr>
              <a:t> </a:t>
            </a:r>
            <a:r>
              <a:rPr sz="2200" spc="-5" dirty="0">
                <a:solidFill>
                  <a:srgbClr val="3F3F3F"/>
                </a:solidFill>
                <a:latin typeface="Times New Roman"/>
                <a:cs typeface="Times New Roman"/>
              </a:rPr>
              <a:t>the</a:t>
            </a:r>
            <a:r>
              <a:rPr sz="2200" dirty="0">
                <a:solidFill>
                  <a:srgbClr val="3F3F3F"/>
                </a:solidFill>
                <a:latin typeface="Times New Roman"/>
                <a:cs typeface="Times New Roman"/>
              </a:rPr>
              <a:t> </a:t>
            </a:r>
            <a:r>
              <a:rPr sz="2200" spc="-5" dirty="0">
                <a:solidFill>
                  <a:srgbClr val="3F3F3F"/>
                </a:solidFill>
                <a:latin typeface="Times New Roman"/>
                <a:cs typeface="Times New Roman"/>
              </a:rPr>
              <a:t>destination,</a:t>
            </a:r>
            <a:endParaRPr sz="2200" dirty="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36</a:t>
            </a:fld>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457200" y="1981200"/>
            <a:ext cx="8971788" cy="28194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37</a:t>
            </a:fld>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77940" cy="756920"/>
          </a:xfrm>
          <a:prstGeom prst="rect">
            <a:avLst/>
          </a:prstGeom>
        </p:spPr>
        <p:txBody>
          <a:bodyPr vert="horz" wrap="square" lIns="0" tIns="12700" rIns="0" bIns="0" rtlCol="0">
            <a:spAutoFit/>
          </a:bodyPr>
          <a:lstStyle/>
          <a:p>
            <a:pPr marL="12700">
              <a:lnSpc>
                <a:spcPct val="100000"/>
              </a:lnSpc>
              <a:spcBef>
                <a:spcPts val="100"/>
              </a:spcBef>
            </a:pPr>
            <a:r>
              <a:rPr sz="4800" spc="-40" dirty="0"/>
              <a:t>IPv4</a:t>
            </a:r>
            <a:r>
              <a:rPr sz="4800" spc="-120" dirty="0"/>
              <a:t> </a:t>
            </a:r>
            <a:r>
              <a:rPr sz="4800" spc="-50" dirty="0"/>
              <a:t>Datagram</a:t>
            </a:r>
            <a:r>
              <a:rPr sz="4800" spc="-125" dirty="0"/>
              <a:t> </a:t>
            </a:r>
            <a:r>
              <a:rPr sz="4800" spc="-45" dirty="0"/>
              <a:t>Format</a:t>
            </a:r>
            <a:endParaRPr sz="4800"/>
          </a:p>
        </p:txBody>
      </p:sp>
      <p:sp>
        <p:nvSpPr>
          <p:cNvPr id="3" name="object 3"/>
          <p:cNvSpPr txBox="1"/>
          <p:nvPr/>
        </p:nvSpPr>
        <p:spPr>
          <a:xfrm>
            <a:off x="642803" y="1751538"/>
            <a:ext cx="8740775" cy="4428490"/>
          </a:xfrm>
          <a:prstGeom prst="rect">
            <a:avLst/>
          </a:prstGeom>
        </p:spPr>
        <p:txBody>
          <a:bodyPr vert="horz" wrap="square" lIns="0" tIns="12700" rIns="0" bIns="0" rtlCol="0">
            <a:spAutoFit/>
          </a:bodyPr>
          <a:lstStyle/>
          <a:p>
            <a:pPr marL="228600" indent="-216535">
              <a:lnSpc>
                <a:spcPts val="2845"/>
              </a:lnSpc>
              <a:spcBef>
                <a:spcPts val="100"/>
              </a:spcBef>
              <a:buClr>
                <a:srgbClr val="1CACE4"/>
              </a:buClr>
              <a:buFont typeface="Arial MT"/>
              <a:buChar char="•"/>
              <a:tabLst>
                <a:tab pos="229235" algn="l"/>
              </a:tabLst>
            </a:pPr>
            <a:r>
              <a:rPr sz="2400" b="1" i="1" dirty="0">
                <a:latin typeface="Times New Roman"/>
                <a:cs typeface="Times New Roman"/>
              </a:rPr>
              <a:t>Header</a:t>
            </a:r>
            <a:r>
              <a:rPr sz="2400" b="1" i="1" spc="-45" dirty="0">
                <a:latin typeface="Times New Roman"/>
                <a:cs typeface="Times New Roman"/>
              </a:rPr>
              <a:t> </a:t>
            </a:r>
            <a:r>
              <a:rPr sz="2400" b="1" i="1" spc="-5" dirty="0">
                <a:latin typeface="Times New Roman"/>
                <a:cs typeface="Times New Roman"/>
              </a:rPr>
              <a:t>checksum</a:t>
            </a:r>
            <a:r>
              <a:rPr sz="2400" b="1" i="1" spc="-15" dirty="0">
                <a:latin typeface="Times New Roman"/>
                <a:cs typeface="Times New Roman"/>
              </a:rPr>
              <a:t> </a:t>
            </a:r>
            <a:r>
              <a:rPr sz="2400" dirty="0">
                <a:solidFill>
                  <a:srgbClr val="0070BF"/>
                </a:solidFill>
                <a:latin typeface="Times New Roman"/>
                <a:cs typeface="Times New Roman"/>
              </a:rPr>
              <a:t>is</a:t>
            </a:r>
            <a:r>
              <a:rPr sz="2400" spc="-10" dirty="0">
                <a:solidFill>
                  <a:srgbClr val="0070BF"/>
                </a:solidFill>
                <a:latin typeface="Times New Roman"/>
                <a:cs typeface="Times New Roman"/>
              </a:rPr>
              <a:t> </a:t>
            </a:r>
            <a:r>
              <a:rPr sz="2400" dirty="0">
                <a:solidFill>
                  <a:srgbClr val="0070BF"/>
                </a:solidFill>
                <a:latin typeface="Times New Roman"/>
                <a:cs typeface="Times New Roman"/>
              </a:rPr>
              <a:t>a</a:t>
            </a:r>
            <a:r>
              <a:rPr sz="2400" spc="-15" dirty="0">
                <a:solidFill>
                  <a:srgbClr val="0070BF"/>
                </a:solidFill>
                <a:latin typeface="Times New Roman"/>
                <a:cs typeface="Times New Roman"/>
              </a:rPr>
              <a:t> </a:t>
            </a:r>
            <a:r>
              <a:rPr sz="2400" spc="-5" dirty="0">
                <a:solidFill>
                  <a:srgbClr val="0070BF"/>
                </a:solidFill>
                <a:latin typeface="Times New Roman"/>
                <a:cs typeface="Times New Roman"/>
              </a:rPr>
              <a:t>method</a:t>
            </a:r>
            <a:r>
              <a:rPr sz="2400" spc="-10" dirty="0">
                <a:solidFill>
                  <a:srgbClr val="0070BF"/>
                </a:solidFill>
                <a:latin typeface="Times New Roman"/>
                <a:cs typeface="Times New Roman"/>
              </a:rPr>
              <a:t> </a:t>
            </a:r>
            <a:r>
              <a:rPr sz="2400" dirty="0">
                <a:solidFill>
                  <a:srgbClr val="0070BF"/>
                </a:solidFill>
                <a:latin typeface="Times New Roman"/>
                <a:cs typeface="Times New Roman"/>
              </a:rPr>
              <a:t>of</a:t>
            </a:r>
            <a:r>
              <a:rPr sz="2400" spc="-5" dirty="0">
                <a:solidFill>
                  <a:srgbClr val="0070BF"/>
                </a:solidFill>
                <a:latin typeface="Times New Roman"/>
                <a:cs typeface="Times New Roman"/>
              </a:rPr>
              <a:t> </a:t>
            </a:r>
            <a:r>
              <a:rPr sz="2400" dirty="0">
                <a:solidFill>
                  <a:srgbClr val="0070BF"/>
                </a:solidFill>
                <a:latin typeface="Times New Roman"/>
                <a:cs typeface="Times New Roman"/>
              </a:rPr>
              <a:t>error</a:t>
            </a:r>
            <a:r>
              <a:rPr sz="2400" spc="-30" dirty="0">
                <a:solidFill>
                  <a:srgbClr val="0070BF"/>
                </a:solidFill>
                <a:latin typeface="Times New Roman"/>
                <a:cs typeface="Times New Roman"/>
              </a:rPr>
              <a:t> </a:t>
            </a:r>
            <a:r>
              <a:rPr sz="2400" dirty="0">
                <a:solidFill>
                  <a:srgbClr val="0070BF"/>
                </a:solidFill>
                <a:latin typeface="Times New Roman"/>
                <a:cs typeface="Times New Roman"/>
              </a:rPr>
              <a:t>detection</a:t>
            </a:r>
            <a:endParaRPr sz="2400">
              <a:latin typeface="Times New Roman"/>
              <a:cs typeface="Times New Roman"/>
            </a:endParaRPr>
          </a:p>
          <a:p>
            <a:pPr marL="474345" marR="13335" lvl="1" indent="-182880">
              <a:lnSpc>
                <a:spcPct val="80000"/>
              </a:lnSpc>
              <a:spcBef>
                <a:spcPts val="445"/>
              </a:spcBef>
              <a:buClr>
                <a:srgbClr val="1CACE4"/>
              </a:buClr>
              <a:buFont typeface="Calibri"/>
              <a:buChar char="◦"/>
              <a:tabLst>
                <a:tab pos="474980" algn="l"/>
              </a:tabLst>
            </a:pPr>
            <a:r>
              <a:rPr sz="2000" dirty="0">
                <a:solidFill>
                  <a:srgbClr val="3F3F3F"/>
                </a:solidFill>
                <a:latin typeface="Times New Roman"/>
                <a:cs typeface="Times New Roman"/>
              </a:rPr>
              <a:t>the value of </a:t>
            </a:r>
            <a:r>
              <a:rPr sz="2000" spc="-5" dirty="0">
                <a:solidFill>
                  <a:srgbClr val="3F3F3F"/>
                </a:solidFill>
                <a:latin typeface="Times New Roman"/>
                <a:cs typeface="Times New Roman"/>
              </a:rPr>
              <a:t>some </a:t>
            </a:r>
            <a:r>
              <a:rPr sz="2000" dirty="0">
                <a:solidFill>
                  <a:srgbClr val="3F3F3F"/>
                </a:solidFill>
                <a:latin typeface="Times New Roman"/>
                <a:cs typeface="Times New Roman"/>
              </a:rPr>
              <a:t>fields, such as TTL, which are related </a:t>
            </a:r>
            <a:r>
              <a:rPr sz="2000" spc="-5" dirty="0">
                <a:solidFill>
                  <a:srgbClr val="3F3F3F"/>
                </a:solidFill>
                <a:latin typeface="Times New Roman"/>
                <a:cs typeface="Times New Roman"/>
              </a:rPr>
              <a:t>to fragmentation </a:t>
            </a:r>
            <a:r>
              <a:rPr sz="2000" dirty="0">
                <a:solidFill>
                  <a:srgbClr val="3F3F3F"/>
                </a:solidFill>
                <a:latin typeface="Times New Roman"/>
                <a:cs typeface="Times New Roman"/>
              </a:rPr>
              <a:t>and </a:t>
            </a:r>
            <a:r>
              <a:rPr sz="2000" spc="5" dirty="0">
                <a:solidFill>
                  <a:srgbClr val="3F3F3F"/>
                </a:solidFill>
                <a:latin typeface="Times New Roman"/>
                <a:cs typeface="Times New Roman"/>
              </a:rPr>
              <a:t> </a:t>
            </a:r>
            <a:r>
              <a:rPr sz="2000" dirty="0">
                <a:solidFill>
                  <a:srgbClr val="3F3F3F"/>
                </a:solidFill>
                <a:latin typeface="Times New Roman"/>
                <a:cs typeface="Times New Roman"/>
              </a:rPr>
              <a:t>options,</a:t>
            </a:r>
            <a:r>
              <a:rPr sz="2000" spc="-55" dirty="0">
                <a:solidFill>
                  <a:srgbClr val="3F3F3F"/>
                </a:solidFill>
                <a:latin typeface="Times New Roman"/>
                <a:cs typeface="Times New Roman"/>
              </a:rPr>
              <a:t> </a:t>
            </a:r>
            <a:r>
              <a:rPr sz="2000" spc="-10" dirty="0">
                <a:solidFill>
                  <a:srgbClr val="3F3F3F"/>
                </a:solidFill>
                <a:latin typeface="Times New Roman"/>
                <a:cs typeface="Times New Roman"/>
              </a:rPr>
              <a:t>may</a:t>
            </a:r>
            <a:r>
              <a:rPr sz="2000" spc="10" dirty="0">
                <a:solidFill>
                  <a:srgbClr val="3F3F3F"/>
                </a:solidFill>
                <a:latin typeface="Times New Roman"/>
                <a:cs typeface="Times New Roman"/>
              </a:rPr>
              <a:t> </a:t>
            </a:r>
            <a:r>
              <a:rPr sz="2000" dirty="0">
                <a:solidFill>
                  <a:srgbClr val="3F3F3F"/>
                </a:solidFill>
                <a:latin typeface="Times New Roman"/>
                <a:cs typeface="Times New Roman"/>
              </a:rPr>
              <a:t>change</a:t>
            </a:r>
            <a:r>
              <a:rPr sz="2000" spc="-20" dirty="0">
                <a:solidFill>
                  <a:srgbClr val="3F3F3F"/>
                </a:solidFill>
                <a:latin typeface="Times New Roman"/>
                <a:cs typeface="Times New Roman"/>
              </a:rPr>
              <a:t> </a:t>
            </a:r>
            <a:r>
              <a:rPr sz="2000" dirty="0">
                <a:solidFill>
                  <a:srgbClr val="3F3F3F"/>
                </a:solidFill>
                <a:latin typeface="Times New Roman"/>
                <a:cs typeface="Times New Roman"/>
              </a:rPr>
              <a:t>from</a:t>
            </a:r>
            <a:r>
              <a:rPr sz="2000" spc="-40" dirty="0">
                <a:solidFill>
                  <a:srgbClr val="3F3F3F"/>
                </a:solidFill>
                <a:latin typeface="Times New Roman"/>
                <a:cs typeface="Times New Roman"/>
              </a:rPr>
              <a:t> </a:t>
            </a:r>
            <a:r>
              <a:rPr sz="2000" dirty="0">
                <a:solidFill>
                  <a:srgbClr val="3F3F3F"/>
                </a:solidFill>
                <a:latin typeface="Times New Roman"/>
                <a:cs typeface="Times New Roman"/>
              </a:rPr>
              <a:t>router</a:t>
            </a:r>
            <a:r>
              <a:rPr sz="2000" spc="-30" dirty="0">
                <a:solidFill>
                  <a:srgbClr val="3F3F3F"/>
                </a:solidFill>
                <a:latin typeface="Times New Roman"/>
                <a:cs typeface="Times New Roman"/>
              </a:rPr>
              <a:t> </a:t>
            </a:r>
            <a:r>
              <a:rPr sz="2000" spc="-5" dirty="0">
                <a:solidFill>
                  <a:srgbClr val="3F3F3F"/>
                </a:solidFill>
                <a:latin typeface="Times New Roman"/>
                <a:cs typeface="Times New Roman"/>
              </a:rPr>
              <a:t>to </a:t>
            </a:r>
            <a:r>
              <a:rPr sz="2000" spc="-15" dirty="0">
                <a:solidFill>
                  <a:srgbClr val="3F3F3F"/>
                </a:solidFill>
                <a:latin typeface="Times New Roman"/>
                <a:cs typeface="Times New Roman"/>
              </a:rPr>
              <a:t>router,</a:t>
            </a:r>
            <a:r>
              <a:rPr sz="2000" spc="-40" dirty="0">
                <a:solidFill>
                  <a:srgbClr val="3F3F3F"/>
                </a:solidFill>
                <a:latin typeface="Times New Roman"/>
                <a:cs typeface="Times New Roman"/>
              </a:rPr>
              <a:t> </a:t>
            </a:r>
            <a:r>
              <a:rPr sz="2000" dirty="0">
                <a:solidFill>
                  <a:srgbClr val="3F3F3F"/>
                </a:solidFill>
                <a:latin typeface="Times New Roman"/>
                <a:cs typeface="Times New Roman"/>
              </a:rPr>
              <a:t>the</a:t>
            </a:r>
            <a:r>
              <a:rPr sz="2000" spc="-10" dirty="0">
                <a:solidFill>
                  <a:srgbClr val="3F3F3F"/>
                </a:solidFill>
                <a:latin typeface="Times New Roman"/>
                <a:cs typeface="Times New Roman"/>
              </a:rPr>
              <a:t> </a:t>
            </a:r>
            <a:r>
              <a:rPr sz="2000" dirty="0">
                <a:solidFill>
                  <a:srgbClr val="3F3F3F"/>
                </a:solidFill>
                <a:latin typeface="Times New Roman"/>
                <a:cs typeface="Times New Roman"/>
              </a:rPr>
              <a:t>checksum</a:t>
            </a:r>
            <a:r>
              <a:rPr sz="2000" spc="-45" dirty="0">
                <a:solidFill>
                  <a:srgbClr val="3F3F3F"/>
                </a:solidFill>
                <a:latin typeface="Times New Roman"/>
                <a:cs typeface="Times New Roman"/>
              </a:rPr>
              <a:t> </a:t>
            </a:r>
            <a:r>
              <a:rPr sz="2000" dirty="0">
                <a:solidFill>
                  <a:srgbClr val="3F3F3F"/>
                </a:solidFill>
                <a:latin typeface="Times New Roman"/>
                <a:cs typeface="Times New Roman"/>
              </a:rPr>
              <a:t>needs</a:t>
            </a:r>
            <a:r>
              <a:rPr sz="2000" spc="-20" dirty="0">
                <a:solidFill>
                  <a:srgbClr val="3F3F3F"/>
                </a:solidFill>
                <a:latin typeface="Times New Roman"/>
                <a:cs typeface="Times New Roman"/>
              </a:rPr>
              <a:t> </a:t>
            </a:r>
            <a:r>
              <a:rPr sz="2000" spc="-5" dirty="0">
                <a:solidFill>
                  <a:srgbClr val="3F3F3F"/>
                </a:solidFill>
                <a:latin typeface="Times New Roman"/>
                <a:cs typeface="Times New Roman"/>
              </a:rPr>
              <a:t>to</a:t>
            </a:r>
            <a:r>
              <a:rPr sz="2000" dirty="0">
                <a:solidFill>
                  <a:srgbClr val="3F3F3F"/>
                </a:solidFill>
                <a:latin typeface="Times New Roman"/>
                <a:cs typeface="Times New Roman"/>
              </a:rPr>
              <a:t> be</a:t>
            </a:r>
            <a:r>
              <a:rPr sz="2000" spc="-10" dirty="0">
                <a:solidFill>
                  <a:srgbClr val="3F3F3F"/>
                </a:solidFill>
                <a:latin typeface="Times New Roman"/>
                <a:cs typeface="Times New Roman"/>
              </a:rPr>
              <a:t> </a:t>
            </a:r>
            <a:r>
              <a:rPr sz="2000" dirty="0">
                <a:solidFill>
                  <a:srgbClr val="3F3F3F"/>
                </a:solidFill>
                <a:latin typeface="Times New Roman"/>
                <a:cs typeface="Times New Roman"/>
              </a:rPr>
              <a:t>recalculated </a:t>
            </a:r>
            <a:r>
              <a:rPr sz="2000" spc="-484" dirty="0">
                <a:solidFill>
                  <a:srgbClr val="3F3F3F"/>
                </a:solidFill>
                <a:latin typeface="Times New Roman"/>
                <a:cs typeface="Times New Roman"/>
              </a:rPr>
              <a:t> </a:t>
            </a:r>
            <a:r>
              <a:rPr sz="2000" dirty="0">
                <a:solidFill>
                  <a:srgbClr val="3F3F3F"/>
                </a:solidFill>
                <a:latin typeface="Times New Roman"/>
                <a:cs typeface="Times New Roman"/>
              </a:rPr>
              <a:t>at</a:t>
            </a:r>
            <a:r>
              <a:rPr sz="2000" spc="-30" dirty="0">
                <a:solidFill>
                  <a:srgbClr val="3F3F3F"/>
                </a:solidFill>
                <a:latin typeface="Times New Roman"/>
                <a:cs typeface="Times New Roman"/>
              </a:rPr>
              <a:t> </a:t>
            </a:r>
            <a:r>
              <a:rPr sz="2000" dirty="0">
                <a:solidFill>
                  <a:srgbClr val="3F3F3F"/>
                </a:solidFill>
                <a:latin typeface="Times New Roman"/>
                <a:cs typeface="Times New Roman"/>
              </a:rPr>
              <a:t>each</a:t>
            </a:r>
            <a:r>
              <a:rPr sz="2000" spc="-5" dirty="0">
                <a:solidFill>
                  <a:srgbClr val="3F3F3F"/>
                </a:solidFill>
                <a:latin typeface="Times New Roman"/>
                <a:cs typeface="Times New Roman"/>
              </a:rPr>
              <a:t> </a:t>
            </a:r>
            <a:r>
              <a:rPr sz="2000" dirty="0">
                <a:solidFill>
                  <a:srgbClr val="3F3F3F"/>
                </a:solidFill>
                <a:latin typeface="Times New Roman"/>
                <a:cs typeface="Times New Roman"/>
              </a:rPr>
              <a:t>router</a:t>
            </a:r>
            <a:endParaRPr sz="2000">
              <a:latin typeface="Times New Roman"/>
              <a:cs typeface="Times New Roman"/>
            </a:endParaRPr>
          </a:p>
          <a:p>
            <a:pPr marL="228600" marR="254000" indent="-216535">
              <a:lnSpc>
                <a:spcPts val="2300"/>
              </a:lnSpc>
              <a:spcBef>
                <a:spcPts val="1575"/>
              </a:spcBef>
              <a:buClr>
                <a:srgbClr val="1CACE4"/>
              </a:buClr>
              <a:buFont typeface="Arial MT"/>
              <a:buChar char="•"/>
              <a:tabLst>
                <a:tab pos="229235" algn="l"/>
              </a:tabLst>
            </a:pPr>
            <a:r>
              <a:rPr sz="2400" b="1" i="1" spc="-5" dirty="0">
                <a:latin typeface="Times New Roman"/>
                <a:cs typeface="Times New Roman"/>
              </a:rPr>
              <a:t>Source </a:t>
            </a:r>
            <a:r>
              <a:rPr sz="2400" b="1" i="1" dirty="0">
                <a:latin typeface="Times New Roman"/>
                <a:cs typeface="Times New Roman"/>
              </a:rPr>
              <a:t>address </a:t>
            </a:r>
            <a:r>
              <a:rPr sz="2400" dirty="0">
                <a:solidFill>
                  <a:srgbClr val="0070BF"/>
                </a:solidFill>
                <a:latin typeface="Times New Roman"/>
                <a:cs typeface="Times New Roman"/>
              </a:rPr>
              <a:t>and </a:t>
            </a:r>
            <a:r>
              <a:rPr sz="2400" b="1" i="1" spc="-5" dirty="0">
                <a:latin typeface="Times New Roman"/>
                <a:cs typeface="Times New Roman"/>
              </a:rPr>
              <a:t>destination </a:t>
            </a:r>
            <a:r>
              <a:rPr sz="2400" i="1" spc="-15" dirty="0">
                <a:solidFill>
                  <a:srgbClr val="0070BF"/>
                </a:solidFill>
                <a:latin typeface="Times New Roman"/>
                <a:cs typeface="Times New Roman"/>
              </a:rPr>
              <a:t>address </a:t>
            </a:r>
            <a:r>
              <a:rPr sz="2400" dirty="0">
                <a:solidFill>
                  <a:srgbClr val="0070BF"/>
                </a:solidFill>
                <a:latin typeface="Times New Roman"/>
                <a:cs typeface="Times New Roman"/>
              </a:rPr>
              <a:t>are 32-bit </a:t>
            </a:r>
            <a:r>
              <a:rPr sz="2400" spc="-5" dirty="0">
                <a:solidFill>
                  <a:srgbClr val="0070BF"/>
                </a:solidFill>
                <a:latin typeface="Times New Roman"/>
                <a:cs typeface="Times New Roman"/>
              </a:rPr>
              <a:t>fields specifying </a:t>
            </a:r>
            <a:r>
              <a:rPr sz="2400" spc="-585" dirty="0">
                <a:solidFill>
                  <a:srgbClr val="0070BF"/>
                </a:solidFill>
                <a:latin typeface="Times New Roman"/>
                <a:cs typeface="Times New Roman"/>
              </a:rPr>
              <a:t> </a:t>
            </a:r>
            <a:r>
              <a:rPr sz="2400" dirty="0">
                <a:solidFill>
                  <a:srgbClr val="0070BF"/>
                </a:solidFill>
                <a:latin typeface="Times New Roman"/>
                <a:cs typeface="Times New Roman"/>
              </a:rPr>
              <a:t>the</a:t>
            </a:r>
            <a:r>
              <a:rPr sz="2400" spc="-30" dirty="0">
                <a:solidFill>
                  <a:srgbClr val="0070BF"/>
                </a:solidFill>
                <a:latin typeface="Times New Roman"/>
                <a:cs typeface="Times New Roman"/>
              </a:rPr>
              <a:t> </a:t>
            </a:r>
            <a:r>
              <a:rPr sz="2400" dirty="0">
                <a:solidFill>
                  <a:srgbClr val="0070BF"/>
                </a:solidFill>
                <a:latin typeface="Times New Roman"/>
                <a:cs typeface="Times New Roman"/>
              </a:rPr>
              <a:t>source</a:t>
            </a:r>
            <a:r>
              <a:rPr sz="2400" spc="-15" dirty="0">
                <a:solidFill>
                  <a:srgbClr val="0070BF"/>
                </a:solidFill>
                <a:latin typeface="Times New Roman"/>
                <a:cs typeface="Times New Roman"/>
              </a:rPr>
              <a:t> </a:t>
            </a:r>
            <a:r>
              <a:rPr sz="2400" dirty="0">
                <a:solidFill>
                  <a:srgbClr val="0070BF"/>
                </a:solidFill>
                <a:latin typeface="Times New Roman"/>
                <a:cs typeface="Times New Roman"/>
              </a:rPr>
              <a:t>address</a:t>
            </a:r>
            <a:r>
              <a:rPr sz="2400" spc="-10" dirty="0">
                <a:solidFill>
                  <a:srgbClr val="0070BF"/>
                </a:solidFill>
                <a:latin typeface="Times New Roman"/>
                <a:cs typeface="Times New Roman"/>
              </a:rPr>
              <a:t> </a:t>
            </a:r>
            <a:r>
              <a:rPr sz="2400" dirty="0">
                <a:solidFill>
                  <a:srgbClr val="0070BF"/>
                </a:solidFill>
                <a:latin typeface="Times New Roman"/>
                <a:cs typeface="Times New Roman"/>
              </a:rPr>
              <a:t>and</a:t>
            </a:r>
            <a:r>
              <a:rPr sz="2400" spc="-20" dirty="0">
                <a:solidFill>
                  <a:srgbClr val="0070BF"/>
                </a:solidFill>
                <a:latin typeface="Times New Roman"/>
                <a:cs typeface="Times New Roman"/>
              </a:rPr>
              <a:t> </a:t>
            </a:r>
            <a:r>
              <a:rPr sz="2400" dirty="0">
                <a:solidFill>
                  <a:srgbClr val="0070BF"/>
                </a:solidFill>
                <a:latin typeface="Times New Roman"/>
                <a:cs typeface="Times New Roman"/>
              </a:rPr>
              <a:t>the</a:t>
            </a:r>
            <a:r>
              <a:rPr sz="2400" spc="-15" dirty="0">
                <a:solidFill>
                  <a:srgbClr val="0070BF"/>
                </a:solidFill>
                <a:latin typeface="Times New Roman"/>
                <a:cs typeface="Times New Roman"/>
              </a:rPr>
              <a:t> </a:t>
            </a:r>
            <a:r>
              <a:rPr sz="2400" dirty="0">
                <a:solidFill>
                  <a:srgbClr val="0070BF"/>
                </a:solidFill>
                <a:latin typeface="Times New Roman"/>
                <a:cs typeface="Times New Roman"/>
              </a:rPr>
              <a:t>destination</a:t>
            </a:r>
            <a:r>
              <a:rPr sz="2400" spc="-50" dirty="0">
                <a:solidFill>
                  <a:srgbClr val="0070BF"/>
                </a:solidFill>
                <a:latin typeface="Times New Roman"/>
                <a:cs typeface="Times New Roman"/>
              </a:rPr>
              <a:t> </a:t>
            </a:r>
            <a:r>
              <a:rPr sz="2400" dirty="0">
                <a:solidFill>
                  <a:srgbClr val="0070BF"/>
                </a:solidFill>
                <a:latin typeface="Times New Roman"/>
                <a:cs typeface="Times New Roman"/>
              </a:rPr>
              <a:t>address,</a:t>
            </a:r>
            <a:r>
              <a:rPr sz="2400" spc="-20" dirty="0">
                <a:solidFill>
                  <a:srgbClr val="0070BF"/>
                </a:solidFill>
                <a:latin typeface="Times New Roman"/>
                <a:cs typeface="Times New Roman"/>
              </a:rPr>
              <a:t> </a:t>
            </a:r>
            <a:r>
              <a:rPr sz="2400" spc="-15" dirty="0">
                <a:solidFill>
                  <a:srgbClr val="0070BF"/>
                </a:solidFill>
                <a:latin typeface="Times New Roman"/>
                <a:cs typeface="Times New Roman"/>
              </a:rPr>
              <a:t>respectively.</a:t>
            </a:r>
            <a:endParaRPr sz="2400">
              <a:latin typeface="Times New Roman"/>
              <a:cs typeface="Times New Roman"/>
            </a:endParaRPr>
          </a:p>
          <a:p>
            <a:pPr marL="228600" marR="333375" indent="-216535">
              <a:lnSpc>
                <a:spcPct val="80000"/>
              </a:lnSpc>
              <a:spcBef>
                <a:spcPts val="1415"/>
              </a:spcBef>
              <a:buClr>
                <a:srgbClr val="1CACE4"/>
              </a:buClr>
              <a:buFont typeface="Arial MT"/>
              <a:buChar char="•"/>
              <a:tabLst>
                <a:tab pos="229235" algn="l"/>
              </a:tabLst>
            </a:pPr>
            <a:r>
              <a:rPr sz="2400" spc="-5" dirty="0">
                <a:solidFill>
                  <a:srgbClr val="3F3F3F"/>
                </a:solidFill>
                <a:latin typeface="Times New Roman"/>
                <a:cs typeface="Times New Roman"/>
              </a:rPr>
              <a:t>remain</a:t>
            </a:r>
            <a:r>
              <a:rPr sz="2400" spc="-35" dirty="0">
                <a:solidFill>
                  <a:srgbClr val="3F3F3F"/>
                </a:solidFill>
                <a:latin typeface="Times New Roman"/>
                <a:cs typeface="Times New Roman"/>
              </a:rPr>
              <a:t> </a:t>
            </a:r>
            <a:r>
              <a:rPr sz="2400" dirty="0">
                <a:solidFill>
                  <a:srgbClr val="3F3F3F"/>
                </a:solidFill>
                <a:latin typeface="Times New Roman"/>
                <a:cs typeface="Times New Roman"/>
              </a:rPr>
              <a:t>unchanged</a:t>
            </a:r>
            <a:r>
              <a:rPr sz="2400" spc="-25" dirty="0">
                <a:solidFill>
                  <a:srgbClr val="3F3F3F"/>
                </a:solidFill>
                <a:latin typeface="Times New Roman"/>
                <a:cs typeface="Times New Roman"/>
              </a:rPr>
              <a:t> </a:t>
            </a:r>
            <a:r>
              <a:rPr sz="2400" dirty="0">
                <a:solidFill>
                  <a:srgbClr val="3F3F3F"/>
                </a:solidFill>
                <a:latin typeface="Times New Roman"/>
                <a:cs typeface="Times New Roman"/>
              </a:rPr>
              <a:t>during</a:t>
            </a:r>
            <a:r>
              <a:rPr sz="2400" spc="-20" dirty="0">
                <a:solidFill>
                  <a:srgbClr val="3F3F3F"/>
                </a:solidFill>
                <a:latin typeface="Times New Roman"/>
                <a:cs typeface="Times New Roman"/>
              </a:rPr>
              <a:t> </a:t>
            </a:r>
            <a:r>
              <a:rPr sz="2400" dirty="0">
                <a:solidFill>
                  <a:srgbClr val="3F3F3F"/>
                </a:solidFill>
                <a:latin typeface="Times New Roman"/>
                <a:cs typeface="Times New Roman"/>
              </a:rPr>
              <a:t>the</a:t>
            </a:r>
            <a:r>
              <a:rPr sz="2400" spc="-35" dirty="0">
                <a:solidFill>
                  <a:srgbClr val="3F3F3F"/>
                </a:solidFill>
                <a:latin typeface="Times New Roman"/>
                <a:cs typeface="Times New Roman"/>
              </a:rPr>
              <a:t> </a:t>
            </a:r>
            <a:r>
              <a:rPr sz="2400" spc="-5" dirty="0">
                <a:solidFill>
                  <a:srgbClr val="3F3F3F"/>
                </a:solidFill>
                <a:latin typeface="Times New Roman"/>
                <a:cs typeface="Times New Roman"/>
              </a:rPr>
              <a:t>time </a:t>
            </a:r>
            <a:r>
              <a:rPr sz="2400" dirty="0">
                <a:solidFill>
                  <a:srgbClr val="3F3F3F"/>
                </a:solidFill>
                <a:latin typeface="Times New Roman"/>
                <a:cs typeface="Times New Roman"/>
              </a:rPr>
              <a:t>the</a:t>
            </a:r>
            <a:r>
              <a:rPr sz="2400" spc="-35" dirty="0">
                <a:solidFill>
                  <a:srgbClr val="3F3F3F"/>
                </a:solidFill>
                <a:latin typeface="Times New Roman"/>
                <a:cs typeface="Times New Roman"/>
              </a:rPr>
              <a:t> </a:t>
            </a:r>
            <a:r>
              <a:rPr sz="2400" dirty="0">
                <a:solidFill>
                  <a:srgbClr val="3F3F3F"/>
                </a:solidFill>
                <a:latin typeface="Times New Roman"/>
                <a:cs typeface="Times New Roman"/>
              </a:rPr>
              <a:t>IP</a:t>
            </a:r>
            <a:r>
              <a:rPr sz="2400" spc="-95" dirty="0">
                <a:solidFill>
                  <a:srgbClr val="3F3F3F"/>
                </a:solidFill>
                <a:latin typeface="Times New Roman"/>
                <a:cs typeface="Times New Roman"/>
              </a:rPr>
              <a:t> </a:t>
            </a:r>
            <a:r>
              <a:rPr sz="2400" dirty="0">
                <a:solidFill>
                  <a:srgbClr val="3F3F3F"/>
                </a:solidFill>
                <a:latin typeface="Times New Roman"/>
                <a:cs typeface="Times New Roman"/>
              </a:rPr>
              <a:t>datagram</a:t>
            </a:r>
            <a:r>
              <a:rPr sz="2400" spc="-45" dirty="0">
                <a:solidFill>
                  <a:srgbClr val="3F3F3F"/>
                </a:solidFill>
                <a:latin typeface="Times New Roman"/>
                <a:cs typeface="Times New Roman"/>
              </a:rPr>
              <a:t> </a:t>
            </a:r>
            <a:r>
              <a:rPr sz="2400" dirty="0">
                <a:solidFill>
                  <a:srgbClr val="3F3F3F"/>
                </a:solidFill>
                <a:latin typeface="Times New Roman"/>
                <a:cs typeface="Times New Roman"/>
              </a:rPr>
              <a:t>travels</a:t>
            </a:r>
            <a:r>
              <a:rPr sz="2400" spc="-40" dirty="0">
                <a:solidFill>
                  <a:srgbClr val="3F3F3F"/>
                </a:solidFill>
                <a:latin typeface="Times New Roman"/>
                <a:cs typeface="Times New Roman"/>
              </a:rPr>
              <a:t> </a:t>
            </a:r>
            <a:r>
              <a:rPr sz="2400" spc="-5" dirty="0">
                <a:solidFill>
                  <a:srgbClr val="3F3F3F"/>
                </a:solidFill>
                <a:latin typeface="Times New Roman"/>
                <a:cs typeface="Times New Roman"/>
              </a:rPr>
              <a:t>from</a:t>
            </a:r>
            <a:r>
              <a:rPr sz="2400" spc="-10" dirty="0">
                <a:solidFill>
                  <a:srgbClr val="3F3F3F"/>
                </a:solidFill>
                <a:latin typeface="Times New Roman"/>
                <a:cs typeface="Times New Roman"/>
              </a:rPr>
              <a:t> </a:t>
            </a:r>
            <a:r>
              <a:rPr sz="2400" dirty="0">
                <a:solidFill>
                  <a:srgbClr val="3F3F3F"/>
                </a:solidFill>
                <a:latin typeface="Times New Roman"/>
                <a:cs typeface="Times New Roman"/>
              </a:rPr>
              <a:t>the </a:t>
            </a:r>
            <a:r>
              <a:rPr sz="2400" spc="-585" dirty="0">
                <a:solidFill>
                  <a:srgbClr val="3F3F3F"/>
                </a:solidFill>
                <a:latin typeface="Times New Roman"/>
                <a:cs typeface="Times New Roman"/>
              </a:rPr>
              <a:t> </a:t>
            </a:r>
            <a:r>
              <a:rPr sz="2400" dirty="0">
                <a:solidFill>
                  <a:srgbClr val="3F3F3F"/>
                </a:solidFill>
                <a:latin typeface="Times New Roman"/>
                <a:cs typeface="Times New Roman"/>
              </a:rPr>
              <a:t>source</a:t>
            </a:r>
            <a:r>
              <a:rPr sz="2400" spc="-30" dirty="0">
                <a:solidFill>
                  <a:srgbClr val="3F3F3F"/>
                </a:solidFill>
                <a:latin typeface="Times New Roman"/>
                <a:cs typeface="Times New Roman"/>
              </a:rPr>
              <a:t> </a:t>
            </a:r>
            <a:r>
              <a:rPr sz="2400" dirty="0">
                <a:solidFill>
                  <a:srgbClr val="3F3F3F"/>
                </a:solidFill>
                <a:latin typeface="Times New Roman"/>
                <a:cs typeface="Times New Roman"/>
              </a:rPr>
              <a:t>host</a:t>
            </a:r>
            <a:r>
              <a:rPr sz="2400" spc="-10" dirty="0">
                <a:solidFill>
                  <a:srgbClr val="3F3F3F"/>
                </a:solidFill>
                <a:latin typeface="Times New Roman"/>
                <a:cs typeface="Times New Roman"/>
              </a:rPr>
              <a:t> </a:t>
            </a:r>
            <a:r>
              <a:rPr sz="2400" dirty="0">
                <a:solidFill>
                  <a:srgbClr val="3F3F3F"/>
                </a:solidFill>
                <a:latin typeface="Times New Roman"/>
                <a:cs typeface="Times New Roman"/>
              </a:rPr>
              <a:t>to</a:t>
            </a:r>
            <a:r>
              <a:rPr sz="2400" spc="-20" dirty="0">
                <a:solidFill>
                  <a:srgbClr val="3F3F3F"/>
                </a:solidFill>
                <a:latin typeface="Times New Roman"/>
                <a:cs typeface="Times New Roman"/>
              </a:rPr>
              <a:t> </a:t>
            </a:r>
            <a:r>
              <a:rPr sz="2400" dirty="0">
                <a:solidFill>
                  <a:srgbClr val="3F3F3F"/>
                </a:solidFill>
                <a:latin typeface="Times New Roman"/>
                <a:cs typeface="Times New Roman"/>
              </a:rPr>
              <a:t>the</a:t>
            </a:r>
            <a:r>
              <a:rPr sz="2400" spc="-10" dirty="0">
                <a:solidFill>
                  <a:srgbClr val="3F3F3F"/>
                </a:solidFill>
                <a:latin typeface="Times New Roman"/>
                <a:cs typeface="Times New Roman"/>
              </a:rPr>
              <a:t> </a:t>
            </a:r>
            <a:r>
              <a:rPr sz="2400" dirty="0">
                <a:solidFill>
                  <a:srgbClr val="3F3F3F"/>
                </a:solidFill>
                <a:latin typeface="Times New Roman"/>
                <a:cs typeface="Times New Roman"/>
              </a:rPr>
              <a:t>destination</a:t>
            </a:r>
            <a:r>
              <a:rPr sz="2400" spc="-50" dirty="0">
                <a:solidFill>
                  <a:srgbClr val="3F3F3F"/>
                </a:solidFill>
                <a:latin typeface="Times New Roman"/>
                <a:cs typeface="Times New Roman"/>
              </a:rPr>
              <a:t> </a:t>
            </a:r>
            <a:r>
              <a:rPr sz="2400" dirty="0">
                <a:solidFill>
                  <a:srgbClr val="3F3F3F"/>
                </a:solidFill>
                <a:latin typeface="Times New Roman"/>
                <a:cs typeface="Times New Roman"/>
              </a:rPr>
              <a:t>host.</a:t>
            </a:r>
            <a:endParaRPr sz="2400">
              <a:latin typeface="Times New Roman"/>
              <a:cs typeface="Times New Roman"/>
            </a:endParaRPr>
          </a:p>
          <a:p>
            <a:pPr marL="228600" marR="5080" indent="-216535">
              <a:lnSpc>
                <a:spcPct val="80000"/>
              </a:lnSpc>
              <a:spcBef>
                <a:spcPts val="1405"/>
              </a:spcBef>
              <a:buClr>
                <a:srgbClr val="1CACE4"/>
              </a:buClr>
              <a:buFont typeface="Arial MT"/>
              <a:buChar char="•"/>
              <a:tabLst>
                <a:tab pos="229235" algn="l"/>
              </a:tabLst>
            </a:pPr>
            <a:r>
              <a:rPr sz="2400" b="1" i="1" spc="-5" dirty="0">
                <a:latin typeface="Times New Roman"/>
                <a:cs typeface="Times New Roman"/>
              </a:rPr>
              <a:t>Options </a:t>
            </a:r>
            <a:r>
              <a:rPr sz="2400" dirty="0">
                <a:solidFill>
                  <a:srgbClr val="0070BF"/>
                </a:solidFill>
                <a:latin typeface="Times New Roman"/>
                <a:cs typeface="Times New Roman"/>
              </a:rPr>
              <a:t>is a rarely used </a:t>
            </a:r>
            <a:r>
              <a:rPr sz="2400" spc="-5" dirty="0">
                <a:solidFill>
                  <a:srgbClr val="0070BF"/>
                </a:solidFill>
                <a:latin typeface="Times New Roman"/>
                <a:cs typeface="Times New Roman"/>
              </a:rPr>
              <a:t>variable-length field </a:t>
            </a:r>
            <a:r>
              <a:rPr sz="2400" dirty="0">
                <a:solidFill>
                  <a:srgbClr val="0070BF"/>
                </a:solidFill>
                <a:latin typeface="Times New Roman"/>
                <a:cs typeface="Times New Roman"/>
              </a:rPr>
              <a:t>to </a:t>
            </a:r>
            <a:r>
              <a:rPr sz="2400" spc="-5" dirty="0">
                <a:solidFill>
                  <a:srgbClr val="0070BF"/>
                </a:solidFill>
                <a:latin typeface="Times New Roman"/>
                <a:cs typeface="Times New Roman"/>
              </a:rPr>
              <a:t>specify </a:t>
            </a:r>
            <a:r>
              <a:rPr sz="2400" dirty="0">
                <a:solidFill>
                  <a:srgbClr val="0070BF"/>
                </a:solidFill>
                <a:latin typeface="Times New Roman"/>
                <a:cs typeface="Times New Roman"/>
              </a:rPr>
              <a:t>security level, </a:t>
            </a:r>
            <a:r>
              <a:rPr sz="2400" spc="-585" dirty="0">
                <a:solidFill>
                  <a:srgbClr val="0070BF"/>
                </a:solidFill>
                <a:latin typeface="Times New Roman"/>
                <a:cs typeface="Times New Roman"/>
              </a:rPr>
              <a:t> </a:t>
            </a:r>
            <a:r>
              <a:rPr sz="2400" spc="-5" dirty="0">
                <a:solidFill>
                  <a:srgbClr val="0070BF"/>
                </a:solidFill>
                <a:latin typeface="Times New Roman"/>
                <a:cs typeface="Times New Roman"/>
              </a:rPr>
              <a:t>timestamp,</a:t>
            </a:r>
            <a:r>
              <a:rPr sz="2400" spc="-30" dirty="0">
                <a:solidFill>
                  <a:srgbClr val="0070BF"/>
                </a:solidFill>
                <a:latin typeface="Times New Roman"/>
                <a:cs typeface="Times New Roman"/>
              </a:rPr>
              <a:t> </a:t>
            </a:r>
            <a:r>
              <a:rPr sz="2400" dirty="0">
                <a:solidFill>
                  <a:srgbClr val="0070BF"/>
                </a:solidFill>
                <a:latin typeface="Times New Roman"/>
                <a:cs typeface="Times New Roman"/>
              </a:rPr>
              <a:t>and type</a:t>
            </a:r>
            <a:r>
              <a:rPr sz="2400" spc="-10" dirty="0">
                <a:solidFill>
                  <a:srgbClr val="0070BF"/>
                </a:solidFill>
                <a:latin typeface="Times New Roman"/>
                <a:cs typeface="Times New Roman"/>
              </a:rPr>
              <a:t> </a:t>
            </a:r>
            <a:r>
              <a:rPr sz="2400" dirty="0">
                <a:solidFill>
                  <a:srgbClr val="0070BF"/>
                </a:solidFill>
                <a:latin typeface="Times New Roman"/>
                <a:cs typeface="Times New Roman"/>
              </a:rPr>
              <a:t>of</a:t>
            </a:r>
            <a:r>
              <a:rPr sz="2400" spc="-15" dirty="0">
                <a:solidFill>
                  <a:srgbClr val="0070BF"/>
                </a:solidFill>
                <a:latin typeface="Times New Roman"/>
                <a:cs typeface="Times New Roman"/>
              </a:rPr>
              <a:t> </a:t>
            </a:r>
            <a:r>
              <a:rPr sz="2400" dirty="0">
                <a:solidFill>
                  <a:srgbClr val="0070BF"/>
                </a:solidFill>
                <a:latin typeface="Times New Roman"/>
                <a:cs typeface="Times New Roman"/>
              </a:rPr>
              <a:t>route.</a:t>
            </a:r>
            <a:endParaRPr sz="2400">
              <a:latin typeface="Times New Roman"/>
              <a:cs typeface="Times New Roman"/>
            </a:endParaRPr>
          </a:p>
          <a:p>
            <a:pPr marL="228600" indent="-216535">
              <a:lnSpc>
                <a:spcPct val="100000"/>
              </a:lnSpc>
              <a:spcBef>
                <a:spcPts val="830"/>
              </a:spcBef>
              <a:buClr>
                <a:srgbClr val="1CACE4"/>
              </a:buClr>
              <a:buFont typeface="Arial MT"/>
              <a:buChar char="•"/>
              <a:tabLst>
                <a:tab pos="229235" algn="l"/>
              </a:tabLst>
            </a:pPr>
            <a:r>
              <a:rPr sz="2400" dirty="0">
                <a:solidFill>
                  <a:srgbClr val="3F3F3F"/>
                </a:solidFill>
                <a:latin typeface="Times New Roman"/>
                <a:cs typeface="Times New Roman"/>
              </a:rPr>
              <a:t>used</a:t>
            </a:r>
            <a:r>
              <a:rPr sz="2400" spc="-30" dirty="0">
                <a:solidFill>
                  <a:srgbClr val="3F3F3F"/>
                </a:solidFill>
                <a:latin typeface="Times New Roman"/>
                <a:cs typeface="Times New Roman"/>
              </a:rPr>
              <a:t> </a:t>
            </a:r>
            <a:r>
              <a:rPr sz="2400" spc="-5" dirty="0">
                <a:solidFill>
                  <a:srgbClr val="3F3F3F"/>
                </a:solidFill>
                <a:latin typeface="Times New Roman"/>
                <a:cs typeface="Times New Roman"/>
              </a:rPr>
              <a:t>for</a:t>
            </a:r>
            <a:r>
              <a:rPr sz="2400" spc="-10" dirty="0">
                <a:solidFill>
                  <a:srgbClr val="3F3F3F"/>
                </a:solidFill>
                <a:latin typeface="Times New Roman"/>
                <a:cs typeface="Times New Roman"/>
              </a:rPr>
              <a:t> </a:t>
            </a:r>
            <a:r>
              <a:rPr sz="2400" spc="-5" dirty="0">
                <a:solidFill>
                  <a:srgbClr val="3F3F3F"/>
                </a:solidFill>
                <a:latin typeface="Times New Roman"/>
                <a:cs typeface="Times New Roman"/>
              </a:rPr>
              <a:t>network</a:t>
            </a:r>
            <a:r>
              <a:rPr sz="2400" spc="-25" dirty="0">
                <a:solidFill>
                  <a:srgbClr val="3F3F3F"/>
                </a:solidFill>
                <a:latin typeface="Times New Roman"/>
                <a:cs typeface="Times New Roman"/>
              </a:rPr>
              <a:t> </a:t>
            </a:r>
            <a:r>
              <a:rPr sz="2400" dirty="0">
                <a:solidFill>
                  <a:srgbClr val="3F3F3F"/>
                </a:solidFill>
                <a:latin typeface="Times New Roman"/>
                <a:cs typeface="Times New Roman"/>
              </a:rPr>
              <a:t>testing</a:t>
            </a:r>
            <a:r>
              <a:rPr sz="2400" spc="-35" dirty="0">
                <a:solidFill>
                  <a:srgbClr val="3F3F3F"/>
                </a:solidFill>
                <a:latin typeface="Times New Roman"/>
                <a:cs typeface="Times New Roman"/>
              </a:rPr>
              <a:t> </a:t>
            </a:r>
            <a:r>
              <a:rPr sz="2400" dirty="0">
                <a:solidFill>
                  <a:srgbClr val="3F3F3F"/>
                </a:solidFill>
                <a:latin typeface="Times New Roman"/>
                <a:cs typeface="Times New Roman"/>
              </a:rPr>
              <a:t>and</a:t>
            </a:r>
            <a:r>
              <a:rPr sz="2400" spc="-25" dirty="0">
                <a:solidFill>
                  <a:srgbClr val="3F3F3F"/>
                </a:solidFill>
                <a:latin typeface="Times New Roman"/>
                <a:cs typeface="Times New Roman"/>
              </a:rPr>
              <a:t> </a:t>
            </a:r>
            <a:r>
              <a:rPr sz="2400" dirty="0">
                <a:solidFill>
                  <a:srgbClr val="3F3F3F"/>
                </a:solidFill>
                <a:latin typeface="Times New Roman"/>
                <a:cs typeface="Times New Roman"/>
              </a:rPr>
              <a:t>debugging</a:t>
            </a:r>
            <a:endParaRPr sz="2400">
              <a:latin typeface="Times New Roman"/>
              <a:cs typeface="Times New Roman"/>
            </a:endParaRPr>
          </a:p>
          <a:p>
            <a:pPr marL="228600" indent="-216535">
              <a:lnSpc>
                <a:spcPct val="100000"/>
              </a:lnSpc>
              <a:spcBef>
                <a:spcPts val="815"/>
              </a:spcBef>
              <a:buClr>
                <a:srgbClr val="1CACE4"/>
              </a:buClr>
              <a:buFont typeface="Arial MT"/>
              <a:buChar char="•"/>
              <a:tabLst>
                <a:tab pos="229235" algn="l"/>
              </a:tabLst>
            </a:pPr>
            <a:r>
              <a:rPr sz="2400" b="1" i="1" spc="-5" dirty="0">
                <a:latin typeface="Times New Roman"/>
                <a:cs typeface="Times New Roman"/>
              </a:rPr>
              <a:t>Padding</a:t>
            </a:r>
            <a:r>
              <a:rPr sz="2400" b="1" i="1" spc="-20" dirty="0">
                <a:latin typeface="Times New Roman"/>
                <a:cs typeface="Times New Roman"/>
              </a:rPr>
              <a:t> </a:t>
            </a:r>
            <a:r>
              <a:rPr sz="2400" dirty="0">
                <a:solidFill>
                  <a:srgbClr val="0070BF"/>
                </a:solidFill>
                <a:latin typeface="Times New Roman"/>
                <a:cs typeface="Times New Roman"/>
              </a:rPr>
              <a:t>is</a:t>
            </a:r>
            <a:r>
              <a:rPr sz="2400" spc="-15" dirty="0">
                <a:solidFill>
                  <a:srgbClr val="0070BF"/>
                </a:solidFill>
                <a:latin typeface="Times New Roman"/>
                <a:cs typeface="Times New Roman"/>
              </a:rPr>
              <a:t> </a:t>
            </a:r>
            <a:r>
              <a:rPr sz="2400" dirty="0">
                <a:solidFill>
                  <a:srgbClr val="0070BF"/>
                </a:solidFill>
                <a:latin typeface="Times New Roman"/>
                <a:cs typeface="Times New Roman"/>
              </a:rPr>
              <a:t>used</a:t>
            </a:r>
            <a:r>
              <a:rPr sz="2400" spc="-5" dirty="0">
                <a:solidFill>
                  <a:srgbClr val="0070BF"/>
                </a:solidFill>
                <a:latin typeface="Times New Roman"/>
                <a:cs typeface="Times New Roman"/>
              </a:rPr>
              <a:t> </a:t>
            </a:r>
            <a:r>
              <a:rPr sz="2400" dirty="0">
                <a:solidFill>
                  <a:srgbClr val="0070BF"/>
                </a:solidFill>
                <a:latin typeface="Times New Roman"/>
                <a:cs typeface="Times New Roman"/>
              </a:rPr>
              <a:t>to</a:t>
            </a:r>
            <a:r>
              <a:rPr sz="2400" spc="-20" dirty="0">
                <a:solidFill>
                  <a:srgbClr val="0070BF"/>
                </a:solidFill>
                <a:latin typeface="Times New Roman"/>
                <a:cs typeface="Times New Roman"/>
              </a:rPr>
              <a:t> </a:t>
            </a:r>
            <a:r>
              <a:rPr sz="2400" dirty="0">
                <a:solidFill>
                  <a:srgbClr val="0070BF"/>
                </a:solidFill>
                <a:latin typeface="Times New Roman"/>
                <a:cs typeface="Times New Roman"/>
              </a:rPr>
              <a:t>ensure</a:t>
            </a:r>
            <a:r>
              <a:rPr sz="2400" spc="-10" dirty="0">
                <a:solidFill>
                  <a:srgbClr val="0070BF"/>
                </a:solidFill>
                <a:latin typeface="Times New Roman"/>
                <a:cs typeface="Times New Roman"/>
              </a:rPr>
              <a:t> </a:t>
            </a:r>
            <a:r>
              <a:rPr sz="2400" dirty="0">
                <a:solidFill>
                  <a:srgbClr val="0070BF"/>
                </a:solidFill>
                <a:latin typeface="Times New Roman"/>
                <a:cs typeface="Times New Roman"/>
              </a:rPr>
              <a:t>that</a:t>
            </a:r>
            <a:r>
              <a:rPr sz="2400" spc="-25" dirty="0">
                <a:solidFill>
                  <a:srgbClr val="0070BF"/>
                </a:solidFill>
                <a:latin typeface="Times New Roman"/>
                <a:cs typeface="Times New Roman"/>
              </a:rPr>
              <a:t> </a:t>
            </a:r>
            <a:r>
              <a:rPr sz="2400" dirty="0">
                <a:solidFill>
                  <a:srgbClr val="0070BF"/>
                </a:solidFill>
                <a:latin typeface="Times New Roman"/>
                <a:cs typeface="Times New Roman"/>
              </a:rPr>
              <a:t>the</a:t>
            </a:r>
            <a:r>
              <a:rPr sz="2400" spc="-30" dirty="0">
                <a:solidFill>
                  <a:srgbClr val="0070BF"/>
                </a:solidFill>
                <a:latin typeface="Times New Roman"/>
                <a:cs typeface="Times New Roman"/>
              </a:rPr>
              <a:t> </a:t>
            </a:r>
            <a:r>
              <a:rPr sz="2400" dirty="0">
                <a:solidFill>
                  <a:srgbClr val="0070BF"/>
                </a:solidFill>
                <a:latin typeface="Times New Roman"/>
                <a:cs typeface="Times New Roman"/>
              </a:rPr>
              <a:t>header</a:t>
            </a:r>
            <a:r>
              <a:rPr sz="2400" spc="-15" dirty="0">
                <a:solidFill>
                  <a:srgbClr val="0070BF"/>
                </a:solidFill>
                <a:latin typeface="Times New Roman"/>
                <a:cs typeface="Times New Roman"/>
              </a:rPr>
              <a:t> </a:t>
            </a:r>
            <a:r>
              <a:rPr sz="2400" dirty="0">
                <a:solidFill>
                  <a:srgbClr val="0070BF"/>
                </a:solidFill>
                <a:latin typeface="Times New Roman"/>
                <a:cs typeface="Times New Roman"/>
              </a:rPr>
              <a:t>is</a:t>
            </a:r>
            <a:r>
              <a:rPr sz="2400" spc="-10" dirty="0">
                <a:solidFill>
                  <a:srgbClr val="0070BF"/>
                </a:solidFill>
                <a:latin typeface="Times New Roman"/>
                <a:cs typeface="Times New Roman"/>
              </a:rPr>
              <a:t> </a:t>
            </a:r>
            <a:r>
              <a:rPr sz="2400" dirty="0">
                <a:solidFill>
                  <a:srgbClr val="0070BF"/>
                </a:solidFill>
                <a:latin typeface="Times New Roman"/>
                <a:cs typeface="Times New Roman"/>
              </a:rPr>
              <a:t>a</a:t>
            </a:r>
            <a:r>
              <a:rPr sz="2400" spc="-5" dirty="0">
                <a:solidFill>
                  <a:srgbClr val="0070BF"/>
                </a:solidFill>
                <a:latin typeface="Times New Roman"/>
                <a:cs typeface="Times New Roman"/>
              </a:rPr>
              <a:t> multiple</a:t>
            </a:r>
            <a:r>
              <a:rPr sz="2400" spc="-40" dirty="0">
                <a:solidFill>
                  <a:srgbClr val="0070BF"/>
                </a:solidFill>
                <a:latin typeface="Times New Roman"/>
                <a:cs typeface="Times New Roman"/>
              </a:rPr>
              <a:t> </a:t>
            </a:r>
            <a:r>
              <a:rPr sz="2400" dirty="0">
                <a:solidFill>
                  <a:srgbClr val="0070BF"/>
                </a:solidFill>
                <a:latin typeface="Times New Roman"/>
                <a:cs typeface="Times New Roman"/>
              </a:rPr>
              <a:t>of</a:t>
            </a:r>
            <a:r>
              <a:rPr sz="2400" spc="-5" dirty="0">
                <a:solidFill>
                  <a:srgbClr val="0070BF"/>
                </a:solidFill>
                <a:latin typeface="Times New Roman"/>
                <a:cs typeface="Times New Roman"/>
              </a:rPr>
              <a:t> </a:t>
            </a:r>
            <a:r>
              <a:rPr sz="2400" dirty="0">
                <a:solidFill>
                  <a:srgbClr val="0070BF"/>
                </a:solidFill>
                <a:latin typeface="Times New Roman"/>
                <a:cs typeface="Times New Roman"/>
              </a:rPr>
              <a:t>32 bits.</a:t>
            </a:r>
            <a:endParaRPr sz="2400">
              <a:latin typeface="Times New Roman"/>
              <a:cs typeface="Times New Roman"/>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38</a:t>
            </a:fld>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80085" y="1896060"/>
            <a:ext cx="8698230" cy="4288225"/>
          </a:xfrm>
          <a:prstGeom prst="rect">
            <a:avLst/>
          </a:prstGeom>
        </p:spPr>
        <p:txBody>
          <a:bodyPr vert="horz" wrap="square" lIns="0" tIns="70485" rIns="0" bIns="0" rtlCol="0">
            <a:spAutoFit/>
          </a:bodyPr>
          <a:lstStyle/>
          <a:p>
            <a:pPr marL="189230" indent="-177165" algn="just">
              <a:lnSpc>
                <a:spcPct val="100000"/>
              </a:lnSpc>
              <a:spcBef>
                <a:spcPts val="555"/>
              </a:spcBef>
              <a:buClr>
                <a:srgbClr val="1CACE4"/>
              </a:buClr>
              <a:buFont typeface="Arial MT"/>
              <a:buChar char="•"/>
              <a:tabLst>
                <a:tab pos="189865" algn="l"/>
              </a:tabLst>
            </a:pPr>
            <a:r>
              <a:rPr lang="en-US" sz="2600" spc="-15" dirty="0">
                <a:solidFill>
                  <a:srgbClr val="3F3F3F"/>
                </a:solidFill>
                <a:latin typeface="Calibri"/>
                <a:cs typeface="Calibri"/>
              </a:rPr>
              <a:t>D</a:t>
            </a:r>
            <a:r>
              <a:rPr sz="2600" spc="-15" dirty="0">
                <a:solidFill>
                  <a:srgbClr val="3F3F3F"/>
                </a:solidFill>
                <a:latin typeface="Calibri"/>
                <a:cs typeface="Calibri"/>
              </a:rPr>
              <a:t>atagram</a:t>
            </a:r>
            <a:r>
              <a:rPr sz="2600" spc="-10" dirty="0">
                <a:solidFill>
                  <a:srgbClr val="3F3F3F"/>
                </a:solidFill>
                <a:latin typeface="Calibri"/>
                <a:cs typeface="Calibri"/>
              </a:rPr>
              <a:t> can</a:t>
            </a:r>
            <a:r>
              <a:rPr sz="2600" spc="-5" dirty="0">
                <a:solidFill>
                  <a:srgbClr val="3F3F3F"/>
                </a:solidFill>
                <a:latin typeface="Calibri"/>
                <a:cs typeface="Calibri"/>
              </a:rPr>
              <a:t> </a:t>
            </a:r>
            <a:r>
              <a:rPr sz="2600" spc="-25" dirty="0">
                <a:solidFill>
                  <a:srgbClr val="3F3F3F"/>
                </a:solidFill>
                <a:latin typeface="Calibri"/>
                <a:cs typeface="Calibri"/>
              </a:rPr>
              <a:t>travel</a:t>
            </a:r>
            <a:r>
              <a:rPr sz="2600" dirty="0">
                <a:solidFill>
                  <a:srgbClr val="3F3F3F"/>
                </a:solidFill>
                <a:latin typeface="Calibri"/>
                <a:cs typeface="Calibri"/>
              </a:rPr>
              <a:t> </a:t>
            </a:r>
            <a:r>
              <a:rPr sz="2600" spc="-10" dirty="0">
                <a:solidFill>
                  <a:srgbClr val="3F3F3F"/>
                </a:solidFill>
                <a:latin typeface="Calibri"/>
                <a:cs typeface="Calibri"/>
              </a:rPr>
              <a:t>through</a:t>
            </a:r>
            <a:r>
              <a:rPr sz="2600" spc="-20" dirty="0">
                <a:solidFill>
                  <a:srgbClr val="3F3F3F"/>
                </a:solidFill>
                <a:latin typeface="Calibri"/>
                <a:cs typeface="Calibri"/>
              </a:rPr>
              <a:t> different</a:t>
            </a:r>
            <a:r>
              <a:rPr sz="2600" spc="-35" dirty="0">
                <a:solidFill>
                  <a:srgbClr val="3F3F3F"/>
                </a:solidFill>
                <a:latin typeface="Calibri"/>
                <a:cs typeface="Calibri"/>
              </a:rPr>
              <a:t> </a:t>
            </a:r>
            <a:r>
              <a:rPr sz="2600" spc="-10" dirty="0">
                <a:solidFill>
                  <a:srgbClr val="3F3F3F"/>
                </a:solidFill>
                <a:latin typeface="Calibri"/>
                <a:cs typeface="Calibri"/>
              </a:rPr>
              <a:t>networks.</a:t>
            </a:r>
            <a:endParaRPr sz="2600" dirty="0">
              <a:latin typeface="Calibri"/>
              <a:cs typeface="Calibri"/>
            </a:endParaRPr>
          </a:p>
          <a:p>
            <a:pPr marL="189230" marR="562610" indent="-177165" algn="just">
              <a:lnSpc>
                <a:spcPct val="70000"/>
              </a:lnSpc>
              <a:spcBef>
                <a:spcPts val="1390"/>
              </a:spcBef>
              <a:buClr>
                <a:srgbClr val="1CACE4"/>
              </a:buClr>
              <a:buFont typeface="Arial MT"/>
              <a:buChar char="•"/>
              <a:tabLst>
                <a:tab pos="189865" algn="l"/>
              </a:tabLst>
            </a:pPr>
            <a:r>
              <a:rPr sz="2600" spc="-15" dirty="0">
                <a:solidFill>
                  <a:srgbClr val="3F3F3F"/>
                </a:solidFill>
                <a:latin typeface="Calibri"/>
                <a:cs typeface="Calibri"/>
              </a:rPr>
              <a:t>Each </a:t>
            </a:r>
            <a:r>
              <a:rPr sz="2600" spc="-10" dirty="0">
                <a:solidFill>
                  <a:srgbClr val="3F3F3F"/>
                </a:solidFill>
                <a:latin typeface="Calibri"/>
                <a:cs typeface="Calibri"/>
              </a:rPr>
              <a:t>router decapsulates </a:t>
            </a:r>
            <a:r>
              <a:rPr sz="2600" dirty="0">
                <a:solidFill>
                  <a:srgbClr val="3F3F3F"/>
                </a:solidFill>
                <a:latin typeface="Calibri"/>
                <a:cs typeface="Calibri"/>
              </a:rPr>
              <a:t>the IP </a:t>
            </a:r>
            <a:r>
              <a:rPr sz="2600" spc="-15" dirty="0">
                <a:solidFill>
                  <a:srgbClr val="3F3F3F"/>
                </a:solidFill>
                <a:latin typeface="Calibri"/>
                <a:cs typeface="Calibri"/>
              </a:rPr>
              <a:t>datagram </a:t>
            </a:r>
            <a:r>
              <a:rPr sz="2600" spc="-10" dirty="0">
                <a:solidFill>
                  <a:srgbClr val="3F3F3F"/>
                </a:solidFill>
                <a:latin typeface="Calibri"/>
                <a:cs typeface="Calibri"/>
              </a:rPr>
              <a:t>from </a:t>
            </a:r>
            <a:r>
              <a:rPr sz="2600" dirty="0">
                <a:solidFill>
                  <a:srgbClr val="3F3F3F"/>
                </a:solidFill>
                <a:latin typeface="Calibri"/>
                <a:cs typeface="Calibri"/>
              </a:rPr>
              <a:t>the </a:t>
            </a:r>
            <a:r>
              <a:rPr sz="2600" spc="-10" dirty="0">
                <a:solidFill>
                  <a:srgbClr val="3F3F3F"/>
                </a:solidFill>
                <a:latin typeface="Calibri"/>
                <a:cs typeface="Calibri"/>
              </a:rPr>
              <a:t>frame </a:t>
            </a:r>
            <a:r>
              <a:rPr sz="2600" spc="-5" dirty="0">
                <a:solidFill>
                  <a:srgbClr val="3F3F3F"/>
                </a:solidFill>
                <a:latin typeface="Calibri"/>
                <a:cs typeface="Calibri"/>
              </a:rPr>
              <a:t>it </a:t>
            </a:r>
            <a:r>
              <a:rPr sz="2600" spc="-575" dirty="0">
                <a:solidFill>
                  <a:srgbClr val="3F3F3F"/>
                </a:solidFill>
                <a:latin typeface="Calibri"/>
                <a:cs typeface="Calibri"/>
              </a:rPr>
              <a:t> </a:t>
            </a:r>
            <a:r>
              <a:rPr sz="2600" spc="-10" dirty="0">
                <a:solidFill>
                  <a:srgbClr val="3F3F3F"/>
                </a:solidFill>
                <a:latin typeface="Calibri"/>
                <a:cs typeface="Calibri"/>
              </a:rPr>
              <a:t>receives, processes </a:t>
            </a:r>
            <a:r>
              <a:rPr sz="2600" spc="-5" dirty="0">
                <a:solidFill>
                  <a:srgbClr val="3F3F3F"/>
                </a:solidFill>
                <a:latin typeface="Calibri"/>
                <a:cs typeface="Calibri"/>
              </a:rPr>
              <a:t>it, </a:t>
            </a:r>
            <a:r>
              <a:rPr sz="2600" dirty="0">
                <a:solidFill>
                  <a:srgbClr val="3F3F3F"/>
                </a:solidFill>
                <a:latin typeface="Calibri"/>
                <a:cs typeface="Calibri"/>
              </a:rPr>
              <a:t>and </a:t>
            </a:r>
            <a:r>
              <a:rPr sz="2600" spc="-5" dirty="0">
                <a:solidFill>
                  <a:srgbClr val="3F3F3F"/>
                </a:solidFill>
                <a:latin typeface="Calibri"/>
                <a:cs typeface="Calibri"/>
              </a:rPr>
              <a:t>then </a:t>
            </a:r>
            <a:r>
              <a:rPr sz="2600" spc="-10" dirty="0">
                <a:solidFill>
                  <a:srgbClr val="3F3F3F"/>
                </a:solidFill>
                <a:latin typeface="Calibri"/>
                <a:cs typeface="Calibri"/>
              </a:rPr>
              <a:t>encapsulates </a:t>
            </a:r>
            <a:r>
              <a:rPr sz="2600" spc="-5" dirty="0">
                <a:solidFill>
                  <a:srgbClr val="3F3F3F"/>
                </a:solidFill>
                <a:latin typeface="Calibri"/>
                <a:cs typeface="Calibri"/>
              </a:rPr>
              <a:t>it in another </a:t>
            </a:r>
            <a:r>
              <a:rPr sz="2600" dirty="0">
                <a:solidFill>
                  <a:srgbClr val="3F3F3F"/>
                </a:solidFill>
                <a:latin typeface="Calibri"/>
                <a:cs typeface="Calibri"/>
              </a:rPr>
              <a:t> </a:t>
            </a:r>
            <a:r>
              <a:rPr sz="2600" spc="-10" dirty="0">
                <a:solidFill>
                  <a:srgbClr val="3F3F3F"/>
                </a:solidFill>
                <a:latin typeface="Calibri"/>
                <a:cs typeface="Calibri"/>
              </a:rPr>
              <a:t>frame.</a:t>
            </a:r>
            <a:endParaRPr sz="2600" dirty="0">
              <a:latin typeface="Calibri"/>
              <a:cs typeface="Calibri"/>
            </a:endParaRPr>
          </a:p>
          <a:p>
            <a:pPr marL="189230" marR="5080" indent="-177165" algn="just">
              <a:lnSpc>
                <a:spcPct val="70000"/>
              </a:lnSpc>
              <a:spcBef>
                <a:spcPts val="1405"/>
              </a:spcBef>
              <a:buClr>
                <a:srgbClr val="1CACE4"/>
              </a:buClr>
              <a:buFont typeface="Arial MT"/>
              <a:buChar char="•"/>
              <a:tabLst>
                <a:tab pos="189865" algn="l"/>
              </a:tabLst>
            </a:pPr>
            <a:r>
              <a:rPr sz="2600" dirty="0">
                <a:solidFill>
                  <a:srgbClr val="3F3F3F"/>
                </a:solidFill>
                <a:latin typeface="Calibri"/>
                <a:cs typeface="Calibri"/>
              </a:rPr>
              <a:t>The </a:t>
            </a:r>
            <a:r>
              <a:rPr sz="2600" spc="-15" dirty="0">
                <a:solidFill>
                  <a:srgbClr val="3F3F3F"/>
                </a:solidFill>
                <a:latin typeface="Calibri"/>
                <a:cs typeface="Calibri"/>
              </a:rPr>
              <a:t>format </a:t>
            </a:r>
            <a:r>
              <a:rPr sz="2600" dirty="0">
                <a:solidFill>
                  <a:srgbClr val="3F3F3F"/>
                </a:solidFill>
                <a:latin typeface="Calibri"/>
                <a:cs typeface="Calibri"/>
              </a:rPr>
              <a:t>and </a:t>
            </a:r>
            <a:r>
              <a:rPr sz="2600" spc="-15" dirty="0">
                <a:solidFill>
                  <a:srgbClr val="3F3F3F"/>
                </a:solidFill>
                <a:latin typeface="Calibri"/>
                <a:cs typeface="Calibri"/>
              </a:rPr>
              <a:t>size </a:t>
            </a:r>
            <a:r>
              <a:rPr sz="2600" spc="-5" dirty="0">
                <a:solidFill>
                  <a:srgbClr val="3F3F3F"/>
                </a:solidFill>
                <a:latin typeface="Calibri"/>
                <a:cs typeface="Calibri"/>
              </a:rPr>
              <a:t>of </a:t>
            </a:r>
            <a:r>
              <a:rPr sz="2600" dirty="0">
                <a:solidFill>
                  <a:srgbClr val="3F3F3F"/>
                </a:solidFill>
                <a:latin typeface="Calibri"/>
                <a:cs typeface="Calibri"/>
              </a:rPr>
              <a:t>the </a:t>
            </a:r>
            <a:r>
              <a:rPr sz="2600" b="1" spc="-10" dirty="0">
                <a:solidFill>
                  <a:srgbClr val="3F3F3F"/>
                </a:solidFill>
                <a:latin typeface="Calibri"/>
                <a:cs typeface="Calibri"/>
              </a:rPr>
              <a:t>received </a:t>
            </a:r>
            <a:r>
              <a:rPr sz="2600" spc="-10" dirty="0">
                <a:solidFill>
                  <a:srgbClr val="3F3F3F"/>
                </a:solidFill>
                <a:latin typeface="Calibri"/>
                <a:cs typeface="Calibri"/>
              </a:rPr>
              <a:t>frame </a:t>
            </a:r>
            <a:r>
              <a:rPr sz="2600" spc="-5" dirty="0">
                <a:solidFill>
                  <a:srgbClr val="3F3F3F"/>
                </a:solidFill>
                <a:latin typeface="Calibri"/>
                <a:cs typeface="Calibri"/>
              </a:rPr>
              <a:t>depend on the </a:t>
            </a:r>
            <a:r>
              <a:rPr sz="2600" dirty="0">
                <a:solidFill>
                  <a:srgbClr val="3F3F3F"/>
                </a:solidFill>
                <a:latin typeface="Calibri"/>
                <a:cs typeface="Calibri"/>
              </a:rPr>
              <a:t> </a:t>
            </a:r>
            <a:r>
              <a:rPr sz="2600" spc="-15" dirty="0">
                <a:solidFill>
                  <a:srgbClr val="3F3F3F"/>
                </a:solidFill>
                <a:latin typeface="Calibri"/>
                <a:cs typeface="Calibri"/>
              </a:rPr>
              <a:t>protocol </a:t>
            </a:r>
            <a:r>
              <a:rPr sz="2600" spc="-5" dirty="0">
                <a:solidFill>
                  <a:srgbClr val="3F3F3F"/>
                </a:solidFill>
                <a:latin typeface="Calibri"/>
                <a:cs typeface="Calibri"/>
              </a:rPr>
              <a:t>used </a:t>
            </a:r>
            <a:r>
              <a:rPr sz="2600" spc="-10" dirty="0">
                <a:solidFill>
                  <a:srgbClr val="3F3F3F"/>
                </a:solidFill>
                <a:latin typeface="Calibri"/>
                <a:cs typeface="Calibri"/>
              </a:rPr>
              <a:t>by </a:t>
            </a:r>
            <a:r>
              <a:rPr sz="2600" dirty="0">
                <a:solidFill>
                  <a:srgbClr val="3F3F3F"/>
                </a:solidFill>
                <a:latin typeface="Calibri"/>
                <a:cs typeface="Calibri"/>
              </a:rPr>
              <a:t>the </a:t>
            </a:r>
            <a:r>
              <a:rPr sz="2600" spc="-15" dirty="0">
                <a:solidFill>
                  <a:srgbClr val="3F3F3F"/>
                </a:solidFill>
                <a:latin typeface="Calibri"/>
                <a:cs typeface="Calibri"/>
              </a:rPr>
              <a:t>physical </a:t>
            </a:r>
            <a:r>
              <a:rPr sz="2600" spc="-10" dirty="0">
                <a:solidFill>
                  <a:srgbClr val="3F3F3F"/>
                </a:solidFill>
                <a:latin typeface="Calibri"/>
                <a:cs typeface="Calibri"/>
              </a:rPr>
              <a:t>network through </a:t>
            </a:r>
            <a:r>
              <a:rPr sz="2600" spc="-5" dirty="0">
                <a:solidFill>
                  <a:srgbClr val="3F3F3F"/>
                </a:solidFill>
                <a:latin typeface="Calibri"/>
                <a:cs typeface="Calibri"/>
              </a:rPr>
              <a:t>which </a:t>
            </a:r>
            <a:r>
              <a:rPr sz="2600" dirty="0">
                <a:solidFill>
                  <a:srgbClr val="3F3F3F"/>
                </a:solidFill>
                <a:latin typeface="Calibri"/>
                <a:cs typeface="Calibri"/>
              </a:rPr>
              <a:t>the </a:t>
            </a:r>
            <a:r>
              <a:rPr sz="2600" spc="-10" dirty="0">
                <a:solidFill>
                  <a:srgbClr val="3F3F3F"/>
                </a:solidFill>
                <a:latin typeface="Calibri"/>
                <a:cs typeface="Calibri"/>
              </a:rPr>
              <a:t>frame </a:t>
            </a:r>
            <a:r>
              <a:rPr sz="2600" spc="-575" dirty="0">
                <a:solidFill>
                  <a:srgbClr val="3F3F3F"/>
                </a:solidFill>
                <a:latin typeface="Calibri"/>
                <a:cs typeface="Calibri"/>
              </a:rPr>
              <a:t> </a:t>
            </a:r>
            <a:r>
              <a:rPr sz="2600" spc="-5" dirty="0">
                <a:solidFill>
                  <a:srgbClr val="3F3F3F"/>
                </a:solidFill>
                <a:latin typeface="Calibri"/>
                <a:cs typeface="Calibri"/>
              </a:rPr>
              <a:t>has</a:t>
            </a:r>
            <a:r>
              <a:rPr sz="2600" spc="-30" dirty="0">
                <a:solidFill>
                  <a:srgbClr val="3F3F3F"/>
                </a:solidFill>
                <a:latin typeface="Calibri"/>
                <a:cs typeface="Calibri"/>
              </a:rPr>
              <a:t> </a:t>
            </a:r>
            <a:r>
              <a:rPr sz="2600" spc="-10" dirty="0">
                <a:solidFill>
                  <a:srgbClr val="3F3F3F"/>
                </a:solidFill>
                <a:latin typeface="Calibri"/>
                <a:cs typeface="Calibri"/>
              </a:rPr>
              <a:t>just</a:t>
            </a:r>
            <a:r>
              <a:rPr sz="2600" spc="-25" dirty="0">
                <a:solidFill>
                  <a:srgbClr val="3F3F3F"/>
                </a:solidFill>
                <a:latin typeface="Calibri"/>
                <a:cs typeface="Calibri"/>
              </a:rPr>
              <a:t> </a:t>
            </a:r>
            <a:r>
              <a:rPr sz="2600" spc="-20" dirty="0">
                <a:solidFill>
                  <a:srgbClr val="3F3F3F"/>
                </a:solidFill>
                <a:latin typeface="Calibri"/>
                <a:cs typeface="Calibri"/>
              </a:rPr>
              <a:t>traveled.</a:t>
            </a:r>
            <a:endParaRPr sz="2600" dirty="0">
              <a:latin typeface="Calibri"/>
              <a:cs typeface="Calibri"/>
            </a:endParaRPr>
          </a:p>
          <a:p>
            <a:pPr marL="189230" marR="123825" indent="-177165" algn="just">
              <a:lnSpc>
                <a:spcPct val="70000"/>
              </a:lnSpc>
              <a:spcBef>
                <a:spcPts val="1405"/>
              </a:spcBef>
              <a:buClr>
                <a:srgbClr val="1CACE4"/>
              </a:buClr>
              <a:buFont typeface="Arial MT"/>
              <a:buChar char="•"/>
              <a:tabLst>
                <a:tab pos="189865" algn="l"/>
              </a:tabLst>
            </a:pPr>
            <a:r>
              <a:rPr sz="2600" dirty="0">
                <a:solidFill>
                  <a:srgbClr val="3F3F3F"/>
                </a:solidFill>
                <a:latin typeface="Calibri"/>
                <a:cs typeface="Calibri"/>
              </a:rPr>
              <a:t>The </a:t>
            </a:r>
            <a:r>
              <a:rPr sz="2600" spc="-15" dirty="0">
                <a:solidFill>
                  <a:srgbClr val="3F3F3F"/>
                </a:solidFill>
                <a:latin typeface="Calibri"/>
                <a:cs typeface="Calibri"/>
              </a:rPr>
              <a:t>format </a:t>
            </a:r>
            <a:r>
              <a:rPr sz="2600" dirty="0">
                <a:solidFill>
                  <a:srgbClr val="3F3F3F"/>
                </a:solidFill>
                <a:latin typeface="Calibri"/>
                <a:cs typeface="Calibri"/>
              </a:rPr>
              <a:t>and </a:t>
            </a:r>
            <a:r>
              <a:rPr sz="2600" spc="-15" dirty="0">
                <a:solidFill>
                  <a:srgbClr val="3F3F3F"/>
                </a:solidFill>
                <a:latin typeface="Calibri"/>
                <a:cs typeface="Calibri"/>
              </a:rPr>
              <a:t>size </a:t>
            </a:r>
            <a:r>
              <a:rPr sz="2600" spc="-5" dirty="0">
                <a:solidFill>
                  <a:srgbClr val="3F3F3F"/>
                </a:solidFill>
                <a:latin typeface="Calibri"/>
                <a:cs typeface="Calibri"/>
              </a:rPr>
              <a:t>of </a:t>
            </a:r>
            <a:r>
              <a:rPr sz="2600" dirty="0">
                <a:solidFill>
                  <a:srgbClr val="3F3F3F"/>
                </a:solidFill>
                <a:latin typeface="Calibri"/>
                <a:cs typeface="Calibri"/>
              </a:rPr>
              <a:t>the </a:t>
            </a:r>
            <a:r>
              <a:rPr sz="2600" b="1" spc="-10" dirty="0">
                <a:solidFill>
                  <a:srgbClr val="3F3F3F"/>
                </a:solidFill>
                <a:latin typeface="Calibri"/>
                <a:cs typeface="Calibri"/>
              </a:rPr>
              <a:t>sent </a:t>
            </a:r>
            <a:r>
              <a:rPr sz="2600" spc="-10" dirty="0">
                <a:solidFill>
                  <a:srgbClr val="3F3F3F"/>
                </a:solidFill>
                <a:latin typeface="Calibri"/>
                <a:cs typeface="Calibri"/>
              </a:rPr>
              <a:t>frame </a:t>
            </a:r>
            <a:r>
              <a:rPr sz="2600" spc="-5" dirty="0">
                <a:solidFill>
                  <a:srgbClr val="3F3F3F"/>
                </a:solidFill>
                <a:latin typeface="Calibri"/>
                <a:cs typeface="Calibri"/>
              </a:rPr>
              <a:t>depend on </a:t>
            </a:r>
            <a:r>
              <a:rPr sz="2600" dirty="0">
                <a:solidFill>
                  <a:srgbClr val="3F3F3F"/>
                </a:solidFill>
                <a:latin typeface="Calibri"/>
                <a:cs typeface="Calibri"/>
              </a:rPr>
              <a:t>the </a:t>
            </a:r>
            <a:r>
              <a:rPr sz="2600" spc="-15" dirty="0">
                <a:solidFill>
                  <a:srgbClr val="3F3F3F"/>
                </a:solidFill>
                <a:latin typeface="Calibri"/>
                <a:cs typeface="Calibri"/>
              </a:rPr>
              <a:t>protocol </a:t>
            </a:r>
            <a:r>
              <a:rPr sz="2600" spc="-10" dirty="0">
                <a:solidFill>
                  <a:srgbClr val="3F3F3F"/>
                </a:solidFill>
                <a:latin typeface="Calibri"/>
                <a:cs typeface="Calibri"/>
              </a:rPr>
              <a:t> </a:t>
            </a:r>
            <a:r>
              <a:rPr sz="2600" spc="-5" dirty="0">
                <a:solidFill>
                  <a:srgbClr val="3F3F3F"/>
                </a:solidFill>
                <a:latin typeface="Calibri"/>
                <a:cs typeface="Calibri"/>
              </a:rPr>
              <a:t>used </a:t>
            </a:r>
            <a:r>
              <a:rPr sz="2600" spc="-10" dirty="0">
                <a:solidFill>
                  <a:srgbClr val="3F3F3F"/>
                </a:solidFill>
                <a:latin typeface="Calibri"/>
                <a:cs typeface="Calibri"/>
              </a:rPr>
              <a:t>by </a:t>
            </a:r>
            <a:r>
              <a:rPr sz="2600" dirty="0">
                <a:solidFill>
                  <a:srgbClr val="3F3F3F"/>
                </a:solidFill>
                <a:latin typeface="Calibri"/>
                <a:cs typeface="Calibri"/>
              </a:rPr>
              <a:t>the </a:t>
            </a:r>
            <a:r>
              <a:rPr sz="2600" spc="-15" dirty="0">
                <a:solidFill>
                  <a:srgbClr val="3F3F3F"/>
                </a:solidFill>
                <a:latin typeface="Calibri"/>
                <a:cs typeface="Calibri"/>
              </a:rPr>
              <a:t>physical </a:t>
            </a:r>
            <a:r>
              <a:rPr sz="2600" spc="-10" dirty="0">
                <a:solidFill>
                  <a:srgbClr val="3F3F3F"/>
                </a:solidFill>
                <a:latin typeface="Calibri"/>
                <a:cs typeface="Calibri"/>
              </a:rPr>
              <a:t>network through </a:t>
            </a:r>
            <a:r>
              <a:rPr sz="2600" spc="-5" dirty="0">
                <a:solidFill>
                  <a:srgbClr val="3F3F3F"/>
                </a:solidFill>
                <a:latin typeface="Calibri"/>
                <a:cs typeface="Calibri"/>
              </a:rPr>
              <a:t>which </a:t>
            </a:r>
            <a:r>
              <a:rPr sz="2600" dirty="0">
                <a:solidFill>
                  <a:srgbClr val="3F3F3F"/>
                </a:solidFill>
                <a:latin typeface="Calibri"/>
                <a:cs typeface="Calibri"/>
              </a:rPr>
              <a:t>the </a:t>
            </a:r>
            <a:r>
              <a:rPr sz="2600" spc="-10" dirty="0">
                <a:solidFill>
                  <a:srgbClr val="3F3F3F"/>
                </a:solidFill>
                <a:latin typeface="Calibri"/>
                <a:cs typeface="Calibri"/>
              </a:rPr>
              <a:t>frame </a:t>
            </a:r>
            <a:r>
              <a:rPr sz="2600" spc="-5" dirty="0">
                <a:solidFill>
                  <a:srgbClr val="3F3F3F"/>
                </a:solidFill>
                <a:latin typeface="Calibri"/>
                <a:cs typeface="Calibri"/>
              </a:rPr>
              <a:t>is </a:t>
            </a:r>
            <a:r>
              <a:rPr sz="2600" spc="-10" dirty="0">
                <a:solidFill>
                  <a:srgbClr val="3F3F3F"/>
                </a:solidFill>
                <a:latin typeface="Calibri"/>
                <a:cs typeface="Calibri"/>
              </a:rPr>
              <a:t>going </a:t>
            </a:r>
            <a:r>
              <a:rPr sz="2600" spc="-575" dirty="0">
                <a:solidFill>
                  <a:srgbClr val="3F3F3F"/>
                </a:solidFill>
                <a:latin typeface="Calibri"/>
                <a:cs typeface="Calibri"/>
              </a:rPr>
              <a:t> </a:t>
            </a:r>
            <a:r>
              <a:rPr sz="2600" spc="-15" dirty="0">
                <a:solidFill>
                  <a:srgbClr val="3F3F3F"/>
                </a:solidFill>
                <a:latin typeface="Calibri"/>
                <a:cs typeface="Calibri"/>
              </a:rPr>
              <a:t>to</a:t>
            </a:r>
            <a:r>
              <a:rPr sz="2600" spc="-20" dirty="0">
                <a:solidFill>
                  <a:srgbClr val="3F3F3F"/>
                </a:solidFill>
                <a:latin typeface="Calibri"/>
                <a:cs typeface="Calibri"/>
              </a:rPr>
              <a:t> travel.</a:t>
            </a:r>
            <a:endParaRPr sz="2600" dirty="0">
              <a:latin typeface="Calibri"/>
              <a:cs typeface="Calibri"/>
            </a:endParaRPr>
          </a:p>
          <a:p>
            <a:pPr marL="189230" marR="64769" indent="-177165" algn="just">
              <a:lnSpc>
                <a:spcPct val="70000"/>
              </a:lnSpc>
              <a:spcBef>
                <a:spcPts val="1390"/>
              </a:spcBef>
              <a:buClr>
                <a:srgbClr val="1CACE4"/>
              </a:buClr>
              <a:buFont typeface="Arial MT"/>
              <a:buChar char="•"/>
              <a:tabLst>
                <a:tab pos="189865" algn="l"/>
              </a:tabLst>
            </a:pPr>
            <a:r>
              <a:rPr sz="2600" spc="-15" dirty="0">
                <a:solidFill>
                  <a:srgbClr val="3F3F3F"/>
                </a:solidFill>
                <a:latin typeface="Calibri"/>
                <a:cs typeface="Calibri"/>
              </a:rPr>
              <a:t>For example, </a:t>
            </a:r>
            <a:r>
              <a:rPr sz="2600" spc="-5" dirty="0">
                <a:solidFill>
                  <a:srgbClr val="3F3F3F"/>
                </a:solidFill>
                <a:latin typeface="Calibri"/>
                <a:cs typeface="Calibri"/>
              </a:rPr>
              <a:t>if </a:t>
            </a:r>
            <a:r>
              <a:rPr sz="2600" dirty="0">
                <a:solidFill>
                  <a:srgbClr val="3F3F3F"/>
                </a:solidFill>
                <a:latin typeface="Calibri"/>
                <a:cs typeface="Calibri"/>
              </a:rPr>
              <a:t>a </a:t>
            </a:r>
            <a:r>
              <a:rPr sz="2600" spc="-10" dirty="0">
                <a:solidFill>
                  <a:srgbClr val="3F3F3F"/>
                </a:solidFill>
                <a:latin typeface="Calibri"/>
                <a:cs typeface="Calibri"/>
              </a:rPr>
              <a:t>router </a:t>
            </a:r>
            <a:r>
              <a:rPr sz="2600" spc="-5" dirty="0">
                <a:solidFill>
                  <a:srgbClr val="3F3F3F"/>
                </a:solidFill>
                <a:latin typeface="Calibri"/>
                <a:cs typeface="Calibri"/>
              </a:rPr>
              <a:t>connects </a:t>
            </a:r>
            <a:r>
              <a:rPr sz="2600" dirty="0">
                <a:solidFill>
                  <a:srgbClr val="3F3F3F"/>
                </a:solidFill>
                <a:latin typeface="Calibri"/>
                <a:cs typeface="Calibri"/>
              </a:rPr>
              <a:t>a LAN </a:t>
            </a:r>
            <a:r>
              <a:rPr sz="2600" spc="-15" dirty="0">
                <a:solidFill>
                  <a:srgbClr val="3F3F3F"/>
                </a:solidFill>
                <a:latin typeface="Calibri"/>
                <a:cs typeface="Calibri"/>
              </a:rPr>
              <a:t>to </a:t>
            </a:r>
            <a:r>
              <a:rPr sz="2600" dirty="0">
                <a:solidFill>
                  <a:srgbClr val="3F3F3F"/>
                </a:solidFill>
                <a:latin typeface="Calibri"/>
                <a:cs typeface="Calibri"/>
              </a:rPr>
              <a:t>a </a:t>
            </a:r>
            <a:r>
              <a:rPr sz="2600" spc="-35" dirty="0">
                <a:solidFill>
                  <a:srgbClr val="3F3F3F"/>
                </a:solidFill>
                <a:latin typeface="Calibri"/>
                <a:cs typeface="Calibri"/>
              </a:rPr>
              <a:t>WAN, </a:t>
            </a:r>
            <a:r>
              <a:rPr sz="2600" spc="-5" dirty="0">
                <a:solidFill>
                  <a:srgbClr val="3F3F3F"/>
                </a:solidFill>
                <a:latin typeface="Calibri"/>
                <a:cs typeface="Calibri"/>
              </a:rPr>
              <a:t>it </a:t>
            </a:r>
            <a:r>
              <a:rPr sz="2600" spc="-10" dirty="0">
                <a:solidFill>
                  <a:srgbClr val="3F3F3F"/>
                </a:solidFill>
                <a:latin typeface="Calibri"/>
                <a:cs typeface="Calibri"/>
              </a:rPr>
              <a:t>receives </a:t>
            </a:r>
            <a:r>
              <a:rPr sz="2600" dirty="0">
                <a:solidFill>
                  <a:srgbClr val="3F3F3F"/>
                </a:solidFill>
                <a:latin typeface="Calibri"/>
                <a:cs typeface="Calibri"/>
              </a:rPr>
              <a:t>a </a:t>
            </a:r>
            <a:r>
              <a:rPr sz="2600" spc="5" dirty="0">
                <a:solidFill>
                  <a:srgbClr val="3F3F3F"/>
                </a:solidFill>
                <a:latin typeface="Calibri"/>
                <a:cs typeface="Calibri"/>
              </a:rPr>
              <a:t> </a:t>
            </a:r>
            <a:r>
              <a:rPr sz="2600" spc="-10" dirty="0">
                <a:solidFill>
                  <a:srgbClr val="3F3F3F"/>
                </a:solidFill>
                <a:latin typeface="Calibri"/>
                <a:cs typeface="Calibri"/>
              </a:rPr>
              <a:t>frame</a:t>
            </a:r>
            <a:r>
              <a:rPr sz="2600" spc="-35" dirty="0">
                <a:solidFill>
                  <a:srgbClr val="3F3F3F"/>
                </a:solidFill>
                <a:latin typeface="Calibri"/>
                <a:cs typeface="Calibri"/>
              </a:rPr>
              <a:t> </a:t>
            </a:r>
            <a:r>
              <a:rPr sz="2600" spc="-5" dirty="0">
                <a:solidFill>
                  <a:srgbClr val="3F3F3F"/>
                </a:solidFill>
                <a:latin typeface="Calibri"/>
                <a:cs typeface="Calibri"/>
              </a:rPr>
              <a:t>in</a:t>
            </a:r>
            <a:r>
              <a:rPr sz="2600" spc="-15" dirty="0">
                <a:solidFill>
                  <a:srgbClr val="3F3F3F"/>
                </a:solidFill>
                <a:latin typeface="Calibri"/>
                <a:cs typeface="Calibri"/>
              </a:rPr>
              <a:t> </a:t>
            </a:r>
            <a:r>
              <a:rPr sz="2600" dirty="0">
                <a:solidFill>
                  <a:srgbClr val="3F3F3F"/>
                </a:solidFill>
                <a:latin typeface="Calibri"/>
                <a:cs typeface="Calibri"/>
              </a:rPr>
              <a:t>the</a:t>
            </a:r>
            <a:r>
              <a:rPr sz="2600" spc="-20" dirty="0">
                <a:solidFill>
                  <a:srgbClr val="3F3F3F"/>
                </a:solidFill>
                <a:latin typeface="Calibri"/>
                <a:cs typeface="Calibri"/>
              </a:rPr>
              <a:t> </a:t>
            </a:r>
            <a:r>
              <a:rPr sz="2600" dirty="0">
                <a:solidFill>
                  <a:srgbClr val="3F3F3F"/>
                </a:solidFill>
                <a:latin typeface="Calibri"/>
                <a:cs typeface="Calibri"/>
              </a:rPr>
              <a:t>LAN</a:t>
            </a:r>
            <a:r>
              <a:rPr sz="2600" spc="-30" dirty="0">
                <a:solidFill>
                  <a:srgbClr val="3F3F3F"/>
                </a:solidFill>
                <a:latin typeface="Calibri"/>
                <a:cs typeface="Calibri"/>
              </a:rPr>
              <a:t> </a:t>
            </a:r>
            <a:r>
              <a:rPr sz="2600" spc="-15" dirty="0">
                <a:solidFill>
                  <a:srgbClr val="3F3F3F"/>
                </a:solidFill>
                <a:latin typeface="Calibri"/>
                <a:cs typeface="Calibri"/>
              </a:rPr>
              <a:t>format</a:t>
            </a:r>
            <a:r>
              <a:rPr sz="2600" spc="5" dirty="0">
                <a:solidFill>
                  <a:srgbClr val="3F3F3F"/>
                </a:solidFill>
                <a:latin typeface="Calibri"/>
                <a:cs typeface="Calibri"/>
              </a:rPr>
              <a:t> </a:t>
            </a:r>
            <a:r>
              <a:rPr sz="2600" dirty="0">
                <a:solidFill>
                  <a:srgbClr val="3F3F3F"/>
                </a:solidFill>
                <a:latin typeface="Calibri"/>
                <a:cs typeface="Calibri"/>
              </a:rPr>
              <a:t>and</a:t>
            </a:r>
            <a:r>
              <a:rPr sz="2600" spc="-10" dirty="0">
                <a:solidFill>
                  <a:srgbClr val="3F3F3F"/>
                </a:solidFill>
                <a:latin typeface="Calibri"/>
                <a:cs typeface="Calibri"/>
              </a:rPr>
              <a:t> </a:t>
            </a:r>
            <a:r>
              <a:rPr sz="2600" spc="-5" dirty="0">
                <a:solidFill>
                  <a:srgbClr val="3F3F3F"/>
                </a:solidFill>
                <a:latin typeface="Calibri"/>
                <a:cs typeface="Calibri"/>
              </a:rPr>
              <a:t>sends</a:t>
            </a:r>
            <a:r>
              <a:rPr sz="2600" spc="-45" dirty="0">
                <a:solidFill>
                  <a:srgbClr val="3F3F3F"/>
                </a:solidFill>
                <a:latin typeface="Calibri"/>
                <a:cs typeface="Calibri"/>
              </a:rPr>
              <a:t> </a:t>
            </a:r>
            <a:r>
              <a:rPr sz="2600" dirty="0">
                <a:solidFill>
                  <a:srgbClr val="3F3F3F"/>
                </a:solidFill>
                <a:latin typeface="Calibri"/>
                <a:cs typeface="Calibri"/>
              </a:rPr>
              <a:t>a </a:t>
            </a:r>
            <a:r>
              <a:rPr sz="2600" spc="-10" dirty="0">
                <a:solidFill>
                  <a:srgbClr val="3F3F3F"/>
                </a:solidFill>
                <a:latin typeface="Calibri"/>
                <a:cs typeface="Calibri"/>
              </a:rPr>
              <a:t>frame</a:t>
            </a:r>
            <a:r>
              <a:rPr sz="2600" spc="-20" dirty="0">
                <a:solidFill>
                  <a:srgbClr val="3F3F3F"/>
                </a:solidFill>
                <a:latin typeface="Calibri"/>
                <a:cs typeface="Calibri"/>
              </a:rPr>
              <a:t> </a:t>
            </a:r>
            <a:r>
              <a:rPr sz="2600" spc="-5" dirty="0">
                <a:solidFill>
                  <a:srgbClr val="3F3F3F"/>
                </a:solidFill>
                <a:latin typeface="Calibri"/>
                <a:cs typeface="Calibri"/>
              </a:rPr>
              <a:t>in</a:t>
            </a:r>
            <a:r>
              <a:rPr sz="2600" spc="-15" dirty="0">
                <a:solidFill>
                  <a:srgbClr val="3F3F3F"/>
                </a:solidFill>
                <a:latin typeface="Calibri"/>
                <a:cs typeface="Calibri"/>
              </a:rPr>
              <a:t> </a:t>
            </a:r>
            <a:r>
              <a:rPr sz="2600" dirty="0">
                <a:solidFill>
                  <a:srgbClr val="3F3F3F"/>
                </a:solidFill>
                <a:latin typeface="Calibri"/>
                <a:cs typeface="Calibri"/>
              </a:rPr>
              <a:t>the</a:t>
            </a:r>
            <a:r>
              <a:rPr sz="2600" spc="-20" dirty="0">
                <a:solidFill>
                  <a:srgbClr val="3F3F3F"/>
                </a:solidFill>
                <a:latin typeface="Calibri"/>
                <a:cs typeface="Calibri"/>
              </a:rPr>
              <a:t> </a:t>
            </a:r>
            <a:r>
              <a:rPr sz="2600" spc="-40" dirty="0">
                <a:solidFill>
                  <a:srgbClr val="3F3F3F"/>
                </a:solidFill>
                <a:latin typeface="Calibri"/>
                <a:cs typeface="Calibri"/>
              </a:rPr>
              <a:t>WAN</a:t>
            </a:r>
            <a:r>
              <a:rPr sz="2600" spc="-30" dirty="0">
                <a:solidFill>
                  <a:srgbClr val="3F3F3F"/>
                </a:solidFill>
                <a:latin typeface="Calibri"/>
                <a:cs typeface="Calibri"/>
              </a:rPr>
              <a:t> </a:t>
            </a:r>
            <a:r>
              <a:rPr sz="2600" spc="-15" dirty="0">
                <a:solidFill>
                  <a:srgbClr val="3F3F3F"/>
                </a:solidFill>
                <a:latin typeface="Calibri"/>
                <a:cs typeface="Calibri"/>
              </a:rPr>
              <a:t>format.</a:t>
            </a:r>
            <a:endParaRPr sz="26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39</a:t>
            </a:fld>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8531860" cy="756920"/>
          </a:xfrm>
          <a:prstGeom prst="rect">
            <a:avLst/>
          </a:prstGeom>
        </p:spPr>
        <p:txBody>
          <a:bodyPr vert="horz" wrap="square" lIns="0" tIns="12700" rIns="0" bIns="0" rtlCol="0">
            <a:spAutoFit/>
          </a:bodyPr>
          <a:lstStyle/>
          <a:p>
            <a:pPr marL="12700">
              <a:lnSpc>
                <a:spcPct val="100000"/>
              </a:lnSpc>
              <a:spcBef>
                <a:spcPts val="100"/>
              </a:spcBef>
            </a:pPr>
            <a:r>
              <a:rPr sz="4800" spc="-50" dirty="0"/>
              <a:t>Maximum</a:t>
            </a:r>
            <a:r>
              <a:rPr sz="4800" spc="-114" dirty="0"/>
              <a:t> </a:t>
            </a:r>
            <a:r>
              <a:rPr sz="4800" spc="-60" dirty="0"/>
              <a:t>Transfer</a:t>
            </a:r>
            <a:r>
              <a:rPr sz="4800" spc="-85" dirty="0"/>
              <a:t> </a:t>
            </a:r>
            <a:r>
              <a:rPr sz="4800" spc="-40" dirty="0"/>
              <a:t>Unit</a:t>
            </a:r>
            <a:r>
              <a:rPr sz="4800" spc="-105" dirty="0"/>
              <a:t> </a:t>
            </a:r>
            <a:r>
              <a:rPr sz="4800" spc="-30" dirty="0"/>
              <a:t>(MTU)</a:t>
            </a:r>
            <a:endParaRPr sz="4800"/>
          </a:p>
        </p:txBody>
      </p:sp>
      <p:sp>
        <p:nvSpPr>
          <p:cNvPr id="3" name="object 3"/>
          <p:cNvSpPr txBox="1"/>
          <p:nvPr/>
        </p:nvSpPr>
        <p:spPr>
          <a:xfrm>
            <a:off x="697667" y="1633581"/>
            <a:ext cx="8555990" cy="2302510"/>
          </a:xfrm>
          <a:prstGeom prst="rect">
            <a:avLst/>
          </a:prstGeom>
        </p:spPr>
        <p:txBody>
          <a:bodyPr vert="horz" wrap="square" lIns="0" tIns="147955" rIns="0" bIns="0" rtlCol="0">
            <a:spAutoFit/>
          </a:bodyPr>
          <a:lstStyle/>
          <a:p>
            <a:pPr marL="189230" indent="-177165">
              <a:lnSpc>
                <a:spcPct val="100000"/>
              </a:lnSpc>
              <a:spcBef>
                <a:spcPts val="1165"/>
              </a:spcBef>
              <a:buClr>
                <a:srgbClr val="1CACE4"/>
              </a:buClr>
              <a:buFont typeface="Arial MT"/>
              <a:buChar char="•"/>
              <a:tabLst>
                <a:tab pos="189865" algn="l"/>
              </a:tabLst>
            </a:pPr>
            <a:r>
              <a:rPr sz="2800" spc="-15" dirty="0">
                <a:solidFill>
                  <a:srgbClr val="3F3F3F"/>
                </a:solidFill>
                <a:latin typeface="Calibri"/>
                <a:cs typeface="Calibri"/>
              </a:rPr>
              <a:t>Each</a:t>
            </a:r>
            <a:r>
              <a:rPr sz="2800" spc="-20" dirty="0">
                <a:solidFill>
                  <a:srgbClr val="3F3F3F"/>
                </a:solidFill>
                <a:latin typeface="Calibri"/>
                <a:cs typeface="Calibri"/>
              </a:rPr>
              <a:t> </a:t>
            </a:r>
            <a:r>
              <a:rPr sz="2800" spc="-15" dirty="0">
                <a:solidFill>
                  <a:srgbClr val="3F3F3F"/>
                </a:solidFill>
                <a:latin typeface="Calibri"/>
                <a:cs typeface="Calibri"/>
              </a:rPr>
              <a:t>link-layer</a:t>
            </a:r>
            <a:r>
              <a:rPr sz="2800" spc="20" dirty="0">
                <a:solidFill>
                  <a:srgbClr val="3F3F3F"/>
                </a:solidFill>
                <a:latin typeface="Calibri"/>
                <a:cs typeface="Calibri"/>
              </a:rPr>
              <a:t> </a:t>
            </a:r>
            <a:r>
              <a:rPr sz="2800" spc="-20" dirty="0">
                <a:solidFill>
                  <a:srgbClr val="3F3F3F"/>
                </a:solidFill>
                <a:latin typeface="Calibri"/>
                <a:cs typeface="Calibri"/>
              </a:rPr>
              <a:t>protocol</a:t>
            </a:r>
            <a:r>
              <a:rPr sz="2800" spc="5" dirty="0">
                <a:solidFill>
                  <a:srgbClr val="3F3F3F"/>
                </a:solidFill>
                <a:latin typeface="Calibri"/>
                <a:cs typeface="Calibri"/>
              </a:rPr>
              <a:t> </a:t>
            </a:r>
            <a:r>
              <a:rPr sz="2800" spc="-5" dirty="0">
                <a:solidFill>
                  <a:srgbClr val="3F3F3F"/>
                </a:solidFill>
                <a:latin typeface="Calibri"/>
                <a:cs typeface="Calibri"/>
              </a:rPr>
              <a:t>has</a:t>
            </a:r>
            <a:r>
              <a:rPr sz="2800" spc="20" dirty="0">
                <a:solidFill>
                  <a:srgbClr val="3F3F3F"/>
                </a:solidFill>
                <a:latin typeface="Calibri"/>
                <a:cs typeface="Calibri"/>
              </a:rPr>
              <a:t> </a:t>
            </a:r>
            <a:r>
              <a:rPr sz="2800" spc="-10" dirty="0">
                <a:solidFill>
                  <a:srgbClr val="3F3F3F"/>
                </a:solidFill>
                <a:latin typeface="Calibri"/>
                <a:cs typeface="Calibri"/>
              </a:rPr>
              <a:t>its</a:t>
            </a:r>
            <a:r>
              <a:rPr sz="2800" dirty="0">
                <a:solidFill>
                  <a:srgbClr val="3F3F3F"/>
                </a:solidFill>
                <a:latin typeface="Calibri"/>
                <a:cs typeface="Calibri"/>
              </a:rPr>
              <a:t> </a:t>
            </a:r>
            <a:r>
              <a:rPr sz="2800" spc="-10" dirty="0">
                <a:solidFill>
                  <a:srgbClr val="3F3F3F"/>
                </a:solidFill>
                <a:latin typeface="Calibri"/>
                <a:cs typeface="Calibri"/>
              </a:rPr>
              <a:t>own</a:t>
            </a:r>
            <a:r>
              <a:rPr sz="2800" spc="-5" dirty="0">
                <a:solidFill>
                  <a:srgbClr val="3F3F3F"/>
                </a:solidFill>
                <a:latin typeface="Calibri"/>
                <a:cs typeface="Calibri"/>
              </a:rPr>
              <a:t> </a:t>
            </a:r>
            <a:r>
              <a:rPr sz="2800" spc="-20" dirty="0">
                <a:solidFill>
                  <a:srgbClr val="3F3F3F"/>
                </a:solidFill>
                <a:latin typeface="Calibri"/>
                <a:cs typeface="Calibri"/>
              </a:rPr>
              <a:t>frame</a:t>
            </a:r>
            <a:r>
              <a:rPr sz="2800" spc="-5" dirty="0">
                <a:solidFill>
                  <a:srgbClr val="3F3F3F"/>
                </a:solidFill>
                <a:latin typeface="Calibri"/>
                <a:cs typeface="Calibri"/>
              </a:rPr>
              <a:t> </a:t>
            </a:r>
            <a:r>
              <a:rPr sz="2800" spc="-20" dirty="0">
                <a:solidFill>
                  <a:srgbClr val="3F3F3F"/>
                </a:solidFill>
                <a:latin typeface="Calibri"/>
                <a:cs typeface="Calibri"/>
              </a:rPr>
              <a:t>format.</a:t>
            </a:r>
            <a:endParaRPr sz="2800">
              <a:latin typeface="Calibri"/>
              <a:cs typeface="Calibri"/>
            </a:endParaRPr>
          </a:p>
          <a:p>
            <a:pPr marL="189230" marR="5080" indent="-177165">
              <a:lnSpc>
                <a:spcPts val="3020"/>
              </a:lnSpc>
              <a:spcBef>
                <a:spcPts val="1455"/>
              </a:spcBef>
              <a:buClr>
                <a:srgbClr val="1CACE4"/>
              </a:buClr>
              <a:buFont typeface="Arial MT"/>
              <a:buChar char="•"/>
              <a:tabLst>
                <a:tab pos="189865" algn="l"/>
              </a:tabLst>
            </a:pPr>
            <a:r>
              <a:rPr sz="2800" spc="-5" dirty="0">
                <a:solidFill>
                  <a:srgbClr val="3F3F3F"/>
                </a:solidFill>
                <a:latin typeface="Calibri"/>
                <a:cs typeface="Calibri"/>
              </a:rPr>
              <a:t>when a</a:t>
            </a:r>
            <a:r>
              <a:rPr sz="2800" spc="5" dirty="0">
                <a:solidFill>
                  <a:srgbClr val="3F3F3F"/>
                </a:solidFill>
                <a:latin typeface="Calibri"/>
                <a:cs typeface="Calibri"/>
              </a:rPr>
              <a:t> </a:t>
            </a:r>
            <a:r>
              <a:rPr sz="2800" spc="-20" dirty="0">
                <a:solidFill>
                  <a:srgbClr val="3F3F3F"/>
                </a:solidFill>
                <a:latin typeface="Calibri"/>
                <a:cs typeface="Calibri"/>
              </a:rPr>
              <a:t>datagram</a:t>
            </a:r>
            <a:r>
              <a:rPr sz="2800"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15" dirty="0">
                <a:solidFill>
                  <a:srgbClr val="3F3F3F"/>
                </a:solidFill>
                <a:latin typeface="Calibri"/>
                <a:cs typeface="Calibri"/>
              </a:rPr>
              <a:t>encapsulated</a:t>
            </a:r>
            <a:r>
              <a:rPr sz="2800" spc="20" dirty="0">
                <a:solidFill>
                  <a:srgbClr val="3F3F3F"/>
                </a:solidFill>
                <a:latin typeface="Calibri"/>
                <a:cs typeface="Calibri"/>
              </a:rPr>
              <a:t> </a:t>
            </a:r>
            <a:r>
              <a:rPr sz="2800" spc="-10" dirty="0">
                <a:solidFill>
                  <a:srgbClr val="3F3F3F"/>
                </a:solidFill>
                <a:latin typeface="Calibri"/>
                <a:cs typeface="Calibri"/>
              </a:rPr>
              <a:t>in</a:t>
            </a:r>
            <a:r>
              <a:rPr sz="2800" spc="10"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20" dirty="0">
                <a:solidFill>
                  <a:srgbClr val="3F3F3F"/>
                </a:solidFill>
                <a:latin typeface="Calibri"/>
                <a:cs typeface="Calibri"/>
              </a:rPr>
              <a:t>frame,</a:t>
            </a:r>
            <a:r>
              <a:rPr sz="2800" spc="5" dirty="0">
                <a:solidFill>
                  <a:srgbClr val="3F3F3F"/>
                </a:solidFill>
                <a:latin typeface="Calibri"/>
                <a:cs typeface="Calibri"/>
              </a:rPr>
              <a:t> </a:t>
            </a:r>
            <a:r>
              <a:rPr sz="2800" spc="-10" dirty="0">
                <a:solidFill>
                  <a:srgbClr val="3F3F3F"/>
                </a:solidFill>
                <a:latin typeface="Calibri"/>
                <a:cs typeface="Calibri"/>
              </a:rPr>
              <a:t>the</a:t>
            </a:r>
            <a:r>
              <a:rPr sz="2800" spc="10" dirty="0">
                <a:solidFill>
                  <a:srgbClr val="3F3F3F"/>
                </a:solidFill>
                <a:latin typeface="Calibri"/>
                <a:cs typeface="Calibri"/>
              </a:rPr>
              <a:t> </a:t>
            </a:r>
            <a:r>
              <a:rPr sz="2800" spc="-20" dirty="0">
                <a:solidFill>
                  <a:srgbClr val="3F3F3F"/>
                </a:solidFill>
                <a:latin typeface="Calibri"/>
                <a:cs typeface="Calibri"/>
              </a:rPr>
              <a:t>total</a:t>
            </a:r>
            <a:r>
              <a:rPr sz="2800" spc="-10" dirty="0">
                <a:solidFill>
                  <a:srgbClr val="3F3F3F"/>
                </a:solidFill>
                <a:latin typeface="Calibri"/>
                <a:cs typeface="Calibri"/>
              </a:rPr>
              <a:t> </a:t>
            </a:r>
            <a:r>
              <a:rPr sz="2800" spc="-25" dirty="0">
                <a:solidFill>
                  <a:srgbClr val="3F3F3F"/>
                </a:solidFill>
                <a:latin typeface="Calibri"/>
                <a:cs typeface="Calibri"/>
              </a:rPr>
              <a:t>size </a:t>
            </a:r>
            <a:r>
              <a:rPr sz="2800" spc="-615"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the</a:t>
            </a:r>
            <a:r>
              <a:rPr sz="2800" spc="5" dirty="0">
                <a:solidFill>
                  <a:srgbClr val="3F3F3F"/>
                </a:solidFill>
                <a:latin typeface="Calibri"/>
                <a:cs typeface="Calibri"/>
              </a:rPr>
              <a:t> </a:t>
            </a:r>
            <a:r>
              <a:rPr sz="2800" spc="-20" dirty="0">
                <a:solidFill>
                  <a:srgbClr val="3F3F3F"/>
                </a:solidFill>
                <a:latin typeface="Calibri"/>
                <a:cs typeface="Calibri"/>
              </a:rPr>
              <a:t>datagram</a:t>
            </a:r>
            <a:r>
              <a:rPr sz="2800" spc="-5" dirty="0">
                <a:solidFill>
                  <a:srgbClr val="3F3F3F"/>
                </a:solidFill>
                <a:latin typeface="Calibri"/>
                <a:cs typeface="Calibri"/>
              </a:rPr>
              <a:t> </a:t>
            </a:r>
            <a:r>
              <a:rPr sz="2800" spc="-20" dirty="0">
                <a:solidFill>
                  <a:srgbClr val="3F3F3F"/>
                </a:solidFill>
                <a:latin typeface="Calibri"/>
                <a:cs typeface="Calibri"/>
              </a:rPr>
              <a:t>must</a:t>
            </a:r>
            <a:r>
              <a:rPr sz="2800" spc="20" dirty="0">
                <a:solidFill>
                  <a:srgbClr val="3F3F3F"/>
                </a:solidFill>
                <a:latin typeface="Calibri"/>
                <a:cs typeface="Calibri"/>
              </a:rPr>
              <a:t> </a:t>
            </a:r>
            <a:r>
              <a:rPr sz="2800" spc="-5" dirty="0">
                <a:solidFill>
                  <a:srgbClr val="3F3F3F"/>
                </a:solidFill>
                <a:latin typeface="Calibri"/>
                <a:cs typeface="Calibri"/>
              </a:rPr>
              <a:t>be</a:t>
            </a:r>
            <a:r>
              <a:rPr sz="2800" spc="5" dirty="0">
                <a:solidFill>
                  <a:srgbClr val="3F3F3F"/>
                </a:solidFill>
                <a:latin typeface="Calibri"/>
                <a:cs typeface="Calibri"/>
              </a:rPr>
              <a:t> </a:t>
            </a:r>
            <a:r>
              <a:rPr sz="2800" spc="-10" dirty="0">
                <a:solidFill>
                  <a:srgbClr val="3F3F3F"/>
                </a:solidFill>
                <a:latin typeface="Calibri"/>
                <a:cs typeface="Calibri"/>
              </a:rPr>
              <a:t>less</a:t>
            </a:r>
            <a:r>
              <a:rPr sz="2800" spc="5" dirty="0">
                <a:solidFill>
                  <a:srgbClr val="3F3F3F"/>
                </a:solidFill>
                <a:latin typeface="Calibri"/>
                <a:cs typeface="Calibri"/>
              </a:rPr>
              <a:t> </a:t>
            </a:r>
            <a:r>
              <a:rPr sz="2800" spc="-10" dirty="0">
                <a:solidFill>
                  <a:srgbClr val="3F3F3F"/>
                </a:solidFill>
                <a:latin typeface="Calibri"/>
                <a:cs typeface="Calibri"/>
              </a:rPr>
              <a:t>than</a:t>
            </a:r>
            <a:r>
              <a:rPr sz="2800" spc="25" dirty="0">
                <a:solidFill>
                  <a:srgbClr val="3F3F3F"/>
                </a:solidFill>
                <a:latin typeface="Calibri"/>
                <a:cs typeface="Calibri"/>
              </a:rPr>
              <a:t> </a:t>
            </a:r>
            <a:r>
              <a:rPr sz="2800" spc="-10" dirty="0">
                <a:solidFill>
                  <a:srgbClr val="3F3F3F"/>
                </a:solidFill>
                <a:latin typeface="Calibri"/>
                <a:cs typeface="Calibri"/>
              </a:rPr>
              <a:t>this</a:t>
            </a:r>
            <a:r>
              <a:rPr sz="2800" spc="20" dirty="0">
                <a:solidFill>
                  <a:srgbClr val="3F3F3F"/>
                </a:solidFill>
                <a:latin typeface="Calibri"/>
                <a:cs typeface="Calibri"/>
              </a:rPr>
              <a:t> </a:t>
            </a:r>
            <a:r>
              <a:rPr sz="2800" spc="-15" dirty="0">
                <a:solidFill>
                  <a:srgbClr val="3F3F3F"/>
                </a:solidFill>
                <a:latin typeface="Calibri"/>
                <a:cs typeface="Calibri"/>
              </a:rPr>
              <a:t>maximum</a:t>
            </a:r>
            <a:r>
              <a:rPr sz="2800" spc="5" dirty="0">
                <a:solidFill>
                  <a:srgbClr val="3F3F3F"/>
                </a:solidFill>
                <a:latin typeface="Calibri"/>
                <a:cs typeface="Calibri"/>
              </a:rPr>
              <a:t> </a:t>
            </a:r>
            <a:r>
              <a:rPr sz="2800" spc="-20" dirty="0">
                <a:solidFill>
                  <a:srgbClr val="3F3F3F"/>
                </a:solidFill>
                <a:latin typeface="Calibri"/>
                <a:cs typeface="Calibri"/>
              </a:rPr>
              <a:t>size, </a:t>
            </a:r>
            <a:r>
              <a:rPr sz="2800" spc="-15" dirty="0">
                <a:solidFill>
                  <a:srgbClr val="3F3F3F"/>
                </a:solidFill>
                <a:latin typeface="Calibri"/>
                <a:cs typeface="Calibri"/>
              </a:rPr>
              <a:t> </a:t>
            </a:r>
            <a:r>
              <a:rPr sz="2800" spc="-5" dirty="0">
                <a:solidFill>
                  <a:srgbClr val="3F3F3F"/>
                </a:solidFill>
                <a:latin typeface="Calibri"/>
                <a:cs typeface="Calibri"/>
              </a:rPr>
              <a:t>which</a:t>
            </a:r>
            <a:r>
              <a:rPr sz="2800"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0" dirty="0">
                <a:solidFill>
                  <a:srgbClr val="3F3F3F"/>
                </a:solidFill>
                <a:latin typeface="Calibri"/>
                <a:cs typeface="Calibri"/>
              </a:rPr>
              <a:t>defined</a:t>
            </a:r>
            <a:r>
              <a:rPr sz="2800" spc="15"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restrictions</a:t>
            </a:r>
            <a:r>
              <a:rPr sz="2800" spc="35" dirty="0">
                <a:solidFill>
                  <a:srgbClr val="3F3F3F"/>
                </a:solidFill>
                <a:latin typeface="Calibri"/>
                <a:cs typeface="Calibri"/>
              </a:rPr>
              <a:t> </a:t>
            </a:r>
            <a:r>
              <a:rPr sz="2800" spc="-10" dirty="0">
                <a:solidFill>
                  <a:srgbClr val="3F3F3F"/>
                </a:solidFill>
                <a:latin typeface="Calibri"/>
                <a:cs typeface="Calibri"/>
              </a:rPr>
              <a:t>imposed</a:t>
            </a:r>
            <a:r>
              <a:rPr sz="2800" spc="30"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20" dirty="0">
                <a:solidFill>
                  <a:srgbClr val="3F3F3F"/>
                </a:solidFill>
                <a:latin typeface="Calibri"/>
                <a:cs typeface="Calibri"/>
              </a:rPr>
              <a:t>hardware</a:t>
            </a:r>
            <a:r>
              <a:rPr sz="2800" spc="-10" dirty="0">
                <a:solidFill>
                  <a:srgbClr val="3F3F3F"/>
                </a:solidFill>
                <a:latin typeface="Calibri"/>
                <a:cs typeface="Calibri"/>
              </a:rPr>
              <a:t> </a:t>
            </a:r>
            <a:r>
              <a:rPr sz="2800" spc="-5" dirty="0">
                <a:solidFill>
                  <a:srgbClr val="3F3F3F"/>
                </a:solidFill>
                <a:latin typeface="Calibri"/>
                <a:cs typeface="Calibri"/>
              </a:rPr>
              <a:t>and</a:t>
            </a:r>
            <a:r>
              <a:rPr sz="2800" spc="5" dirty="0">
                <a:solidFill>
                  <a:srgbClr val="3F3F3F"/>
                </a:solidFill>
                <a:latin typeface="Calibri"/>
                <a:cs typeface="Calibri"/>
              </a:rPr>
              <a:t> </a:t>
            </a:r>
            <a:r>
              <a:rPr sz="2800" spc="-15" dirty="0">
                <a:solidFill>
                  <a:srgbClr val="3F3F3F"/>
                </a:solidFill>
                <a:latin typeface="Calibri"/>
                <a:cs typeface="Calibri"/>
              </a:rPr>
              <a:t>software</a:t>
            </a:r>
            <a:r>
              <a:rPr sz="2800" spc="-5" dirty="0">
                <a:solidFill>
                  <a:srgbClr val="3F3F3F"/>
                </a:solidFill>
                <a:latin typeface="Calibri"/>
                <a:cs typeface="Calibri"/>
              </a:rPr>
              <a:t> </a:t>
            </a:r>
            <a:r>
              <a:rPr sz="2800" spc="-10" dirty="0">
                <a:solidFill>
                  <a:srgbClr val="3F3F3F"/>
                </a:solidFill>
                <a:latin typeface="Calibri"/>
                <a:cs typeface="Calibri"/>
              </a:rPr>
              <a:t>used</a:t>
            </a:r>
            <a:r>
              <a:rPr sz="2800" spc="20" dirty="0">
                <a:solidFill>
                  <a:srgbClr val="3F3F3F"/>
                </a:solidFill>
                <a:latin typeface="Calibri"/>
                <a:cs typeface="Calibri"/>
              </a:rPr>
              <a:t> </a:t>
            </a:r>
            <a:r>
              <a:rPr sz="2800" spc="-10" dirty="0">
                <a:solidFill>
                  <a:srgbClr val="3F3F3F"/>
                </a:solidFill>
                <a:latin typeface="Calibri"/>
                <a:cs typeface="Calibri"/>
              </a:rPr>
              <a:t>in</a:t>
            </a:r>
            <a:r>
              <a:rPr sz="2800" spc="2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0" dirty="0">
                <a:solidFill>
                  <a:srgbClr val="3F3F3F"/>
                </a:solidFill>
                <a:latin typeface="Calibri"/>
                <a:cs typeface="Calibri"/>
              </a:rPr>
              <a:t>network</a:t>
            </a:r>
            <a:endParaRPr sz="28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pic>
          <p:nvPicPr>
            <p:cNvPr id="9" name="object 9"/>
            <p:cNvPicPr/>
            <p:nvPr/>
          </p:nvPicPr>
          <p:blipFill>
            <a:blip r:embed="rId2" cstate="print"/>
            <a:stretch>
              <a:fillRect/>
            </a:stretch>
          </p:blipFill>
          <p:spPr>
            <a:xfrm>
              <a:off x="838200" y="4114800"/>
              <a:ext cx="7982711" cy="2590800"/>
            </a:xfrm>
            <a:prstGeom prst="rect">
              <a:avLst/>
            </a:prstGeom>
          </p:spPr>
        </p:pic>
      </p:gr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40</a:t>
            </a:fld>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50014"/>
            <a:ext cx="8653780" cy="4399280"/>
          </a:xfrm>
          <a:prstGeom prst="rect">
            <a:avLst/>
          </a:prstGeom>
        </p:spPr>
        <p:txBody>
          <a:bodyPr vert="horz" wrap="square" lIns="0" tIns="83820" rIns="0" bIns="0" rtlCol="0">
            <a:spAutoFit/>
          </a:bodyPr>
          <a:lstStyle/>
          <a:p>
            <a:pPr marL="189230" marR="657225" indent="-177165">
              <a:lnSpc>
                <a:spcPts val="2300"/>
              </a:lnSpc>
              <a:spcBef>
                <a:spcPts val="660"/>
              </a:spcBef>
              <a:buClr>
                <a:srgbClr val="1CACE4"/>
              </a:buClr>
              <a:buFont typeface="Arial MT"/>
              <a:buChar char="•"/>
              <a:tabLst>
                <a:tab pos="189865" algn="l"/>
              </a:tabLst>
            </a:pPr>
            <a:r>
              <a:rPr sz="2400" spc="-5" dirty="0">
                <a:solidFill>
                  <a:srgbClr val="3F3F3F"/>
                </a:solidFill>
                <a:latin typeface="Calibri"/>
                <a:cs typeface="Calibri"/>
              </a:rPr>
              <a:t>The </a:t>
            </a:r>
            <a:r>
              <a:rPr sz="2400" spc="-10" dirty="0">
                <a:solidFill>
                  <a:srgbClr val="3F3F3F"/>
                </a:solidFill>
                <a:latin typeface="Calibri"/>
                <a:cs typeface="Calibri"/>
              </a:rPr>
              <a:t>value </a:t>
            </a:r>
            <a:r>
              <a:rPr sz="2400" spc="-5" dirty="0">
                <a:solidFill>
                  <a:srgbClr val="3F3F3F"/>
                </a:solidFill>
                <a:latin typeface="Calibri"/>
                <a:cs typeface="Calibri"/>
              </a:rPr>
              <a:t>of the maximum </a:t>
            </a:r>
            <a:r>
              <a:rPr sz="2400" spc="-20" dirty="0">
                <a:solidFill>
                  <a:srgbClr val="3F3F3F"/>
                </a:solidFill>
                <a:latin typeface="Calibri"/>
                <a:cs typeface="Calibri"/>
              </a:rPr>
              <a:t>transfer </a:t>
            </a:r>
            <a:r>
              <a:rPr sz="2400" spc="-5" dirty="0">
                <a:solidFill>
                  <a:srgbClr val="3F3F3F"/>
                </a:solidFill>
                <a:latin typeface="Calibri"/>
                <a:cs typeface="Calibri"/>
              </a:rPr>
              <a:t>unit (MTU) </a:t>
            </a:r>
            <a:r>
              <a:rPr sz="2400" spc="-20" dirty="0">
                <a:solidFill>
                  <a:srgbClr val="3F3F3F"/>
                </a:solidFill>
                <a:latin typeface="Calibri"/>
                <a:cs typeface="Calibri"/>
              </a:rPr>
              <a:t>differs </a:t>
            </a:r>
            <a:r>
              <a:rPr sz="2400" spc="-15" dirty="0">
                <a:solidFill>
                  <a:srgbClr val="3F3F3F"/>
                </a:solidFill>
                <a:latin typeface="Calibri"/>
                <a:cs typeface="Calibri"/>
              </a:rPr>
              <a:t>from </a:t>
            </a:r>
            <a:r>
              <a:rPr sz="2400" spc="-10" dirty="0">
                <a:solidFill>
                  <a:srgbClr val="3F3F3F"/>
                </a:solidFill>
                <a:latin typeface="Calibri"/>
                <a:cs typeface="Calibri"/>
              </a:rPr>
              <a:t>one </a:t>
            </a:r>
            <a:r>
              <a:rPr sz="2400" spc="-530" dirty="0">
                <a:solidFill>
                  <a:srgbClr val="3F3F3F"/>
                </a:solidFill>
                <a:latin typeface="Calibri"/>
                <a:cs typeface="Calibri"/>
              </a:rPr>
              <a:t> </a:t>
            </a:r>
            <a:r>
              <a:rPr sz="2400" spc="-15" dirty="0">
                <a:solidFill>
                  <a:srgbClr val="3F3F3F"/>
                </a:solidFill>
                <a:latin typeface="Calibri"/>
                <a:cs typeface="Calibri"/>
              </a:rPr>
              <a:t>physical</a:t>
            </a:r>
            <a:r>
              <a:rPr sz="2400" spc="-20" dirty="0">
                <a:solidFill>
                  <a:srgbClr val="3F3F3F"/>
                </a:solidFill>
                <a:latin typeface="Calibri"/>
                <a:cs typeface="Calibri"/>
              </a:rPr>
              <a:t> </a:t>
            </a:r>
            <a:r>
              <a:rPr sz="2400" spc="-10" dirty="0">
                <a:solidFill>
                  <a:srgbClr val="3F3F3F"/>
                </a:solidFill>
                <a:latin typeface="Calibri"/>
                <a:cs typeface="Calibri"/>
              </a:rPr>
              <a:t>network</a:t>
            </a:r>
            <a:r>
              <a:rPr sz="2400" spc="-20" dirty="0">
                <a:solidFill>
                  <a:srgbClr val="3F3F3F"/>
                </a:solidFill>
                <a:latin typeface="Calibri"/>
                <a:cs typeface="Calibri"/>
              </a:rPr>
              <a:t> </a:t>
            </a:r>
            <a:r>
              <a:rPr sz="2400" spc="-15" dirty="0">
                <a:solidFill>
                  <a:srgbClr val="3F3F3F"/>
                </a:solidFill>
                <a:latin typeface="Calibri"/>
                <a:cs typeface="Calibri"/>
              </a:rPr>
              <a:t>protocol</a:t>
            </a:r>
            <a:r>
              <a:rPr sz="2400" spc="-2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35" dirty="0">
                <a:solidFill>
                  <a:srgbClr val="3F3F3F"/>
                </a:solidFill>
                <a:latin typeface="Calibri"/>
                <a:cs typeface="Calibri"/>
              </a:rPr>
              <a:t>another.</a:t>
            </a:r>
            <a:endParaRPr sz="2400">
              <a:latin typeface="Calibri"/>
              <a:cs typeface="Calibri"/>
            </a:endParaRPr>
          </a:p>
          <a:p>
            <a:pPr marL="189230" marR="410209" indent="-177165">
              <a:lnSpc>
                <a:spcPts val="2300"/>
              </a:lnSpc>
              <a:spcBef>
                <a:spcPts val="1410"/>
              </a:spcBef>
              <a:buClr>
                <a:srgbClr val="1CACE4"/>
              </a:buClr>
              <a:buFont typeface="Arial MT"/>
              <a:buChar char="•"/>
              <a:tabLst>
                <a:tab pos="189865" algn="l"/>
              </a:tabLst>
            </a:pPr>
            <a:r>
              <a:rPr sz="2400" spc="-15" dirty="0">
                <a:solidFill>
                  <a:srgbClr val="3F3F3F"/>
                </a:solidFill>
                <a:latin typeface="Calibri"/>
                <a:cs typeface="Calibri"/>
              </a:rPr>
              <a:t>For example, </a:t>
            </a:r>
            <a:r>
              <a:rPr sz="2400" spc="-5" dirty="0">
                <a:solidFill>
                  <a:srgbClr val="3F3F3F"/>
                </a:solidFill>
                <a:latin typeface="Calibri"/>
                <a:cs typeface="Calibri"/>
              </a:rPr>
              <a:t>the </a:t>
            </a:r>
            <a:r>
              <a:rPr sz="2400" spc="-10" dirty="0">
                <a:solidFill>
                  <a:srgbClr val="3F3F3F"/>
                </a:solidFill>
                <a:latin typeface="Calibri"/>
                <a:cs typeface="Calibri"/>
              </a:rPr>
              <a:t>value </a:t>
            </a:r>
            <a:r>
              <a:rPr sz="2400" spc="-20" dirty="0">
                <a:solidFill>
                  <a:srgbClr val="3F3F3F"/>
                </a:solidFill>
                <a:latin typeface="Calibri"/>
                <a:cs typeface="Calibri"/>
              </a:rPr>
              <a:t>for </a:t>
            </a:r>
            <a:r>
              <a:rPr sz="2400" dirty="0">
                <a:solidFill>
                  <a:srgbClr val="3F3F3F"/>
                </a:solidFill>
                <a:latin typeface="Calibri"/>
                <a:cs typeface="Calibri"/>
              </a:rPr>
              <a:t>a </a:t>
            </a:r>
            <a:r>
              <a:rPr sz="2400" spc="-5" dirty="0">
                <a:solidFill>
                  <a:srgbClr val="3F3F3F"/>
                </a:solidFill>
                <a:latin typeface="Calibri"/>
                <a:cs typeface="Calibri"/>
              </a:rPr>
              <a:t>LAN is normally 1500 bytes, but </a:t>
            </a:r>
            <a:r>
              <a:rPr sz="2400" spc="-20" dirty="0">
                <a:solidFill>
                  <a:srgbClr val="3F3F3F"/>
                </a:solidFill>
                <a:latin typeface="Calibri"/>
                <a:cs typeface="Calibri"/>
              </a:rPr>
              <a:t>for </a:t>
            </a:r>
            <a:r>
              <a:rPr sz="2400" dirty="0">
                <a:solidFill>
                  <a:srgbClr val="3F3F3F"/>
                </a:solidFill>
                <a:latin typeface="Calibri"/>
                <a:cs typeface="Calibri"/>
              </a:rPr>
              <a:t>a </a:t>
            </a:r>
            <a:r>
              <a:rPr sz="2400" spc="-530" dirty="0">
                <a:solidFill>
                  <a:srgbClr val="3F3F3F"/>
                </a:solidFill>
                <a:latin typeface="Calibri"/>
                <a:cs typeface="Calibri"/>
              </a:rPr>
              <a:t> </a:t>
            </a:r>
            <a:r>
              <a:rPr sz="2400" spc="-40" dirty="0">
                <a:solidFill>
                  <a:srgbClr val="3F3F3F"/>
                </a:solidFill>
                <a:latin typeface="Calibri"/>
                <a:cs typeface="Calibri"/>
              </a:rPr>
              <a:t>WAN</a:t>
            </a:r>
            <a:r>
              <a:rPr sz="2400" spc="-25" dirty="0">
                <a:solidFill>
                  <a:srgbClr val="3F3F3F"/>
                </a:solidFill>
                <a:latin typeface="Calibri"/>
                <a:cs typeface="Calibri"/>
              </a:rPr>
              <a:t> </a:t>
            </a:r>
            <a:r>
              <a:rPr sz="2400" spc="-5" dirty="0">
                <a:solidFill>
                  <a:srgbClr val="3F3F3F"/>
                </a:solidFill>
                <a:latin typeface="Calibri"/>
                <a:cs typeface="Calibri"/>
              </a:rPr>
              <a:t>it</a:t>
            </a:r>
            <a:r>
              <a:rPr sz="2400" spc="-20" dirty="0">
                <a:solidFill>
                  <a:srgbClr val="3F3F3F"/>
                </a:solidFill>
                <a:latin typeface="Calibri"/>
                <a:cs typeface="Calibri"/>
              </a:rPr>
              <a:t> </a:t>
            </a:r>
            <a:r>
              <a:rPr sz="2400" spc="-10" dirty="0">
                <a:solidFill>
                  <a:srgbClr val="3F3F3F"/>
                </a:solidFill>
                <a:latin typeface="Calibri"/>
                <a:cs typeface="Calibri"/>
              </a:rPr>
              <a:t>can</a:t>
            </a:r>
            <a:r>
              <a:rPr sz="2400" spc="-15"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a:t>
            </a:r>
            <a:r>
              <a:rPr sz="2400" spc="-15" dirty="0">
                <a:solidFill>
                  <a:srgbClr val="3F3F3F"/>
                </a:solidFill>
                <a:latin typeface="Calibri"/>
                <a:cs typeface="Calibri"/>
              </a:rPr>
              <a:t>larger</a:t>
            </a:r>
            <a:r>
              <a:rPr sz="2400" spc="-5" dirty="0">
                <a:solidFill>
                  <a:srgbClr val="3F3F3F"/>
                </a:solidFill>
                <a:latin typeface="Calibri"/>
                <a:cs typeface="Calibri"/>
              </a:rPr>
              <a:t> or </a:t>
            </a:r>
            <a:r>
              <a:rPr sz="2400" spc="-35" dirty="0">
                <a:solidFill>
                  <a:srgbClr val="3F3F3F"/>
                </a:solidFill>
                <a:latin typeface="Calibri"/>
                <a:cs typeface="Calibri"/>
              </a:rPr>
              <a:t>smaller.</a:t>
            </a:r>
            <a:endParaRPr sz="2400">
              <a:latin typeface="Calibri"/>
              <a:cs typeface="Calibri"/>
            </a:endParaRPr>
          </a:p>
          <a:p>
            <a:pPr marL="189230" marR="940435" indent="-177165">
              <a:lnSpc>
                <a:spcPct val="78700"/>
              </a:lnSpc>
              <a:spcBef>
                <a:spcPts val="1490"/>
              </a:spcBef>
              <a:buClr>
                <a:srgbClr val="1CACE4"/>
              </a:buClr>
              <a:buChar char="•"/>
              <a:tabLst>
                <a:tab pos="189865" algn="l"/>
              </a:tabLst>
            </a:pPr>
            <a:r>
              <a:rPr sz="2400" spc="-5" dirty="0">
                <a:solidFill>
                  <a:srgbClr val="0070BF"/>
                </a:solidFill>
                <a:latin typeface="Arial MT"/>
                <a:cs typeface="Arial MT"/>
              </a:rPr>
              <a:t>need a</a:t>
            </a:r>
            <a:r>
              <a:rPr sz="2400" dirty="0">
                <a:solidFill>
                  <a:srgbClr val="0070BF"/>
                </a:solidFill>
                <a:latin typeface="Arial MT"/>
                <a:cs typeface="Arial MT"/>
              </a:rPr>
              <a:t> </a:t>
            </a:r>
            <a:r>
              <a:rPr sz="2400" spc="-5" dirty="0">
                <a:solidFill>
                  <a:srgbClr val="0070BF"/>
                </a:solidFill>
                <a:latin typeface="Arial MT"/>
                <a:cs typeface="Arial MT"/>
              </a:rPr>
              <a:t>mechanism</a:t>
            </a:r>
            <a:r>
              <a:rPr sz="2400" spc="10" dirty="0">
                <a:solidFill>
                  <a:srgbClr val="0070BF"/>
                </a:solidFill>
                <a:latin typeface="Arial MT"/>
                <a:cs typeface="Arial MT"/>
              </a:rPr>
              <a:t> </a:t>
            </a:r>
            <a:r>
              <a:rPr sz="2400" spc="-5" dirty="0">
                <a:solidFill>
                  <a:srgbClr val="0070BF"/>
                </a:solidFill>
                <a:latin typeface="Arial MT"/>
                <a:cs typeface="Arial MT"/>
              </a:rPr>
              <a:t>that</a:t>
            </a:r>
            <a:r>
              <a:rPr sz="2400" spc="-20" dirty="0">
                <a:solidFill>
                  <a:srgbClr val="0070BF"/>
                </a:solidFill>
                <a:latin typeface="Arial MT"/>
                <a:cs typeface="Arial MT"/>
              </a:rPr>
              <a:t> </a:t>
            </a:r>
            <a:r>
              <a:rPr sz="2400" spc="-5" dirty="0">
                <a:solidFill>
                  <a:srgbClr val="0070BF"/>
                </a:solidFill>
                <a:latin typeface="Arial MT"/>
                <a:cs typeface="Arial MT"/>
              </a:rPr>
              <a:t>avoids</a:t>
            </a:r>
            <a:r>
              <a:rPr sz="2400" spc="20" dirty="0">
                <a:solidFill>
                  <a:srgbClr val="0070BF"/>
                </a:solidFill>
                <a:latin typeface="Arial MT"/>
                <a:cs typeface="Arial MT"/>
              </a:rPr>
              <a:t> </a:t>
            </a:r>
            <a:r>
              <a:rPr sz="2400" spc="-5" dirty="0">
                <a:solidFill>
                  <a:srgbClr val="0070BF"/>
                </a:solidFill>
                <a:latin typeface="Arial MT"/>
                <a:cs typeface="Arial MT"/>
              </a:rPr>
              <a:t>requiring</a:t>
            </a:r>
            <a:r>
              <a:rPr sz="2400" spc="20" dirty="0">
                <a:solidFill>
                  <a:srgbClr val="0070BF"/>
                </a:solidFill>
                <a:latin typeface="Arial MT"/>
                <a:cs typeface="Arial MT"/>
              </a:rPr>
              <a:t> </a:t>
            </a:r>
            <a:r>
              <a:rPr sz="2400" spc="-5" dirty="0">
                <a:solidFill>
                  <a:srgbClr val="0070BF"/>
                </a:solidFill>
                <a:latin typeface="Arial MT"/>
                <a:cs typeface="Arial MT"/>
              </a:rPr>
              <a:t>large</a:t>
            </a:r>
            <a:r>
              <a:rPr sz="2400" spc="5" dirty="0">
                <a:solidFill>
                  <a:srgbClr val="0070BF"/>
                </a:solidFill>
                <a:latin typeface="Arial MT"/>
                <a:cs typeface="Arial MT"/>
              </a:rPr>
              <a:t> </a:t>
            </a:r>
            <a:r>
              <a:rPr sz="2400" spc="-10" dirty="0">
                <a:solidFill>
                  <a:srgbClr val="0070BF"/>
                </a:solidFill>
                <a:latin typeface="Arial MT"/>
                <a:cs typeface="Arial MT"/>
              </a:rPr>
              <a:t>buffers </a:t>
            </a:r>
            <a:r>
              <a:rPr sz="2400" spc="-5" dirty="0">
                <a:solidFill>
                  <a:srgbClr val="0070BF"/>
                </a:solidFill>
                <a:latin typeface="Arial MT"/>
                <a:cs typeface="Arial MT"/>
              </a:rPr>
              <a:t>at </a:t>
            </a:r>
            <a:r>
              <a:rPr sz="2400" spc="-655" dirty="0">
                <a:solidFill>
                  <a:srgbClr val="0070BF"/>
                </a:solidFill>
                <a:latin typeface="Arial MT"/>
                <a:cs typeface="Arial MT"/>
              </a:rPr>
              <a:t> </a:t>
            </a:r>
            <a:r>
              <a:rPr sz="2400" spc="-5" dirty="0">
                <a:solidFill>
                  <a:srgbClr val="0070BF"/>
                </a:solidFill>
                <a:latin typeface="Arial MT"/>
                <a:cs typeface="Arial MT"/>
              </a:rPr>
              <a:t>intermediate</a:t>
            </a:r>
            <a:r>
              <a:rPr sz="2400" dirty="0">
                <a:solidFill>
                  <a:srgbClr val="0070BF"/>
                </a:solidFill>
                <a:latin typeface="Arial MT"/>
                <a:cs typeface="Arial MT"/>
              </a:rPr>
              <a:t> </a:t>
            </a:r>
            <a:r>
              <a:rPr sz="2400" spc="-5" dirty="0">
                <a:solidFill>
                  <a:srgbClr val="0070BF"/>
                </a:solidFill>
                <a:latin typeface="Arial MT"/>
                <a:cs typeface="Arial MT"/>
              </a:rPr>
              <a:t>routers</a:t>
            </a:r>
            <a:r>
              <a:rPr sz="2400" spc="-10" dirty="0">
                <a:solidFill>
                  <a:srgbClr val="0070BF"/>
                </a:solidFill>
                <a:latin typeface="Arial MT"/>
                <a:cs typeface="Arial MT"/>
              </a:rPr>
              <a:t> </a:t>
            </a:r>
            <a:r>
              <a:rPr sz="2400" dirty="0">
                <a:solidFill>
                  <a:srgbClr val="0070BF"/>
                </a:solidFill>
                <a:latin typeface="Arial MT"/>
                <a:cs typeface="Arial MT"/>
              </a:rPr>
              <a:t>to</a:t>
            </a:r>
            <a:r>
              <a:rPr sz="2400" spc="-10" dirty="0">
                <a:solidFill>
                  <a:srgbClr val="0070BF"/>
                </a:solidFill>
                <a:latin typeface="Arial MT"/>
                <a:cs typeface="Arial MT"/>
              </a:rPr>
              <a:t> </a:t>
            </a:r>
            <a:r>
              <a:rPr sz="2400" spc="-5" dirty="0">
                <a:solidFill>
                  <a:srgbClr val="0070BF"/>
                </a:solidFill>
                <a:latin typeface="Arial MT"/>
                <a:cs typeface="Arial MT"/>
              </a:rPr>
              <a:t>store</a:t>
            </a:r>
            <a:r>
              <a:rPr sz="2400" spc="-10" dirty="0">
                <a:solidFill>
                  <a:srgbClr val="0070BF"/>
                </a:solidFill>
                <a:latin typeface="Arial MT"/>
                <a:cs typeface="Arial MT"/>
              </a:rPr>
              <a:t> </a:t>
            </a:r>
            <a:r>
              <a:rPr sz="2400" spc="-5" dirty="0">
                <a:solidFill>
                  <a:srgbClr val="0070BF"/>
                </a:solidFill>
                <a:latin typeface="Arial MT"/>
                <a:cs typeface="Arial MT"/>
              </a:rPr>
              <a:t>the</a:t>
            </a:r>
            <a:r>
              <a:rPr sz="2400" dirty="0">
                <a:solidFill>
                  <a:srgbClr val="0070BF"/>
                </a:solidFill>
                <a:latin typeface="Arial MT"/>
                <a:cs typeface="Arial MT"/>
              </a:rPr>
              <a:t> </a:t>
            </a:r>
            <a:r>
              <a:rPr sz="2400" spc="-5" dirty="0">
                <a:solidFill>
                  <a:srgbClr val="0070BF"/>
                </a:solidFill>
                <a:latin typeface="Arial MT"/>
                <a:cs typeface="Arial MT"/>
              </a:rPr>
              <a:t>fragments.</a:t>
            </a:r>
            <a:endParaRPr sz="2400">
              <a:latin typeface="Arial MT"/>
              <a:cs typeface="Arial MT"/>
            </a:endParaRPr>
          </a:p>
          <a:p>
            <a:pPr marL="419100" marR="5080" lvl="1" indent="-182880">
              <a:lnSpc>
                <a:spcPct val="80000"/>
              </a:lnSpc>
              <a:spcBef>
                <a:spcPts val="425"/>
              </a:spcBef>
              <a:buClr>
                <a:srgbClr val="1CACE4"/>
              </a:buClr>
              <a:buChar char="◦"/>
              <a:tabLst>
                <a:tab pos="419734" algn="l"/>
              </a:tabLst>
            </a:pPr>
            <a:r>
              <a:rPr sz="2000" spc="-95" dirty="0">
                <a:solidFill>
                  <a:srgbClr val="3F3F3F"/>
                </a:solidFill>
                <a:latin typeface="Calibri"/>
                <a:cs typeface="Calibri"/>
              </a:rPr>
              <a:t>To</a:t>
            </a:r>
            <a:r>
              <a:rPr sz="2000" spc="-25" dirty="0">
                <a:solidFill>
                  <a:srgbClr val="3F3F3F"/>
                </a:solidFill>
                <a:latin typeface="Calibri"/>
                <a:cs typeface="Calibri"/>
              </a:rPr>
              <a:t> </a:t>
            </a:r>
            <a:r>
              <a:rPr sz="2000" spc="-20" dirty="0">
                <a:solidFill>
                  <a:srgbClr val="3F3F3F"/>
                </a:solidFill>
                <a:latin typeface="Calibri"/>
                <a:cs typeface="Calibri"/>
              </a:rPr>
              <a:t>make</a:t>
            </a:r>
            <a:r>
              <a:rPr sz="2000" dirty="0">
                <a:solidFill>
                  <a:srgbClr val="3F3F3F"/>
                </a:solidFill>
                <a:latin typeface="Calibri"/>
                <a:cs typeface="Calibri"/>
              </a:rPr>
              <a:t> the </a:t>
            </a:r>
            <a:r>
              <a:rPr sz="2000" spc="-5" dirty="0">
                <a:solidFill>
                  <a:srgbClr val="3F3F3F"/>
                </a:solidFill>
                <a:latin typeface="Calibri"/>
                <a:cs typeface="Calibri"/>
              </a:rPr>
              <a:t>IP</a:t>
            </a:r>
            <a:r>
              <a:rPr sz="2000" dirty="0">
                <a:solidFill>
                  <a:srgbClr val="3F3F3F"/>
                </a:solidFill>
                <a:latin typeface="Calibri"/>
                <a:cs typeface="Calibri"/>
              </a:rPr>
              <a:t> </a:t>
            </a:r>
            <a:r>
              <a:rPr sz="2000" spc="-10" dirty="0">
                <a:solidFill>
                  <a:srgbClr val="3F3F3F"/>
                </a:solidFill>
                <a:latin typeface="Calibri"/>
                <a:cs typeface="Calibri"/>
              </a:rPr>
              <a:t>protocol </a:t>
            </a:r>
            <a:r>
              <a:rPr sz="2000" spc="-5" dirty="0">
                <a:solidFill>
                  <a:srgbClr val="3F3F3F"/>
                </a:solidFill>
                <a:latin typeface="Calibri"/>
                <a:cs typeface="Calibri"/>
              </a:rPr>
              <a:t>independent</a:t>
            </a:r>
            <a:r>
              <a:rPr sz="2000" spc="-25"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 </a:t>
            </a:r>
            <a:r>
              <a:rPr sz="2000" spc="-10" dirty="0">
                <a:solidFill>
                  <a:srgbClr val="3F3F3F"/>
                </a:solidFill>
                <a:latin typeface="Calibri"/>
                <a:cs typeface="Calibri"/>
              </a:rPr>
              <a:t>physical network,</a:t>
            </a:r>
            <a:r>
              <a:rPr sz="2000" dirty="0">
                <a:solidFill>
                  <a:srgbClr val="3F3F3F"/>
                </a:solidFill>
                <a:latin typeface="Calibri"/>
                <a:cs typeface="Calibri"/>
              </a:rPr>
              <a:t> the</a:t>
            </a:r>
            <a:r>
              <a:rPr sz="2000" spc="-5" dirty="0">
                <a:solidFill>
                  <a:srgbClr val="3F3F3F"/>
                </a:solidFill>
                <a:latin typeface="Calibri"/>
                <a:cs typeface="Calibri"/>
              </a:rPr>
              <a:t> designers </a:t>
            </a:r>
            <a:r>
              <a:rPr sz="2000" dirty="0">
                <a:solidFill>
                  <a:srgbClr val="3F3F3F"/>
                </a:solidFill>
                <a:latin typeface="Calibri"/>
                <a:cs typeface="Calibri"/>
              </a:rPr>
              <a:t> </a:t>
            </a:r>
            <a:r>
              <a:rPr sz="2000" spc="-5" dirty="0">
                <a:solidFill>
                  <a:srgbClr val="3F3F3F"/>
                </a:solidFill>
                <a:latin typeface="Calibri"/>
                <a:cs typeface="Calibri"/>
              </a:rPr>
              <a:t>decided</a:t>
            </a:r>
            <a:r>
              <a:rPr sz="2000" spc="-2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20" dirty="0">
                <a:solidFill>
                  <a:srgbClr val="3F3F3F"/>
                </a:solidFill>
                <a:latin typeface="Calibri"/>
                <a:cs typeface="Calibri"/>
              </a:rPr>
              <a:t>make</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maximum</a:t>
            </a:r>
            <a:r>
              <a:rPr sz="2000" spc="10" dirty="0">
                <a:solidFill>
                  <a:srgbClr val="3F3F3F"/>
                </a:solidFill>
                <a:latin typeface="Calibri"/>
                <a:cs typeface="Calibri"/>
              </a:rPr>
              <a:t> </a:t>
            </a:r>
            <a:r>
              <a:rPr sz="2000" spc="-10" dirty="0">
                <a:solidFill>
                  <a:srgbClr val="3F3F3F"/>
                </a:solidFill>
                <a:latin typeface="Calibri"/>
                <a:cs typeface="Calibri"/>
              </a:rPr>
              <a:t>length</a:t>
            </a:r>
            <a:r>
              <a:rPr sz="2000" spc="5"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a:t>
            </a:r>
            <a:r>
              <a:rPr sz="2000" spc="-5" dirty="0">
                <a:solidFill>
                  <a:srgbClr val="3F3F3F"/>
                </a:solidFill>
                <a:latin typeface="Calibri"/>
                <a:cs typeface="Calibri"/>
              </a:rPr>
              <a:t> IP</a:t>
            </a:r>
            <a:r>
              <a:rPr sz="2000" dirty="0">
                <a:solidFill>
                  <a:srgbClr val="3F3F3F"/>
                </a:solidFill>
                <a:latin typeface="Calibri"/>
                <a:cs typeface="Calibri"/>
              </a:rPr>
              <a:t> </a:t>
            </a:r>
            <a:r>
              <a:rPr sz="2000" spc="-10" dirty="0">
                <a:solidFill>
                  <a:srgbClr val="3F3F3F"/>
                </a:solidFill>
                <a:latin typeface="Calibri"/>
                <a:cs typeface="Calibri"/>
              </a:rPr>
              <a:t>datagram</a:t>
            </a:r>
            <a:r>
              <a:rPr sz="2000" dirty="0">
                <a:solidFill>
                  <a:srgbClr val="3F3F3F"/>
                </a:solidFill>
                <a:latin typeface="Calibri"/>
                <a:cs typeface="Calibri"/>
              </a:rPr>
              <a:t> equal</a:t>
            </a:r>
            <a:r>
              <a:rPr sz="2000" spc="-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65,535</a:t>
            </a:r>
            <a:r>
              <a:rPr sz="2000" spc="-40" dirty="0">
                <a:solidFill>
                  <a:srgbClr val="3F3F3F"/>
                </a:solidFill>
                <a:latin typeface="Calibri"/>
                <a:cs typeface="Calibri"/>
              </a:rPr>
              <a:t> </a:t>
            </a:r>
            <a:r>
              <a:rPr sz="2000" spc="-5" dirty="0">
                <a:solidFill>
                  <a:srgbClr val="3F3F3F"/>
                </a:solidFill>
                <a:latin typeface="Calibri"/>
                <a:cs typeface="Calibri"/>
              </a:rPr>
              <a:t>bytes.</a:t>
            </a:r>
            <a:endParaRPr sz="2000">
              <a:latin typeface="Calibri"/>
              <a:cs typeface="Calibri"/>
            </a:endParaRPr>
          </a:p>
          <a:p>
            <a:pPr marL="419100" marR="257810" lvl="1" indent="-182880">
              <a:lnSpc>
                <a:spcPts val="1920"/>
              </a:lnSpc>
              <a:spcBef>
                <a:spcPts val="585"/>
              </a:spcBef>
              <a:buClr>
                <a:srgbClr val="1CACE4"/>
              </a:buClr>
              <a:buChar char="◦"/>
              <a:tabLst>
                <a:tab pos="419734" algn="l"/>
              </a:tabLst>
            </a:pPr>
            <a:r>
              <a:rPr sz="2000" spc="-5" dirty="0">
                <a:solidFill>
                  <a:srgbClr val="3F3F3F"/>
                </a:solidFill>
                <a:latin typeface="Calibri"/>
                <a:cs typeface="Calibri"/>
              </a:rPr>
              <a:t>This </a:t>
            </a:r>
            <a:r>
              <a:rPr sz="2000" spc="-15" dirty="0">
                <a:solidFill>
                  <a:srgbClr val="3F3F3F"/>
                </a:solidFill>
                <a:latin typeface="Calibri"/>
                <a:cs typeface="Calibri"/>
              </a:rPr>
              <a:t>makes</a:t>
            </a:r>
            <a:r>
              <a:rPr sz="2000" spc="15" dirty="0">
                <a:solidFill>
                  <a:srgbClr val="3F3F3F"/>
                </a:solidFill>
                <a:latin typeface="Calibri"/>
                <a:cs typeface="Calibri"/>
              </a:rPr>
              <a:t> </a:t>
            </a:r>
            <a:r>
              <a:rPr sz="2000" spc="-10" dirty="0">
                <a:solidFill>
                  <a:srgbClr val="3F3F3F"/>
                </a:solidFill>
                <a:latin typeface="Calibri"/>
                <a:cs typeface="Calibri"/>
              </a:rPr>
              <a:t>transmission</a:t>
            </a:r>
            <a:r>
              <a:rPr sz="2000" spc="30" dirty="0">
                <a:solidFill>
                  <a:srgbClr val="3F3F3F"/>
                </a:solidFill>
                <a:latin typeface="Calibri"/>
                <a:cs typeface="Calibri"/>
              </a:rPr>
              <a:t> </a:t>
            </a:r>
            <a:r>
              <a:rPr sz="2000" spc="-10" dirty="0">
                <a:solidFill>
                  <a:srgbClr val="3F3F3F"/>
                </a:solidFill>
                <a:latin typeface="Calibri"/>
                <a:cs typeface="Calibri"/>
              </a:rPr>
              <a:t>more</a:t>
            </a:r>
            <a:r>
              <a:rPr sz="2000" spc="5" dirty="0">
                <a:solidFill>
                  <a:srgbClr val="3F3F3F"/>
                </a:solidFill>
                <a:latin typeface="Calibri"/>
                <a:cs typeface="Calibri"/>
              </a:rPr>
              <a:t> </a:t>
            </a:r>
            <a:r>
              <a:rPr sz="2000" spc="-10" dirty="0">
                <a:solidFill>
                  <a:srgbClr val="3F3F3F"/>
                </a:solidFill>
                <a:latin typeface="Calibri"/>
                <a:cs typeface="Calibri"/>
              </a:rPr>
              <a:t>efficient</a:t>
            </a:r>
            <a:r>
              <a:rPr sz="2000" spc="15" dirty="0">
                <a:solidFill>
                  <a:srgbClr val="3F3F3F"/>
                </a:solidFill>
                <a:latin typeface="Calibri"/>
                <a:cs typeface="Calibri"/>
              </a:rPr>
              <a:t> </a:t>
            </a:r>
            <a:r>
              <a:rPr sz="2000" spc="-5" dirty="0">
                <a:solidFill>
                  <a:srgbClr val="3F3F3F"/>
                </a:solidFill>
                <a:latin typeface="Calibri"/>
                <a:cs typeface="Calibri"/>
              </a:rPr>
              <a:t>if</a:t>
            </a:r>
            <a:r>
              <a:rPr sz="2000" spc="5" dirty="0">
                <a:solidFill>
                  <a:srgbClr val="3F3F3F"/>
                </a:solidFill>
                <a:latin typeface="Calibri"/>
                <a:cs typeface="Calibri"/>
              </a:rPr>
              <a:t> </a:t>
            </a:r>
            <a:r>
              <a:rPr sz="2000" dirty="0">
                <a:solidFill>
                  <a:srgbClr val="3F3F3F"/>
                </a:solidFill>
                <a:latin typeface="Calibri"/>
                <a:cs typeface="Calibri"/>
              </a:rPr>
              <a:t>one</a:t>
            </a:r>
            <a:r>
              <a:rPr sz="2000" spc="-5" dirty="0">
                <a:solidFill>
                  <a:srgbClr val="3F3F3F"/>
                </a:solidFill>
                <a:latin typeface="Calibri"/>
                <a:cs typeface="Calibri"/>
              </a:rPr>
              <a:t> </a:t>
            </a:r>
            <a:r>
              <a:rPr sz="2000" spc="-10" dirty="0">
                <a:solidFill>
                  <a:srgbClr val="3F3F3F"/>
                </a:solidFill>
                <a:latin typeface="Calibri"/>
                <a:cs typeface="Calibri"/>
              </a:rPr>
              <a:t>day</a:t>
            </a:r>
            <a:r>
              <a:rPr sz="2000" spc="-15" dirty="0">
                <a:solidFill>
                  <a:srgbClr val="3F3F3F"/>
                </a:solidFill>
                <a:latin typeface="Calibri"/>
                <a:cs typeface="Calibri"/>
              </a:rPr>
              <a:t> </a:t>
            </a:r>
            <a:r>
              <a:rPr sz="2000" spc="-10" dirty="0">
                <a:solidFill>
                  <a:srgbClr val="3F3F3F"/>
                </a:solidFill>
                <a:latin typeface="Calibri"/>
                <a:cs typeface="Calibri"/>
              </a:rPr>
              <a:t>we</a:t>
            </a:r>
            <a:r>
              <a:rPr sz="2000" spc="-5" dirty="0">
                <a:solidFill>
                  <a:srgbClr val="3F3F3F"/>
                </a:solidFill>
                <a:latin typeface="Calibri"/>
                <a:cs typeface="Calibri"/>
              </a:rPr>
              <a:t> </a:t>
            </a:r>
            <a:r>
              <a:rPr sz="2000" dirty="0">
                <a:solidFill>
                  <a:srgbClr val="3F3F3F"/>
                </a:solidFill>
                <a:latin typeface="Calibri"/>
                <a:cs typeface="Calibri"/>
              </a:rPr>
              <a:t>use</a:t>
            </a:r>
            <a:r>
              <a:rPr sz="2000" spc="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5" dirty="0">
                <a:solidFill>
                  <a:srgbClr val="3F3F3F"/>
                </a:solidFill>
                <a:latin typeface="Calibri"/>
                <a:cs typeface="Calibri"/>
              </a:rPr>
              <a:t>link-layer</a:t>
            </a:r>
            <a:r>
              <a:rPr sz="2000" dirty="0">
                <a:solidFill>
                  <a:srgbClr val="3F3F3F"/>
                </a:solidFill>
                <a:latin typeface="Calibri"/>
                <a:cs typeface="Calibri"/>
              </a:rPr>
              <a:t> </a:t>
            </a:r>
            <a:r>
              <a:rPr sz="2000" spc="-15" dirty="0">
                <a:solidFill>
                  <a:srgbClr val="3F3F3F"/>
                </a:solidFill>
                <a:latin typeface="Calibri"/>
                <a:cs typeface="Calibri"/>
              </a:rPr>
              <a:t>protocol </a:t>
            </a:r>
            <a:r>
              <a:rPr sz="2000" spc="-434" dirty="0">
                <a:solidFill>
                  <a:srgbClr val="3F3F3F"/>
                </a:solidFill>
                <a:latin typeface="Calibri"/>
                <a:cs typeface="Calibri"/>
              </a:rPr>
              <a:t> </a:t>
            </a:r>
            <a:r>
              <a:rPr sz="2000" spc="-5" dirty="0">
                <a:solidFill>
                  <a:srgbClr val="3F3F3F"/>
                </a:solidFill>
                <a:latin typeface="Calibri"/>
                <a:cs typeface="Calibri"/>
              </a:rPr>
              <a:t>with</a:t>
            </a:r>
            <a:r>
              <a:rPr sz="2000" spc="-15" dirty="0">
                <a:solidFill>
                  <a:srgbClr val="3F3F3F"/>
                </a:solidFill>
                <a:latin typeface="Calibri"/>
                <a:cs typeface="Calibri"/>
              </a:rPr>
              <a:t> </a:t>
            </a:r>
            <a:r>
              <a:rPr sz="2000" dirty="0">
                <a:solidFill>
                  <a:srgbClr val="3F3F3F"/>
                </a:solidFill>
                <a:latin typeface="Calibri"/>
                <a:cs typeface="Calibri"/>
              </a:rPr>
              <a:t>an</a:t>
            </a:r>
            <a:r>
              <a:rPr sz="2000" spc="-10" dirty="0">
                <a:solidFill>
                  <a:srgbClr val="3F3F3F"/>
                </a:solidFill>
                <a:latin typeface="Calibri"/>
                <a:cs typeface="Calibri"/>
              </a:rPr>
              <a:t> </a:t>
            </a:r>
            <a:r>
              <a:rPr sz="2000" dirty="0">
                <a:solidFill>
                  <a:srgbClr val="3F3F3F"/>
                </a:solidFill>
                <a:latin typeface="Calibri"/>
                <a:cs typeface="Calibri"/>
              </a:rPr>
              <a:t>MTU</a:t>
            </a:r>
            <a:r>
              <a:rPr sz="2000" spc="-10" dirty="0">
                <a:solidFill>
                  <a:srgbClr val="3F3F3F"/>
                </a:solidFill>
                <a:latin typeface="Calibri"/>
                <a:cs typeface="Calibri"/>
              </a:rPr>
              <a:t> </a:t>
            </a:r>
            <a:r>
              <a:rPr sz="2000" spc="-5" dirty="0">
                <a:solidFill>
                  <a:srgbClr val="3F3F3F"/>
                </a:solidFill>
                <a:latin typeface="Calibri"/>
                <a:cs typeface="Calibri"/>
              </a:rPr>
              <a:t>of</a:t>
            </a:r>
            <a:r>
              <a:rPr sz="2000" dirty="0">
                <a:solidFill>
                  <a:srgbClr val="3F3F3F"/>
                </a:solidFill>
                <a:latin typeface="Calibri"/>
                <a:cs typeface="Calibri"/>
              </a:rPr>
              <a:t> </a:t>
            </a:r>
            <a:r>
              <a:rPr sz="2000" spc="-5" dirty="0">
                <a:solidFill>
                  <a:srgbClr val="3F3F3F"/>
                </a:solidFill>
                <a:latin typeface="Calibri"/>
                <a:cs typeface="Calibri"/>
              </a:rPr>
              <a:t>this</a:t>
            </a:r>
            <a:r>
              <a:rPr sz="2000" dirty="0">
                <a:solidFill>
                  <a:srgbClr val="3F3F3F"/>
                </a:solidFill>
                <a:latin typeface="Calibri"/>
                <a:cs typeface="Calibri"/>
              </a:rPr>
              <a:t> </a:t>
            </a:r>
            <a:r>
              <a:rPr sz="2000" spc="-15" dirty="0">
                <a:solidFill>
                  <a:srgbClr val="3F3F3F"/>
                </a:solidFill>
                <a:latin typeface="Calibri"/>
                <a:cs typeface="Calibri"/>
              </a:rPr>
              <a:t>size.</a:t>
            </a:r>
            <a:endParaRPr sz="2000">
              <a:latin typeface="Calibri"/>
              <a:cs typeface="Calibri"/>
            </a:endParaRPr>
          </a:p>
          <a:p>
            <a:pPr marL="419100" marR="172720" lvl="1" indent="-182880">
              <a:lnSpc>
                <a:spcPct val="80000"/>
              </a:lnSpc>
              <a:spcBef>
                <a:spcPts val="615"/>
              </a:spcBef>
              <a:buClr>
                <a:srgbClr val="1CACE4"/>
              </a:buClr>
              <a:buChar char="◦"/>
              <a:tabLst>
                <a:tab pos="419734" algn="l"/>
              </a:tabLst>
            </a:pPr>
            <a:r>
              <a:rPr sz="2000" spc="-35" dirty="0">
                <a:solidFill>
                  <a:srgbClr val="3F3F3F"/>
                </a:solidFill>
                <a:latin typeface="Calibri"/>
                <a:cs typeface="Calibri"/>
              </a:rPr>
              <a:t>However,</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other</a:t>
            </a:r>
            <a:r>
              <a:rPr sz="2000" spc="-10" dirty="0">
                <a:solidFill>
                  <a:srgbClr val="3F3F3F"/>
                </a:solidFill>
                <a:latin typeface="Calibri"/>
                <a:cs typeface="Calibri"/>
              </a:rPr>
              <a:t> physical</a:t>
            </a:r>
            <a:r>
              <a:rPr sz="2000" spc="-5" dirty="0">
                <a:solidFill>
                  <a:srgbClr val="3F3F3F"/>
                </a:solidFill>
                <a:latin typeface="Calibri"/>
                <a:cs typeface="Calibri"/>
              </a:rPr>
              <a:t> </a:t>
            </a:r>
            <a:r>
              <a:rPr sz="2000" spc="-10" dirty="0">
                <a:solidFill>
                  <a:srgbClr val="3F3F3F"/>
                </a:solidFill>
                <a:latin typeface="Calibri"/>
                <a:cs typeface="Calibri"/>
              </a:rPr>
              <a:t>networks,</a:t>
            </a:r>
            <a:r>
              <a:rPr sz="2000" spc="20" dirty="0">
                <a:solidFill>
                  <a:srgbClr val="3F3F3F"/>
                </a:solidFill>
                <a:latin typeface="Calibri"/>
                <a:cs typeface="Calibri"/>
              </a:rPr>
              <a:t> </a:t>
            </a:r>
            <a:r>
              <a:rPr sz="2000" spc="-10" dirty="0">
                <a:solidFill>
                  <a:srgbClr val="3F3F3F"/>
                </a:solidFill>
                <a:latin typeface="Calibri"/>
                <a:cs typeface="Calibri"/>
              </a:rPr>
              <a:t>we</a:t>
            </a:r>
            <a:r>
              <a:rPr sz="2000" spc="-5" dirty="0">
                <a:solidFill>
                  <a:srgbClr val="3F3F3F"/>
                </a:solidFill>
                <a:latin typeface="Calibri"/>
                <a:cs typeface="Calibri"/>
              </a:rPr>
              <a:t> </a:t>
            </a:r>
            <a:r>
              <a:rPr sz="2000" spc="-10" dirty="0">
                <a:solidFill>
                  <a:srgbClr val="3F3F3F"/>
                </a:solidFill>
                <a:latin typeface="Calibri"/>
                <a:cs typeface="Calibri"/>
              </a:rPr>
              <a:t>must</a:t>
            </a:r>
            <a:r>
              <a:rPr sz="2000" dirty="0">
                <a:solidFill>
                  <a:srgbClr val="3F3F3F"/>
                </a:solidFill>
                <a:latin typeface="Calibri"/>
                <a:cs typeface="Calibri"/>
              </a:rPr>
              <a:t> </a:t>
            </a:r>
            <a:r>
              <a:rPr sz="2000" spc="-5" dirty="0">
                <a:solidFill>
                  <a:srgbClr val="3F3F3F"/>
                </a:solidFill>
                <a:latin typeface="Calibri"/>
                <a:cs typeface="Calibri"/>
              </a:rPr>
              <a:t>divide</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datagram </a:t>
            </a:r>
            <a:r>
              <a:rPr sz="2000" spc="-15" dirty="0">
                <a:solidFill>
                  <a:srgbClr val="3F3F3F"/>
                </a:solidFill>
                <a:latin typeface="Calibri"/>
                <a:cs typeface="Calibri"/>
              </a:rPr>
              <a:t>to</a:t>
            </a:r>
            <a:r>
              <a:rPr sz="2000" spc="5" dirty="0">
                <a:solidFill>
                  <a:srgbClr val="3F3F3F"/>
                </a:solidFill>
                <a:latin typeface="Calibri"/>
                <a:cs typeface="Calibri"/>
              </a:rPr>
              <a:t> </a:t>
            </a:r>
            <a:r>
              <a:rPr sz="2000" spc="-20" dirty="0">
                <a:solidFill>
                  <a:srgbClr val="3F3F3F"/>
                </a:solidFill>
                <a:latin typeface="Calibri"/>
                <a:cs typeface="Calibri"/>
              </a:rPr>
              <a:t>make</a:t>
            </a:r>
            <a:r>
              <a:rPr sz="2000" spc="10" dirty="0">
                <a:solidFill>
                  <a:srgbClr val="3F3F3F"/>
                </a:solidFill>
                <a:latin typeface="Calibri"/>
                <a:cs typeface="Calibri"/>
              </a:rPr>
              <a:t> </a:t>
            </a:r>
            <a:r>
              <a:rPr sz="2000" spc="-5" dirty="0">
                <a:solidFill>
                  <a:srgbClr val="3F3F3F"/>
                </a:solidFill>
                <a:latin typeface="Calibri"/>
                <a:cs typeface="Calibri"/>
              </a:rPr>
              <a:t>it </a:t>
            </a:r>
            <a:r>
              <a:rPr sz="2000" spc="-440" dirty="0">
                <a:solidFill>
                  <a:srgbClr val="3F3F3F"/>
                </a:solidFill>
                <a:latin typeface="Calibri"/>
                <a:cs typeface="Calibri"/>
              </a:rPr>
              <a:t> </a:t>
            </a:r>
            <a:r>
              <a:rPr sz="2000" spc="-5" dirty="0">
                <a:solidFill>
                  <a:srgbClr val="3F3F3F"/>
                </a:solidFill>
                <a:latin typeface="Calibri"/>
                <a:cs typeface="Calibri"/>
              </a:rPr>
              <a:t>possible</a:t>
            </a:r>
            <a:r>
              <a:rPr sz="2000" spc="5" dirty="0">
                <a:solidFill>
                  <a:srgbClr val="3F3F3F"/>
                </a:solidFill>
                <a:latin typeface="Calibri"/>
                <a:cs typeface="Calibri"/>
              </a:rPr>
              <a:t> </a:t>
            </a:r>
            <a:r>
              <a:rPr sz="2000" spc="-15" dirty="0">
                <a:solidFill>
                  <a:srgbClr val="3F3F3F"/>
                </a:solidFill>
                <a:latin typeface="Calibri"/>
                <a:cs typeface="Calibri"/>
              </a:rPr>
              <a:t>for</a:t>
            </a:r>
            <a:r>
              <a:rPr sz="2000" dirty="0">
                <a:solidFill>
                  <a:srgbClr val="3F3F3F"/>
                </a:solidFill>
                <a:latin typeface="Calibri"/>
                <a:cs typeface="Calibri"/>
              </a:rPr>
              <a:t> </a:t>
            </a:r>
            <a:r>
              <a:rPr sz="2000" spc="-5" dirty="0">
                <a:solidFill>
                  <a:srgbClr val="3F3F3F"/>
                </a:solidFill>
                <a:latin typeface="Calibri"/>
                <a:cs typeface="Calibri"/>
              </a:rPr>
              <a:t>it</a:t>
            </a:r>
            <a:r>
              <a:rPr sz="2000"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pass</a:t>
            </a:r>
            <a:r>
              <a:rPr sz="2000" spc="15" dirty="0">
                <a:solidFill>
                  <a:srgbClr val="3F3F3F"/>
                </a:solidFill>
                <a:latin typeface="Calibri"/>
                <a:cs typeface="Calibri"/>
              </a:rPr>
              <a:t> </a:t>
            </a:r>
            <a:r>
              <a:rPr sz="2000" spc="-10" dirty="0">
                <a:solidFill>
                  <a:srgbClr val="3F3F3F"/>
                </a:solidFill>
                <a:latin typeface="Calibri"/>
                <a:cs typeface="Calibri"/>
              </a:rPr>
              <a:t>through</a:t>
            </a:r>
            <a:r>
              <a:rPr sz="2000" spc="-25" dirty="0">
                <a:solidFill>
                  <a:srgbClr val="3F3F3F"/>
                </a:solidFill>
                <a:latin typeface="Calibri"/>
                <a:cs typeface="Calibri"/>
              </a:rPr>
              <a:t> </a:t>
            </a:r>
            <a:r>
              <a:rPr sz="2000" spc="-5" dirty="0">
                <a:solidFill>
                  <a:srgbClr val="3F3F3F"/>
                </a:solidFill>
                <a:latin typeface="Calibri"/>
                <a:cs typeface="Calibri"/>
              </a:rPr>
              <a:t>these</a:t>
            </a:r>
            <a:r>
              <a:rPr sz="2000" spc="15" dirty="0">
                <a:solidFill>
                  <a:srgbClr val="3F3F3F"/>
                </a:solidFill>
                <a:latin typeface="Calibri"/>
                <a:cs typeface="Calibri"/>
              </a:rPr>
              <a:t> </a:t>
            </a:r>
            <a:r>
              <a:rPr sz="2000" spc="-10" dirty="0">
                <a:solidFill>
                  <a:srgbClr val="3F3F3F"/>
                </a:solidFill>
                <a:latin typeface="Calibri"/>
                <a:cs typeface="Calibri"/>
              </a:rPr>
              <a:t>networks.</a:t>
            </a:r>
            <a:r>
              <a:rPr sz="2000" spc="20" dirty="0">
                <a:solidFill>
                  <a:srgbClr val="3F3F3F"/>
                </a:solidFill>
                <a:latin typeface="Calibri"/>
                <a:cs typeface="Calibri"/>
              </a:rPr>
              <a:t> </a:t>
            </a:r>
            <a:r>
              <a:rPr sz="2000" spc="-5" dirty="0">
                <a:solidFill>
                  <a:srgbClr val="3F3F3F"/>
                </a:solidFill>
                <a:latin typeface="Calibri"/>
                <a:cs typeface="Calibri"/>
              </a:rPr>
              <a:t>This</a:t>
            </a:r>
            <a:r>
              <a:rPr sz="2000" spc="5" dirty="0">
                <a:solidFill>
                  <a:srgbClr val="3F3F3F"/>
                </a:solidFill>
                <a:latin typeface="Calibri"/>
                <a:cs typeface="Calibri"/>
              </a:rPr>
              <a:t> </a:t>
            </a:r>
            <a:r>
              <a:rPr sz="2000" spc="-5" dirty="0">
                <a:solidFill>
                  <a:srgbClr val="3F3F3F"/>
                </a:solidFill>
                <a:latin typeface="Calibri"/>
                <a:cs typeface="Calibri"/>
              </a:rPr>
              <a:t>is</a:t>
            </a:r>
            <a:r>
              <a:rPr sz="2000" spc="20" dirty="0">
                <a:solidFill>
                  <a:srgbClr val="3F3F3F"/>
                </a:solidFill>
                <a:latin typeface="Calibri"/>
                <a:cs typeface="Calibri"/>
              </a:rPr>
              <a:t> </a:t>
            </a:r>
            <a:r>
              <a:rPr sz="2000" spc="-5" dirty="0">
                <a:solidFill>
                  <a:srgbClr val="3F3F3F"/>
                </a:solidFill>
                <a:latin typeface="Calibri"/>
                <a:cs typeface="Calibri"/>
              </a:rPr>
              <a:t>called</a:t>
            </a:r>
            <a:r>
              <a:rPr sz="2000" spc="40" dirty="0">
                <a:solidFill>
                  <a:srgbClr val="3F3F3F"/>
                </a:solidFill>
                <a:latin typeface="Calibri"/>
                <a:cs typeface="Calibri"/>
              </a:rPr>
              <a:t> </a:t>
            </a:r>
            <a:r>
              <a:rPr sz="2000" b="1" spc="-15" dirty="0">
                <a:solidFill>
                  <a:srgbClr val="3F3F3F"/>
                </a:solidFill>
                <a:latin typeface="Calibri"/>
                <a:cs typeface="Calibri"/>
              </a:rPr>
              <a:t>fragmentation.</a:t>
            </a:r>
            <a:endParaRPr sz="2000">
              <a:latin typeface="Calibri"/>
              <a:cs typeface="Calibri"/>
            </a:endParaRPr>
          </a:p>
          <a:p>
            <a:pPr marL="640080" lvl="2" indent="-183515">
              <a:lnSpc>
                <a:spcPct val="100000"/>
              </a:lnSpc>
              <a:spcBef>
                <a:spcPts val="260"/>
              </a:spcBef>
              <a:buClr>
                <a:srgbClr val="1CACE4"/>
              </a:buClr>
              <a:buChar char="◦"/>
              <a:tabLst>
                <a:tab pos="640715" algn="l"/>
              </a:tabLst>
            </a:pPr>
            <a:r>
              <a:rPr sz="1500" spc="-5" dirty="0">
                <a:solidFill>
                  <a:srgbClr val="3F3F3F"/>
                </a:solidFill>
                <a:latin typeface="Calibri"/>
                <a:cs typeface="Calibri"/>
              </a:rPr>
              <a:t>payload</a:t>
            </a:r>
            <a:r>
              <a:rPr sz="1500" spc="-60" dirty="0">
                <a:solidFill>
                  <a:srgbClr val="3F3F3F"/>
                </a:solidFill>
                <a:latin typeface="Calibri"/>
                <a:cs typeface="Calibri"/>
              </a:rPr>
              <a:t> </a:t>
            </a:r>
            <a:r>
              <a:rPr sz="1500" spc="-5" dirty="0">
                <a:solidFill>
                  <a:srgbClr val="3F3F3F"/>
                </a:solidFill>
                <a:latin typeface="Calibri"/>
                <a:cs typeface="Calibri"/>
              </a:rPr>
              <a:t>of</a:t>
            </a:r>
            <a:r>
              <a:rPr sz="1500" spc="-20" dirty="0">
                <a:solidFill>
                  <a:srgbClr val="3F3F3F"/>
                </a:solidFill>
                <a:latin typeface="Calibri"/>
                <a:cs typeface="Calibri"/>
              </a:rPr>
              <a:t> </a:t>
            </a:r>
            <a:r>
              <a:rPr sz="1500" dirty="0">
                <a:solidFill>
                  <a:srgbClr val="3F3F3F"/>
                </a:solidFill>
                <a:latin typeface="Calibri"/>
                <a:cs typeface="Calibri"/>
              </a:rPr>
              <a:t>the</a:t>
            </a:r>
            <a:r>
              <a:rPr sz="1500" spc="-20" dirty="0">
                <a:solidFill>
                  <a:srgbClr val="3F3F3F"/>
                </a:solidFill>
                <a:latin typeface="Calibri"/>
                <a:cs typeface="Calibri"/>
              </a:rPr>
              <a:t> </a:t>
            </a:r>
            <a:r>
              <a:rPr sz="1500" dirty="0">
                <a:solidFill>
                  <a:srgbClr val="3F3F3F"/>
                </a:solidFill>
                <a:latin typeface="Calibri"/>
                <a:cs typeface="Calibri"/>
              </a:rPr>
              <a:t>IP</a:t>
            </a:r>
            <a:r>
              <a:rPr sz="1500" spc="-20" dirty="0">
                <a:solidFill>
                  <a:srgbClr val="3F3F3F"/>
                </a:solidFill>
                <a:latin typeface="Calibri"/>
                <a:cs typeface="Calibri"/>
              </a:rPr>
              <a:t> </a:t>
            </a:r>
            <a:r>
              <a:rPr sz="1500" spc="-10" dirty="0">
                <a:solidFill>
                  <a:srgbClr val="3F3F3F"/>
                </a:solidFill>
                <a:latin typeface="Calibri"/>
                <a:cs typeface="Calibri"/>
              </a:rPr>
              <a:t>datagram</a:t>
            </a:r>
            <a:r>
              <a:rPr sz="1500" spc="-50" dirty="0">
                <a:solidFill>
                  <a:srgbClr val="3F3F3F"/>
                </a:solidFill>
                <a:latin typeface="Calibri"/>
                <a:cs typeface="Calibri"/>
              </a:rPr>
              <a:t> </a:t>
            </a:r>
            <a:r>
              <a:rPr sz="1500" dirty="0">
                <a:solidFill>
                  <a:srgbClr val="3F3F3F"/>
                </a:solidFill>
                <a:latin typeface="Calibri"/>
                <a:cs typeface="Calibri"/>
              </a:rPr>
              <a:t>is</a:t>
            </a:r>
            <a:r>
              <a:rPr sz="1500" spc="-5" dirty="0">
                <a:solidFill>
                  <a:srgbClr val="3F3F3F"/>
                </a:solidFill>
                <a:latin typeface="Calibri"/>
                <a:cs typeface="Calibri"/>
              </a:rPr>
              <a:t> </a:t>
            </a:r>
            <a:r>
              <a:rPr sz="1500" spc="-10" dirty="0">
                <a:solidFill>
                  <a:srgbClr val="3F3F3F"/>
                </a:solidFill>
                <a:latin typeface="Calibri"/>
                <a:cs typeface="Calibri"/>
              </a:rPr>
              <a:t>fragmented</a:t>
            </a:r>
            <a:endParaRPr sz="1500">
              <a:latin typeface="Calibri"/>
              <a:cs typeface="Calibri"/>
            </a:endParaRPr>
          </a:p>
          <a:p>
            <a:pPr marL="640080" lvl="2" indent="-183515">
              <a:lnSpc>
                <a:spcPct val="100000"/>
              </a:lnSpc>
              <a:spcBef>
                <a:spcPts val="240"/>
              </a:spcBef>
              <a:buClr>
                <a:srgbClr val="1CACE4"/>
              </a:buClr>
              <a:buChar char="◦"/>
              <a:tabLst>
                <a:tab pos="640715" algn="l"/>
              </a:tabLst>
            </a:pPr>
            <a:r>
              <a:rPr sz="1500" spc="-5" dirty="0">
                <a:solidFill>
                  <a:srgbClr val="3F3F3F"/>
                </a:solidFill>
                <a:latin typeface="Calibri"/>
                <a:cs typeface="Calibri"/>
              </a:rPr>
              <a:t>most</a:t>
            </a:r>
            <a:r>
              <a:rPr sz="1500" spc="-35" dirty="0">
                <a:solidFill>
                  <a:srgbClr val="3F3F3F"/>
                </a:solidFill>
                <a:latin typeface="Calibri"/>
                <a:cs typeface="Calibri"/>
              </a:rPr>
              <a:t> </a:t>
            </a:r>
            <a:r>
              <a:rPr sz="1500" dirty="0">
                <a:solidFill>
                  <a:srgbClr val="3F3F3F"/>
                </a:solidFill>
                <a:latin typeface="Calibri"/>
                <a:cs typeface="Calibri"/>
              </a:rPr>
              <a:t>parts</a:t>
            </a:r>
            <a:r>
              <a:rPr sz="1500" spc="-30" dirty="0">
                <a:solidFill>
                  <a:srgbClr val="3F3F3F"/>
                </a:solidFill>
                <a:latin typeface="Calibri"/>
                <a:cs typeface="Calibri"/>
              </a:rPr>
              <a:t> </a:t>
            </a:r>
            <a:r>
              <a:rPr sz="1500" spc="-5" dirty="0">
                <a:solidFill>
                  <a:srgbClr val="3F3F3F"/>
                </a:solidFill>
                <a:latin typeface="Calibri"/>
                <a:cs typeface="Calibri"/>
              </a:rPr>
              <a:t>of</a:t>
            </a:r>
            <a:r>
              <a:rPr sz="1500" spc="5" dirty="0">
                <a:solidFill>
                  <a:srgbClr val="3F3F3F"/>
                </a:solidFill>
                <a:latin typeface="Calibri"/>
                <a:cs typeface="Calibri"/>
              </a:rPr>
              <a:t> </a:t>
            </a:r>
            <a:r>
              <a:rPr sz="1500" dirty="0">
                <a:solidFill>
                  <a:srgbClr val="3F3F3F"/>
                </a:solidFill>
                <a:latin typeface="Calibri"/>
                <a:cs typeface="Calibri"/>
              </a:rPr>
              <a:t>the</a:t>
            </a:r>
            <a:r>
              <a:rPr sz="1500" spc="-10" dirty="0">
                <a:solidFill>
                  <a:srgbClr val="3F3F3F"/>
                </a:solidFill>
                <a:latin typeface="Calibri"/>
                <a:cs typeface="Calibri"/>
              </a:rPr>
              <a:t> </a:t>
            </a:r>
            <a:r>
              <a:rPr sz="1500" spc="-20" dirty="0">
                <a:solidFill>
                  <a:srgbClr val="3F3F3F"/>
                </a:solidFill>
                <a:latin typeface="Calibri"/>
                <a:cs typeface="Calibri"/>
              </a:rPr>
              <a:t>header,</a:t>
            </a:r>
            <a:r>
              <a:rPr sz="1500" spc="-10" dirty="0">
                <a:solidFill>
                  <a:srgbClr val="3F3F3F"/>
                </a:solidFill>
                <a:latin typeface="Calibri"/>
                <a:cs typeface="Calibri"/>
              </a:rPr>
              <a:t> </a:t>
            </a:r>
            <a:r>
              <a:rPr sz="1500" spc="-5" dirty="0">
                <a:solidFill>
                  <a:srgbClr val="3F3F3F"/>
                </a:solidFill>
                <a:latin typeface="Calibri"/>
                <a:cs typeface="Calibri"/>
              </a:rPr>
              <a:t>with </a:t>
            </a:r>
            <a:r>
              <a:rPr sz="1500" dirty="0">
                <a:solidFill>
                  <a:srgbClr val="3F3F3F"/>
                </a:solidFill>
                <a:latin typeface="Calibri"/>
                <a:cs typeface="Calibri"/>
              </a:rPr>
              <a:t>the</a:t>
            </a:r>
            <a:r>
              <a:rPr sz="1500" spc="-10" dirty="0">
                <a:solidFill>
                  <a:srgbClr val="3F3F3F"/>
                </a:solidFill>
                <a:latin typeface="Calibri"/>
                <a:cs typeface="Calibri"/>
              </a:rPr>
              <a:t> exception</a:t>
            </a:r>
            <a:r>
              <a:rPr sz="1500" spc="5" dirty="0">
                <a:solidFill>
                  <a:srgbClr val="3F3F3F"/>
                </a:solidFill>
                <a:latin typeface="Calibri"/>
                <a:cs typeface="Calibri"/>
              </a:rPr>
              <a:t> </a:t>
            </a:r>
            <a:r>
              <a:rPr sz="1500" spc="-5" dirty="0">
                <a:solidFill>
                  <a:srgbClr val="3F3F3F"/>
                </a:solidFill>
                <a:latin typeface="Calibri"/>
                <a:cs typeface="Calibri"/>
              </a:rPr>
              <a:t>of</a:t>
            </a:r>
            <a:r>
              <a:rPr sz="1500" spc="-10" dirty="0">
                <a:solidFill>
                  <a:srgbClr val="3F3F3F"/>
                </a:solidFill>
                <a:latin typeface="Calibri"/>
                <a:cs typeface="Calibri"/>
              </a:rPr>
              <a:t> </a:t>
            </a:r>
            <a:r>
              <a:rPr sz="1500" spc="-5" dirty="0">
                <a:solidFill>
                  <a:srgbClr val="3F3F3F"/>
                </a:solidFill>
                <a:latin typeface="Calibri"/>
                <a:cs typeface="Calibri"/>
              </a:rPr>
              <a:t>some</a:t>
            </a:r>
            <a:r>
              <a:rPr sz="1500" spc="-10" dirty="0">
                <a:solidFill>
                  <a:srgbClr val="3F3F3F"/>
                </a:solidFill>
                <a:latin typeface="Calibri"/>
                <a:cs typeface="Calibri"/>
              </a:rPr>
              <a:t> </a:t>
            </a:r>
            <a:r>
              <a:rPr sz="1500" spc="-5" dirty="0">
                <a:solidFill>
                  <a:srgbClr val="3F3F3F"/>
                </a:solidFill>
                <a:latin typeface="Calibri"/>
                <a:cs typeface="Calibri"/>
              </a:rPr>
              <a:t>options,</a:t>
            </a:r>
            <a:r>
              <a:rPr sz="1500" spc="-20" dirty="0">
                <a:solidFill>
                  <a:srgbClr val="3F3F3F"/>
                </a:solidFill>
                <a:latin typeface="Calibri"/>
                <a:cs typeface="Calibri"/>
              </a:rPr>
              <a:t> </a:t>
            </a:r>
            <a:r>
              <a:rPr sz="1500" spc="-5" dirty="0">
                <a:solidFill>
                  <a:srgbClr val="3F3F3F"/>
                </a:solidFill>
                <a:latin typeface="Calibri"/>
                <a:cs typeface="Calibri"/>
              </a:rPr>
              <a:t>must</a:t>
            </a:r>
            <a:r>
              <a:rPr sz="1500" spc="-20" dirty="0">
                <a:solidFill>
                  <a:srgbClr val="3F3F3F"/>
                </a:solidFill>
                <a:latin typeface="Calibri"/>
                <a:cs typeface="Calibri"/>
              </a:rPr>
              <a:t> </a:t>
            </a:r>
            <a:r>
              <a:rPr sz="1500" dirty="0">
                <a:solidFill>
                  <a:srgbClr val="3F3F3F"/>
                </a:solidFill>
                <a:latin typeface="Calibri"/>
                <a:cs typeface="Calibri"/>
              </a:rPr>
              <a:t>be</a:t>
            </a:r>
            <a:r>
              <a:rPr sz="1500" spc="5" dirty="0">
                <a:solidFill>
                  <a:srgbClr val="3F3F3F"/>
                </a:solidFill>
                <a:latin typeface="Calibri"/>
                <a:cs typeface="Calibri"/>
              </a:rPr>
              <a:t> </a:t>
            </a:r>
            <a:r>
              <a:rPr sz="1500" spc="-5" dirty="0">
                <a:solidFill>
                  <a:srgbClr val="3F3F3F"/>
                </a:solidFill>
                <a:latin typeface="Calibri"/>
                <a:cs typeface="Calibri"/>
              </a:rPr>
              <a:t>copied</a:t>
            </a:r>
            <a:r>
              <a:rPr sz="1500" spc="-15" dirty="0">
                <a:solidFill>
                  <a:srgbClr val="3F3F3F"/>
                </a:solidFill>
                <a:latin typeface="Calibri"/>
                <a:cs typeface="Calibri"/>
              </a:rPr>
              <a:t> </a:t>
            </a:r>
            <a:r>
              <a:rPr sz="1500" spc="-5" dirty="0">
                <a:solidFill>
                  <a:srgbClr val="3F3F3F"/>
                </a:solidFill>
                <a:latin typeface="Calibri"/>
                <a:cs typeface="Calibri"/>
              </a:rPr>
              <a:t>by</a:t>
            </a:r>
            <a:r>
              <a:rPr sz="1500" dirty="0">
                <a:solidFill>
                  <a:srgbClr val="3F3F3F"/>
                </a:solidFill>
                <a:latin typeface="Calibri"/>
                <a:cs typeface="Calibri"/>
              </a:rPr>
              <a:t> all</a:t>
            </a:r>
            <a:r>
              <a:rPr sz="1500" spc="-15" dirty="0">
                <a:solidFill>
                  <a:srgbClr val="3F3F3F"/>
                </a:solidFill>
                <a:latin typeface="Calibri"/>
                <a:cs typeface="Calibri"/>
              </a:rPr>
              <a:t> </a:t>
            </a:r>
            <a:r>
              <a:rPr sz="1500" spc="-10" dirty="0">
                <a:solidFill>
                  <a:srgbClr val="3F3F3F"/>
                </a:solidFill>
                <a:latin typeface="Calibri"/>
                <a:cs typeface="Calibri"/>
              </a:rPr>
              <a:t>fragments.</a:t>
            </a:r>
            <a:endParaRPr sz="15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41</a:t>
            </a:fld>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97667" y="1740871"/>
            <a:ext cx="8729980" cy="4171315"/>
          </a:xfrm>
          <a:prstGeom prst="rect">
            <a:avLst/>
          </a:prstGeom>
        </p:spPr>
        <p:txBody>
          <a:bodyPr vert="horz" wrap="square" lIns="0" tIns="104775" rIns="0" bIns="0" rtlCol="0">
            <a:spAutoFit/>
          </a:bodyPr>
          <a:lstStyle/>
          <a:p>
            <a:pPr marL="189230" marR="231775" indent="-177165">
              <a:lnSpc>
                <a:spcPct val="70000"/>
              </a:lnSpc>
              <a:spcBef>
                <a:spcPts val="825"/>
              </a:spcBef>
              <a:buClr>
                <a:srgbClr val="1CACE4"/>
              </a:buClr>
              <a:buFont typeface="Arial MT"/>
              <a:buChar char="•"/>
              <a:tabLst>
                <a:tab pos="189865" algn="l"/>
              </a:tabLst>
            </a:pPr>
            <a:r>
              <a:rPr sz="2000" dirty="0">
                <a:solidFill>
                  <a:srgbClr val="3F3F3F"/>
                </a:solidFill>
                <a:latin typeface="Calibri"/>
                <a:cs typeface="Calibri"/>
              </a:rPr>
              <a:t>When</a:t>
            </a:r>
            <a:r>
              <a:rPr sz="2000" spc="-35"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datagram</a:t>
            </a:r>
            <a:r>
              <a:rPr sz="2000" dirty="0">
                <a:solidFill>
                  <a:srgbClr val="3F3F3F"/>
                </a:solidFill>
                <a:latin typeface="Calibri"/>
                <a:cs typeface="Calibri"/>
              </a:rPr>
              <a:t> </a:t>
            </a:r>
            <a:r>
              <a:rPr sz="2000" spc="-5" dirty="0">
                <a:solidFill>
                  <a:srgbClr val="3F3F3F"/>
                </a:solidFill>
                <a:latin typeface="Calibri"/>
                <a:cs typeface="Calibri"/>
              </a:rPr>
              <a:t>is</a:t>
            </a:r>
            <a:r>
              <a:rPr sz="2000" spc="10" dirty="0">
                <a:solidFill>
                  <a:srgbClr val="3F3F3F"/>
                </a:solidFill>
                <a:latin typeface="Calibri"/>
                <a:cs typeface="Calibri"/>
              </a:rPr>
              <a:t> </a:t>
            </a:r>
            <a:r>
              <a:rPr sz="2000" spc="-10" dirty="0">
                <a:solidFill>
                  <a:srgbClr val="3F3F3F"/>
                </a:solidFill>
                <a:latin typeface="Calibri"/>
                <a:cs typeface="Calibri"/>
              </a:rPr>
              <a:t>fragmented,</a:t>
            </a:r>
            <a:r>
              <a:rPr sz="2000" spc="-5" dirty="0">
                <a:solidFill>
                  <a:srgbClr val="3F3F3F"/>
                </a:solidFill>
                <a:latin typeface="Calibri"/>
                <a:cs typeface="Calibri"/>
              </a:rPr>
              <a:t> each</a:t>
            </a:r>
            <a:r>
              <a:rPr sz="2000" dirty="0">
                <a:solidFill>
                  <a:srgbClr val="3F3F3F"/>
                </a:solidFill>
                <a:latin typeface="Calibri"/>
                <a:cs typeface="Calibri"/>
              </a:rPr>
              <a:t> </a:t>
            </a:r>
            <a:r>
              <a:rPr sz="2000" spc="-10" dirty="0">
                <a:solidFill>
                  <a:srgbClr val="3F3F3F"/>
                </a:solidFill>
                <a:latin typeface="Calibri"/>
                <a:cs typeface="Calibri"/>
              </a:rPr>
              <a:t>fragment </a:t>
            </a:r>
            <a:r>
              <a:rPr sz="2000" dirty="0">
                <a:solidFill>
                  <a:srgbClr val="3F3F3F"/>
                </a:solidFill>
                <a:latin typeface="Calibri"/>
                <a:cs typeface="Calibri"/>
              </a:rPr>
              <a:t>has </a:t>
            </a:r>
            <a:r>
              <a:rPr sz="2000" spc="-5" dirty="0">
                <a:solidFill>
                  <a:srgbClr val="3F3F3F"/>
                </a:solidFill>
                <a:latin typeface="Calibri"/>
                <a:cs typeface="Calibri"/>
              </a:rPr>
              <a:t>its</a:t>
            </a:r>
            <a:r>
              <a:rPr sz="2000" spc="10" dirty="0">
                <a:solidFill>
                  <a:srgbClr val="3F3F3F"/>
                </a:solidFill>
                <a:latin typeface="Calibri"/>
                <a:cs typeface="Calibri"/>
              </a:rPr>
              <a:t> </a:t>
            </a:r>
            <a:r>
              <a:rPr sz="2000" spc="-10" dirty="0">
                <a:solidFill>
                  <a:srgbClr val="3F3F3F"/>
                </a:solidFill>
                <a:latin typeface="Calibri"/>
                <a:cs typeface="Calibri"/>
              </a:rPr>
              <a:t>own</a:t>
            </a:r>
            <a:r>
              <a:rPr sz="2000" spc="-5" dirty="0">
                <a:solidFill>
                  <a:srgbClr val="3F3F3F"/>
                </a:solidFill>
                <a:latin typeface="Calibri"/>
                <a:cs typeface="Calibri"/>
              </a:rPr>
              <a:t> header</a:t>
            </a:r>
            <a:r>
              <a:rPr sz="2000" spc="-15" dirty="0">
                <a:solidFill>
                  <a:srgbClr val="3F3F3F"/>
                </a:solidFill>
                <a:latin typeface="Calibri"/>
                <a:cs typeface="Calibri"/>
              </a:rPr>
              <a:t> </a:t>
            </a:r>
            <a:r>
              <a:rPr sz="2000" spc="-5" dirty="0">
                <a:solidFill>
                  <a:srgbClr val="3F3F3F"/>
                </a:solidFill>
                <a:latin typeface="Calibri"/>
                <a:cs typeface="Calibri"/>
              </a:rPr>
              <a:t>with</a:t>
            </a:r>
            <a:r>
              <a:rPr sz="2000" spc="5" dirty="0">
                <a:solidFill>
                  <a:srgbClr val="3F3F3F"/>
                </a:solidFill>
                <a:latin typeface="Calibri"/>
                <a:cs typeface="Calibri"/>
              </a:rPr>
              <a:t> </a:t>
            </a:r>
            <a:r>
              <a:rPr sz="2000" spc="-10" dirty="0">
                <a:solidFill>
                  <a:srgbClr val="3F3F3F"/>
                </a:solidFill>
                <a:latin typeface="Calibri"/>
                <a:cs typeface="Calibri"/>
              </a:rPr>
              <a:t>most</a:t>
            </a:r>
            <a:r>
              <a:rPr sz="2000" spc="-5" dirty="0">
                <a:solidFill>
                  <a:srgbClr val="3F3F3F"/>
                </a:solidFill>
                <a:latin typeface="Calibri"/>
                <a:cs typeface="Calibri"/>
              </a:rPr>
              <a:t> of </a:t>
            </a:r>
            <a:r>
              <a:rPr sz="2000" spc="-434"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a:t>
            </a:r>
            <a:r>
              <a:rPr sz="2000" spc="-5" dirty="0">
                <a:solidFill>
                  <a:srgbClr val="3F3F3F"/>
                </a:solidFill>
                <a:latin typeface="Calibri"/>
                <a:cs typeface="Calibri"/>
              </a:rPr>
              <a:t>fields</a:t>
            </a:r>
            <a:r>
              <a:rPr sz="2000" spc="10" dirty="0">
                <a:solidFill>
                  <a:srgbClr val="3F3F3F"/>
                </a:solidFill>
                <a:latin typeface="Calibri"/>
                <a:cs typeface="Calibri"/>
              </a:rPr>
              <a:t> </a:t>
            </a:r>
            <a:r>
              <a:rPr sz="2000" spc="-10" dirty="0">
                <a:solidFill>
                  <a:srgbClr val="3F3F3F"/>
                </a:solidFill>
                <a:latin typeface="Calibri"/>
                <a:cs typeface="Calibri"/>
              </a:rPr>
              <a:t>repeated,</a:t>
            </a:r>
            <a:r>
              <a:rPr sz="2000" dirty="0">
                <a:solidFill>
                  <a:srgbClr val="3F3F3F"/>
                </a:solidFill>
                <a:latin typeface="Calibri"/>
                <a:cs typeface="Calibri"/>
              </a:rPr>
              <a:t> but</a:t>
            </a:r>
            <a:r>
              <a:rPr sz="2000" spc="-15" dirty="0">
                <a:solidFill>
                  <a:srgbClr val="3F3F3F"/>
                </a:solidFill>
                <a:latin typeface="Calibri"/>
                <a:cs typeface="Calibri"/>
              </a:rPr>
              <a:t> </a:t>
            </a:r>
            <a:r>
              <a:rPr sz="2000" spc="-5" dirty="0">
                <a:solidFill>
                  <a:srgbClr val="3F3F3F"/>
                </a:solidFill>
                <a:latin typeface="Calibri"/>
                <a:cs typeface="Calibri"/>
              </a:rPr>
              <a:t>some</a:t>
            </a:r>
            <a:r>
              <a:rPr sz="2000" dirty="0">
                <a:solidFill>
                  <a:srgbClr val="3F3F3F"/>
                </a:solidFill>
                <a:latin typeface="Calibri"/>
                <a:cs typeface="Calibri"/>
              </a:rPr>
              <a:t> </a:t>
            </a:r>
            <a:r>
              <a:rPr sz="2000" spc="-15" dirty="0">
                <a:solidFill>
                  <a:srgbClr val="3F3F3F"/>
                </a:solidFill>
                <a:latin typeface="Calibri"/>
                <a:cs typeface="Calibri"/>
              </a:rPr>
              <a:t>have</a:t>
            </a:r>
            <a:r>
              <a:rPr sz="2000" dirty="0">
                <a:solidFill>
                  <a:srgbClr val="3F3F3F"/>
                </a:solidFill>
                <a:latin typeface="Calibri"/>
                <a:cs typeface="Calibri"/>
              </a:rPr>
              <a:t> </a:t>
            </a:r>
            <a:r>
              <a:rPr sz="2000" spc="-5" dirty="0">
                <a:solidFill>
                  <a:srgbClr val="3F3F3F"/>
                </a:solidFill>
                <a:latin typeface="Calibri"/>
                <a:cs typeface="Calibri"/>
              </a:rPr>
              <a:t>been</a:t>
            </a:r>
            <a:r>
              <a:rPr sz="2000" spc="-10" dirty="0">
                <a:solidFill>
                  <a:srgbClr val="3F3F3F"/>
                </a:solidFill>
                <a:latin typeface="Calibri"/>
                <a:cs typeface="Calibri"/>
              </a:rPr>
              <a:t> </a:t>
            </a:r>
            <a:r>
              <a:rPr sz="2000" dirty="0">
                <a:solidFill>
                  <a:srgbClr val="3F3F3F"/>
                </a:solidFill>
                <a:latin typeface="Calibri"/>
                <a:cs typeface="Calibri"/>
              </a:rPr>
              <a:t>changed.</a:t>
            </a:r>
            <a:endParaRPr sz="2000">
              <a:latin typeface="Calibri"/>
              <a:cs typeface="Calibri"/>
            </a:endParaRPr>
          </a:p>
          <a:p>
            <a:pPr marL="189230" marR="220979" indent="-177165">
              <a:lnSpc>
                <a:spcPct val="70000"/>
              </a:lnSpc>
              <a:spcBef>
                <a:spcPts val="1400"/>
              </a:spcBef>
              <a:buClr>
                <a:srgbClr val="1CACE4"/>
              </a:buClr>
              <a:buFont typeface="Arial MT"/>
              <a:buChar char="•"/>
              <a:tabLst>
                <a:tab pos="189865" algn="l"/>
              </a:tabLst>
            </a:pPr>
            <a:r>
              <a:rPr sz="2000" dirty="0">
                <a:solidFill>
                  <a:srgbClr val="3F3F3F"/>
                </a:solidFill>
                <a:latin typeface="Calibri"/>
                <a:cs typeface="Calibri"/>
              </a:rPr>
              <a:t>A</a:t>
            </a:r>
            <a:r>
              <a:rPr sz="2000" spc="-25" dirty="0">
                <a:solidFill>
                  <a:srgbClr val="3F3F3F"/>
                </a:solidFill>
                <a:latin typeface="Calibri"/>
                <a:cs typeface="Calibri"/>
              </a:rPr>
              <a:t> </a:t>
            </a:r>
            <a:r>
              <a:rPr sz="2000" spc="-10" dirty="0">
                <a:solidFill>
                  <a:srgbClr val="3F3F3F"/>
                </a:solidFill>
                <a:latin typeface="Calibri"/>
                <a:cs typeface="Calibri"/>
              </a:rPr>
              <a:t>fragmented</a:t>
            </a:r>
            <a:r>
              <a:rPr sz="2000"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a:t>
            </a:r>
            <a:r>
              <a:rPr sz="2000" spc="-15" dirty="0">
                <a:solidFill>
                  <a:srgbClr val="3F3F3F"/>
                </a:solidFill>
                <a:latin typeface="Calibri"/>
                <a:cs typeface="Calibri"/>
              </a:rPr>
              <a:t>may</a:t>
            </a:r>
            <a:r>
              <a:rPr sz="2000" spc="-5" dirty="0">
                <a:solidFill>
                  <a:srgbClr val="3F3F3F"/>
                </a:solidFill>
                <a:latin typeface="Calibri"/>
                <a:cs typeface="Calibri"/>
              </a:rPr>
              <a:t> itself</a:t>
            </a:r>
            <a:r>
              <a:rPr sz="2000" spc="20" dirty="0">
                <a:solidFill>
                  <a:srgbClr val="3F3F3F"/>
                </a:solidFill>
                <a:latin typeface="Calibri"/>
                <a:cs typeface="Calibri"/>
              </a:rPr>
              <a:t> </a:t>
            </a:r>
            <a:r>
              <a:rPr sz="2000" dirty="0">
                <a:solidFill>
                  <a:srgbClr val="3F3F3F"/>
                </a:solidFill>
                <a:latin typeface="Calibri"/>
                <a:cs typeface="Calibri"/>
              </a:rPr>
              <a:t>be</a:t>
            </a:r>
            <a:r>
              <a:rPr sz="2000" spc="-10" dirty="0">
                <a:solidFill>
                  <a:srgbClr val="3F3F3F"/>
                </a:solidFill>
                <a:latin typeface="Calibri"/>
                <a:cs typeface="Calibri"/>
              </a:rPr>
              <a:t> fragmented</a:t>
            </a:r>
            <a:r>
              <a:rPr sz="2000" dirty="0">
                <a:solidFill>
                  <a:srgbClr val="3F3F3F"/>
                </a:solidFill>
                <a:latin typeface="Calibri"/>
                <a:cs typeface="Calibri"/>
              </a:rPr>
              <a:t> </a:t>
            </a:r>
            <a:r>
              <a:rPr sz="2000" spc="-5" dirty="0">
                <a:solidFill>
                  <a:srgbClr val="3F3F3F"/>
                </a:solidFill>
                <a:latin typeface="Calibri"/>
                <a:cs typeface="Calibri"/>
              </a:rPr>
              <a:t>if</a:t>
            </a:r>
            <a:r>
              <a:rPr sz="2000" dirty="0">
                <a:solidFill>
                  <a:srgbClr val="3F3F3F"/>
                </a:solidFill>
                <a:latin typeface="Calibri"/>
                <a:cs typeface="Calibri"/>
              </a:rPr>
              <a:t> </a:t>
            </a:r>
            <a:r>
              <a:rPr sz="2000" spc="-5" dirty="0">
                <a:solidFill>
                  <a:srgbClr val="3F3F3F"/>
                </a:solidFill>
                <a:latin typeface="Calibri"/>
                <a:cs typeface="Calibri"/>
              </a:rPr>
              <a:t>it</a:t>
            </a:r>
            <a:r>
              <a:rPr sz="2000" spc="-10" dirty="0">
                <a:solidFill>
                  <a:srgbClr val="3F3F3F"/>
                </a:solidFill>
                <a:latin typeface="Calibri"/>
                <a:cs typeface="Calibri"/>
              </a:rPr>
              <a:t> encounters</a:t>
            </a:r>
            <a:r>
              <a:rPr sz="2000" dirty="0">
                <a:solidFill>
                  <a:srgbClr val="3F3F3F"/>
                </a:solidFill>
                <a:latin typeface="Calibri"/>
                <a:cs typeface="Calibri"/>
              </a:rPr>
              <a:t> a</a:t>
            </a:r>
            <a:r>
              <a:rPr sz="2000" spc="-10" dirty="0">
                <a:solidFill>
                  <a:srgbClr val="3F3F3F"/>
                </a:solidFill>
                <a:latin typeface="Calibri"/>
                <a:cs typeface="Calibri"/>
              </a:rPr>
              <a:t> network</a:t>
            </a:r>
            <a:r>
              <a:rPr sz="2000" dirty="0">
                <a:solidFill>
                  <a:srgbClr val="3F3F3F"/>
                </a:solidFill>
                <a:latin typeface="Calibri"/>
                <a:cs typeface="Calibri"/>
              </a:rPr>
              <a:t> </a:t>
            </a:r>
            <a:r>
              <a:rPr sz="2000" spc="-5" dirty="0">
                <a:solidFill>
                  <a:srgbClr val="3F3F3F"/>
                </a:solidFill>
                <a:latin typeface="Calibri"/>
                <a:cs typeface="Calibri"/>
              </a:rPr>
              <a:t>with </a:t>
            </a:r>
            <a:r>
              <a:rPr sz="2000" spc="-440" dirty="0">
                <a:solidFill>
                  <a:srgbClr val="3F3F3F"/>
                </a:solidFill>
                <a:latin typeface="Calibri"/>
                <a:cs typeface="Calibri"/>
              </a:rPr>
              <a:t> </a:t>
            </a:r>
            <a:r>
              <a:rPr sz="2000" dirty="0">
                <a:solidFill>
                  <a:srgbClr val="3F3F3F"/>
                </a:solidFill>
                <a:latin typeface="Calibri"/>
                <a:cs typeface="Calibri"/>
              </a:rPr>
              <a:t>an</a:t>
            </a:r>
            <a:r>
              <a:rPr sz="2000" spc="-25" dirty="0">
                <a:solidFill>
                  <a:srgbClr val="3F3F3F"/>
                </a:solidFill>
                <a:latin typeface="Calibri"/>
                <a:cs typeface="Calibri"/>
              </a:rPr>
              <a:t> </a:t>
            </a:r>
            <a:r>
              <a:rPr sz="2000" spc="-15" dirty="0">
                <a:solidFill>
                  <a:srgbClr val="3F3F3F"/>
                </a:solidFill>
                <a:latin typeface="Calibri"/>
                <a:cs typeface="Calibri"/>
              </a:rPr>
              <a:t>even</a:t>
            </a:r>
            <a:r>
              <a:rPr sz="2000" dirty="0">
                <a:solidFill>
                  <a:srgbClr val="3F3F3F"/>
                </a:solidFill>
                <a:latin typeface="Calibri"/>
                <a:cs typeface="Calibri"/>
              </a:rPr>
              <a:t> </a:t>
            </a:r>
            <a:r>
              <a:rPr sz="2000" spc="-5" dirty="0">
                <a:solidFill>
                  <a:srgbClr val="3F3F3F"/>
                </a:solidFill>
                <a:latin typeface="Calibri"/>
                <a:cs typeface="Calibri"/>
              </a:rPr>
              <a:t>smaller</a:t>
            </a:r>
            <a:r>
              <a:rPr sz="2000" spc="35" dirty="0">
                <a:solidFill>
                  <a:srgbClr val="3F3F3F"/>
                </a:solidFill>
                <a:latin typeface="Calibri"/>
                <a:cs typeface="Calibri"/>
              </a:rPr>
              <a:t> </a:t>
            </a:r>
            <a:r>
              <a:rPr sz="2000" spc="-10" dirty="0">
                <a:solidFill>
                  <a:srgbClr val="3F3F3F"/>
                </a:solidFill>
                <a:latin typeface="Calibri"/>
                <a:cs typeface="Calibri"/>
              </a:rPr>
              <a:t>MTU.</a:t>
            </a:r>
            <a:endParaRPr sz="2000">
              <a:latin typeface="Calibri"/>
              <a:cs typeface="Calibri"/>
            </a:endParaRPr>
          </a:p>
          <a:p>
            <a:pPr marL="189230" indent="-177165">
              <a:lnSpc>
                <a:spcPct val="100000"/>
              </a:lnSpc>
              <a:spcBef>
                <a:spcPts val="675"/>
              </a:spcBef>
              <a:buClr>
                <a:srgbClr val="1CACE4"/>
              </a:buClr>
              <a:buFont typeface="Arial MT"/>
              <a:buChar char="•"/>
              <a:tabLst>
                <a:tab pos="189865" algn="l"/>
              </a:tabLst>
            </a:pPr>
            <a:r>
              <a:rPr sz="2000" dirty="0">
                <a:solidFill>
                  <a:srgbClr val="3F3F3F"/>
                </a:solidFill>
                <a:latin typeface="Calibri"/>
                <a:cs typeface="Calibri"/>
              </a:rPr>
              <a:t>A</a:t>
            </a:r>
            <a:r>
              <a:rPr sz="2000" spc="-25"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can</a:t>
            </a:r>
            <a:r>
              <a:rPr sz="2000" spc="-10" dirty="0">
                <a:solidFill>
                  <a:srgbClr val="3F3F3F"/>
                </a:solidFill>
                <a:latin typeface="Calibri"/>
                <a:cs typeface="Calibri"/>
              </a:rPr>
              <a:t> </a:t>
            </a:r>
            <a:r>
              <a:rPr sz="2000" dirty="0">
                <a:solidFill>
                  <a:srgbClr val="3F3F3F"/>
                </a:solidFill>
                <a:latin typeface="Calibri"/>
                <a:cs typeface="Calibri"/>
              </a:rPr>
              <a:t>be</a:t>
            </a:r>
            <a:r>
              <a:rPr sz="2000" spc="-10" dirty="0">
                <a:solidFill>
                  <a:srgbClr val="3F3F3F"/>
                </a:solidFill>
                <a:latin typeface="Calibri"/>
                <a:cs typeface="Calibri"/>
              </a:rPr>
              <a:t> fragmented</a:t>
            </a:r>
            <a:r>
              <a:rPr sz="2000" dirty="0">
                <a:solidFill>
                  <a:srgbClr val="3F3F3F"/>
                </a:solidFill>
                <a:latin typeface="Calibri"/>
                <a:cs typeface="Calibri"/>
              </a:rPr>
              <a:t> </a:t>
            </a:r>
            <a:r>
              <a:rPr sz="2000" spc="-5" dirty="0">
                <a:solidFill>
                  <a:srgbClr val="3F3F3F"/>
                </a:solidFill>
                <a:latin typeface="Calibri"/>
                <a:cs typeface="Calibri"/>
              </a:rPr>
              <a:t>by</a:t>
            </a:r>
            <a:r>
              <a:rPr sz="2000" spc="-2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source</a:t>
            </a:r>
            <a:r>
              <a:rPr sz="2000" spc="-10" dirty="0">
                <a:solidFill>
                  <a:srgbClr val="3F3F3F"/>
                </a:solidFill>
                <a:latin typeface="Calibri"/>
                <a:cs typeface="Calibri"/>
              </a:rPr>
              <a:t> host</a:t>
            </a:r>
            <a:r>
              <a:rPr sz="2000" spc="-20" dirty="0">
                <a:solidFill>
                  <a:srgbClr val="3F3F3F"/>
                </a:solidFill>
                <a:latin typeface="Calibri"/>
                <a:cs typeface="Calibri"/>
              </a:rPr>
              <a:t> </a:t>
            </a:r>
            <a:r>
              <a:rPr sz="2000" spc="-5" dirty="0">
                <a:solidFill>
                  <a:srgbClr val="3F3F3F"/>
                </a:solidFill>
                <a:latin typeface="Calibri"/>
                <a:cs typeface="Calibri"/>
              </a:rPr>
              <a:t>or</a:t>
            </a:r>
            <a:r>
              <a:rPr sz="2000" dirty="0">
                <a:solidFill>
                  <a:srgbClr val="3F3F3F"/>
                </a:solidFill>
                <a:latin typeface="Calibri"/>
                <a:cs typeface="Calibri"/>
              </a:rPr>
              <a:t> </a:t>
            </a:r>
            <a:r>
              <a:rPr sz="2000" spc="-10" dirty="0">
                <a:solidFill>
                  <a:srgbClr val="3F3F3F"/>
                </a:solidFill>
                <a:latin typeface="Calibri"/>
                <a:cs typeface="Calibri"/>
              </a:rPr>
              <a:t>any</a:t>
            </a:r>
            <a:r>
              <a:rPr sz="2000" spc="-20" dirty="0">
                <a:solidFill>
                  <a:srgbClr val="3F3F3F"/>
                </a:solidFill>
                <a:latin typeface="Calibri"/>
                <a:cs typeface="Calibri"/>
              </a:rPr>
              <a:t> </a:t>
            </a:r>
            <a:r>
              <a:rPr sz="2000" spc="-15" dirty="0">
                <a:solidFill>
                  <a:srgbClr val="3F3F3F"/>
                </a:solidFill>
                <a:latin typeface="Calibri"/>
                <a:cs typeface="Calibri"/>
              </a:rPr>
              <a:t>router</a:t>
            </a:r>
            <a:r>
              <a:rPr sz="2000" spc="-5" dirty="0">
                <a:solidFill>
                  <a:srgbClr val="3F3F3F"/>
                </a:solidFill>
                <a:latin typeface="Calibri"/>
                <a:cs typeface="Calibri"/>
              </a:rPr>
              <a:t> in</a:t>
            </a:r>
            <a:r>
              <a:rPr sz="2000" spc="-1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path.</a:t>
            </a:r>
            <a:endParaRPr sz="2000">
              <a:latin typeface="Calibri"/>
              <a:cs typeface="Calibri"/>
            </a:endParaRPr>
          </a:p>
          <a:p>
            <a:pPr marL="189230" marR="390525" indent="-177165">
              <a:lnSpc>
                <a:spcPct val="70000"/>
              </a:lnSpc>
              <a:spcBef>
                <a:spcPts val="1400"/>
              </a:spcBef>
              <a:buClr>
                <a:srgbClr val="1CACE4"/>
              </a:buClr>
              <a:buFont typeface="Arial MT"/>
              <a:buChar char="•"/>
              <a:tabLst>
                <a:tab pos="189865" algn="l"/>
              </a:tabLst>
            </a:pPr>
            <a:r>
              <a:rPr sz="2000" dirty="0">
                <a:solidFill>
                  <a:srgbClr val="3F3F3F"/>
                </a:solidFill>
                <a:latin typeface="Calibri"/>
                <a:cs typeface="Calibri"/>
              </a:rPr>
              <a:t>The</a:t>
            </a:r>
            <a:r>
              <a:rPr sz="2000" spc="-5" dirty="0">
                <a:solidFill>
                  <a:srgbClr val="3F3F3F"/>
                </a:solidFill>
                <a:latin typeface="Calibri"/>
                <a:cs typeface="Calibri"/>
              </a:rPr>
              <a:t> </a:t>
            </a:r>
            <a:r>
              <a:rPr sz="2000" i="1" spc="-5" dirty="0">
                <a:solidFill>
                  <a:srgbClr val="3F3F3F"/>
                </a:solidFill>
                <a:latin typeface="Calibri"/>
                <a:cs typeface="Calibri"/>
              </a:rPr>
              <a:t>reassembly</a:t>
            </a:r>
            <a:r>
              <a:rPr sz="2000" i="1" spc="-25" dirty="0">
                <a:solidFill>
                  <a:srgbClr val="3F3F3F"/>
                </a:solidFill>
                <a:latin typeface="Calibri"/>
                <a:cs typeface="Calibri"/>
              </a:rPr>
              <a:t> </a:t>
            </a:r>
            <a:r>
              <a:rPr sz="2000" i="1" dirty="0">
                <a:solidFill>
                  <a:srgbClr val="3F3F3F"/>
                </a:solidFill>
                <a:latin typeface="Calibri"/>
                <a:cs typeface="Calibri"/>
              </a:rPr>
              <a:t>of </a:t>
            </a:r>
            <a:r>
              <a:rPr sz="2000" i="1" spc="-5" dirty="0">
                <a:solidFill>
                  <a:srgbClr val="3F3F3F"/>
                </a:solidFill>
                <a:latin typeface="Calibri"/>
                <a:cs typeface="Calibri"/>
              </a:rPr>
              <a:t>the</a:t>
            </a:r>
            <a:r>
              <a:rPr sz="2000" i="1" spc="-15" dirty="0">
                <a:solidFill>
                  <a:srgbClr val="3F3F3F"/>
                </a:solidFill>
                <a:latin typeface="Calibri"/>
                <a:cs typeface="Calibri"/>
              </a:rPr>
              <a:t> </a:t>
            </a:r>
            <a:r>
              <a:rPr sz="2000" i="1" spc="-5" dirty="0">
                <a:solidFill>
                  <a:srgbClr val="3F3F3F"/>
                </a:solidFill>
                <a:latin typeface="Calibri"/>
                <a:cs typeface="Calibri"/>
              </a:rPr>
              <a:t>datagram,</a:t>
            </a:r>
            <a:r>
              <a:rPr sz="2000" i="1" spc="-25" dirty="0">
                <a:solidFill>
                  <a:srgbClr val="3F3F3F"/>
                </a:solidFill>
                <a:latin typeface="Calibri"/>
                <a:cs typeface="Calibri"/>
              </a:rPr>
              <a:t> however, </a:t>
            </a:r>
            <a:r>
              <a:rPr sz="2000" i="1" spc="-5" dirty="0">
                <a:solidFill>
                  <a:srgbClr val="3F3F3F"/>
                </a:solidFill>
                <a:latin typeface="Calibri"/>
                <a:cs typeface="Calibri"/>
              </a:rPr>
              <a:t>is done</a:t>
            </a:r>
            <a:r>
              <a:rPr sz="2000" i="1" spc="-20" dirty="0">
                <a:solidFill>
                  <a:srgbClr val="3F3F3F"/>
                </a:solidFill>
                <a:latin typeface="Calibri"/>
                <a:cs typeface="Calibri"/>
              </a:rPr>
              <a:t> </a:t>
            </a:r>
            <a:r>
              <a:rPr sz="2000" i="1" spc="-5" dirty="0">
                <a:solidFill>
                  <a:srgbClr val="3F3F3F"/>
                </a:solidFill>
                <a:latin typeface="Calibri"/>
                <a:cs typeface="Calibri"/>
              </a:rPr>
              <a:t>only </a:t>
            </a:r>
            <a:r>
              <a:rPr sz="2000" i="1" spc="-10" dirty="0">
                <a:solidFill>
                  <a:srgbClr val="3F3F3F"/>
                </a:solidFill>
                <a:latin typeface="Calibri"/>
                <a:cs typeface="Calibri"/>
              </a:rPr>
              <a:t>by</a:t>
            </a:r>
            <a:r>
              <a:rPr sz="2000" i="1" spc="-5" dirty="0">
                <a:solidFill>
                  <a:srgbClr val="3F3F3F"/>
                </a:solidFill>
                <a:latin typeface="Calibri"/>
                <a:cs typeface="Calibri"/>
              </a:rPr>
              <a:t> the</a:t>
            </a:r>
            <a:r>
              <a:rPr sz="2000" i="1" spc="40" dirty="0">
                <a:solidFill>
                  <a:srgbClr val="3F3F3F"/>
                </a:solidFill>
                <a:latin typeface="Calibri"/>
                <a:cs typeface="Calibri"/>
              </a:rPr>
              <a:t> </a:t>
            </a:r>
            <a:r>
              <a:rPr sz="2000" spc="-10" dirty="0">
                <a:solidFill>
                  <a:srgbClr val="3F3F3F"/>
                </a:solidFill>
                <a:latin typeface="Calibri"/>
                <a:cs typeface="Calibri"/>
              </a:rPr>
              <a:t>destination</a:t>
            </a:r>
            <a:r>
              <a:rPr sz="2000" spc="20" dirty="0">
                <a:solidFill>
                  <a:srgbClr val="3F3F3F"/>
                </a:solidFill>
                <a:latin typeface="Calibri"/>
                <a:cs typeface="Calibri"/>
              </a:rPr>
              <a:t> </a:t>
            </a:r>
            <a:r>
              <a:rPr sz="2000" spc="-10" dirty="0">
                <a:solidFill>
                  <a:srgbClr val="3F3F3F"/>
                </a:solidFill>
                <a:latin typeface="Calibri"/>
                <a:cs typeface="Calibri"/>
              </a:rPr>
              <a:t>host, </a:t>
            </a:r>
            <a:r>
              <a:rPr sz="2000" spc="-434" dirty="0">
                <a:solidFill>
                  <a:srgbClr val="3F3F3F"/>
                </a:solidFill>
                <a:latin typeface="Calibri"/>
                <a:cs typeface="Calibri"/>
              </a:rPr>
              <a:t> </a:t>
            </a:r>
            <a:r>
              <a:rPr sz="2000" spc="-5" dirty="0">
                <a:solidFill>
                  <a:srgbClr val="3F3F3F"/>
                </a:solidFill>
                <a:latin typeface="Calibri"/>
                <a:cs typeface="Calibri"/>
              </a:rPr>
              <a:t>because</a:t>
            </a:r>
            <a:r>
              <a:rPr sz="2000" spc="-25" dirty="0">
                <a:solidFill>
                  <a:srgbClr val="3F3F3F"/>
                </a:solidFill>
                <a:latin typeface="Calibri"/>
                <a:cs typeface="Calibri"/>
              </a:rPr>
              <a:t> </a:t>
            </a:r>
            <a:r>
              <a:rPr sz="2000" spc="-5" dirty="0">
                <a:solidFill>
                  <a:srgbClr val="3F3F3F"/>
                </a:solidFill>
                <a:latin typeface="Calibri"/>
                <a:cs typeface="Calibri"/>
              </a:rPr>
              <a:t>each</a:t>
            </a:r>
            <a:r>
              <a:rPr sz="2000" dirty="0">
                <a:solidFill>
                  <a:srgbClr val="3F3F3F"/>
                </a:solidFill>
                <a:latin typeface="Calibri"/>
                <a:cs typeface="Calibri"/>
              </a:rPr>
              <a:t> </a:t>
            </a:r>
            <a:r>
              <a:rPr sz="2000" spc="-10" dirty="0">
                <a:solidFill>
                  <a:srgbClr val="3F3F3F"/>
                </a:solidFill>
                <a:latin typeface="Calibri"/>
                <a:cs typeface="Calibri"/>
              </a:rPr>
              <a:t>fragment</a:t>
            </a:r>
            <a:r>
              <a:rPr sz="2000" spc="-5" dirty="0">
                <a:solidFill>
                  <a:srgbClr val="3F3F3F"/>
                </a:solidFill>
                <a:latin typeface="Calibri"/>
                <a:cs typeface="Calibri"/>
              </a:rPr>
              <a:t> becomes</a:t>
            </a:r>
            <a:r>
              <a:rPr sz="2000" spc="-15" dirty="0">
                <a:solidFill>
                  <a:srgbClr val="3F3F3F"/>
                </a:solidFill>
                <a:latin typeface="Calibri"/>
                <a:cs typeface="Calibri"/>
              </a:rPr>
              <a:t> </a:t>
            </a:r>
            <a:r>
              <a:rPr sz="2000" dirty="0">
                <a:solidFill>
                  <a:srgbClr val="3F3F3F"/>
                </a:solidFill>
                <a:latin typeface="Calibri"/>
                <a:cs typeface="Calibri"/>
              </a:rPr>
              <a:t>an</a:t>
            </a:r>
            <a:r>
              <a:rPr sz="2000" spc="-10" dirty="0">
                <a:solidFill>
                  <a:srgbClr val="3F3F3F"/>
                </a:solidFill>
                <a:latin typeface="Calibri"/>
                <a:cs typeface="Calibri"/>
              </a:rPr>
              <a:t> </a:t>
            </a:r>
            <a:r>
              <a:rPr sz="2000" spc="-5" dirty="0">
                <a:solidFill>
                  <a:srgbClr val="3F3F3F"/>
                </a:solidFill>
                <a:latin typeface="Calibri"/>
                <a:cs typeface="Calibri"/>
              </a:rPr>
              <a:t>independent</a:t>
            </a:r>
            <a:r>
              <a:rPr sz="2000" spc="-15" dirty="0">
                <a:solidFill>
                  <a:srgbClr val="3F3F3F"/>
                </a:solidFill>
                <a:latin typeface="Calibri"/>
                <a:cs typeface="Calibri"/>
              </a:rPr>
              <a:t> </a:t>
            </a:r>
            <a:r>
              <a:rPr sz="2000" spc="-10" dirty="0">
                <a:solidFill>
                  <a:srgbClr val="3F3F3F"/>
                </a:solidFill>
                <a:latin typeface="Calibri"/>
                <a:cs typeface="Calibri"/>
              </a:rPr>
              <a:t>datagram.</a:t>
            </a:r>
            <a:endParaRPr sz="2000">
              <a:latin typeface="Calibri"/>
              <a:cs typeface="Calibri"/>
            </a:endParaRPr>
          </a:p>
          <a:p>
            <a:pPr marL="189230" marR="5080" indent="-177165">
              <a:lnSpc>
                <a:spcPct val="70000"/>
              </a:lnSpc>
              <a:spcBef>
                <a:spcPts val="1405"/>
              </a:spcBef>
              <a:buClr>
                <a:srgbClr val="1CACE4"/>
              </a:buClr>
              <a:buFont typeface="Arial MT"/>
              <a:buChar char="•"/>
              <a:tabLst>
                <a:tab pos="189865" algn="l"/>
              </a:tabLst>
            </a:pPr>
            <a:r>
              <a:rPr sz="2000" spc="-5" dirty="0">
                <a:solidFill>
                  <a:srgbClr val="3F3F3F"/>
                </a:solidFill>
                <a:latin typeface="Calibri"/>
                <a:cs typeface="Calibri"/>
              </a:rPr>
              <a:t>Whereas</a:t>
            </a:r>
            <a:r>
              <a:rPr sz="2000" spc="-1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fragmented</a:t>
            </a:r>
            <a:r>
              <a:rPr sz="2000"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can</a:t>
            </a:r>
            <a:r>
              <a:rPr sz="2000" spc="-20" dirty="0">
                <a:solidFill>
                  <a:srgbClr val="3F3F3F"/>
                </a:solidFill>
                <a:latin typeface="Calibri"/>
                <a:cs typeface="Calibri"/>
              </a:rPr>
              <a:t> travel</a:t>
            </a:r>
            <a:r>
              <a:rPr sz="2000" spc="20" dirty="0">
                <a:solidFill>
                  <a:srgbClr val="3F3F3F"/>
                </a:solidFill>
                <a:latin typeface="Calibri"/>
                <a:cs typeface="Calibri"/>
              </a:rPr>
              <a:t> </a:t>
            </a:r>
            <a:r>
              <a:rPr sz="2000" spc="-10" dirty="0">
                <a:solidFill>
                  <a:srgbClr val="3F3F3F"/>
                </a:solidFill>
                <a:latin typeface="Calibri"/>
                <a:cs typeface="Calibri"/>
              </a:rPr>
              <a:t>through</a:t>
            </a:r>
            <a:r>
              <a:rPr sz="2000" spc="-35" dirty="0">
                <a:solidFill>
                  <a:srgbClr val="3F3F3F"/>
                </a:solidFill>
                <a:latin typeface="Calibri"/>
                <a:cs typeface="Calibri"/>
              </a:rPr>
              <a:t> </a:t>
            </a:r>
            <a:r>
              <a:rPr sz="2000" spc="-15" dirty="0">
                <a:solidFill>
                  <a:srgbClr val="3F3F3F"/>
                </a:solidFill>
                <a:latin typeface="Calibri"/>
                <a:cs typeface="Calibri"/>
              </a:rPr>
              <a:t>different</a:t>
            </a:r>
            <a:r>
              <a:rPr sz="2000" spc="10" dirty="0">
                <a:solidFill>
                  <a:srgbClr val="3F3F3F"/>
                </a:solidFill>
                <a:latin typeface="Calibri"/>
                <a:cs typeface="Calibri"/>
              </a:rPr>
              <a:t> </a:t>
            </a:r>
            <a:r>
              <a:rPr sz="2000" spc="-10" dirty="0">
                <a:solidFill>
                  <a:srgbClr val="3F3F3F"/>
                </a:solidFill>
                <a:latin typeface="Calibri"/>
                <a:cs typeface="Calibri"/>
              </a:rPr>
              <a:t>routes,</a:t>
            </a:r>
            <a:r>
              <a:rPr sz="2000" dirty="0">
                <a:solidFill>
                  <a:srgbClr val="3F3F3F"/>
                </a:solidFill>
                <a:latin typeface="Calibri"/>
                <a:cs typeface="Calibri"/>
              </a:rPr>
              <a:t> and</a:t>
            </a:r>
            <a:r>
              <a:rPr sz="2000" spc="-10" dirty="0">
                <a:solidFill>
                  <a:srgbClr val="3F3F3F"/>
                </a:solidFill>
                <a:latin typeface="Calibri"/>
                <a:cs typeface="Calibri"/>
              </a:rPr>
              <a:t> we </a:t>
            </a:r>
            <a:r>
              <a:rPr sz="2000" spc="-5" dirty="0">
                <a:solidFill>
                  <a:srgbClr val="3F3F3F"/>
                </a:solidFill>
                <a:latin typeface="Calibri"/>
                <a:cs typeface="Calibri"/>
              </a:rPr>
              <a:t>can </a:t>
            </a:r>
            <a:r>
              <a:rPr sz="2000" spc="-440" dirty="0">
                <a:solidFill>
                  <a:srgbClr val="3F3F3F"/>
                </a:solidFill>
                <a:latin typeface="Calibri"/>
                <a:cs typeface="Calibri"/>
              </a:rPr>
              <a:t> </a:t>
            </a:r>
            <a:r>
              <a:rPr sz="2000" spc="-10" dirty="0">
                <a:solidFill>
                  <a:srgbClr val="3F3F3F"/>
                </a:solidFill>
                <a:latin typeface="Calibri"/>
                <a:cs typeface="Calibri"/>
              </a:rPr>
              <a:t>never</a:t>
            </a:r>
            <a:r>
              <a:rPr sz="2000" spc="-5" dirty="0">
                <a:solidFill>
                  <a:srgbClr val="3F3F3F"/>
                </a:solidFill>
                <a:latin typeface="Calibri"/>
                <a:cs typeface="Calibri"/>
              </a:rPr>
              <a:t> </a:t>
            </a:r>
            <a:r>
              <a:rPr sz="2000" spc="-15" dirty="0">
                <a:solidFill>
                  <a:srgbClr val="3F3F3F"/>
                </a:solidFill>
                <a:latin typeface="Calibri"/>
                <a:cs typeface="Calibri"/>
              </a:rPr>
              <a:t>control</a:t>
            </a:r>
            <a:r>
              <a:rPr sz="2000" spc="-5" dirty="0">
                <a:solidFill>
                  <a:srgbClr val="3F3F3F"/>
                </a:solidFill>
                <a:latin typeface="Calibri"/>
                <a:cs typeface="Calibri"/>
              </a:rPr>
              <a:t> or</a:t>
            </a:r>
            <a:r>
              <a:rPr sz="2000" spc="-10" dirty="0">
                <a:solidFill>
                  <a:srgbClr val="3F3F3F"/>
                </a:solidFill>
                <a:latin typeface="Calibri"/>
                <a:cs typeface="Calibri"/>
              </a:rPr>
              <a:t> guarantee</a:t>
            </a:r>
            <a:r>
              <a:rPr sz="2000" spc="5" dirty="0">
                <a:solidFill>
                  <a:srgbClr val="3F3F3F"/>
                </a:solidFill>
                <a:latin typeface="Calibri"/>
                <a:cs typeface="Calibri"/>
              </a:rPr>
              <a:t> </a:t>
            </a:r>
            <a:r>
              <a:rPr sz="2000" spc="-5" dirty="0">
                <a:solidFill>
                  <a:srgbClr val="3F3F3F"/>
                </a:solidFill>
                <a:latin typeface="Calibri"/>
                <a:cs typeface="Calibri"/>
              </a:rPr>
              <a:t>which</a:t>
            </a:r>
            <a:r>
              <a:rPr sz="2000" spc="-20" dirty="0">
                <a:solidFill>
                  <a:srgbClr val="3F3F3F"/>
                </a:solidFill>
                <a:latin typeface="Calibri"/>
                <a:cs typeface="Calibri"/>
              </a:rPr>
              <a:t> </a:t>
            </a:r>
            <a:r>
              <a:rPr sz="2000" spc="-15" dirty="0">
                <a:solidFill>
                  <a:srgbClr val="3F3F3F"/>
                </a:solidFill>
                <a:latin typeface="Calibri"/>
                <a:cs typeface="Calibri"/>
              </a:rPr>
              <a:t>route</a:t>
            </a:r>
            <a:r>
              <a:rPr sz="2000" spc="5" dirty="0">
                <a:solidFill>
                  <a:srgbClr val="3F3F3F"/>
                </a:solidFill>
                <a:latin typeface="Calibri"/>
                <a:cs typeface="Calibri"/>
              </a:rPr>
              <a:t> </a:t>
            </a:r>
            <a:r>
              <a:rPr sz="2000" dirty="0">
                <a:solidFill>
                  <a:srgbClr val="3F3F3F"/>
                </a:solidFill>
                <a:latin typeface="Calibri"/>
                <a:cs typeface="Calibri"/>
              </a:rPr>
              <a:t>a </a:t>
            </a:r>
            <a:r>
              <a:rPr sz="2000" spc="-10" dirty="0">
                <a:solidFill>
                  <a:srgbClr val="3F3F3F"/>
                </a:solidFill>
                <a:latin typeface="Calibri"/>
                <a:cs typeface="Calibri"/>
              </a:rPr>
              <a:t>fragmented</a:t>
            </a:r>
            <a:r>
              <a:rPr sz="2000" spc="5" dirty="0">
                <a:solidFill>
                  <a:srgbClr val="3F3F3F"/>
                </a:solidFill>
                <a:latin typeface="Calibri"/>
                <a:cs typeface="Calibri"/>
              </a:rPr>
              <a:t> </a:t>
            </a:r>
            <a:r>
              <a:rPr sz="2000" spc="-10" dirty="0">
                <a:solidFill>
                  <a:srgbClr val="3F3F3F"/>
                </a:solidFill>
                <a:latin typeface="Calibri"/>
                <a:cs typeface="Calibri"/>
              </a:rPr>
              <a:t>datagram</a:t>
            </a:r>
            <a:r>
              <a:rPr sz="2000" spc="-15" dirty="0">
                <a:solidFill>
                  <a:srgbClr val="3F3F3F"/>
                </a:solidFill>
                <a:latin typeface="Calibri"/>
                <a:cs typeface="Calibri"/>
              </a:rPr>
              <a:t> may</a:t>
            </a:r>
            <a:r>
              <a:rPr sz="2000" dirty="0">
                <a:solidFill>
                  <a:srgbClr val="3F3F3F"/>
                </a:solidFill>
                <a:latin typeface="Calibri"/>
                <a:cs typeface="Calibri"/>
              </a:rPr>
              <a:t> </a:t>
            </a:r>
            <a:r>
              <a:rPr sz="2000" spc="-20" dirty="0">
                <a:solidFill>
                  <a:srgbClr val="3F3F3F"/>
                </a:solidFill>
                <a:latin typeface="Calibri"/>
                <a:cs typeface="Calibri"/>
              </a:rPr>
              <a:t>take,</a:t>
            </a:r>
            <a:r>
              <a:rPr sz="2000" spc="5" dirty="0">
                <a:solidFill>
                  <a:srgbClr val="3F3F3F"/>
                </a:solidFill>
                <a:latin typeface="Calibri"/>
                <a:cs typeface="Calibri"/>
              </a:rPr>
              <a:t> </a:t>
            </a:r>
            <a:r>
              <a:rPr sz="2000" spc="-5" dirty="0">
                <a:solidFill>
                  <a:srgbClr val="3F3F3F"/>
                </a:solidFill>
                <a:latin typeface="Calibri"/>
                <a:cs typeface="Calibri"/>
              </a:rPr>
              <a:t>all</a:t>
            </a:r>
            <a:r>
              <a:rPr sz="2000" spc="1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 </a:t>
            </a:r>
            <a:r>
              <a:rPr sz="2000" spc="-10" dirty="0">
                <a:solidFill>
                  <a:srgbClr val="3F3F3F"/>
                </a:solidFill>
                <a:latin typeface="Calibri"/>
                <a:cs typeface="Calibri"/>
              </a:rPr>
              <a:t>fragments </a:t>
            </a:r>
            <a:r>
              <a:rPr sz="2000" spc="-5" dirty="0">
                <a:solidFill>
                  <a:srgbClr val="3F3F3F"/>
                </a:solidFill>
                <a:latin typeface="Calibri"/>
                <a:cs typeface="Calibri"/>
              </a:rPr>
              <a:t>belonging</a:t>
            </a:r>
            <a:r>
              <a:rPr sz="2000" spc="-2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same</a:t>
            </a:r>
            <a:r>
              <a:rPr sz="2000" spc="20"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should finally</a:t>
            </a:r>
            <a:r>
              <a:rPr sz="2000" spc="15" dirty="0">
                <a:solidFill>
                  <a:srgbClr val="3F3F3F"/>
                </a:solidFill>
                <a:latin typeface="Calibri"/>
                <a:cs typeface="Calibri"/>
              </a:rPr>
              <a:t> </a:t>
            </a:r>
            <a:r>
              <a:rPr sz="2000" spc="-10" dirty="0">
                <a:solidFill>
                  <a:srgbClr val="3F3F3F"/>
                </a:solidFill>
                <a:latin typeface="Calibri"/>
                <a:cs typeface="Calibri"/>
              </a:rPr>
              <a:t>arrive</a:t>
            </a:r>
            <a:r>
              <a:rPr sz="2000" spc="30" dirty="0">
                <a:solidFill>
                  <a:srgbClr val="3F3F3F"/>
                </a:solidFill>
                <a:latin typeface="Calibri"/>
                <a:cs typeface="Calibri"/>
              </a:rPr>
              <a:t> </a:t>
            </a:r>
            <a:r>
              <a:rPr sz="2000" spc="-15" dirty="0">
                <a:solidFill>
                  <a:srgbClr val="3F3F3F"/>
                </a:solidFill>
                <a:latin typeface="Calibri"/>
                <a:cs typeface="Calibri"/>
              </a:rPr>
              <a:t>at</a:t>
            </a:r>
            <a:r>
              <a:rPr sz="2000" dirty="0">
                <a:solidFill>
                  <a:srgbClr val="3F3F3F"/>
                </a:solidFill>
                <a:latin typeface="Calibri"/>
                <a:cs typeface="Calibri"/>
              </a:rPr>
              <a:t> the</a:t>
            </a:r>
            <a:r>
              <a:rPr sz="2000" spc="10" dirty="0">
                <a:solidFill>
                  <a:srgbClr val="3F3F3F"/>
                </a:solidFill>
                <a:latin typeface="Calibri"/>
                <a:cs typeface="Calibri"/>
              </a:rPr>
              <a:t> </a:t>
            </a:r>
            <a:r>
              <a:rPr sz="2000" spc="-10" dirty="0">
                <a:solidFill>
                  <a:srgbClr val="3F3F3F"/>
                </a:solidFill>
                <a:latin typeface="Calibri"/>
                <a:cs typeface="Calibri"/>
              </a:rPr>
              <a:t>destination </a:t>
            </a:r>
            <a:r>
              <a:rPr sz="2000" spc="-5" dirty="0">
                <a:solidFill>
                  <a:srgbClr val="3F3F3F"/>
                </a:solidFill>
                <a:latin typeface="Calibri"/>
                <a:cs typeface="Calibri"/>
              </a:rPr>
              <a:t> </a:t>
            </a:r>
            <a:r>
              <a:rPr sz="2000" spc="-10" dirty="0">
                <a:solidFill>
                  <a:srgbClr val="3F3F3F"/>
                </a:solidFill>
                <a:latin typeface="Calibri"/>
                <a:cs typeface="Calibri"/>
              </a:rPr>
              <a:t>host.</a:t>
            </a:r>
            <a:endParaRPr sz="2000">
              <a:latin typeface="Calibri"/>
              <a:cs typeface="Calibri"/>
            </a:endParaRPr>
          </a:p>
          <a:p>
            <a:pPr marL="189230" indent="-177165">
              <a:lnSpc>
                <a:spcPct val="100000"/>
              </a:lnSpc>
              <a:spcBef>
                <a:spcPts val="675"/>
              </a:spcBef>
              <a:buClr>
                <a:srgbClr val="1CACE4"/>
              </a:buClr>
              <a:buFont typeface="Arial MT"/>
              <a:buChar char="•"/>
              <a:tabLst>
                <a:tab pos="189865" algn="l"/>
              </a:tabLst>
            </a:pPr>
            <a:r>
              <a:rPr sz="2000" dirty="0">
                <a:solidFill>
                  <a:srgbClr val="3F3F3F"/>
                </a:solidFill>
                <a:latin typeface="Calibri"/>
                <a:cs typeface="Calibri"/>
              </a:rPr>
              <a:t>So</a:t>
            </a:r>
            <a:r>
              <a:rPr sz="2000" spc="-20" dirty="0">
                <a:solidFill>
                  <a:srgbClr val="3F3F3F"/>
                </a:solidFill>
                <a:latin typeface="Calibri"/>
                <a:cs typeface="Calibri"/>
              </a:rPr>
              <a:t> </a:t>
            </a:r>
            <a:r>
              <a:rPr sz="2000" spc="-5" dirty="0">
                <a:solidFill>
                  <a:srgbClr val="3F3F3F"/>
                </a:solidFill>
                <a:latin typeface="Calibri"/>
                <a:cs typeface="Calibri"/>
              </a:rPr>
              <a:t>it</a:t>
            </a:r>
            <a:r>
              <a:rPr sz="2000" dirty="0">
                <a:solidFill>
                  <a:srgbClr val="3F3F3F"/>
                </a:solidFill>
                <a:latin typeface="Calibri"/>
                <a:cs typeface="Calibri"/>
              </a:rPr>
              <a:t> </a:t>
            </a:r>
            <a:r>
              <a:rPr sz="2000" spc="-5" dirty="0">
                <a:solidFill>
                  <a:srgbClr val="3F3F3F"/>
                </a:solidFill>
                <a:latin typeface="Calibri"/>
                <a:cs typeface="Calibri"/>
              </a:rPr>
              <a:t>is</a:t>
            </a:r>
            <a:r>
              <a:rPr sz="2000" spc="20" dirty="0">
                <a:solidFill>
                  <a:srgbClr val="3F3F3F"/>
                </a:solidFill>
                <a:latin typeface="Calibri"/>
                <a:cs typeface="Calibri"/>
              </a:rPr>
              <a:t> </a:t>
            </a:r>
            <a:r>
              <a:rPr sz="2000" spc="-5" dirty="0">
                <a:solidFill>
                  <a:srgbClr val="3F3F3F"/>
                </a:solidFill>
                <a:latin typeface="Calibri"/>
                <a:cs typeface="Calibri"/>
              </a:rPr>
              <a:t>logical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do the</a:t>
            </a:r>
            <a:r>
              <a:rPr sz="2000" spc="-5" dirty="0">
                <a:solidFill>
                  <a:srgbClr val="3F3F3F"/>
                </a:solidFill>
                <a:latin typeface="Calibri"/>
                <a:cs typeface="Calibri"/>
              </a:rPr>
              <a:t> </a:t>
            </a:r>
            <a:r>
              <a:rPr sz="2000" spc="-10" dirty="0">
                <a:solidFill>
                  <a:srgbClr val="3F3F3F"/>
                </a:solidFill>
                <a:latin typeface="Calibri"/>
                <a:cs typeface="Calibri"/>
              </a:rPr>
              <a:t>reassembly</a:t>
            </a:r>
            <a:r>
              <a:rPr sz="2000" spc="20" dirty="0">
                <a:solidFill>
                  <a:srgbClr val="3F3F3F"/>
                </a:solidFill>
                <a:latin typeface="Calibri"/>
                <a:cs typeface="Calibri"/>
              </a:rPr>
              <a:t> </a:t>
            </a:r>
            <a:r>
              <a:rPr sz="2000" spc="-15" dirty="0">
                <a:solidFill>
                  <a:srgbClr val="3F3F3F"/>
                </a:solidFill>
                <a:latin typeface="Calibri"/>
                <a:cs typeface="Calibri"/>
              </a:rPr>
              <a:t>at</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final</a:t>
            </a:r>
            <a:r>
              <a:rPr sz="2000" spc="20" dirty="0">
                <a:solidFill>
                  <a:srgbClr val="3F3F3F"/>
                </a:solidFill>
                <a:latin typeface="Calibri"/>
                <a:cs typeface="Calibri"/>
              </a:rPr>
              <a:t> </a:t>
            </a:r>
            <a:r>
              <a:rPr sz="2000" spc="-10" dirty="0">
                <a:solidFill>
                  <a:srgbClr val="3F3F3F"/>
                </a:solidFill>
                <a:latin typeface="Calibri"/>
                <a:cs typeface="Calibri"/>
              </a:rPr>
              <a:t>destination.</a:t>
            </a:r>
            <a:endParaRPr sz="2000">
              <a:latin typeface="Calibri"/>
              <a:cs typeface="Calibri"/>
            </a:endParaRPr>
          </a:p>
          <a:p>
            <a:pPr marL="189230" marR="16510" indent="-177165">
              <a:lnSpc>
                <a:spcPct val="70000"/>
              </a:lnSpc>
              <a:spcBef>
                <a:spcPts val="1405"/>
              </a:spcBef>
              <a:buClr>
                <a:srgbClr val="1CACE4"/>
              </a:buClr>
              <a:buFont typeface="Arial MT"/>
              <a:buChar char="•"/>
              <a:tabLst>
                <a:tab pos="189865" algn="l"/>
              </a:tabLst>
            </a:pPr>
            <a:r>
              <a:rPr sz="2000" dirty="0">
                <a:solidFill>
                  <a:srgbClr val="3F3F3F"/>
                </a:solidFill>
                <a:latin typeface="Calibri"/>
                <a:cs typeface="Calibri"/>
              </a:rPr>
              <a:t>An</a:t>
            </a:r>
            <a:r>
              <a:rPr sz="2000" spc="-15" dirty="0">
                <a:solidFill>
                  <a:srgbClr val="3F3F3F"/>
                </a:solidFill>
                <a:latin typeface="Calibri"/>
                <a:cs typeface="Calibri"/>
              </a:rPr>
              <a:t> even</a:t>
            </a:r>
            <a:r>
              <a:rPr sz="2000" spc="5" dirty="0">
                <a:solidFill>
                  <a:srgbClr val="3F3F3F"/>
                </a:solidFill>
                <a:latin typeface="Calibri"/>
                <a:cs typeface="Calibri"/>
              </a:rPr>
              <a:t> </a:t>
            </a:r>
            <a:r>
              <a:rPr sz="2000" spc="-15" dirty="0">
                <a:solidFill>
                  <a:srgbClr val="3F3F3F"/>
                </a:solidFill>
                <a:latin typeface="Calibri"/>
                <a:cs typeface="Calibri"/>
              </a:rPr>
              <a:t>stronger</a:t>
            </a:r>
            <a:r>
              <a:rPr sz="2000" dirty="0">
                <a:solidFill>
                  <a:srgbClr val="3F3F3F"/>
                </a:solidFill>
                <a:latin typeface="Calibri"/>
                <a:cs typeface="Calibri"/>
              </a:rPr>
              <a:t> </a:t>
            </a:r>
            <a:r>
              <a:rPr sz="2000" spc="-5" dirty="0">
                <a:solidFill>
                  <a:srgbClr val="3F3F3F"/>
                </a:solidFill>
                <a:latin typeface="Calibri"/>
                <a:cs typeface="Calibri"/>
              </a:rPr>
              <a:t>objection</a:t>
            </a:r>
            <a:r>
              <a:rPr sz="2000" spc="-10"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reassembling</a:t>
            </a:r>
            <a:r>
              <a:rPr sz="2000" spc="20" dirty="0">
                <a:solidFill>
                  <a:srgbClr val="3F3F3F"/>
                </a:solidFill>
                <a:latin typeface="Calibri"/>
                <a:cs typeface="Calibri"/>
              </a:rPr>
              <a:t> </a:t>
            </a:r>
            <a:r>
              <a:rPr sz="2000" spc="-10" dirty="0">
                <a:solidFill>
                  <a:srgbClr val="3F3F3F"/>
                </a:solidFill>
                <a:latin typeface="Calibri"/>
                <a:cs typeface="Calibri"/>
              </a:rPr>
              <a:t>packets</a:t>
            </a:r>
            <a:r>
              <a:rPr sz="2000" spc="5" dirty="0">
                <a:solidFill>
                  <a:srgbClr val="3F3F3F"/>
                </a:solidFill>
                <a:latin typeface="Calibri"/>
                <a:cs typeface="Calibri"/>
              </a:rPr>
              <a:t> </a:t>
            </a:r>
            <a:r>
              <a:rPr sz="2000" dirty="0">
                <a:solidFill>
                  <a:srgbClr val="3F3F3F"/>
                </a:solidFill>
                <a:latin typeface="Calibri"/>
                <a:cs typeface="Calibri"/>
              </a:rPr>
              <a:t>during</a:t>
            </a:r>
            <a:r>
              <a:rPr sz="2000" spc="-1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transmission</a:t>
            </a:r>
            <a:r>
              <a:rPr sz="2000" spc="25"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dirty="0">
                <a:solidFill>
                  <a:srgbClr val="3F3F3F"/>
                </a:solidFill>
                <a:latin typeface="Calibri"/>
                <a:cs typeface="Calibri"/>
              </a:rPr>
              <a:t>the </a:t>
            </a:r>
            <a:r>
              <a:rPr sz="2000" spc="-440" dirty="0">
                <a:solidFill>
                  <a:srgbClr val="3F3F3F"/>
                </a:solidFill>
                <a:latin typeface="Calibri"/>
                <a:cs typeface="Calibri"/>
              </a:rPr>
              <a:t> </a:t>
            </a:r>
            <a:r>
              <a:rPr sz="2000" spc="-5" dirty="0">
                <a:solidFill>
                  <a:srgbClr val="3F3F3F"/>
                </a:solidFill>
                <a:latin typeface="Calibri"/>
                <a:cs typeface="Calibri"/>
              </a:rPr>
              <a:t>loss of</a:t>
            </a:r>
            <a:r>
              <a:rPr sz="2000" spc="-10" dirty="0">
                <a:solidFill>
                  <a:srgbClr val="3F3F3F"/>
                </a:solidFill>
                <a:latin typeface="Calibri"/>
                <a:cs typeface="Calibri"/>
              </a:rPr>
              <a:t> </a:t>
            </a:r>
            <a:r>
              <a:rPr sz="2000" spc="-5" dirty="0">
                <a:solidFill>
                  <a:srgbClr val="3F3F3F"/>
                </a:solidFill>
                <a:latin typeface="Calibri"/>
                <a:cs typeface="Calibri"/>
              </a:rPr>
              <a:t>efficiency it</a:t>
            </a:r>
            <a:r>
              <a:rPr sz="2000" spc="10" dirty="0">
                <a:solidFill>
                  <a:srgbClr val="3F3F3F"/>
                </a:solidFill>
                <a:latin typeface="Calibri"/>
                <a:cs typeface="Calibri"/>
              </a:rPr>
              <a:t> </a:t>
            </a:r>
            <a:r>
              <a:rPr sz="2000" spc="-10" dirty="0">
                <a:solidFill>
                  <a:srgbClr val="3F3F3F"/>
                </a:solidFill>
                <a:latin typeface="Calibri"/>
                <a:cs typeface="Calibri"/>
              </a:rPr>
              <a:t>incurs.</a:t>
            </a:r>
            <a:endParaRPr sz="20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42</a:t>
            </a:fld>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97667" y="1722582"/>
            <a:ext cx="8643620" cy="2204720"/>
          </a:xfrm>
          <a:prstGeom prst="rect">
            <a:avLst/>
          </a:prstGeom>
        </p:spPr>
        <p:txBody>
          <a:bodyPr vert="horz" wrap="square" lIns="0" tIns="121920" rIns="0" bIns="0" rtlCol="0">
            <a:spAutoFit/>
          </a:bodyPr>
          <a:lstStyle/>
          <a:p>
            <a:pPr marL="189230" marR="287020" indent="-177165">
              <a:lnSpc>
                <a:spcPct val="70000"/>
              </a:lnSpc>
              <a:spcBef>
                <a:spcPts val="960"/>
              </a:spcBef>
              <a:buClr>
                <a:srgbClr val="1CACE4"/>
              </a:buClr>
              <a:buFont typeface="Arial MT"/>
              <a:buChar char="•"/>
              <a:tabLst>
                <a:tab pos="189865" algn="l"/>
              </a:tabLst>
            </a:pPr>
            <a:r>
              <a:rPr sz="2400" spc="-5" dirty="0">
                <a:solidFill>
                  <a:srgbClr val="3F3F3F"/>
                </a:solidFill>
                <a:latin typeface="Calibri"/>
                <a:cs typeface="Calibri"/>
              </a:rPr>
              <a:t>The </a:t>
            </a:r>
            <a:r>
              <a:rPr sz="2400" spc="-15" dirty="0">
                <a:solidFill>
                  <a:srgbClr val="3F3F3F"/>
                </a:solidFill>
                <a:latin typeface="Calibri"/>
                <a:cs typeface="Calibri"/>
              </a:rPr>
              <a:t>host </a:t>
            </a:r>
            <a:r>
              <a:rPr sz="2400" spc="-5" dirty="0">
                <a:solidFill>
                  <a:srgbClr val="3F3F3F"/>
                </a:solidFill>
                <a:latin typeface="Calibri"/>
                <a:cs typeface="Calibri"/>
              </a:rPr>
              <a:t>or </a:t>
            </a:r>
            <a:r>
              <a:rPr sz="2400" spc="-15" dirty="0">
                <a:solidFill>
                  <a:srgbClr val="3F3F3F"/>
                </a:solidFill>
                <a:latin typeface="Calibri"/>
                <a:cs typeface="Calibri"/>
              </a:rPr>
              <a:t>router </a:t>
            </a:r>
            <a:r>
              <a:rPr sz="2400" spc="-10" dirty="0">
                <a:solidFill>
                  <a:srgbClr val="3F3F3F"/>
                </a:solidFill>
                <a:latin typeface="Calibri"/>
                <a:cs typeface="Calibri"/>
              </a:rPr>
              <a:t>that fragments </a:t>
            </a:r>
            <a:r>
              <a:rPr sz="2400" dirty="0">
                <a:solidFill>
                  <a:srgbClr val="3F3F3F"/>
                </a:solidFill>
                <a:latin typeface="Calibri"/>
                <a:cs typeface="Calibri"/>
              </a:rPr>
              <a:t>a </a:t>
            </a:r>
            <a:r>
              <a:rPr sz="2400" spc="-15" dirty="0">
                <a:solidFill>
                  <a:srgbClr val="3F3F3F"/>
                </a:solidFill>
                <a:latin typeface="Calibri"/>
                <a:cs typeface="Calibri"/>
              </a:rPr>
              <a:t>datagram </a:t>
            </a:r>
            <a:r>
              <a:rPr sz="2400" spc="-10" dirty="0">
                <a:solidFill>
                  <a:srgbClr val="3F3F3F"/>
                </a:solidFill>
                <a:latin typeface="Calibri"/>
                <a:cs typeface="Calibri"/>
              </a:rPr>
              <a:t>must change </a:t>
            </a:r>
            <a:r>
              <a:rPr sz="2400" spc="-5" dirty="0">
                <a:solidFill>
                  <a:srgbClr val="3F3F3F"/>
                </a:solidFill>
                <a:latin typeface="Calibri"/>
                <a:cs typeface="Calibri"/>
              </a:rPr>
              <a:t>the </a:t>
            </a:r>
            <a:r>
              <a:rPr sz="2400" dirty="0">
                <a:solidFill>
                  <a:srgbClr val="3F3F3F"/>
                </a:solidFill>
                <a:latin typeface="Calibri"/>
                <a:cs typeface="Calibri"/>
              </a:rPr>
              <a:t> </a:t>
            </a:r>
            <a:r>
              <a:rPr sz="2400" spc="-10" dirty="0">
                <a:solidFill>
                  <a:srgbClr val="3F3F3F"/>
                </a:solidFill>
                <a:latin typeface="Calibri"/>
                <a:cs typeface="Calibri"/>
              </a:rPr>
              <a:t>values</a:t>
            </a:r>
            <a:r>
              <a:rPr sz="2400" spc="-2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10" dirty="0">
                <a:solidFill>
                  <a:srgbClr val="3F3F3F"/>
                </a:solidFill>
                <a:latin typeface="Calibri"/>
                <a:cs typeface="Calibri"/>
              </a:rPr>
              <a:t>three</a:t>
            </a:r>
            <a:r>
              <a:rPr sz="2400" spc="5" dirty="0">
                <a:solidFill>
                  <a:srgbClr val="3F3F3F"/>
                </a:solidFill>
                <a:latin typeface="Calibri"/>
                <a:cs typeface="Calibri"/>
              </a:rPr>
              <a:t> </a:t>
            </a:r>
            <a:r>
              <a:rPr sz="2400" spc="-5" dirty="0">
                <a:solidFill>
                  <a:srgbClr val="3F3F3F"/>
                </a:solidFill>
                <a:latin typeface="Calibri"/>
                <a:cs typeface="Calibri"/>
              </a:rPr>
              <a:t>fields:</a:t>
            </a:r>
            <a:r>
              <a:rPr sz="2400" spc="-15" dirty="0">
                <a:solidFill>
                  <a:srgbClr val="3F3F3F"/>
                </a:solidFill>
                <a:latin typeface="Calibri"/>
                <a:cs typeface="Calibri"/>
              </a:rPr>
              <a:t> </a:t>
            </a:r>
            <a:r>
              <a:rPr sz="2400" spc="-5" dirty="0">
                <a:solidFill>
                  <a:srgbClr val="3F3F3F"/>
                </a:solidFill>
                <a:latin typeface="Calibri"/>
                <a:cs typeface="Calibri"/>
              </a:rPr>
              <a:t>flags,</a:t>
            </a:r>
            <a:r>
              <a:rPr sz="2400" dirty="0">
                <a:solidFill>
                  <a:srgbClr val="3F3F3F"/>
                </a:solidFill>
                <a:latin typeface="Calibri"/>
                <a:cs typeface="Calibri"/>
              </a:rPr>
              <a:t> </a:t>
            </a:r>
            <a:r>
              <a:rPr sz="2400" spc="-15" dirty="0">
                <a:solidFill>
                  <a:srgbClr val="3F3F3F"/>
                </a:solidFill>
                <a:latin typeface="Calibri"/>
                <a:cs typeface="Calibri"/>
              </a:rPr>
              <a:t>fragmentation</a:t>
            </a:r>
            <a:r>
              <a:rPr sz="2400" spc="-30" dirty="0">
                <a:solidFill>
                  <a:srgbClr val="3F3F3F"/>
                </a:solidFill>
                <a:latin typeface="Calibri"/>
                <a:cs typeface="Calibri"/>
              </a:rPr>
              <a:t> </a:t>
            </a:r>
            <a:r>
              <a:rPr sz="2400" spc="-15" dirty="0">
                <a:solidFill>
                  <a:srgbClr val="3F3F3F"/>
                </a:solidFill>
                <a:latin typeface="Calibri"/>
                <a:cs typeface="Calibri"/>
              </a:rPr>
              <a:t>offset,</a:t>
            </a:r>
            <a:r>
              <a:rPr sz="2400" spc="5" dirty="0">
                <a:solidFill>
                  <a:srgbClr val="3F3F3F"/>
                </a:solidFill>
                <a:latin typeface="Calibri"/>
                <a:cs typeface="Calibri"/>
              </a:rPr>
              <a:t> </a:t>
            </a:r>
            <a:r>
              <a:rPr sz="2400" dirty="0">
                <a:solidFill>
                  <a:srgbClr val="3F3F3F"/>
                </a:solidFill>
                <a:latin typeface="Calibri"/>
                <a:cs typeface="Calibri"/>
              </a:rPr>
              <a:t>and</a:t>
            </a:r>
            <a:r>
              <a:rPr sz="2400" spc="-5" dirty="0">
                <a:solidFill>
                  <a:srgbClr val="3F3F3F"/>
                </a:solidFill>
                <a:latin typeface="Calibri"/>
                <a:cs typeface="Calibri"/>
              </a:rPr>
              <a:t> </a:t>
            </a:r>
            <a:r>
              <a:rPr sz="2400" spc="-15" dirty="0">
                <a:solidFill>
                  <a:srgbClr val="3F3F3F"/>
                </a:solidFill>
                <a:latin typeface="Calibri"/>
                <a:cs typeface="Calibri"/>
              </a:rPr>
              <a:t>total </a:t>
            </a:r>
            <a:r>
              <a:rPr sz="2400" spc="-10" dirty="0">
                <a:solidFill>
                  <a:srgbClr val="3F3F3F"/>
                </a:solidFill>
                <a:latin typeface="Calibri"/>
                <a:cs typeface="Calibri"/>
              </a:rPr>
              <a:t>length.</a:t>
            </a:r>
            <a:endParaRPr sz="2400">
              <a:latin typeface="Calibri"/>
              <a:cs typeface="Calibri"/>
            </a:endParaRPr>
          </a:p>
          <a:p>
            <a:pPr marL="189230" indent="-177165">
              <a:lnSpc>
                <a:spcPct val="100000"/>
              </a:lnSpc>
              <a:spcBef>
                <a:spcPts val="545"/>
              </a:spcBef>
              <a:buClr>
                <a:srgbClr val="1CACE4"/>
              </a:buClr>
              <a:buFont typeface="Arial MT"/>
              <a:buChar char="•"/>
              <a:tabLst>
                <a:tab pos="189865" algn="l"/>
              </a:tabLst>
            </a:pPr>
            <a:r>
              <a:rPr sz="2400" spc="-5" dirty="0">
                <a:solidFill>
                  <a:srgbClr val="3F3F3F"/>
                </a:solidFill>
                <a:latin typeface="Calibri"/>
                <a:cs typeface="Calibri"/>
              </a:rPr>
              <a:t>The </a:t>
            </a:r>
            <a:r>
              <a:rPr sz="2400" spc="-20" dirty="0">
                <a:solidFill>
                  <a:srgbClr val="3F3F3F"/>
                </a:solidFill>
                <a:latin typeface="Calibri"/>
                <a:cs typeface="Calibri"/>
              </a:rPr>
              <a:t>rest</a:t>
            </a:r>
            <a:r>
              <a:rPr sz="2400" spc="-25" dirty="0">
                <a:solidFill>
                  <a:srgbClr val="3F3F3F"/>
                </a:solidFill>
                <a:latin typeface="Calibri"/>
                <a:cs typeface="Calibri"/>
              </a:rPr>
              <a:t> </a:t>
            </a:r>
            <a:r>
              <a:rPr sz="2400" spc="-5" dirty="0">
                <a:solidFill>
                  <a:srgbClr val="3F3F3F"/>
                </a:solidFill>
                <a:latin typeface="Calibri"/>
                <a:cs typeface="Calibri"/>
              </a:rPr>
              <a:t>of</a:t>
            </a:r>
            <a:r>
              <a:rPr sz="240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5" dirty="0">
                <a:solidFill>
                  <a:srgbClr val="3F3F3F"/>
                </a:solidFill>
                <a:latin typeface="Calibri"/>
                <a:cs typeface="Calibri"/>
              </a:rPr>
              <a:t>fields</a:t>
            </a:r>
            <a:r>
              <a:rPr sz="2400" spc="-15" dirty="0">
                <a:solidFill>
                  <a:srgbClr val="3F3F3F"/>
                </a:solidFill>
                <a:latin typeface="Calibri"/>
                <a:cs typeface="Calibri"/>
              </a:rPr>
              <a:t> </a:t>
            </a:r>
            <a:r>
              <a:rPr sz="2400" spc="-10" dirty="0">
                <a:solidFill>
                  <a:srgbClr val="3F3F3F"/>
                </a:solidFill>
                <a:latin typeface="Calibri"/>
                <a:cs typeface="Calibri"/>
              </a:rPr>
              <a:t>must</a:t>
            </a:r>
            <a:r>
              <a:rPr sz="2400" spc="-25" dirty="0">
                <a:solidFill>
                  <a:srgbClr val="3F3F3F"/>
                </a:solidFill>
                <a:latin typeface="Calibri"/>
                <a:cs typeface="Calibri"/>
              </a:rPr>
              <a:t> </a:t>
            </a:r>
            <a:r>
              <a:rPr sz="2400" spc="-5" dirty="0">
                <a:solidFill>
                  <a:srgbClr val="3F3F3F"/>
                </a:solidFill>
                <a:latin typeface="Calibri"/>
                <a:cs typeface="Calibri"/>
              </a:rPr>
              <a:t>be </a:t>
            </a:r>
            <a:r>
              <a:rPr sz="2400" spc="-10" dirty="0">
                <a:solidFill>
                  <a:srgbClr val="3F3F3F"/>
                </a:solidFill>
                <a:latin typeface="Calibri"/>
                <a:cs typeface="Calibri"/>
              </a:rPr>
              <a:t>copied.</a:t>
            </a:r>
            <a:endParaRPr sz="2400">
              <a:latin typeface="Calibri"/>
              <a:cs typeface="Calibri"/>
            </a:endParaRPr>
          </a:p>
          <a:p>
            <a:pPr marL="189230" marR="910590" indent="-177165">
              <a:lnSpc>
                <a:spcPct val="70000"/>
              </a:lnSpc>
              <a:spcBef>
                <a:spcPts val="1390"/>
              </a:spcBef>
              <a:buClr>
                <a:srgbClr val="1CACE4"/>
              </a:buClr>
              <a:buFont typeface="Arial MT"/>
              <a:buChar char="•"/>
              <a:tabLst>
                <a:tab pos="189865" algn="l"/>
              </a:tabLst>
            </a:pPr>
            <a:r>
              <a:rPr sz="2400" spc="-5" dirty="0">
                <a:solidFill>
                  <a:srgbClr val="3F3F3F"/>
                </a:solidFill>
                <a:latin typeface="Calibri"/>
                <a:cs typeface="Calibri"/>
              </a:rPr>
              <a:t>the </a:t>
            </a:r>
            <a:r>
              <a:rPr sz="2400" spc="-10" dirty="0">
                <a:solidFill>
                  <a:srgbClr val="3F3F3F"/>
                </a:solidFill>
                <a:latin typeface="Calibri"/>
                <a:cs typeface="Calibri"/>
              </a:rPr>
              <a:t>value </a:t>
            </a:r>
            <a:r>
              <a:rPr sz="2400" spc="-5" dirty="0">
                <a:solidFill>
                  <a:srgbClr val="3F3F3F"/>
                </a:solidFill>
                <a:latin typeface="Calibri"/>
                <a:cs typeface="Calibri"/>
              </a:rPr>
              <a:t>of the checksum </a:t>
            </a:r>
            <a:r>
              <a:rPr sz="2400" spc="-10" dirty="0">
                <a:solidFill>
                  <a:srgbClr val="3F3F3F"/>
                </a:solidFill>
                <a:latin typeface="Calibri"/>
                <a:cs typeface="Calibri"/>
              </a:rPr>
              <a:t>must </a:t>
            </a:r>
            <a:r>
              <a:rPr sz="2400" spc="-5" dirty="0">
                <a:solidFill>
                  <a:srgbClr val="3F3F3F"/>
                </a:solidFill>
                <a:latin typeface="Calibri"/>
                <a:cs typeface="Calibri"/>
              </a:rPr>
              <a:t>be </a:t>
            </a:r>
            <a:r>
              <a:rPr sz="2400" spc="-10" dirty="0">
                <a:solidFill>
                  <a:srgbClr val="3F3F3F"/>
                </a:solidFill>
                <a:latin typeface="Calibri"/>
                <a:cs typeface="Calibri"/>
              </a:rPr>
              <a:t>recalculated </a:t>
            </a:r>
            <a:r>
              <a:rPr sz="2400" spc="-15" dirty="0">
                <a:solidFill>
                  <a:srgbClr val="3F3F3F"/>
                </a:solidFill>
                <a:latin typeface="Calibri"/>
                <a:cs typeface="Calibri"/>
              </a:rPr>
              <a:t>regardless </a:t>
            </a:r>
            <a:r>
              <a:rPr sz="2400" spc="-5" dirty="0">
                <a:solidFill>
                  <a:srgbClr val="3F3F3F"/>
                </a:solidFill>
                <a:latin typeface="Calibri"/>
                <a:cs typeface="Calibri"/>
              </a:rPr>
              <a:t>of </a:t>
            </a:r>
            <a:r>
              <a:rPr sz="2400" spc="-530" dirty="0">
                <a:solidFill>
                  <a:srgbClr val="3F3F3F"/>
                </a:solidFill>
                <a:latin typeface="Calibri"/>
                <a:cs typeface="Calibri"/>
              </a:rPr>
              <a:t> </a:t>
            </a:r>
            <a:r>
              <a:rPr sz="2400" spc="-15" dirty="0">
                <a:solidFill>
                  <a:srgbClr val="3F3F3F"/>
                </a:solidFill>
                <a:latin typeface="Calibri"/>
                <a:cs typeface="Calibri"/>
              </a:rPr>
              <a:t>fragmentation.</a:t>
            </a:r>
            <a:endParaRPr sz="2400">
              <a:latin typeface="Calibri"/>
              <a:cs typeface="Calibri"/>
            </a:endParaRPr>
          </a:p>
          <a:p>
            <a:pPr marL="189230" indent="-177165">
              <a:lnSpc>
                <a:spcPct val="100000"/>
              </a:lnSpc>
              <a:spcBef>
                <a:spcPts val="540"/>
              </a:spcBef>
              <a:buClr>
                <a:srgbClr val="1CACE4"/>
              </a:buClr>
              <a:buChar char="•"/>
              <a:tabLst>
                <a:tab pos="189865" algn="l"/>
              </a:tabLst>
            </a:pPr>
            <a:r>
              <a:rPr sz="2400" spc="-5" dirty="0">
                <a:solidFill>
                  <a:srgbClr val="0070BF"/>
                </a:solidFill>
                <a:latin typeface="Arial MT"/>
                <a:cs typeface="Arial MT"/>
              </a:rPr>
              <a:t>The </a:t>
            </a:r>
            <a:r>
              <a:rPr sz="2400" b="1" spc="-5" dirty="0">
                <a:latin typeface="Arial"/>
                <a:cs typeface="Arial"/>
              </a:rPr>
              <a:t>identification</a:t>
            </a:r>
            <a:r>
              <a:rPr sz="2400" b="1" spc="-35" dirty="0">
                <a:latin typeface="Arial"/>
                <a:cs typeface="Arial"/>
              </a:rPr>
              <a:t> </a:t>
            </a:r>
            <a:r>
              <a:rPr sz="2400" b="1" spc="-5" dirty="0">
                <a:latin typeface="Arial"/>
                <a:cs typeface="Arial"/>
              </a:rPr>
              <a:t>field</a:t>
            </a:r>
            <a:r>
              <a:rPr sz="2400" b="1" spc="15" dirty="0">
                <a:latin typeface="Arial"/>
                <a:cs typeface="Arial"/>
              </a:rPr>
              <a:t> </a:t>
            </a:r>
            <a:r>
              <a:rPr sz="2400" spc="-10" dirty="0">
                <a:solidFill>
                  <a:srgbClr val="3F3F3F"/>
                </a:solidFill>
                <a:latin typeface="Calibri"/>
                <a:cs typeface="Calibri"/>
              </a:rPr>
              <a:t>identifies</a:t>
            </a:r>
            <a:r>
              <a:rPr sz="2400" dirty="0">
                <a:solidFill>
                  <a:srgbClr val="3F3F3F"/>
                </a:solidFill>
                <a:latin typeface="Calibri"/>
                <a:cs typeface="Calibri"/>
              </a:rPr>
              <a:t> a</a:t>
            </a:r>
            <a:r>
              <a:rPr sz="2400" spc="-10" dirty="0">
                <a:solidFill>
                  <a:srgbClr val="3F3F3F"/>
                </a:solidFill>
                <a:latin typeface="Calibri"/>
                <a:cs typeface="Calibri"/>
              </a:rPr>
              <a:t> </a:t>
            </a:r>
            <a:r>
              <a:rPr sz="2400" spc="-15" dirty="0">
                <a:solidFill>
                  <a:srgbClr val="3F3F3F"/>
                </a:solidFill>
                <a:latin typeface="Calibri"/>
                <a:cs typeface="Calibri"/>
              </a:rPr>
              <a:t>datagram </a:t>
            </a:r>
            <a:r>
              <a:rPr sz="2400" spc="-10" dirty="0">
                <a:solidFill>
                  <a:srgbClr val="3F3F3F"/>
                </a:solidFill>
                <a:latin typeface="Calibri"/>
                <a:cs typeface="Calibri"/>
              </a:rPr>
              <a:t>originating</a:t>
            </a:r>
            <a:r>
              <a:rPr sz="2400" spc="-15" dirty="0">
                <a:solidFill>
                  <a:srgbClr val="3F3F3F"/>
                </a:solidFill>
                <a:latin typeface="Calibri"/>
                <a:cs typeface="Calibri"/>
              </a:rPr>
              <a:t> from</a:t>
            </a:r>
            <a:r>
              <a:rPr sz="2400" spc="-5" dirty="0">
                <a:solidFill>
                  <a:srgbClr val="3F3F3F"/>
                </a:solidFill>
                <a:latin typeface="Calibri"/>
                <a:cs typeface="Calibri"/>
              </a:rPr>
              <a:t> the</a:t>
            </a:r>
            <a:endParaRPr sz="24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859211" y="3792175"/>
            <a:ext cx="8540115" cy="2164715"/>
          </a:xfrm>
          <a:prstGeom prst="rect">
            <a:avLst/>
          </a:prstGeom>
        </p:spPr>
        <p:txBody>
          <a:bodyPr vert="horz" wrap="square" lIns="0" tIns="12700" rIns="0" bIns="0" rtlCol="0">
            <a:spAutoFit/>
          </a:bodyPr>
          <a:lstStyle/>
          <a:p>
            <a:pPr marL="27305">
              <a:lnSpc>
                <a:spcPts val="2720"/>
              </a:lnSpc>
              <a:spcBef>
                <a:spcPts val="100"/>
              </a:spcBef>
            </a:pPr>
            <a:r>
              <a:rPr sz="2400" spc="-10" dirty="0">
                <a:solidFill>
                  <a:srgbClr val="3F3F3F"/>
                </a:solidFill>
                <a:latin typeface="Calibri"/>
                <a:cs typeface="Calibri"/>
              </a:rPr>
              <a:t>source</a:t>
            </a:r>
            <a:r>
              <a:rPr sz="2400" spc="-45" dirty="0">
                <a:solidFill>
                  <a:srgbClr val="3F3F3F"/>
                </a:solidFill>
                <a:latin typeface="Calibri"/>
                <a:cs typeface="Calibri"/>
              </a:rPr>
              <a:t> </a:t>
            </a:r>
            <a:r>
              <a:rPr sz="2400" spc="-15" dirty="0">
                <a:solidFill>
                  <a:srgbClr val="3F3F3F"/>
                </a:solidFill>
                <a:latin typeface="Calibri"/>
                <a:cs typeface="Calibri"/>
              </a:rPr>
              <a:t>host.</a:t>
            </a:r>
            <a:endParaRPr sz="2400">
              <a:latin typeface="Calibri"/>
              <a:cs typeface="Calibri"/>
            </a:endParaRPr>
          </a:p>
          <a:p>
            <a:pPr marL="257810" indent="-183515">
              <a:lnSpc>
                <a:spcPts val="2180"/>
              </a:lnSpc>
              <a:buClr>
                <a:srgbClr val="1CACE4"/>
              </a:buClr>
              <a:buChar char="◦"/>
              <a:tabLst>
                <a:tab pos="258445" algn="l"/>
              </a:tabLst>
            </a:pPr>
            <a:r>
              <a:rPr sz="2000" spc="-10" dirty="0">
                <a:solidFill>
                  <a:srgbClr val="3F3F3F"/>
                </a:solidFill>
                <a:latin typeface="Calibri"/>
                <a:cs typeface="Calibri"/>
              </a:rPr>
              <a:t>Counter</a:t>
            </a:r>
            <a:r>
              <a:rPr sz="2000" spc="-25"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spc="-10" dirty="0">
                <a:solidFill>
                  <a:srgbClr val="3F3F3F"/>
                </a:solidFill>
                <a:latin typeface="Calibri"/>
                <a:cs typeface="Calibri"/>
              </a:rPr>
              <a:t>initialized</a:t>
            </a:r>
            <a:r>
              <a:rPr sz="2000" spc="35"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0" dirty="0">
                <a:solidFill>
                  <a:srgbClr val="3F3F3F"/>
                </a:solidFill>
                <a:latin typeface="Calibri"/>
                <a:cs typeface="Calibri"/>
              </a:rPr>
              <a:t>positive</a:t>
            </a:r>
            <a:r>
              <a:rPr sz="2000" spc="15" dirty="0">
                <a:solidFill>
                  <a:srgbClr val="3F3F3F"/>
                </a:solidFill>
                <a:latin typeface="Calibri"/>
                <a:cs typeface="Calibri"/>
              </a:rPr>
              <a:t> </a:t>
            </a:r>
            <a:r>
              <a:rPr sz="2000" spc="-5" dirty="0">
                <a:solidFill>
                  <a:srgbClr val="3F3F3F"/>
                </a:solidFill>
                <a:latin typeface="Calibri"/>
                <a:cs typeface="Calibri"/>
              </a:rPr>
              <a:t>number</a:t>
            </a:r>
            <a:endParaRPr sz="2000">
              <a:latin typeface="Calibri"/>
              <a:cs typeface="Calibri"/>
            </a:endParaRPr>
          </a:p>
          <a:p>
            <a:pPr marL="257810" marR="325755" indent="-182880">
              <a:lnSpc>
                <a:spcPct val="70000"/>
              </a:lnSpc>
              <a:spcBef>
                <a:spcPts val="660"/>
              </a:spcBef>
              <a:buClr>
                <a:srgbClr val="1CACE4"/>
              </a:buClr>
              <a:buChar char="◦"/>
              <a:tabLst>
                <a:tab pos="258445" algn="l"/>
              </a:tabLst>
            </a:pPr>
            <a:r>
              <a:rPr sz="2000" dirty="0">
                <a:solidFill>
                  <a:srgbClr val="3F3F3F"/>
                </a:solidFill>
                <a:latin typeface="Calibri"/>
                <a:cs typeface="Calibri"/>
              </a:rPr>
              <a:t>When</a:t>
            </a:r>
            <a:r>
              <a:rPr sz="2000" spc="-3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0" dirty="0">
                <a:solidFill>
                  <a:srgbClr val="3F3F3F"/>
                </a:solidFill>
                <a:latin typeface="Calibri"/>
                <a:cs typeface="Calibri"/>
              </a:rPr>
              <a:t>datagram</a:t>
            </a:r>
            <a:r>
              <a:rPr sz="200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spc="-10" dirty="0">
                <a:solidFill>
                  <a:srgbClr val="3F3F3F"/>
                </a:solidFill>
                <a:latin typeface="Calibri"/>
                <a:cs typeface="Calibri"/>
              </a:rPr>
              <a:t>fragmented,</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value</a:t>
            </a:r>
            <a:r>
              <a:rPr sz="2000" spc="-5" dirty="0">
                <a:solidFill>
                  <a:srgbClr val="3F3F3F"/>
                </a:solidFill>
                <a:latin typeface="Calibri"/>
                <a:cs typeface="Calibri"/>
              </a:rPr>
              <a:t> in</a:t>
            </a:r>
            <a:r>
              <a:rPr sz="2000" dirty="0">
                <a:solidFill>
                  <a:srgbClr val="3F3F3F"/>
                </a:solidFill>
                <a:latin typeface="Calibri"/>
                <a:cs typeface="Calibri"/>
              </a:rPr>
              <a:t> the</a:t>
            </a:r>
            <a:r>
              <a:rPr sz="2000" spc="5" dirty="0">
                <a:solidFill>
                  <a:srgbClr val="3F3F3F"/>
                </a:solidFill>
                <a:latin typeface="Calibri"/>
                <a:cs typeface="Calibri"/>
              </a:rPr>
              <a:t> </a:t>
            </a:r>
            <a:r>
              <a:rPr sz="2000" spc="-10" dirty="0">
                <a:solidFill>
                  <a:srgbClr val="3F3F3F"/>
                </a:solidFill>
                <a:latin typeface="Calibri"/>
                <a:cs typeface="Calibri"/>
              </a:rPr>
              <a:t>identification</a:t>
            </a:r>
            <a:r>
              <a:rPr sz="2000" spc="20" dirty="0">
                <a:solidFill>
                  <a:srgbClr val="3F3F3F"/>
                </a:solidFill>
                <a:latin typeface="Calibri"/>
                <a:cs typeface="Calibri"/>
              </a:rPr>
              <a:t> </a:t>
            </a:r>
            <a:r>
              <a:rPr sz="2000" spc="-5" dirty="0">
                <a:solidFill>
                  <a:srgbClr val="3F3F3F"/>
                </a:solidFill>
                <a:latin typeface="Calibri"/>
                <a:cs typeface="Calibri"/>
              </a:rPr>
              <a:t>field</a:t>
            </a:r>
            <a:r>
              <a:rPr sz="2000" spc="5"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spc="-5" dirty="0">
                <a:solidFill>
                  <a:srgbClr val="3F3F3F"/>
                </a:solidFill>
                <a:latin typeface="Calibri"/>
                <a:cs typeface="Calibri"/>
              </a:rPr>
              <a:t>copied </a:t>
            </a:r>
            <a:r>
              <a:rPr sz="2000" spc="-434" dirty="0">
                <a:solidFill>
                  <a:srgbClr val="3F3F3F"/>
                </a:solidFill>
                <a:latin typeface="Calibri"/>
                <a:cs typeface="Calibri"/>
              </a:rPr>
              <a:t> </a:t>
            </a:r>
            <a:r>
              <a:rPr sz="2000" spc="-15" dirty="0">
                <a:solidFill>
                  <a:srgbClr val="3F3F3F"/>
                </a:solidFill>
                <a:latin typeface="Calibri"/>
                <a:cs typeface="Calibri"/>
              </a:rPr>
              <a:t>into </a:t>
            </a:r>
            <a:r>
              <a:rPr sz="2000" spc="-5" dirty="0">
                <a:solidFill>
                  <a:srgbClr val="3F3F3F"/>
                </a:solidFill>
                <a:latin typeface="Calibri"/>
                <a:cs typeface="Calibri"/>
              </a:rPr>
              <a:t>all</a:t>
            </a:r>
            <a:r>
              <a:rPr sz="2000" spc="10" dirty="0">
                <a:solidFill>
                  <a:srgbClr val="3F3F3F"/>
                </a:solidFill>
                <a:latin typeface="Calibri"/>
                <a:cs typeface="Calibri"/>
              </a:rPr>
              <a:t> </a:t>
            </a:r>
            <a:r>
              <a:rPr sz="2000" spc="-10" dirty="0">
                <a:solidFill>
                  <a:srgbClr val="3F3F3F"/>
                </a:solidFill>
                <a:latin typeface="Calibri"/>
                <a:cs typeface="Calibri"/>
              </a:rPr>
              <a:t>fragments</a:t>
            </a:r>
            <a:endParaRPr sz="2000">
              <a:latin typeface="Calibri"/>
              <a:cs typeface="Calibri"/>
            </a:endParaRPr>
          </a:p>
          <a:p>
            <a:pPr marL="257810" indent="-183515">
              <a:lnSpc>
                <a:spcPts val="2220"/>
              </a:lnSpc>
              <a:buClr>
                <a:srgbClr val="1CACE4"/>
              </a:buClr>
              <a:buChar char="◦"/>
              <a:tabLst>
                <a:tab pos="258445" algn="l"/>
              </a:tabLst>
            </a:pPr>
            <a:r>
              <a:rPr sz="2000" spc="-10" dirty="0">
                <a:solidFill>
                  <a:srgbClr val="3F3F3F"/>
                </a:solidFill>
                <a:latin typeface="Calibri"/>
                <a:cs typeface="Calibri"/>
              </a:rPr>
              <a:t>identification</a:t>
            </a:r>
            <a:r>
              <a:rPr sz="2000" spc="5" dirty="0">
                <a:solidFill>
                  <a:srgbClr val="3F3F3F"/>
                </a:solidFill>
                <a:latin typeface="Calibri"/>
                <a:cs typeface="Calibri"/>
              </a:rPr>
              <a:t> </a:t>
            </a:r>
            <a:r>
              <a:rPr sz="2000" spc="-5" dirty="0">
                <a:solidFill>
                  <a:srgbClr val="3F3F3F"/>
                </a:solidFill>
                <a:latin typeface="Calibri"/>
                <a:cs typeface="Calibri"/>
              </a:rPr>
              <a:t>number</a:t>
            </a:r>
            <a:r>
              <a:rPr sz="2000" spc="-10" dirty="0">
                <a:solidFill>
                  <a:srgbClr val="3F3F3F"/>
                </a:solidFill>
                <a:latin typeface="Calibri"/>
                <a:cs typeface="Calibri"/>
              </a:rPr>
              <a:t> </a:t>
            </a:r>
            <a:r>
              <a:rPr sz="2000" spc="-5" dirty="0">
                <a:solidFill>
                  <a:srgbClr val="3F3F3F"/>
                </a:solidFill>
                <a:latin typeface="Calibri"/>
                <a:cs typeface="Calibri"/>
              </a:rPr>
              <a:t>helps</a:t>
            </a:r>
            <a:r>
              <a:rPr sz="2000" spc="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0" dirty="0">
                <a:solidFill>
                  <a:srgbClr val="3F3F3F"/>
                </a:solidFill>
                <a:latin typeface="Calibri"/>
                <a:cs typeface="Calibri"/>
              </a:rPr>
              <a:t>destination</a:t>
            </a:r>
            <a:r>
              <a:rPr sz="2000" spc="20" dirty="0">
                <a:solidFill>
                  <a:srgbClr val="3F3F3F"/>
                </a:solidFill>
                <a:latin typeface="Calibri"/>
                <a:cs typeface="Calibri"/>
              </a:rPr>
              <a:t> </a:t>
            </a:r>
            <a:r>
              <a:rPr sz="2000" spc="-5" dirty="0">
                <a:solidFill>
                  <a:srgbClr val="3F3F3F"/>
                </a:solidFill>
                <a:latin typeface="Calibri"/>
                <a:cs typeface="Calibri"/>
              </a:rPr>
              <a:t>in</a:t>
            </a:r>
            <a:r>
              <a:rPr sz="2000" dirty="0">
                <a:solidFill>
                  <a:srgbClr val="3F3F3F"/>
                </a:solidFill>
                <a:latin typeface="Calibri"/>
                <a:cs typeface="Calibri"/>
              </a:rPr>
              <a:t> </a:t>
            </a:r>
            <a:r>
              <a:rPr sz="2000" spc="-5" dirty="0">
                <a:solidFill>
                  <a:srgbClr val="3F3F3F"/>
                </a:solidFill>
                <a:latin typeface="Calibri"/>
                <a:cs typeface="Calibri"/>
              </a:rPr>
              <a:t>reassembling</a:t>
            </a:r>
            <a:r>
              <a:rPr sz="2000" spc="30" dirty="0">
                <a:solidFill>
                  <a:srgbClr val="3F3F3F"/>
                </a:solidFill>
                <a:latin typeface="Calibri"/>
                <a:cs typeface="Calibri"/>
              </a:rPr>
              <a:t> </a:t>
            </a:r>
            <a:r>
              <a:rPr sz="2000" dirty="0">
                <a:solidFill>
                  <a:srgbClr val="3F3F3F"/>
                </a:solidFill>
                <a:latin typeface="Calibri"/>
                <a:cs typeface="Calibri"/>
              </a:rPr>
              <a:t>the</a:t>
            </a:r>
            <a:endParaRPr sz="2000">
              <a:latin typeface="Calibri"/>
              <a:cs typeface="Calibri"/>
            </a:endParaRPr>
          </a:p>
          <a:p>
            <a:pPr marL="227329" indent="-215265">
              <a:lnSpc>
                <a:spcPts val="1980"/>
              </a:lnSpc>
              <a:buFont typeface="Wingdings"/>
              <a:buChar char=""/>
              <a:tabLst>
                <a:tab pos="227965" algn="l"/>
              </a:tabLst>
            </a:pPr>
            <a:r>
              <a:rPr sz="2000" spc="-5" dirty="0">
                <a:solidFill>
                  <a:srgbClr val="0070BF"/>
                </a:solidFill>
                <a:latin typeface="Arial MT"/>
                <a:cs typeface="Arial MT"/>
              </a:rPr>
              <a:t>The</a:t>
            </a:r>
            <a:r>
              <a:rPr sz="2000" spc="-25" dirty="0">
                <a:solidFill>
                  <a:srgbClr val="0070BF"/>
                </a:solidFill>
                <a:latin typeface="Arial MT"/>
                <a:cs typeface="Arial MT"/>
              </a:rPr>
              <a:t> </a:t>
            </a:r>
            <a:r>
              <a:rPr sz="2000" b="1" dirty="0">
                <a:latin typeface="Arial"/>
                <a:cs typeface="Arial"/>
              </a:rPr>
              <a:t>offset</a:t>
            </a:r>
            <a:r>
              <a:rPr sz="2000" b="1" spc="-40" dirty="0">
                <a:latin typeface="Arial"/>
                <a:cs typeface="Arial"/>
              </a:rPr>
              <a:t> </a:t>
            </a:r>
            <a:r>
              <a:rPr sz="2000" b="1" spc="-5" dirty="0">
                <a:latin typeface="Arial"/>
                <a:cs typeface="Arial"/>
              </a:rPr>
              <a:t>field </a:t>
            </a:r>
            <a:r>
              <a:rPr sz="2000" dirty="0">
                <a:solidFill>
                  <a:srgbClr val="0070BF"/>
                </a:solidFill>
                <a:latin typeface="Arial MT"/>
                <a:cs typeface="Arial MT"/>
              </a:rPr>
              <a:t>indicates</a:t>
            </a:r>
            <a:r>
              <a:rPr sz="2000" spc="-25" dirty="0">
                <a:solidFill>
                  <a:srgbClr val="0070BF"/>
                </a:solidFill>
                <a:latin typeface="Arial MT"/>
                <a:cs typeface="Arial MT"/>
              </a:rPr>
              <a:t> </a:t>
            </a:r>
            <a:r>
              <a:rPr sz="2000" spc="-5" dirty="0">
                <a:solidFill>
                  <a:srgbClr val="0070BF"/>
                </a:solidFill>
                <a:latin typeface="Arial MT"/>
                <a:cs typeface="Arial MT"/>
              </a:rPr>
              <a:t>the</a:t>
            </a:r>
            <a:r>
              <a:rPr sz="2000" spc="-20" dirty="0">
                <a:solidFill>
                  <a:srgbClr val="0070BF"/>
                </a:solidFill>
                <a:latin typeface="Arial MT"/>
                <a:cs typeface="Arial MT"/>
              </a:rPr>
              <a:t> </a:t>
            </a:r>
            <a:r>
              <a:rPr sz="2000" dirty="0">
                <a:solidFill>
                  <a:srgbClr val="0070BF"/>
                </a:solidFill>
                <a:latin typeface="Arial MT"/>
                <a:cs typeface="Arial MT"/>
              </a:rPr>
              <a:t>position</a:t>
            </a:r>
            <a:r>
              <a:rPr sz="2000" spc="-20" dirty="0">
                <a:solidFill>
                  <a:srgbClr val="0070BF"/>
                </a:solidFill>
                <a:latin typeface="Arial MT"/>
                <a:cs typeface="Arial MT"/>
              </a:rPr>
              <a:t> </a:t>
            </a:r>
            <a:r>
              <a:rPr sz="2000" dirty="0">
                <a:solidFill>
                  <a:srgbClr val="0070BF"/>
                </a:solidFill>
                <a:latin typeface="Arial MT"/>
                <a:cs typeface="Arial MT"/>
              </a:rPr>
              <a:t>of</a:t>
            </a:r>
            <a:r>
              <a:rPr sz="2000" spc="-25" dirty="0">
                <a:solidFill>
                  <a:srgbClr val="0070BF"/>
                </a:solidFill>
                <a:latin typeface="Arial MT"/>
                <a:cs typeface="Arial MT"/>
              </a:rPr>
              <a:t> </a:t>
            </a:r>
            <a:r>
              <a:rPr sz="2000" dirty="0">
                <a:solidFill>
                  <a:srgbClr val="0070BF"/>
                </a:solidFill>
                <a:latin typeface="Arial MT"/>
                <a:cs typeface="Arial MT"/>
              </a:rPr>
              <a:t>a</a:t>
            </a:r>
            <a:r>
              <a:rPr sz="2000" spc="-5" dirty="0">
                <a:solidFill>
                  <a:srgbClr val="0070BF"/>
                </a:solidFill>
                <a:latin typeface="Arial MT"/>
                <a:cs typeface="Arial MT"/>
              </a:rPr>
              <a:t> </a:t>
            </a:r>
            <a:r>
              <a:rPr sz="2000" dirty="0">
                <a:solidFill>
                  <a:srgbClr val="0070BF"/>
                </a:solidFill>
                <a:latin typeface="Arial MT"/>
                <a:cs typeface="Arial MT"/>
              </a:rPr>
              <a:t>fragment</a:t>
            </a:r>
            <a:r>
              <a:rPr sz="2000" spc="-45" dirty="0">
                <a:solidFill>
                  <a:srgbClr val="0070BF"/>
                </a:solidFill>
                <a:latin typeface="Arial MT"/>
                <a:cs typeface="Arial MT"/>
              </a:rPr>
              <a:t> </a:t>
            </a:r>
            <a:r>
              <a:rPr sz="2000" dirty="0">
                <a:solidFill>
                  <a:srgbClr val="0070BF"/>
                </a:solidFill>
                <a:latin typeface="Arial MT"/>
                <a:cs typeface="Arial MT"/>
              </a:rPr>
              <a:t>in </a:t>
            </a:r>
            <a:r>
              <a:rPr sz="2000" spc="-5" dirty="0">
                <a:solidFill>
                  <a:srgbClr val="0070BF"/>
                </a:solidFill>
                <a:latin typeface="Arial MT"/>
                <a:cs typeface="Arial MT"/>
              </a:rPr>
              <a:t>the</a:t>
            </a:r>
            <a:r>
              <a:rPr sz="2000" spc="-20" dirty="0">
                <a:solidFill>
                  <a:srgbClr val="0070BF"/>
                </a:solidFill>
                <a:latin typeface="Arial MT"/>
                <a:cs typeface="Arial MT"/>
              </a:rPr>
              <a:t> </a:t>
            </a:r>
            <a:r>
              <a:rPr sz="2000" dirty="0">
                <a:solidFill>
                  <a:srgbClr val="0070BF"/>
                </a:solidFill>
                <a:latin typeface="Arial MT"/>
                <a:cs typeface="Arial MT"/>
              </a:rPr>
              <a:t>sequence</a:t>
            </a:r>
            <a:r>
              <a:rPr sz="2000" spc="-45" dirty="0">
                <a:solidFill>
                  <a:srgbClr val="0070BF"/>
                </a:solidFill>
                <a:latin typeface="Arial MT"/>
                <a:cs typeface="Arial MT"/>
              </a:rPr>
              <a:t> </a:t>
            </a:r>
            <a:r>
              <a:rPr sz="2000" dirty="0">
                <a:solidFill>
                  <a:srgbClr val="0070BF"/>
                </a:solidFill>
                <a:latin typeface="Arial MT"/>
                <a:cs typeface="Arial MT"/>
              </a:rPr>
              <a:t>of</a:t>
            </a:r>
            <a:endParaRPr sz="2000">
              <a:latin typeface="Arial MT"/>
              <a:cs typeface="Arial MT"/>
            </a:endParaRPr>
          </a:p>
          <a:p>
            <a:pPr marL="227329" marR="5080">
              <a:lnSpc>
                <a:spcPct val="70000"/>
              </a:lnSpc>
              <a:spcBef>
                <a:spcPts val="359"/>
              </a:spcBef>
            </a:pPr>
            <a:r>
              <a:rPr sz="2000" dirty="0">
                <a:solidFill>
                  <a:srgbClr val="0070BF"/>
                </a:solidFill>
                <a:latin typeface="Arial MT"/>
                <a:cs typeface="Arial MT"/>
              </a:rPr>
              <a:t>fragments</a:t>
            </a:r>
            <a:r>
              <a:rPr sz="2000" spc="-70" dirty="0">
                <a:solidFill>
                  <a:srgbClr val="0070BF"/>
                </a:solidFill>
                <a:latin typeface="Arial MT"/>
                <a:cs typeface="Arial MT"/>
              </a:rPr>
              <a:t> </a:t>
            </a:r>
            <a:r>
              <a:rPr sz="2000" dirty="0">
                <a:solidFill>
                  <a:srgbClr val="0070BF"/>
                </a:solidFill>
                <a:latin typeface="Arial MT"/>
                <a:cs typeface="Arial MT"/>
              </a:rPr>
              <a:t>making</a:t>
            </a:r>
            <a:r>
              <a:rPr sz="2000" spc="-20" dirty="0">
                <a:solidFill>
                  <a:srgbClr val="0070BF"/>
                </a:solidFill>
                <a:latin typeface="Arial MT"/>
                <a:cs typeface="Arial MT"/>
              </a:rPr>
              <a:t> </a:t>
            </a:r>
            <a:r>
              <a:rPr sz="2000" dirty="0">
                <a:solidFill>
                  <a:srgbClr val="0070BF"/>
                </a:solidFill>
                <a:latin typeface="Arial MT"/>
                <a:cs typeface="Arial MT"/>
              </a:rPr>
              <a:t>up</a:t>
            </a:r>
            <a:r>
              <a:rPr sz="2000" spc="-20" dirty="0">
                <a:solidFill>
                  <a:srgbClr val="0070BF"/>
                </a:solidFill>
                <a:latin typeface="Arial MT"/>
                <a:cs typeface="Arial MT"/>
              </a:rPr>
              <a:t> </a:t>
            </a:r>
            <a:r>
              <a:rPr sz="2000" spc="-5" dirty="0">
                <a:solidFill>
                  <a:srgbClr val="0070BF"/>
                </a:solidFill>
                <a:latin typeface="Arial MT"/>
                <a:cs typeface="Arial MT"/>
              </a:rPr>
              <a:t>the</a:t>
            </a:r>
            <a:r>
              <a:rPr sz="2000" spc="-20" dirty="0">
                <a:solidFill>
                  <a:srgbClr val="0070BF"/>
                </a:solidFill>
                <a:latin typeface="Arial MT"/>
                <a:cs typeface="Arial MT"/>
              </a:rPr>
              <a:t> </a:t>
            </a:r>
            <a:r>
              <a:rPr sz="2000" dirty="0">
                <a:solidFill>
                  <a:srgbClr val="0070BF"/>
                </a:solidFill>
                <a:latin typeface="Arial MT"/>
                <a:cs typeface="Arial MT"/>
              </a:rPr>
              <a:t>packet.</a:t>
            </a:r>
            <a:r>
              <a:rPr sz="2000" spc="-90" dirty="0">
                <a:solidFill>
                  <a:srgbClr val="0070BF"/>
                </a:solidFill>
                <a:latin typeface="Arial MT"/>
                <a:cs typeface="Arial MT"/>
              </a:rPr>
              <a:t> </a:t>
            </a:r>
            <a:r>
              <a:rPr sz="2000" spc="-5" dirty="0">
                <a:solidFill>
                  <a:srgbClr val="0070BF"/>
                </a:solidFill>
                <a:latin typeface="Arial MT"/>
                <a:cs typeface="Arial MT"/>
              </a:rPr>
              <a:t>The</a:t>
            </a:r>
            <a:r>
              <a:rPr sz="2000" spc="-10" dirty="0">
                <a:solidFill>
                  <a:srgbClr val="0070BF"/>
                </a:solidFill>
                <a:latin typeface="Arial MT"/>
                <a:cs typeface="Arial MT"/>
              </a:rPr>
              <a:t> </a:t>
            </a:r>
            <a:r>
              <a:rPr sz="2000" dirty="0">
                <a:solidFill>
                  <a:srgbClr val="0070BF"/>
                </a:solidFill>
                <a:latin typeface="Arial MT"/>
                <a:cs typeface="Arial MT"/>
              </a:rPr>
              <a:t>lengths</a:t>
            </a:r>
            <a:r>
              <a:rPr sz="2000" spc="-25" dirty="0">
                <a:solidFill>
                  <a:srgbClr val="0070BF"/>
                </a:solidFill>
                <a:latin typeface="Arial MT"/>
                <a:cs typeface="Arial MT"/>
              </a:rPr>
              <a:t> </a:t>
            </a:r>
            <a:r>
              <a:rPr sz="2000" dirty="0">
                <a:solidFill>
                  <a:srgbClr val="0070BF"/>
                </a:solidFill>
                <a:latin typeface="Arial MT"/>
                <a:cs typeface="Arial MT"/>
              </a:rPr>
              <a:t>of</a:t>
            </a:r>
            <a:r>
              <a:rPr sz="2000" spc="-25" dirty="0">
                <a:solidFill>
                  <a:srgbClr val="0070BF"/>
                </a:solidFill>
                <a:latin typeface="Arial MT"/>
                <a:cs typeface="Arial MT"/>
              </a:rPr>
              <a:t> </a:t>
            </a:r>
            <a:r>
              <a:rPr sz="2000" dirty="0">
                <a:solidFill>
                  <a:srgbClr val="0070BF"/>
                </a:solidFill>
                <a:latin typeface="Arial MT"/>
                <a:cs typeface="Arial MT"/>
              </a:rPr>
              <a:t>all </a:t>
            </a:r>
            <a:r>
              <a:rPr sz="2000" spc="-5" dirty="0">
                <a:solidFill>
                  <a:srgbClr val="0070BF"/>
                </a:solidFill>
                <a:latin typeface="Arial MT"/>
                <a:cs typeface="Arial MT"/>
              </a:rPr>
              <a:t>the</a:t>
            </a:r>
            <a:r>
              <a:rPr sz="2000" spc="-20" dirty="0">
                <a:solidFill>
                  <a:srgbClr val="0070BF"/>
                </a:solidFill>
                <a:latin typeface="Arial MT"/>
                <a:cs typeface="Arial MT"/>
              </a:rPr>
              <a:t> </a:t>
            </a:r>
            <a:r>
              <a:rPr sz="2000" dirty="0">
                <a:solidFill>
                  <a:srgbClr val="0070BF"/>
                </a:solidFill>
                <a:latin typeface="Arial MT"/>
                <a:cs typeface="Arial MT"/>
              </a:rPr>
              <a:t>fragments,</a:t>
            </a:r>
            <a:r>
              <a:rPr sz="2000" spc="-60" dirty="0">
                <a:solidFill>
                  <a:srgbClr val="0070BF"/>
                </a:solidFill>
                <a:latin typeface="Arial MT"/>
                <a:cs typeface="Arial MT"/>
              </a:rPr>
              <a:t> </a:t>
            </a:r>
            <a:r>
              <a:rPr sz="2000" dirty="0">
                <a:solidFill>
                  <a:srgbClr val="0070BF"/>
                </a:solidFill>
                <a:latin typeface="Arial MT"/>
                <a:cs typeface="Arial MT"/>
              </a:rPr>
              <a:t>with</a:t>
            </a:r>
            <a:r>
              <a:rPr sz="2000" spc="-5" dirty="0">
                <a:solidFill>
                  <a:srgbClr val="0070BF"/>
                </a:solidFill>
                <a:latin typeface="Arial MT"/>
                <a:cs typeface="Arial MT"/>
              </a:rPr>
              <a:t> the </a:t>
            </a:r>
            <a:r>
              <a:rPr sz="2000" spc="-540" dirty="0">
                <a:solidFill>
                  <a:srgbClr val="0070BF"/>
                </a:solidFill>
                <a:latin typeface="Arial MT"/>
                <a:cs typeface="Arial MT"/>
              </a:rPr>
              <a:t> </a:t>
            </a:r>
            <a:r>
              <a:rPr sz="2000" dirty="0">
                <a:solidFill>
                  <a:srgbClr val="0070BF"/>
                </a:solidFill>
                <a:latin typeface="Arial MT"/>
                <a:cs typeface="Arial MT"/>
              </a:rPr>
              <a:t>exception</a:t>
            </a:r>
            <a:r>
              <a:rPr sz="2000" spc="-50" dirty="0">
                <a:solidFill>
                  <a:srgbClr val="0070BF"/>
                </a:solidFill>
                <a:latin typeface="Arial MT"/>
                <a:cs typeface="Arial MT"/>
              </a:rPr>
              <a:t> </a:t>
            </a:r>
            <a:r>
              <a:rPr sz="2000" dirty="0">
                <a:solidFill>
                  <a:srgbClr val="0070BF"/>
                </a:solidFill>
                <a:latin typeface="Arial MT"/>
                <a:cs typeface="Arial MT"/>
              </a:rPr>
              <a:t>of</a:t>
            </a:r>
            <a:r>
              <a:rPr sz="2000" spc="-10" dirty="0">
                <a:solidFill>
                  <a:srgbClr val="0070BF"/>
                </a:solidFill>
                <a:latin typeface="Arial MT"/>
                <a:cs typeface="Arial MT"/>
              </a:rPr>
              <a:t> </a:t>
            </a:r>
            <a:r>
              <a:rPr sz="2000" spc="-5" dirty="0">
                <a:solidFill>
                  <a:srgbClr val="0070BF"/>
                </a:solidFill>
                <a:latin typeface="Arial MT"/>
                <a:cs typeface="Arial MT"/>
              </a:rPr>
              <a:t>the</a:t>
            </a:r>
            <a:r>
              <a:rPr sz="2000" spc="-20" dirty="0">
                <a:solidFill>
                  <a:srgbClr val="0070BF"/>
                </a:solidFill>
                <a:latin typeface="Arial MT"/>
                <a:cs typeface="Arial MT"/>
              </a:rPr>
              <a:t> </a:t>
            </a:r>
            <a:r>
              <a:rPr sz="2000" dirty="0">
                <a:solidFill>
                  <a:srgbClr val="0070BF"/>
                </a:solidFill>
                <a:latin typeface="Arial MT"/>
                <a:cs typeface="Arial MT"/>
              </a:rPr>
              <a:t>last</a:t>
            </a:r>
            <a:r>
              <a:rPr sz="2000" spc="-25" dirty="0">
                <a:solidFill>
                  <a:srgbClr val="0070BF"/>
                </a:solidFill>
                <a:latin typeface="Arial MT"/>
                <a:cs typeface="Arial MT"/>
              </a:rPr>
              <a:t> </a:t>
            </a:r>
            <a:r>
              <a:rPr sz="2000" dirty="0">
                <a:solidFill>
                  <a:srgbClr val="0070BF"/>
                </a:solidFill>
                <a:latin typeface="Arial MT"/>
                <a:cs typeface="Arial MT"/>
              </a:rPr>
              <a:t>one,</a:t>
            </a:r>
            <a:r>
              <a:rPr sz="2000" spc="-25" dirty="0">
                <a:solidFill>
                  <a:srgbClr val="0070BF"/>
                </a:solidFill>
                <a:latin typeface="Arial MT"/>
                <a:cs typeface="Arial MT"/>
              </a:rPr>
              <a:t> </a:t>
            </a:r>
            <a:r>
              <a:rPr sz="2000" dirty="0">
                <a:solidFill>
                  <a:srgbClr val="0070BF"/>
                </a:solidFill>
                <a:latin typeface="Arial MT"/>
                <a:cs typeface="Arial MT"/>
              </a:rPr>
              <a:t>must</a:t>
            </a:r>
            <a:r>
              <a:rPr sz="2000" spc="-35" dirty="0">
                <a:solidFill>
                  <a:srgbClr val="0070BF"/>
                </a:solidFill>
                <a:latin typeface="Arial MT"/>
                <a:cs typeface="Arial MT"/>
              </a:rPr>
              <a:t> </a:t>
            </a:r>
            <a:r>
              <a:rPr sz="2000" dirty="0">
                <a:solidFill>
                  <a:srgbClr val="0070BF"/>
                </a:solidFill>
                <a:latin typeface="Arial MT"/>
                <a:cs typeface="Arial MT"/>
              </a:rPr>
              <a:t>be</a:t>
            </a:r>
            <a:r>
              <a:rPr sz="2000" spc="-25" dirty="0">
                <a:solidFill>
                  <a:srgbClr val="0070BF"/>
                </a:solidFill>
                <a:latin typeface="Arial MT"/>
                <a:cs typeface="Arial MT"/>
              </a:rPr>
              <a:t> </a:t>
            </a:r>
            <a:r>
              <a:rPr sz="2000" dirty="0">
                <a:solidFill>
                  <a:srgbClr val="0070BF"/>
                </a:solidFill>
                <a:latin typeface="Arial MT"/>
                <a:cs typeface="Arial MT"/>
              </a:rPr>
              <a:t>divisible</a:t>
            </a:r>
            <a:r>
              <a:rPr sz="2000" spc="5" dirty="0">
                <a:solidFill>
                  <a:srgbClr val="0070BF"/>
                </a:solidFill>
                <a:latin typeface="Arial MT"/>
                <a:cs typeface="Arial MT"/>
              </a:rPr>
              <a:t> </a:t>
            </a:r>
            <a:r>
              <a:rPr sz="2000" dirty="0">
                <a:solidFill>
                  <a:srgbClr val="0070BF"/>
                </a:solidFill>
                <a:latin typeface="Arial MT"/>
                <a:cs typeface="Arial MT"/>
              </a:rPr>
              <a:t>by</a:t>
            </a:r>
            <a:r>
              <a:rPr sz="2000" spc="-10" dirty="0">
                <a:solidFill>
                  <a:srgbClr val="0070BF"/>
                </a:solidFill>
                <a:latin typeface="Arial MT"/>
                <a:cs typeface="Arial MT"/>
              </a:rPr>
              <a:t> </a:t>
            </a:r>
            <a:r>
              <a:rPr sz="2000" dirty="0">
                <a:solidFill>
                  <a:srgbClr val="0070BF"/>
                </a:solidFill>
                <a:latin typeface="Arial MT"/>
                <a:cs typeface="Arial MT"/>
              </a:rPr>
              <a:t>8.</a:t>
            </a:r>
            <a:endParaRPr sz="200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97667" y="1643944"/>
            <a:ext cx="8577580" cy="4507865"/>
          </a:xfrm>
          <a:prstGeom prst="rect">
            <a:avLst/>
          </a:prstGeom>
        </p:spPr>
        <p:txBody>
          <a:bodyPr vert="horz" wrap="square" lIns="0" tIns="111760" rIns="0" bIns="0" rtlCol="0">
            <a:spAutoFit/>
          </a:bodyPr>
          <a:lstStyle/>
          <a:p>
            <a:pPr marL="12700">
              <a:lnSpc>
                <a:spcPct val="100000"/>
              </a:lnSpc>
              <a:spcBef>
                <a:spcPts val="880"/>
              </a:spcBef>
            </a:pPr>
            <a:r>
              <a:rPr sz="2600" dirty="0">
                <a:solidFill>
                  <a:srgbClr val="3F3F3F"/>
                </a:solidFill>
                <a:latin typeface="Calibri"/>
                <a:cs typeface="Calibri"/>
              </a:rPr>
              <a:t>The</a:t>
            </a:r>
            <a:r>
              <a:rPr sz="2600" spc="-45" dirty="0">
                <a:solidFill>
                  <a:srgbClr val="3F3F3F"/>
                </a:solidFill>
                <a:latin typeface="Calibri"/>
                <a:cs typeface="Calibri"/>
              </a:rPr>
              <a:t> </a:t>
            </a:r>
            <a:r>
              <a:rPr sz="2600" spc="-5" dirty="0">
                <a:solidFill>
                  <a:srgbClr val="3F3F3F"/>
                </a:solidFill>
                <a:latin typeface="Calibri"/>
                <a:cs typeface="Calibri"/>
              </a:rPr>
              <a:t>3-bit </a:t>
            </a:r>
            <a:r>
              <a:rPr sz="2600" i="1" spc="-5" dirty="0">
                <a:solidFill>
                  <a:srgbClr val="3F3F3F"/>
                </a:solidFill>
                <a:latin typeface="Calibri"/>
                <a:cs typeface="Calibri"/>
              </a:rPr>
              <a:t>flags</a:t>
            </a:r>
            <a:r>
              <a:rPr sz="2600" i="1" spc="-25" dirty="0">
                <a:solidFill>
                  <a:srgbClr val="3F3F3F"/>
                </a:solidFill>
                <a:latin typeface="Calibri"/>
                <a:cs typeface="Calibri"/>
              </a:rPr>
              <a:t> </a:t>
            </a:r>
            <a:r>
              <a:rPr sz="2600" i="1" spc="-5" dirty="0">
                <a:solidFill>
                  <a:srgbClr val="3F3F3F"/>
                </a:solidFill>
                <a:latin typeface="Calibri"/>
                <a:cs typeface="Calibri"/>
              </a:rPr>
              <a:t>field</a:t>
            </a:r>
            <a:r>
              <a:rPr sz="2600" i="1" spc="-10" dirty="0">
                <a:solidFill>
                  <a:srgbClr val="3F3F3F"/>
                </a:solidFill>
                <a:latin typeface="Calibri"/>
                <a:cs typeface="Calibri"/>
              </a:rPr>
              <a:t> </a:t>
            </a:r>
            <a:r>
              <a:rPr sz="2600" i="1" dirty="0">
                <a:solidFill>
                  <a:srgbClr val="3F3F3F"/>
                </a:solidFill>
                <a:latin typeface="Calibri"/>
                <a:cs typeface="Calibri"/>
              </a:rPr>
              <a:t>defines</a:t>
            </a:r>
            <a:r>
              <a:rPr sz="2600" i="1" spc="-60" dirty="0">
                <a:solidFill>
                  <a:srgbClr val="3F3F3F"/>
                </a:solidFill>
                <a:latin typeface="Calibri"/>
                <a:cs typeface="Calibri"/>
              </a:rPr>
              <a:t> </a:t>
            </a:r>
            <a:r>
              <a:rPr sz="2600" i="1" dirty="0">
                <a:solidFill>
                  <a:srgbClr val="3F3F3F"/>
                </a:solidFill>
                <a:latin typeface="Calibri"/>
                <a:cs typeface="Calibri"/>
              </a:rPr>
              <a:t>three</a:t>
            </a:r>
            <a:r>
              <a:rPr sz="2600" i="1" spc="-25" dirty="0">
                <a:solidFill>
                  <a:srgbClr val="3F3F3F"/>
                </a:solidFill>
                <a:latin typeface="Calibri"/>
                <a:cs typeface="Calibri"/>
              </a:rPr>
              <a:t> </a:t>
            </a:r>
            <a:r>
              <a:rPr sz="2600" i="1" spc="-5" dirty="0">
                <a:solidFill>
                  <a:srgbClr val="3F3F3F"/>
                </a:solidFill>
                <a:latin typeface="Calibri"/>
                <a:cs typeface="Calibri"/>
              </a:rPr>
              <a:t>flags.</a:t>
            </a:r>
            <a:endParaRPr sz="2600">
              <a:latin typeface="Calibri"/>
              <a:cs typeface="Calibri"/>
            </a:endParaRPr>
          </a:p>
          <a:p>
            <a:pPr marL="189230" indent="-177165">
              <a:lnSpc>
                <a:spcPct val="100000"/>
              </a:lnSpc>
              <a:spcBef>
                <a:spcPts val="780"/>
              </a:spcBef>
              <a:buClr>
                <a:srgbClr val="1CACE4"/>
              </a:buClr>
              <a:buFont typeface="Arial MT"/>
              <a:buChar char="•"/>
              <a:tabLst>
                <a:tab pos="189865" algn="l"/>
              </a:tabLst>
            </a:pPr>
            <a:r>
              <a:rPr sz="2600" i="1" dirty="0">
                <a:solidFill>
                  <a:srgbClr val="3F3F3F"/>
                </a:solidFill>
                <a:latin typeface="Calibri"/>
                <a:cs typeface="Calibri"/>
              </a:rPr>
              <a:t>The</a:t>
            </a:r>
            <a:r>
              <a:rPr sz="2600" i="1" spc="-40" dirty="0">
                <a:solidFill>
                  <a:srgbClr val="3F3F3F"/>
                </a:solidFill>
                <a:latin typeface="Calibri"/>
                <a:cs typeface="Calibri"/>
              </a:rPr>
              <a:t> </a:t>
            </a:r>
            <a:r>
              <a:rPr sz="2600" i="1" spc="-5" dirty="0">
                <a:solidFill>
                  <a:srgbClr val="3F3F3F"/>
                </a:solidFill>
                <a:latin typeface="Calibri"/>
                <a:cs typeface="Calibri"/>
              </a:rPr>
              <a:t>leftmost</a:t>
            </a:r>
            <a:r>
              <a:rPr sz="2600" i="1" spc="-30" dirty="0">
                <a:solidFill>
                  <a:srgbClr val="3F3F3F"/>
                </a:solidFill>
                <a:latin typeface="Calibri"/>
                <a:cs typeface="Calibri"/>
              </a:rPr>
              <a:t> </a:t>
            </a:r>
            <a:r>
              <a:rPr sz="2600" i="1" spc="-5" dirty="0">
                <a:solidFill>
                  <a:srgbClr val="3F3F3F"/>
                </a:solidFill>
                <a:latin typeface="Calibri"/>
                <a:cs typeface="Calibri"/>
              </a:rPr>
              <a:t>bit</a:t>
            </a:r>
            <a:r>
              <a:rPr sz="2600" i="1" dirty="0">
                <a:solidFill>
                  <a:srgbClr val="3F3F3F"/>
                </a:solidFill>
                <a:latin typeface="Calibri"/>
                <a:cs typeface="Calibri"/>
              </a:rPr>
              <a:t> </a:t>
            </a:r>
            <a:r>
              <a:rPr sz="2600" i="1" spc="-5" dirty="0">
                <a:solidFill>
                  <a:srgbClr val="3F3F3F"/>
                </a:solidFill>
                <a:latin typeface="Calibri"/>
                <a:cs typeface="Calibri"/>
              </a:rPr>
              <a:t>is</a:t>
            </a:r>
            <a:r>
              <a:rPr sz="2600" i="1" spc="-15" dirty="0">
                <a:solidFill>
                  <a:srgbClr val="3F3F3F"/>
                </a:solidFill>
                <a:latin typeface="Calibri"/>
                <a:cs typeface="Calibri"/>
              </a:rPr>
              <a:t> </a:t>
            </a:r>
            <a:r>
              <a:rPr sz="2600" i="1" dirty="0">
                <a:solidFill>
                  <a:srgbClr val="3F3F3F"/>
                </a:solidFill>
                <a:latin typeface="Calibri"/>
                <a:cs typeface="Calibri"/>
              </a:rPr>
              <a:t>reserved</a:t>
            </a:r>
            <a:r>
              <a:rPr sz="2600" i="1" spc="10" dirty="0">
                <a:solidFill>
                  <a:srgbClr val="3F3F3F"/>
                </a:solidFill>
                <a:latin typeface="Calibri"/>
                <a:cs typeface="Calibri"/>
              </a:rPr>
              <a:t> </a:t>
            </a:r>
            <a:r>
              <a:rPr sz="2600" spc="-5" dirty="0">
                <a:solidFill>
                  <a:srgbClr val="3F3F3F"/>
                </a:solidFill>
                <a:latin typeface="Calibri"/>
                <a:cs typeface="Calibri"/>
              </a:rPr>
              <a:t>(not</a:t>
            </a:r>
            <a:r>
              <a:rPr sz="2600" dirty="0">
                <a:solidFill>
                  <a:srgbClr val="3F3F3F"/>
                </a:solidFill>
                <a:latin typeface="Calibri"/>
                <a:cs typeface="Calibri"/>
              </a:rPr>
              <a:t> </a:t>
            </a:r>
            <a:r>
              <a:rPr sz="2600" spc="-5" dirty="0">
                <a:solidFill>
                  <a:srgbClr val="3F3F3F"/>
                </a:solidFill>
                <a:latin typeface="Calibri"/>
                <a:cs typeface="Calibri"/>
              </a:rPr>
              <a:t>used).</a:t>
            </a:r>
            <a:endParaRPr sz="2600">
              <a:latin typeface="Calibri"/>
              <a:cs typeface="Calibri"/>
            </a:endParaRPr>
          </a:p>
          <a:p>
            <a:pPr marL="189230" indent="-177165">
              <a:lnSpc>
                <a:spcPts val="3070"/>
              </a:lnSpc>
              <a:spcBef>
                <a:spcPts val="765"/>
              </a:spcBef>
              <a:buClr>
                <a:srgbClr val="1CACE4"/>
              </a:buClr>
              <a:buFont typeface="Arial MT"/>
              <a:buChar char="•"/>
              <a:tabLst>
                <a:tab pos="189865" algn="l"/>
              </a:tabLst>
            </a:pPr>
            <a:r>
              <a:rPr sz="2600" dirty="0">
                <a:solidFill>
                  <a:srgbClr val="3F3F3F"/>
                </a:solidFill>
                <a:latin typeface="Calibri"/>
                <a:cs typeface="Calibri"/>
              </a:rPr>
              <a:t>The</a:t>
            </a:r>
            <a:r>
              <a:rPr sz="2600" spc="-40" dirty="0">
                <a:solidFill>
                  <a:srgbClr val="3F3F3F"/>
                </a:solidFill>
                <a:latin typeface="Calibri"/>
                <a:cs typeface="Calibri"/>
              </a:rPr>
              <a:t> </a:t>
            </a:r>
            <a:r>
              <a:rPr sz="2600" spc="-10" dirty="0">
                <a:solidFill>
                  <a:srgbClr val="3F3F3F"/>
                </a:solidFill>
                <a:latin typeface="Calibri"/>
                <a:cs typeface="Calibri"/>
              </a:rPr>
              <a:t>second</a:t>
            </a:r>
            <a:r>
              <a:rPr sz="2600" spc="-25" dirty="0">
                <a:solidFill>
                  <a:srgbClr val="3F3F3F"/>
                </a:solidFill>
                <a:latin typeface="Calibri"/>
                <a:cs typeface="Calibri"/>
              </a:rPr>
              <a:t> </a:t>
            </a:r>
            <a:r>
              <a:rPr sz="2600" spc="-5" dirty="0">
                <a:solidFill>
                  <a:srgbClr val="3F3F3F"/>
                </a:solidFill>
                <a:latin typeface="Calibri"/>
                <a:cs typeface="Calibri"/>
              </a:rPr>
              <a:t>bit</a:t>
            </a:r>
            <a:r>
              <a:rPr sz="2600" dirty="0">
                <a:solidFill>
                  <a:srgbClr val="3F3F3F"/>
                </a:solidFill>
                <a:latin typeface="Calibri"/>
                <a:cs typeface="Calibri"/>
              </a:rPr>
              <a:t> </a:t>
            </a:r>
            <a:r>
              <a:rPr sz="2600" spc="-5" dirty="0">
                <a:solidFill>
                  <a:srgbClr val="3F3F3F"/>
                </a:solidFill>
                <a:latin typeface="Calibri"/>
                <a:cs typeface="Calibri"/>
              </a:rPr>
              <a:t>(D</a:t>
            </a:r>
            <a:r>
              <a:rPr sz="2600" spc="-10" dirty="0">
                <a:solidFill>
                  <a:srgbClr val="3F3F3F"/>
                </a:solidFill>
                <a:latin typeface="Calibri"/>
                <a:cs typeface="Calibri"/>
              </a:rPr>
              <a:t> </a:t>
            </a:r>
            <a:r>
              <a:rPr sz="2600" spc="-5" dirty="0">
                <a:solidFill>
                  <a:srgbClr val="3F3F3F"/>
                </a:solidFill>
                <a:latin typeface="Calibri"/>
                <a:cs typeface="Calibri"/>
              </a:rPr>
              <a:t>bit)</a:t>
            </a:r>
            <a:r>
              <a:rPr sz="2600" spc="-10"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5" dirty="0">
                <a:solidFill>
                  <a:srgbClr val="3F3F3F"/>
                </a:solidFill>
                <a:latin typeface="Calibri"/>
                <a:cs typeface="Calibri"/>
              </a:rPr>
              <a:t>called</a:t>
            </a:r>
            <a:r>
              <a:rPr sz="2600" spc="-10" dirty="0">
                <a:solidFill>
                  <a:srgbClr val="3F3F3F"/>
                </a:solidFill>
                <a:latin typeface="Calibri"/>
                <a:cs typeface="Calibri"/>
              </a:rPr>
              <a:t> </a:t>
            </a:r>
            <a:r>
              <a:rPr sz="2600" dirty="0">
                <a:solidFill>
                  <a:srgbClr val="3F3F3F"/>
                </a:solidFill>
                <a:latin typeface="Calibri"/>
                <a:cs typeface="Calibri"/>
              </a:rPr>
              <a:t>the</a:t>
            </a:r>
            <a:r>
              <a:rPr sz="2600" spc="15" dirty="0">
                <a:solidFill>
                  <a:srgbClr val="3F3F3F"/>
                </a:solidFill>
                <a:latin typeface="Calibri"/>
                <a:cs typeface="Calibri"/>
              </a:rPr>
              <a:t> </a:t>
            </a:r>
            <a:r>
              <a:rPr sz="2600" i="1" dirty="0">
                <a:solidFill>
                  <a:srgbClr val="3F3F3F"/>
                </a:solidFill>
                <a:latin typeface="Calibri"/>
                <a:cs typeface="Calibri"/>
              </a:rPr>
              <a:t>do</a:t>
            </a:r>
            <a:r>
              <a:rPr sz="2600" i="1" spc="-5" dirty="0">
                <a:solidFill>
                  <a:srgbClr val="3F3F3F"/>
                </a:solidFill>
                <a:latin typeface="Calibri"/>
                <a:cs typeface="Calibri"/>
              </a:rPr>
              <a:t> </a:t>
            </a:r>
            <a:r>
              <a:rPr sz="2600" i="1" dirty="0">
                <a:solidFill>
                  <a:srgbClr val="3F3F3F"/>
                </a:solidFill>
                <a:latin typeface="Calibri"/>
                <a:cs typeface="Calibri"/>
              </a:rPr>
              <a:t>not</a:t>
            </a:r>
            <a:r>
              <a:rPr sz="2600" i="1" spc="5" dirty="0">
                <a:solidFill>
                  <a:srgbClr val="3F3F3F"/>
                </a:solidFill>
                <a:latin typeface="Calibri"/>
                <a:cs typeface="Calibri"/>
              </a:rPr>
              <a:t> </a:t>
            </a:r>
            <a:r>
              <a:rPr sz="2600" i="1" spc="-5" dirty="0">
                <a:solidFill>
                  <a:srgbClr val="3F3F3F"/>
                </a:solidFill>
                <a:latin typeface="Calibri"/>
                <a:cs typeface="Calibri"/>
              </a:rPr>
              <a:t>fragment</a:t>
            </a:r>
            <a:r>
              <a:rPr sz="2600" i="1" spc="-40" dirty="0">
                <a:solidFill>
                  <a:srgbClr val="3F3F3F"/>
                </a:solidFill>
                <a:latin typeface="Calibri"/>
                <a:cs typeface="Calibri"/>
              </a:rPr>
              <a:t> </a:t>
            </a:r>
            <a:r>
              <a:rPr sz="2600" i="1" dirty="0">
                <a:solidFill>
                  <a:srgbClr val="3F3F3F"/>
                </a:solidFill>
                <a:latin typeface="Calibri"/>
                <a:cs typeface="Calibri"/>
              </a:rPr>
              <a:t>bit.</a:t>
            </a:r>
            <a:endParaRPr sz="2600">
              <a:latin typeface="Calibri"/>
              <a:cs typeface="Calibri"/>
            </a:endParaRPr>
          </a:p>
          <a:p>
            <a:pPr marL="419100" lvl="1" indent="-183515">
              <a:lnSpc>
                <a:spcPts val="2590"/>
              </a:lnSpc>
              <a:buClr>
                <a:srgbClr val="1CACE4"/>
              </a:buClr>
              <a:buFont typeface="Calibri"/>
              <a:buChar char="◦"/>
              <a:tabLst>
                <a:tab pos="419734" algn="l"/>
              </a:tabLst>
            </a:pPr>
            <a:r>
              <a:rPr sz="2200" i="1" spc="-5" dirty="0">
                <a:solidFill>
                  <a:srgbClr val="3F3F3F"/>
                </a:solidFill>
                <a:latin typeface="Calibri"/>
                <a:cs typeface="Calibri"/>
              </a:rPr>
              <a:t>If</a:t>
            </a:r>
            <a:r>
              <a:rPr sz="2200" i="1" spc="-10" dirty="0">
                <a:solidFill>
                  <a:srgbClr val="3F3F3F"/>
                </a:solidFill>
                <a:latin typeface="Calibri"/>
                <a:cs typeface="Calibri"/>
              </a:rPr>
              <a:t> </a:t>
            </a:r>
            <a:r>
              <a:rPr sz="2200" i="1" spc="-5" dirty="0">
                <a:solidFill>
                  <a:srgbClr val="3F3F3F"/>
                </a:solidFill>
                <a:latin typeface="Calibri"/>
                <a:cs typeface="Calibri"/>
              </a:rPr>
              <a:t>its</a:t>
            </a:r>
            <a:r>
              <a:rPr sz="2200" i="1" spc="5" dirty="0">
                <a:solidFill>
                  <a:srgbClr val="3F3F3F"/>
                </a:solidFill>
                <a:latin typeface="Calibri"/>
                <a:cs typeface="Calibri"/>
              </a:rPr>
              <a:t> </a:t>
            </a:r>
            <a:r>
              <a:rPr sz="2200" spc="-15" dirty="0">
                <a:solidFill>
                  <a:srgbClr val="3F3F3F"/>
                </a:solidFill>
                <a:latin typeface="Calibri"/>
                <a:cs typeface="Calibri"/>
              </a:rPr>
              <a:t>value</a:t>
            </a:r>
            <a:r>
              <a:rPr sz="2200" spc="-5" dirty="0">
                <a:solidFill>
                  <a:srgbClr val="3F3F3F"/>
                </a:solidFill>
                <a:latin typeface="Calibri"/>
                <a:cs typeface="Calibri"/>
              </a:rPr>
              <a:t> is</a:t>
            </a:r>
            <a:r>
              <a:rPr sz="2200" spc="10" dirty="0">
                <a:solidFill>
                  <a:srgbClr val="3F3F3F"/>
                </a:solidFill>
                <a:latin typeface="Calibri"/>
                <a:cs typeface="Calibri"/>
              </a:rPr>
              <a:t> </a:t>
            </a:r>
            <a:r>
              <a:rPr sz="2200" spc="-5" dirty="0">
                <a:solidFill>
                  <a:srgbClr val="3F3F3F"/>
                </a:solidFill>
                <a:latin typeface="Calibri"/>
                <a:cs typeface="Calibri"/>
              </a:rPr>
              <a:t>1, </a:t>
            </a:r>
            <a:r>
              <a:rPr sz="2200" spc="-10" dirty="0">
                <a:solidFill>
                  <a:srgbClr val="3F3F3F"/>
                </a:solidFill>
                <a:latin typeface="Calibri"/>
                <a:cs typeface="Calibri"/>
              </a:rPr>
              <a:t>the</a:t>
            </a:r>
            <a:r>
              <a:rPr sz="2200" spc="5" dirty="0">
                <a:solidFill>
                  <a:srgbClr val="3F3F3F"/>
                </a:solidFill>
                <a:latin typeface="Calibri"/>
                <a:cs typeface="Calibri"/>
              </a:rPr>
              <a:t> </a:t>
            </a:r>
            <a:r>
              <a:rPr sz="2200" spc="-10" dirty="0">
                <a:solidFill>
                  <a:srgbClr val="3F3F3F"/>
                </a:solidFill>
                <a:latin typeface="Calibri"/>
                <a:cs typeface="Calibri"/>
              </a:rPr>
              <a:t>machine</a:t>
            </a:r>
            <a:r>
              <a:rPr sz="2200" spc="15" dirty="0">
                <a:solidFill>
                  <a:srgbClr val="3F3F3F"/>
                </a:solidFill>
                <a:latin typeface="Calibri"/>
                <a:cs typeface="Calibri"/>
              </a:rPr>
              <a:t> </a:t>
            </a:r>
            <a:r>
              <a:rPr sz="2200" spc="-10" dirty="0">
                <a:solidFill>
                  <a:srgbClr val="3F3F3F"/>
                </a:solidFill>
                <a:latin typeface="Calibri"/>
                <a:cs typeface="Calibri"/>
              </a:rPr>
              <a:t>must</a:t>
            </a:r>
            <a:r>
              <a:rPr sz="2200" spc="5" dirty="0">
                <a:solidFill>
                  <a:srgbClr val="3F3F3F"/>
                </a:solidFill>
                <a:latin typeface="Calibri"/>
                <a:cs typeface="Calibri"/>
              </a:rPr>
              <a:t> </a:t>
            </a:r>
            <a:r>
              <a:rPr sz="2200" spc="-5" dirty="0">
                <a:solidFill>
                  <a:srgbClr val="3F3F3F"/>
                </a:solidFill>
                <a:latin typeface="Calibri"/>
                <a:cs typeface="Calibri"/>
              </a:rPr>
              <a:t>not</a:t>
            </a:r>
            <a:r>
              <a:rPr sz="2200" spc="5" dirty="0">
                <a:solidFill>
                  <a:srgbClr val="3F3F3F"/>
                </a:solidFill>
                <a:latin typeface="Calibri"/>
                <a:cs typeface="Calibri"/>
              </a:rPr>
              <a:t> </a:t>
            </a:r>
            <a:r>
              <a:rPr sz="2200" spc="-15" dirty="0">
                <a:solidFill>
                  <a:srgbClr val="3F3F3F"/>
                </a:solidFill>
                <a:latin typeface="Calibri"/>
                <a:cs typeface="Calibri"/>
              </a:rPr>
              <a:t>fragment</a:t>
            </a:r>
            <a:r>
              <a:rPr sz="2200" spc="25" dirty="0">
                <a:solidFill>
                  <a:srgbClr val="3F3F3F"/>
                </a:solidFill>
                <a:latin typeface="Calibri"/>
                <a:cs typeface="Calibri"/>
              </a:rPr>
              <a:t> </a:t>
            </a:r>
            <a:r>
              <a:rPr sz="2200" spc="-10" dirty="0">
                <a:solidFill>
                  <a:srgbClr val="3F3F3F"/>
                </a:solidFill>
                <a:latin typeface="Calibri"/>
                <a:cs typeface="Calibri"/>
              </a:rPr>
              <a:t>the</a:t>
            </a:r>
            <a:r>
              <a:rPr sz="2200" spc="5" dirty="0">
                <a:solidFill>
                  <a:srgbClr val="3F3F3F"/>
                </a:solidFill>
                <a:latin typeface="Calibri"/>
                <a:cs typeface="Calibri"/>
              </a:rPr>
              <a:t> </a:t>
            </a:r>
            <a:r>
              <a:rPr sz="2200" spc="-20" dirty="0">
                <a:solidFill>
                  <a:srgbClr val="3F3F3F"/>
                </a:solidFill>
                <a:latin typeface="Calibri"/>
                <a:cs typeface="Calibri"/>
              </a:rPr>
              <a:t>datagram.</a:t>
            </a:r>
            <a:endParaRPr sz="2200">
              <a:latin typeface="Calibri"/>
              <a:cs typeface="Calibri"/>
            </a:endParaRPr>
          </a:p>
          <a:p>
            <a:pPr marL="419100" marR="39370" lvl="1" indent="-182880">
              <a:lnSpc>
                <a:spcPct val="80000"/>
              </a:lnSpc>
              <a:spcBef>
                <a:spcPts val="600"/>
              </a:spcBef>
              <a:buClr>
                <a:srgbClr val="1CACE4"/>
              </a:buClr>
              <a:buChar char="◦"/>
              <a:tabLst>
                <a:tab pos="419734" algn="l"/>
              </a:tabLst>
            </a:pPr>
            <a:r>
              <a:rPr sz="2200" spc="-5" dirty="0">
                <a:solidFill>
                  <a:srgbClr val="3F3F3F"/>
                </a:solidFill>
                <a:latin typeface="Calibri"/>
                <a:cs typeface="Calibri"/>
              </a:rPr>
              <a:t>If</a:t>
            </a:r>
            <a:r>
              <a:rPr sz="2200" spc="-10" dirty="0">
                <a:solidFill>
                  <a:srgbClr val="3F3F3F"/>
                </a:solidFill>
                <a:latin typeface="Calibri"/>
                <a:cs typeface="Calibri"/>
              </a:rPr>
              <a:t> </a:t>
            </a:r>
            <a:r>
              <a:rPr sz="2200" spc="-5" dirty="0">
                <a:solidFill>
                  <a:srgbClr val="3F3F3F"/>
                </a:solidFill>
                <a:latin typeface="Calibri"/>
                <a:cs typeface="Calibri"/>
              </a:rPr>
              <a:t>it</a:t>
            </a:r>
            <a:r>
              <a:rPr sz="2200" dirty="0">
                <a:solidFill>
                  <a:srgbClr val="3F3F3F"/>
                </a:solidFill>
                <a:latin typeface="Calibri"/>
                <a:cs typeface="Calibri"/>
              </a:rPr>
              <a:t> </a:t>
            </a:r>
            <a:r>
              <a:rPr sz="2200" spc="-10" dirty="0">
                <a:solidFill>
                  <a:srgbClr val="3F3F3F"/>
                </a:solidFill>
                <a:latin typeface="Calibri"/>
                <a:cs typeface="Calibri"/>
              </a:rPr>
              <a:t>cannot</a:t>
            </a:r>
            <a:r>
              <a:rPr sz="2200" spc="-5" dirty="0">
                <a:solidFill>
                  <a:srgbClr val="3F3F3F"/>
                </a:solidFill>
                <a:latin typeface="Calibri"/>
                <a:cs typeface="Calibri"/>
              </a:rPr>
              <a:t> pass </a:t>
            </a:r>
            <a:r>
              <a:rPr sz="2200" spc="-10" dirty="0">
                <a:solidFill>
                  <a:srgbClr val="3F3F3F"/>
                </a:solidFill>
                <a:latin typeface="Calibri"/>
                <a:cs typeface="Calibri"/>
              </a:rPr>
              <a:t>the</a:t>
            </a:r>
            <a:r>
              <a:rPr sz="2200" spc="15" dirty="0">
                <a:solidFill>
                  <a:srgbClr val="3F3F3F"/>
                </a:solidFill>
                <a:latin typeface="Calibri"/>
                <a:cs typeface="Calibri"/>
              </a:rPr>
              <a:t> </a:t>
            </a:r>
            <a:r>
              <a:rPr sz="2200" spc="-20" dirty="0">
                <a:solidFill>
                  <a:srgbClr val="3F3F3F"/>
                </a:solidFill>
                <a:latin typeface="Calibri"/>
                <a:cs typeface="Calibri"/>
              </a:rPr>
              <a:t>datagram</a:t>
            </a:r>
            <a:r>
              <a:rPr sz="2200" spc="-10" dirty="0">
                <a:solidFill>
                  <a:srgbClr val="3F3F3F"/>
                </a:solidFill>
                <a:latin typeface="Calibri"/>
                <a:cs typeface="Calibri"/>
              </a:rPr>
              <a:t> through</a:t>
            </a:r>
            <a:r>
              <a:rPr sz="2200" spc="5" dirty="0">
                <a:solidFill>
                  <a:srgbClr val="3F3F3F"/>
                </a:solidFill>
                <a:latin typeface="Calibri"/>
                <a:cs typeface="Calibri"/>
              </a:rPr>
              <a:t> </a:t>
            </a:r>
            <a:r>
              <a:rPr sz="2200" spc="-20" dirty="0">
                <a:solidFill>
                  <a:srgbClr val="3F3F3F"/>
                </a:solidFill>
                <a:latin typeface="Calibri"/>
                <a:cs typeface="Calibri"/>
              </a:rPr>
              <a:t>any</a:t>
            </a:r>
            <a:r>
              <a:rPr sz="2200" spc="-10" dirty="0">
                <a:solidFill>
                  <a:srgbClr val="3F3F3F"/>
                </a:solidFill>
                <a:latin typeface="Calibri"/>
                <a:cs typeface="Calibri"/>
              </a:rPr>
              <a:t> </a:t>
            </a:r>
            <a:r>
              <a:rPr sz="2200" spc="-15" dirty="0">
                <a:solidFill>
                  <a:srgbClr val="3F3F3F"/>
                </a:solidFill>
                <a:latin typeface="Calibri"/>
                <a:cs typeface="Calibri"/>
              </a:rPr>
              <a:t>available</a:t>
            </a:r>
            <a:r>
              <a:rPr sz="2200" spc="-25" dirty="0">
                <a:solidFill>
                  <a:srgbClr val="3F3F3F"/>
                </a:solidFill>
                <a:latin typeface="Calibri"/>
                <a:cs typeface="Calibri"/>
              </a:rPr>
              <a:t> </a:t>
            </a:r>
            <a:r>
              <a:rPr sz="2200" spc="-15" dirty="0">
                <a:solidFill>
                  <a:srgbClr val="3F3F3F"/>
                </a:solidFill>
                <a:latin typeface="Calibri"/>
                <a:cs typeface="Calibri"/>
              </a:rPr>
              <a:t>physical</a:t>
            </a:r>
            <a:r>
              <a:rPr sz="2200" spc="-10" dirty="0">
                <a:solidFill>
                  <a:srgbClr val="3F3F3F"/>
                </a:solidFill>
                <a:latin typeface="Calibri"/>
                <a:cs typeface="Calibri"/>
              </a:rPr>
              <a:t> network,</a:t>
            </a:r>
            <a:r>
              <a:rPr sz="2200" spc="20" dirty="0">
                <a:solidFill>
                  <a:srgbClr val="3F3F3F"/>
                </a:solidFill>
                <a:latin typeface="Calibri"/>
                <a:cs typeface="Calibri"/>
              </a:rPr>
              <a:t> </a:t>
            </a:r>
            <a:r>
              <a:rPr sz="2200" spc="-10" dirty="0">
                <a:solidFill>
                  <a:srgbClr val="3F3F3F"/>
                </a:solidFill>
                <a:latin typeface="Calibri"/>
                <a:cs typeface="Calibri"/>
              </a:rPr>
              <a:t>it </a:t>
            </a:r>
            <a:r>
              <a:rPr sz="2200" spc="-484" dirty="0">
                <a:solidFill>
                  <a:srgbClr val="3F3F3F"/>
                </a:solidFill>
                <a:latin typeface="Calibri"/>
                <a:cs typeface="Calibri"/>
              </a:rPr>
              <a:t> </a:t>
            </a:r>
            <a:r>
              <a:rPr sz="2200" spc="-15" dirty="0">
                <a:solidFill>
                  <a:srgbClr val="3F3F3F"/>
                </a:solidFill>
                <a:latin typeface="Calibri"/>
                <a:cs typeface="Calibri"/>
              </a:rPr>
              <a:t>discards</a:t>
            </a:r>
            <a:r>
              <a:rPr sz="2200" spc="-25" dirty="0">
                <a:solidFill>
                  <a:srgbClr val="3F3F3F"/>
                </a:solidFill>
                <a:latin typeface="Calibri"/>
                <a:cs typeface="Calibri"/>
              </a:rPr>
              <a:t> </a:t>
            </a:r>
            <a:r>
              <a:rPr sz="2200" spc="-10" dirty="0">
                <a:solidFill>
                  <a:srgbClr val="3F3F3F"/>
                </a:solidFill>
                <a:latin typeface="Calibri"/>
                <a:cs typeface="Calibri"/>
              </a:rPr>
              <a:t>the</a:t>
            </a:r>
            <a:r>
              <a:rPr sz="2200" spc="5" dirty="0">
                <a:solidFill>
                  <a:srgbClr val="3F3F3F"/>
                </a:solidFill>
                <a:latin typeface="Calibri"/>
                <a:cs typeface="Calibri"/>
              </a:rPr>
              <a:t> </a:t>
            </a:r>
            <a:r>
              <a:rPr sz="2200" spc="-20" dirty="0">
                <a:solidFill>
                  <a:srgbClr val="3F3F3F"/>
                </a:solidFill>
                <a:latin typeface="Calibri"/>
                <a:cs typeface="Calibri"/>
              </a:rPr>
              <a:t>datagram</a:t>
            </a:r>
            <a:r>
              <a:rPr sz="2200" spc="10" dirty="0">
                <a:solidFill>
                  <a:srgbClr val="3F3F3F"/>
                </a:solidFill>
                <a:latin typeface="Calibri"/>
                <a:cs typeface="Calibri"/>
              </a:rPr>
              <a:t> </a:t>
            </a:r>
            <a:r>
              <a:rPr sz="2200" spc="-5" dirty="0">
                <a:solidFill>
                  <a:srgbClr val="3F3F3F"/>
                </a:solidFill>
                <a:latin typeface="Calibri"/>
                <a:cs typeface="Calibri"/>
              </a:rPr>
              <a:t>and sends</a:t>
            </a:r>
            <a:r>
              <a:rPr sz="2200" spc="10" dirty="0">
                <a:solidFill>
                  <a:srgbClr val="3F3F3F"/>
                </a:solidFill>
                <a:latin typeface="Calibri"/>
                <a:cs typeface="Calibri"/>
              </a:rPr>
              <a:t> </a:t>
            </a:r>
            <a:r>
              <a:rPr sz="2200" spc="-5" dirty="0">
                <a:solidFill>
                  <a:srgbClr val="3F3F3F"/>
                </a:solidFill>
                <a:latin typeface="Calibri"/>
                <a:cs typeface="Calibri"/>
              </a:rPr>
              <a:t>an </a:t>
            </a:r>
            <a:r>
              <a:rPr sz="2200" spc="-10" dirty="0">
                <a:solidFill>
                  <a:srgbClr val="3F3F3F"/>
                </a:solidFill>
                <a:latin typeface="Calibri"/>
                <a:cs typeface="Calibri"/>
              </a:rPr>
              <a:t>ICMP</a:t>
            </a:r>
            <a:r>
              <a:rPr sz="2200" dirty="0">
                <a:solidFill>
                  <a:srgbClr val="3F3F3F"/>
                </a:solidFill>
                <a:latin typeface="Calibri"/>
                <a:cs typeface="Calibri"/>
              </a:rPr>
              <a:t> </a:t>
            </a:r>
            <a:r>
              <a:rPr sz="2200" spc="-10" dirty="0">
                <a:solidFill>
                  <a:srgbClr val="3F3F3F"/>
                </a:solidFill>
                <a:latin typeface="Calibri"/>
                <a:cs typeface="Calibri"/>
              </a:rPr>
              <a:t>error</a:t>
            </a:r>
            <a:r>
              <a:rPr sz="2200" dirty="0">
                <a:solidFill>
                  <a:srgbClr val="3F3F3F"/>
                </a:solidFill>
                <a:latin typeface="Calibri"/>
                <a:cs typeface="Calibri"/>
              </a:rPr>
              <a:t> </a:t>
            </a:r>
            <a:r>
              <a:rPr sz="2200" spc="-10" dirty="0">
                <a:solidFill>
                  <a:srgbClr val="3F3F3F"/>
                </a:solidFill>
                <a:latin typeface="Calibri"/>
                <a:cs typeface="Calibri"/>
              </a:rPr>
              <a:t>message</a:t>
            </a:r>
            <a:r>
              <a:rPr sz="2200" spc="30" dirty="0">
                <a:solidFill>
                  <a:srgbClr val="3F3F3F"/>
                </a:solidFill>
                <a:latin typeface="Calibri"/>
                <a:cs typeface="Calibri"/>
              </a:rPr>
              <a:t> </a:t>
            </a:r>
            <a:r>
              <a:rPr sz="2200" spc="-20" dirty="0">
                <a:solidFill>
                  <a:srgbClr val="3F3F3F"/>
                </a:solidFill>
                <a:latin typeface="Calibri"/>
                <a:cs typeface="Calibri"/>
              </a:rPr>
              <a:t>to</a:t>
            </a:r>
            <a:r>
              <a:rPr sz="2200" spc="10" dirty="0">
                <a:solidFill>
                  <a:srgbClr val="3F3F3F"/>
                </a:solidFill>
                <a:latin typeface="Calibri"/>
                <a:cs typeface="Calibri"/>
              </a:rPr>
              <a: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5" dirty="0">
                <a:solidFill>
                  <a:srgbClr val="3F3F3F"/>
                </a:solidFill>
                <a:latin typeface="Calibri"/>
                <a:cs typeface="Calibri"/>
              </a:rPr>
              <a:t>source </a:t>
            </a:r>
            <a:r>
              <a:rPr sz="2200" spc="-10" dirty="0">
                <a:solidFill>
                  <a:srgbClr val="3F3F3F"/>
                </a:solidFill>
                <a:latin typeface="Calibri"/>
                <a:cs typeface="Calibri"/>
              </a:rPr>
              <a:t> host</a:t>
            </a:r>
            <a:endParaRPr sz="2200">
              <a:latin typeface="Calibri"/>
              <a:cs typeface="Calibri"/>
            </a:endParaRPr>
          </a:p>
          <a:p>
            <a:pPr marL="419100" lvl="1" indent="-183515">
              <a:lnSpc>
                <a:spcPct val="100000"/>
              </a:lnSpc>
              <a:spcBef>
                <a:spcPts val="75"/>
              </a:spcBef>
              <a:buClr>
                <a:srgbClr val="1CACE4"/>
              </a:buClr>
              <a:buChar char="◦"/>
              <a:tabLst>
                <a:tab pos="419734" algn="l"/>
              </a:tabLst>
            </a:pPr>
            <a:r>
              <a:rPr sz="2200" spc="-5" dirty="0">
                <a:solidFill>
                  <a:srgbClr val="3F3F3F"/>
                </a:solidFill>
                <a:latin typeface="Calibri"/>
                <a:cs typeface="Calibri"/>
              </a:rPr>
              <a:t>If</a:t>
            </a:r>
            <a:r>
              <a:rPr sz="2200" spc="-10" dirty="0">
                <a:solidFill>
                  <a:srgbClr val="3F3F3F"/>
                </a:solidFill>
                <a:latin typeface="Calibri"/>
                <a:cs typeface="Calibri"/>
              </a:rPr>
              <a:t> </a:t>
            </a:r>
            <a:r>
              <a:rPr sz="2200" spc="-5" dirty="0">
                <a:solidFill>
                  <a:srgbClr val="3F3F3F"/>
                </a:solidFill>
                <a:latin typeface="Calibri"/>
                <a:cs typeface="Calibri"/>
              </a:rPr>
              <a:t>its </a:t>
            </a:r>
            <a:r>
              <a:rPr sz="2200" spc="-15" dirty="0">
                <a:solidFill>
                  <a:srgbClr val="3F3F3F"/>
                </a:solidFill>
                <a:latin typeface="Calibri"/>
                <a:cs typeface="Calibri"/>
              </a:rPr>
              <a:t>value</a:t>
            </a:r>
            <a:r>
              <a:rPr sz="2200" spc="-10" dirty="0">
                <a:solidFill>
                  <a:srgbClr val="3F3F3F"/>
                </a:solidFill>
                <a:latin typeface="Calibri"/>
                <a:cs typeface="Calibri"/>
              </a:rPr>
              <a:t> </a:t>
            </a:r>
            <a:r>
              <a:rPr sz="2200" spc="-5" dirty="0">
                <a:solidFill>
                  <a:srgbClr val="3F3F3F"/>
                </a:solidFill>
                <a:latin typeface="Calibri"/>
                <a:cs typeface="Calibri"/>
              </a:rPr>
              <a:t>is</a:t>
            </a:r>
            <a:r>
              <a:rPr sz="2200" spc="5" dirty="0">
                <a:solidFill>
                  <a:srgbClr val="3F3F3F"/>
                </a:solidFill>
                <a:latin typeface="Calibri"/>
                <a:cs typeface="Calibri"/>
              </a:rPr>
              <a:t> </a:t>
            </a:r>
            <a:r>
              <a:rPr sz="2200" spc="-5" dirty="0">
                <a:solidFill>
                  <a:srgbClr val="3F3F3F"/>
                </a:solidFill>
                <a:latin typeface="Calibri"/>
                <a:cs typeface="Calibri"/>
              </a:rPr>
              <a:t>0, </a:t>
            </a:r>
            <a:r>
              <a:rPr sz="2200" spc="-10" dirty="0">
                <a:solidFill>
                  <a:srgbClr val="3F3F3F"/>
                </a:solidFill>
                <a:latin typeface="Calibri"/>
                <a:cs typeface="Calibri"/>
              </a:rPr>
              <a:t>the</a:t>
            </a:r>
            <a:r>
              <a:rPr sz="2200" spc="5" dirty="0">
                <a:solidFill>
                  <a:srgbClr val="3F3F3F"/>
                </a:solidFill>
                <a:latin typeface="Calibri"/>
                <a:cs typeface="Calibri"/>
              </a:rPr>
              <a:t> </a:t>
            </a:r>
            <a:r>
              <a:rPr sz="2200" spc="-20" dirty="0">
                <a:solidFill>
                  <a:srgbClr val="3F3F3F"/>
                </a:solidFill>
                <a:latin typeface="Calibri"/>
                <a:cs typeface="Calibri"/>
              </a:rPr>
              <a:t>datagram</a:t>
            </a:r>
            <a:r>
              <a:rPr sz="2200" dirty="0">
                <a:solidFill>
                  <a:srgbClr val="3F3F3F"/>
                </a:solidFill>
                <a:latin typeface="Calibri"/>
                <a:cs typeface="Calibri"/>
              </a:rPr>
              <a:t> </a:t>
            </a:r>
            <a:r>
              <a:rPr sz="2200" spc="-15" dirty="0">
                <a:solidFill>
                  <a:srgbClr val="3F3F3F"/>
                </a:solidFill>
                <a:latin typeface="Calibri"/>
                <a:cs typeface="Calibri"/>
              </a:rPr>
              <a:t>can</a:t>
            </a:r>
            <a:r>
              <a:rPr sz="2200" dirty="0">
                <a:solidFill>
                  <a:srgbClr val="3F3F3F"/>
                </a:solidFill>
                <a:latin typeface="Calibri"/>
                <a:cs typeface="Calibri"/>
              </a:rPr>
              <a:t> </a:t>
            </a:r>
            <a:r>
              <a:rPr sz="2200" spc="-5" dirty="0">
                <a:solidFill>
                  <a:srgbClr val="3F3F3F"/>
                </a:solidFill>
                <a:latin typeface="Calibri"/>
                <a:cs typeface="Calibri"/>
              </a:rPr>
              <a:t>be</a:t>
            </a:r>
            <a:r>
              <a:rPr sz="2200" dirty="0">
                <a:solidFill>
                  <a:srgbClr val="3F3F3F"/>
                </a:solidFill>
                <a:latin typeface="Calibri"/>
                <a:cs typeface="Calibri"/>
              </a:rPr>
              <a:t> </a:t>
            </a:r>
            <a:r>
              <a:rPr sz="2200" spc="-15" dirty="0">
                <a:solidFill>
                  <a:srgbClr val="3F3F3F"/>
                </a:solidFill>
                <a:latin typeface="Calibri"/>
                <a:cs typeface="Calibri"/>
              </a:rPr>
              <a:t>fragmented</a:t>
            </a:r>
            <a:r>
              <a:rPr sz="2200" spc="25" dirty="0">
                <a:solidFill>
                  <a:srgbClr val="3F3F3F"/>
                </a:solidFill>
                <a:latin typeface="Calibri"/>
                <a:cs typeface="Calibri"/>
              </a:rPr>
              <a:t> </a:t>
            </a:r>
            <a:r>
              <a:rPr sz="2200" spc="-5" dirty="0">
                <a:solidFill>
                  <a:srgbClr val="3F3F3F"/>
                </a:solidFill>
                <a:latin typeface="Calibri"/>
                <a:cs typeface="Calibri"/>
              </a:rPr>
              <a:t>if</a:t>
            </a:r>
            <a:r>
              <a:rPr sz="2200" dirty="0">
                <a:solidFill>
                  <a:srgbClr val="3F3F3F"/>
                </a:solidFill>
                <a:latin typeface="Calibri"/>
                <a:cs typeface="Calibri"/>
              </a:rPr>
              <a:t> </a:t>
            </a:r>
            <a:r>
              <a:rPr sz="2200" spc="-20" dirty="0">
                <a:solidFill>
                  <a:srgbClr val="3F3F3F"/>
                </a:solidFill>
                <a:latin typeface="Calibri"/>
                <a:cs typeface="Calibri"/>
              </a:rPr>
              <a:t>necessary.</a:t>
            </a:r>
            <a:endParaRPr sz="2200">
              <a:latin typeface="Calibri"/>
              <a:cs typeface="Calibri"/>
            </a:endParaRPr>
          </a:p>
          <a:p>
            <a:pPr marL="189230" indent="-177165">
              <a:lnSpc>
                <a:spcPts val="3060"/>
              </a:lnSpc>
              <a:spcBef>
                <a:spcPts val="955"/>
              </a:spcBef>
              <a:buClr>
                <a:srgbClr val="1CACE4"/>
              </a:buClr>
              <a:buFont typeface="Arial MT"/>
              <a:buChar char="•"/>
              <a:tabLst>
                <a:tab pos="189865" algn="l"/>
              </a:tabLst>
            </a:pPr>
            <a:r>
              <a:rPr sz="2600" dirty="0">
                <a:solidFill>
                  <a:srgbClr val="3F3F3F"/>
                </a:solidFill>
                <a:latin typeface="Calibri"/>
                <a:cs typeface="Calibri"/>
              </a:rPr>
              <a:t>The</a:t>
            </a:r>
            <a:r>
              <a:rPr sz="2600" spc="-40" dirty="0">
                <a:solidFill>
                  <a:srgbClr val="3F3F3F"/>
                </a:solidFill>
                <a:latin typeface="Calibri"/>
                <a:cs typeface="Calibri"/>
              </a:rPr>
              <a:t> </a:t>
            </a:r>
            <a:r>
              <a:rPr sz="2600" spc="-10" dirty="0">
                <a:solidFill>
                  <a:srgbClr val="3F3F3F"/>
                </a:solidFill>
                <a:latin typeface="Calibri"/>
                <a:cs typeface="Calibri"/>
              </a:rPr>
              <a:t>third</a:t>
            </a:r>
            <a:r>
              <a:rPr sz="2600" spc="-15" dirty="0">
                <a:solidFill>
                  <a:srgbClr val="3F3F3F"/>
                </a:solidFill>
                <a:latin typeface="Calibri"/>
                <a:cs typeface="Calibri"/>
              </a:rPr>
              <a:t> </a:t>
            </a:r>
            <a:r>
              <a:rPr sz="2600" spc="-5" dirty="0">
                <a:solidFill>
                  <a:srgbClr val="3F3F3F"/>
                </a:solidFill>
                <a:latin typeface="Calibri"/>
                <a:cs typeface="Calibri"/>
              </a:rPr>
              <a:t>bit</a:t>
            </a:r>
            <a:r>
              <a:rPr sz="2600" spc="-10" dirty="0">
                <a:solidFill>
                  <a:srgbClr val="3F3F3F"/>
                </a:solidFill>
                <a:latin typeface="Calibri"/>
                <a:cs typeface="Calibri"/>
              </a:rPr>
              <a:t> </a:t>
            </a:r>
            <a:r>
              <a:rPr sz="2600" spc="-5" dirty="0">
                <a:solidFill>
                  <a:srgbClr val="3F3F3F"/>
                </a:solidFill>
                <a:latin typeface="Calibri"/>
                <a:cs typeface="Calibri"/>
              </a:rPr>
              <a:t>(M bit)</a:t>
            </a:r>
            <a:r>
              <a:rPr sz="2600"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5" dirty="0">
                <a:solidFill>
                  <a:srgbClr val="3F3F3F"/>
                </a:solidFill>
                <a:latin typeface="Calibri"/>
                <a:cs typeface="Calibri"/>
              </a:rPr>
              <a:t>called</a:t>
            </a:r>
            <a:r>
              <a:rPr sz="2600" spc="-10"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i="1" spc="-5" dirty="0">
                <a:solidFill>
                  <a:srgbClr val="3F3F3F"/>
                </a:solidFill>
                <a:latin typeface="Calibri"/>
                <a:cs typeface="Calibri"/>
              </a:rPr>
              <a:t>more</a:t>
            </a:r>
            <a:r>
              <a:rPr sz="2600" i="1" dirty="0">
                <a:solidFill>
                  <a:srgbClr val="3F3F3F"/>
                </a:solidFill>
                <a:latin typeface="Calibri"/>
                <a:cs typeface="Calibri"/>
              </a:rPr>
              <a:t> </a:t>
            </a:r>
            <a:r>
              <a:rPr sz="2600" i="1" spc="-5" dirty="0">
                <a:solidFill>
                  <a:srgbClr val="3F3F3F"/>
                </a:solidFill>
                <a:latin typeface="Calibri"/>
                <a:cs typeface="Calibri"/>
              </a:rPr>
              <a:t>fragment</a:t>
            </a:r>
            <a:r>
              <a:rPr sz="2600" i="1" spc="-50" dirty="0">
                <a:solidFill>
                  <a:srgbClr val="3F3F3F"/>
                </a:solidFill>
                <a:latin typeface="Calibri"/>
                <a:cs typeface="Calibri"/>
              </a:rPr>
              <a:t> </a:t>
            </a:r>
            <a:r>
              <a:rPr sz="2600" i="1" dirty="0">
                <a:solidFill>
                  <a:srgbClr val="3F3F3F"/>
                </a:solidFill>
                <a:latin typeface="Calibri"/>
                <a:cs typeface="Calibri"/>
              </a:rPr>
              <a:t>bit.</a:t>
            </a:r>
            <a:endParaRPr sz="2600">
              <a:latin typeface="Calibri"/>
              <a:cs typeface="Calibri"/>
            </a:endParaRPr>
          </a:p>
          <a:p>
            <a:pPr marL="419100" marR="5080" lvl="1" indent="-182880">
              <a:lnSpc>
                <a:spcPct val="80000"/>
              </a:lnSpc>
              <a:spcBef>
                <a:spcPts val="470"/>
              </a:spcBef>
              <a:buClr>
                <a:srgbClr val="1CACE4"/>
              </a:buClr>
              <a:buFont typeface="Calibri"/>
              <a:buChar char="◦"/>
              <a:tabLst>
                <a:tab pos="419734" algn="l"/>
              </a:tabLst>
            </a:pPr>
            <a:r>
              <a:rPr sz="2200" i="1" spc="-5" dirty="0">
                <a:solidFill>
                  <a:srgbClr val="3F3F3F"/>
                </a:solidFill>
                <a:latin typeface="Calibri"/>
                <a:cs typeface="Calibri"/>
              </a:rPr>
              <a:t>If</a:t>
            </a:r>
            <a:r>
              <a:rPr sz="2200" i="1" spc="-10" dirty="0">
                <a:solidFill>
                  <a:srgbClr val="3F3F3F"/>
                </a:solidFill>
                <a:latin typeface="Calibri"/>
                <a:cs typeface="Calibri"/>
              </a:rPr>
              <a:t> </a:t>
            </a:r>
            <a:r>
              <a:rPr sz="2200" i="1" spc="-5" dirty="0">
                <a:solidFill>
                  <a:srgbClr val="3F3F3F"/>
                </a:solidFill>
                <a:latin typeface="Calibri"/>
                <a:cs typeface="Calibri"/>
              </a:rPr>
              <a:t>its value</a:t>
            </a:r>
            <a:r>
              <a:rPr sz="2200" i="1" spc="-15" dirty="0">
                <a:solidFill>
                  <a:srgbClr val="3F3F3F"/>
                </a:solidFill>
                <a:latin typeface="Calibri"/>
                <a:cs typeface="Calibri"/>
              </a:rPr>
              <a:t> </a:t>
            </a:r>
            <a:r>
              <a:rPr sz="2200" i="1" spc="-5" dirty="0">
                <a:solidFill>
                  <a:srgbClr val="3F3F3F"/>
                </a:solidFill>
                <a:latin typeface="Calibri"/>
                <a:cs typeface="Calibri"/>
              </a:rPr>
              <a:t>is 1, it</a:t>
            </a:r>
            <a:r>
              <a:rPr sz="2200" i="1" spc="5" dirty="0">
                <a:solidFill>
                  <a:srgbClr val="3F3F3F"/>
                </a:solidFill>
                <a:latin typeface="Calibri"/>
                <a:cs typeface="Calibri"/>
              </a:rPr>
              <a:t> </a:t>
            </a:r>
            <a:r>
              <a:rPr sz="2200" i="1" spc="-10" dirty="0">
                <a:solidFill>
                  <a:srgbClr val="3F3F3F"/>
                </a:solidFill>
                <a:latin typeface="Calibri"/>
                <a:cs typeface="Calibri"/>
              </a:rPr>
              <a:t>means</a:t>
            </a:r>
            <a:r>
              <a:rPr sz="2200" i="1" spc="-5" dirty="0">
                <a:solidFill>
                  <a:srgbClr val="3F3F3F"/>
                </a:solidFill>
                <a:latin typeface="Calibri"/>
                <a:cs typeface="Calibri"/>
              </a:rPr>
              <a:t> </a:t>
            </a:r>
            <a:r>
              <a:rPr sz="2200" i="1" spc="-10" dirty="0">
                <a:solidFill>
                  <a:srgbClr val="3F3F3F"/>
                </a:solidFill>
                <a:latin typeface="Calibri"/>
                <a:cs typeface="Calibri"/>
              </a:rPr>
              <a:t>the</a:t>
            </a:r>
            <a:r>
              <a:rPr sz="2200" i="1" spc="35" dirty="0">
                <a:solidFill>
                  <a:srgbClr val="3F3F3F"/>
                </a:solidFill>
                <a:latin typeface="Calibri"/>
                <a:cs typeface="Calibri"/>
              </a:rPr>
              <a:t> </a:t>
            </a:r>
            <a:r>
              <a:rPr sz="2200" spc="-20" dirty="0">
                <a:solidFill>
                  <a:srgbClr val="3F3F3F"/>
                </a:solidFill>
                <a:latin typeface="Calibri"/>
                <a:cs typeface="Calibri"/>
              </a:rPr>
              <a:t>datagram</a:t>
            </a:r>
            <a:r>
              <a:rPr sz="2200" spc="-5" dirty="0">
                <a:solidFill>
                  <a:srgbClr val="3F3F3F"/>
                </a:solidFill>
                <a:latin typeface="Calibri"/>
                <a:cs typeface="Calibri"/>
              </a:rPr>
              <a:t> is</a:t>
            </a:r>
            <a:r>
              <a:rPr sz="2200" spc="5" dirty="0">
                <a:solidFill>
                  <a:srgbClr val="3F3F3F"/>
                </a:solidFill>
                <a:latin typeface="Calibri"/>
                <a:cs typeface="Calibri"/>
              </a:rPr>
              <a:t> </a:t>
            </a:r>
            <a:r>
              <a:rPr sz="2200" spc="-5" dirty="0">
                <a:solidFill>
                  <a:srgbClr val="3F3F3F"/>
                </a:solidFill>
                <a:latin typeface="Calibri"/>
                <a:cs typeface="Calibri"/>
              </a:rPr>
              <a:t>not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0" dirty="0">
                <a:solidFill>
                  <a:srgbClr val="3F3F3F"/>
                </a:solidFill>
                <a:latin typeface="Calibri"/>
                <a:cs typeface="Calibri"/>
              </a:rPr>
              <a:t>last </a:t>
            </a:r>
            <a:r>
              <a:rPr sz="2200" spc="-15" dirty="0">
                <a:solidFill>
                  <a:srgbClr val="3F3F3F"/>
                </a:solidFill>
                <a:latin typeface="Calibri"/>
                <a:cs typeface="Calibri"/>
              </a:rPr>
              <a:t>fragment;</a:t>
            </a:r>
            <a:r>
              <a:rPr sz="2200" spc="30" dirty="0">
                <a:solidFill>
                  <a:srgbClr val="3F3F3F"/>
                </a:solidFill>
                <a:latin typeface="Calibri"/>
                <a:cs typeface="Calibri"/>
              </a:rPr>
              <a:t> </a:t>
            </a:r>
            <a:r>
              <a:rPr sz="2200" spc="-10" dirty="0">
                <a:solidFill>
                  <a:srgbClr val="3F3F3F"/>
                </a:solidFill>
                <a:latin typeface="Calibri"/>
                <a:cs typeface="Calibri"/>
              </a:rPr>
              <a:t>there</a:t>
            </a:r>
            <a:r>
              <a:rPr sz="2200" spc="5" dirty="0">
                <a:solidFill>
                  <a:srgbClr val="3F3F3F"/>
                </a:solidFill>
                <a:latin typeface="Calibri"/>
                <a:cs typeface="Calibri"/>
              </a:rPr>
              <a:t> </a:t>
            </a:r>
            <a:r>
              <a:rPr sz="2200" spc="-15" dirty="0">
                <a:solidFill>
                  <a:srgbClr val="3F3F3F"/>
                </a:solidFill>
                <a:latin typeface="Calibri"/>
                <a:cs typeface="Calibri"/>
              </a:rPr>
              <a:t>are </a:t>
            </a:r>
            <a:r>
              <a:rPr sz="2200" spc="-484" dirty="0">
                <a:solidFill>
                  <a:srgbClr val="3F3F3F"/>
                </a:solidFill>
                <a:latin typeface="Calibri"/>
                <a:cs typeface="Calibri"/>
              </a:rPr>
              <a:t> </a:t>
            </a:r>
            <a:r>
              <a:rPr sz="2200" spc="-10" dirty="0">
                <a:solidFill>
                  <a:srgbClr val="3F3F3F"/>
                </a:solidFill>
                <a:latin typeface="Calibri"/>
                <a:cs typeface="Calibri"/>
              </a:rPr>
              <a:t>more</a:t>
            </a:r>
            <a:r>
              <a:rPr sz="2200" spc="-15" dirty="0">
                <a:solidFill>
                  <a:srgbClr val="3F3F3F"/>
                </a:solidFill>
                <a:latin typeface="Calibri"/>
                <a:cs typeface="Calibri"/>
              </a:rPr>
              <a:t> fragments</a:t>
            </a:r>
            <a:r>
              <a:rPr sz="2200" spc="30" dirty="0">
                <a:solidFill>
                  <a:srgbClr val="3F3F3F"/>
                </a:solidFill>
                <a:latin typeface="Calibri"/>
                <a:cs typeface="Calibri"/>
              </a:rPr>
              <a:t> </a:t>
            </a:r>
            <a:r>
              <a:rPr sz="2200" spc="-15" dirty="0">
                <a:solidFill>
                  <a:srgbClr val="3F3F3F"/>
                </a:solidFill>
                <a:latin typeface="Calibri"/>
                <a:cs typeface="Calibri"/>
              </a:rPr>
              <a:t>after</a:t>
            </a:r>
            <a:r>
              <a:rPr sz="2200" spc="5" dirty="0">
                <a:solidFill>
                  <a:srgbClr val="3F3F3F"/>
                </a:solidFill>
                <a:latin typeface="Calibri"/>
                <a:cs typeface="Calibri"/>
              </a:rPr>
              <a:t> </a:t>
            </a:r>
            <a:r>
              <a:rPr sz="2200" spc="-10" dirty="0">
                <a:solidFill>
                  <a:srgbClr val="3F3F3F"/>
                </a:solidFill>
                <a:latin typeface="Calibri"/>
                <a:cs typeface="Calibri"/>
              </a:rPr>
              <a:t>this</a:t>
            </a:r>
            <a:r>
              <a:rPr sz="2200" spc="-5" dirty="0">
                <a:solidFill>
                  <a:srgbClr val="3F3F3F"/>
                </a:solidFill>
                <a:latin typeface="Calibri"/>
                <a:cs typeface="Calibri"/>
              </a:rPr>
              <a:t> </a:t>
            </a:r>
            <a:r>
              <a:rPr sz="2200" spc="-10" dirty="0">
                <a:solidFill>
                  <a:srgbClr val="3F3F3F"/>
                </a:solidFill>
                <a:latin typeface="Calibri"/>
                <a:cs typeface="Calibri"/>
              </a:rPr>
              <a:t>one.</a:t>
            </a:r>
            <a:endParaRPr sz="2200">
              <a:latin typeface="Calibri"/>
              <a:cs typeface="Calibri"/>
            </a:endParaRPr>
          </a:p>
          <a:p>
            <a:pPr marL="419100" lvl="1" indent="-183515">
              <a:lnSpc>
                <a:spcPct val="100000"/>
              </a:lnSpc>
              <a:spcBef>
                <a:spcPts val="70"/>
              </a:spcBef>
              <a:buClr>
                <a:srgbClr val="1CACE4"/>
              </a:buClr>
              <a:buChar char="◦"/>
              <a:tabLst>
                <a:tab pos="419734" algn="l"/>
              </a:tabLst>
            </a:pPr>
            <a:r>
              <a:rPr sz="2200" spc="-5" dirty="0">
                <a:solidFill>
                  <a:srgbClr val="3F3F3F"/>
                </a:solidFill>
                <a:latin typeface="Calibri"/>
                <a:cs typeface="Calibri"/>
              </a:rPr>
              <a:t>If</a:t>
            </a:r>
            <a:r>
              <a:rPr sz="2200" spc="-10" dirty="0">
                <a:solidFill>
                  <a:srgbClr val="3F3F3F"/>
                </a:solidFill>
                <a:latin typeface="Calibri"/>
                <a:cs typeface="Calibri"/>
              </a:rPr>
              <a:t> </a:t>
            </a:r>
            <a:r>
              <a:rPr sz="2200" spc="-5" dirty="0">
                <a:solidFill>
                  <a:srgbClr val="3F3F3F"/>
                </a:solidFill>
                <a:latin typeface="Calibri"/>
                <a:cs typeface="Calibri"/>
              </a:rPr>
              <a:t>its </a:t>
            </a:r>
            <a:r>
              <a:rPr sz="2200" spc="-15" dirty="0">
                <a:solidFill>
                  <a:srgbClr val="3F3F3F"/>
                </a:solidFill>
                <a:latin typeface="Calibri"/>
                <a:cs typeface="Calibri"/>
              </a:rPr>
              <a:t>value</a:t>
            </a:r>
            <a:r>
              <a:rPr sz="2200" spc="-5" dirty="0">
                <a:solidFill>
                  <a:srgbClr val="3F3F3F"/>
                </a:solidFill>
                <a:latin typeface="Calibri"/>
                <a:cs typeface="Calibri"/>
              </a:rPr>
              <a:t> is</a:t>
            </a:r>
            <a:r>
              <a:rPr sz="2200" spc="5" dirty="0">
                <a:solidFill>
                  <a:srgbClr val="3F3F3F"/>
                </a:solidFill>
                <a:latin typeface="Calibri"/>
                <a:cs typeface="Calibri"/>
              </a:rPr>
              <a:t> </a:t>
            </a:r>
            <a:r>
              <a:rPr sz="2200" spc="-5" dirty="0">
                <a:solidFill>
                  <a:srgbClr val="3F3F3F"/>
                </a:solidFill>
                <a:latin typeface="Calibri"/>
                <a:cs typeface="Calibri"/>
              </a:rPr>
              <a:t>0,</a:t>
            </a:r>
            <a:r>
              <a:rPr sz="2200" dirty="0">
                <a:solidFill>
                  <a:srgbClr val="3F3F3F"/>
                </a:solidFill>
                <a:latin typeface="Calibri"/>
                <a:cs typeface="Calibri"/>
              </a:rPr>
              <a:t> </a:t>
            </a:r>
            <a:r>
              <a:rPr sz="2200" spc="-5" dirty="0">
                <a:solidFill>
                  <a:srgbClr val="3F3F3F"/>
                </a:solidFill>
                <a:latin typeface="Calibri"/>
                <a:cs typeface="Calibri"/>
              </a:rPr>
              <a:t>it</a:t>
            </a:r>
            <a:r>
              <a:rPr sz="2200" dirty="0">
                <a:solidFill>
                  <a:srgbClr val="3F3F3F"/>
                </a:solidFill>
                <a:latin typeface="Calibri"/>
                <a:cs typeface="Calibri"/>
              </a:rPr>
              <a:t> </a:t>
            </a:r>
            <a:r>
              <a:rPr sz="2200" spc="-10" dirty="0">
                <a:solidFill>
                  <a:srgbClr val="3F3F3F"/>
                </a:solidFill>
                <a:latin typeface="Calibri"/>
                <a:cs typeface="Calibri"/>
              </a:rPr>
              <a:t>means</a:t>
            </a:r>
            <a:r>
              <a:rPr sz="2200" spc="10" dirty="0">
                <a:solidFill>
                  <a:srgbClr val="3F3F3F"/>
                </a:solidFill>
                <a:latin typeface="Calibri"/>
                <a:cs typeface="Calibri"/>
              </a:rPr>
              <a:t> </a:t>
            </a:r>
            <a:r>
              <a:rPr sz="2200" spc="-10" dirty="0">
                <a:solidFill>
                  <a:srgbClr val="3F3F3F"/>
                </a:solidFill>
                <a:latin typeface="Calibri"/>
                <a:cs typeface="Calibri"/>
              </a:rPr>
              <a:t>this</a:t>
            </a:r>
            <a:r>
              <a:rPr sz="2200" spc="5" dirty="0">
                <a:solidFill>
                  <a:srgbClr val="3F3F3F"/>
                </a:solidFill>
                <a:latin typeface="Calibri"/>
                <a:cs typeface="Calibri"/>
              </a:rPr>
              <a:t> </a:t>
            </a:r>
            <a:r>
              <a:rPr sz="2200" spc="-5" dirty="0">
                <a:solidFill>
                  <a:srgbClr val="3F3F3F"/>
                </a:solidFill>
                <a:latin typeface="Calibri"/>
                <a:cs typeface="Calibri"/>
              </a:rPr>
              <a:t>is</a:t>
            </a:r>
            <a:r>
              <a:rPr sz="2200" dirty="0">
                <a:solidFill>
                  <a:srgbClr val="3F3F3F"/>
                </a:solidFill>
                <a:latin typeface="Calibri"/>
                <a:cs typeface="Calibri"/>
              </a:rPr>
              <a:t> </a:t>
            </a:r>
            <a:r>
              <a:rPr sz="2200" spc="-10" dirty="0">
                <a:solidFill>
                  <a:srgbClr val="3F3F3F"/>
                </a:solidFill>
                <a:latin typeface="Calibri"/>
                <a:cs typeface="Calibri"/>
              </a:rPr>
              <a:t>the</a:t>
            </a:r>
            <a:r>
              <a:rPr sz="2200" dirty="0">
                <a:solidFill>
                  <a:srgbClr val="3F3F3F"/>
                </a:solidFill>
                <a:latin typeface="Calibri"/>
                <a:cs typeface="Calibri"/>
              </a:rPr>
              <a:t> </a:t>
            </a:r>
            <a:r>
              <a:rPr sz="2200" spc="-10" dirty="0">
                <a:solidFill>
                  <a:srgbClr val="3F3F3F"/>
                </a:solidFill>
                <a:latin typeface="Calibri"/>
                <a:cs typeface="Calibri"/>
              </a:rPr>
              <a:t>last</a:t>
            </a:r>
            <a:r>
              <a:rPr sz="2200" spc="-5" dirty="0">
                <a:solidFill>
                  <a:srgbClr val="3F3F3F"/>
                </a:solidFill>
                <a:latin typeface="Calibri"/>
                <a:cs typeface="Calibri"/>
              </a:rPr>
              <a:t> or</a:t>
            </a:r>
            <a:r>
              <a:rPr sz="2200" spc="5" dirty="0">
                <a:solidFill>
                  <a:srgbClr val="3F3F3F"/>
                </a:solidFill>
                <a:latin typeface="Calibri"/>
                <a:cs typeface="Calibri"/>
              </a:rPr>
              <a:t> </a:t>
            </a:r>
            <a:r>
              <a:rPr sz="2200" spc="-5" dirty="0">
                <a:solidFill>
                  <a:srgbClr val="3F3F3F"/>
                </a:solidFill>
                <a:latin typeface="Calibri"/>
                <a:cs typeface="Calibri"/>
              </a:rPr>
              <a:t>only </a:t>
            </a:r>
            <a:r>
              <a:rPr sz="2200" spc="-15" dirty="0">
                <a:solidFill>
                  <a:srgbClr val="3F3F3F"/>
                </a:solidFill>
                <a:latin typeface="Calibri"/>
                <a:cs typeface="Calibri"/>
              </a:rPr>
              <a:t>fragment.</a:t>
            </a:r>
            <a:endParaRPr sz="22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97667" y="1740871"/>
            <a:ext cx="8682355" cy="3140075"/>
          </a:xfrm>
          <a:prstGeom prst="rect">
            <a:avLst/>
          </a:prstGeom>
        </p:spPr>
        <p:txBody>
          <a:bodyPr vert="horz" wrap="square" lIns="0" tIns="104775" rIns="0" bIns="0" rtlCol="0">
            <a:spAutoFit/>
          </a:bodyPr>
          <a:lstStyle/>
          <a:p>
            <a:pPr marL="189230" marR="232410" indent="-177165">
              <a:lnSpc>
                <a:spcPct val="70000"/>
              </a:lnSpc>
              <a:spcBef>
                <a:spcPts val="825"/>
              </a:spcBef>
              <a:buClr>
                <a:srgbClr val="1CACE4"/>
              </a:buClr>
              <a:buFont typeface="Arial MT"/>
              <a:buChar char="•"/>
              <a:tabLst>
                <a:tab pos="189865" algn="l"/>
              </a:tabLst>
            </a:pPr>
            <a:r>
              <a:rPr sz="2000" dirty="0">
                <a:solidFill>
                  <a:srgbClr val="3F3F3F"/>
                </a:solidFill>
                <a:latin typeface="Calibri"/>
                <a:cs typeface="Calibri"/>
              </a:rPr>
              <a:t>The 13-bit </a:t>
            </a:r>
            <a:r>
              <a:rPr sz="2000" i="1" spc="-10" dirty="0">
                <a:solidFill>
                  <a:srgbClr val="3F3F3F"/>
                </a:solidFill>
                <a:latin typeface="Calibri"/>
                <a:cs typeface="Calibri"/>
              </a:rPr>
              <a:t>fragmentation </a:t>
            </a:r>
            <a:r>
              <a:rPr sz="2000" i="1" spc="-5" dirty="0">
                <a:solidFill>
                  <a:srgbClr val="3F3F3F"/>
                </a:solidFill>
                <a:latin typeface="Calibri"/>
                <a:cs typeface="Calibri"/>
              </a:rPr>
              <a:t>offset field shows the relative position </a:t>
            </a:r>
            <a:r>
              <a:rPr sz="2000" i="1" dirty="0">
                <a:solidFill>
                  <a:srgbClr val="3F3F3F"/>
                </a:solidFill>
                <a:latin typeface="Calibri"/>
                <a:cs typeface="Calibri"/>
              </a:rPr>
              <a:t>of </a:t>
            </a:r>
            <a:r>
              <a:rPr sz="2000" i="1" spc="-5" dirty="0">
                <a:solidFill>
                  <a:srgbClr val="3F3F3F"/>
                </a:solidFill>
                <a:latin typeface="Calibri"/>
                <a:cs typeface="Calibri"/>
              </a:rPr>
              <a:t>this </a:t>
            </a:r>
            <a:r>
              <a:rPr sz="2000" spc="-10" dirty="0">
                <a:solidFill>
                  <a:srgbClr val="3F3F3F"/>
                </a:solidFill>
                <a:latin typeface="Calibri"/>
                <a:cs typeface="Calibri"/>
              </a:rPr>
              <a:t>fragment </a:t>
            </a:r>
            <a:r>
              <a:rPr sz="2000" spc="-440" dirty="0">
                <a:solidFill>
                  <a:srgbClr val="3F3F3F"/>
                </a:solidFill>
                <a:latin typeface="Calibri"/>
                <a:cs typeface="Calibri"/>
              </a:rPr>
              <a:t> </a:t>
            </a:r>
            <a:r>
              <a:rPr sz="2000" spc="-5" dirty="0">
                <a:solidFill>
                  <a:srgbClr val="3F3F3F"/>
                </a:solidFill>
                <a:latin typeface="Calibri"/>
                <a:cs typeface="Calibri"/>
              </a:rPr>
              <a:t>with</a:t>
            </a:r>
            <a:r>
              <a:rPr sz="2000" spc="-15" dirty="0">
                <a:solidFill>
                  <a:srgbClr val="3F3F3F"/>
                </a:solidFill>
                <a:latin typeface="Calibri"/>
                <a:cs typeface="Calibri"/>
              </a:rPr>
              <a:t> </a:t>
            </a:r>
            <a:r>
              <a:rPr sz="2000" spc="-5" dirty="0">
                <a:solidFill>
                  <a:srgbClr val="3F3F3F"/>
                </a:solidFill>
                <a:latin typeface="Calibri"/>
                <a:cs typeface="Calibri"/>
              </a:rPr>
              <a:t>respect </a:t>
            </a:r>
            <a:r>
              <a:rPr sz="2000" spc="-15" dirty="0">
                <a:solidFill>
                  <a:srgbClr val="3F3F3F"/>
                </a:solidFill>
                <a:latin typeface="Calibri"/>
                <a:cs typeface="Calibri"/>
              </a:rPr>
              <a:t>to</a:t>
            </a:r>
            <a:r>
              <a:rPr sz="2000" dirty="0">
                <a:solidFill>
                  <a:srgbClr val="3F3F3F"/>
                </a:solidFill>
                <a:latin typeface="Calibri"/>
                <a:cs typeface="Calibri"/>
              </a:rPr>
              <a:t> the</a:t>
            </a:r>
            <a:r>
              <a:rPr sz="2000" spc="-10" dirty="0">
                <a:solidFill>
                  <a:srgbClr val="3F3F3F"/>
                </a:solidFill>
                <a:latin typeface="Calibri"/>
                <a:cs typeface="Calibri"/>
              </a:rPr>
              <a:t> </a:t>
            </a:r>
            <a:r>
              <a:rPr sz="2000" spc="-5" dirty="0">
                <a:solidFill>
                  <a:srgbClr val="3F3F3F"/>
                </a:solidFill>
                <a:latin typeface="Calibri"/>
                <a:cs typeface="Calibri"/>
              </a:rPr>
              <a:t>whole</a:t>
            </a:r>
            <a:r>
              <a:rPr sz="2000" spc="-10" dirty="0">
                <a:solidFill>
                  <a:srgbClr val="3F3F3F"/>
                </a:solidFill>
                <a:latin typeface="Calibri"/>
                <a:cs typeface="Calibri"/>
              </a:rPr>
              <a:t> datagram.</a:t>
            </a:r>
            <a:endParaRPr sz="2000">
              <a:latin typeface="Calibri"/>
              <a:cs typeface="Calibri"/>
            </a:endParaRPr>
          </a:p>
          <a:p>
            <a:pPr marL="189230" indent="-177165">
              <a:lnSpc>
                <a:spcPct val="100000"/>
              </a:lnSpc>
              <a:spcBef>
                <a:spcPts val="680"/>
              </a:spcBef>
              <a:buClr>
                <a:srgbClr val="1CACE4"/>
              </a:buClr>
              <a:buFont typeface="Arial MT"/>
              <a:buChar char="•"/>
              <a:tabLst>
                <a:tab pos="189865" algn="l"/>
              </a:tabLst>
            </a:pPr>
            <a:r>
              <a:rPr sz="2000" spc="-5" dirty="0">
                <a:solidFill>
                  <a:srgbClr val="3F3F3F"/>
                </a:solidFill>
                <a:latin typeface="Calibri"/>
                <a:cs typeface="Calibri"/>
              </a:rPr>
              <a:t>It</a:t>
            </a:r>
            <a:r>
              <a:rPr sz="2000" spc="-2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offset</a:t>
            </a:r>
            <a:r>
              <a:rPr sz="2000"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data</a:t>
            </a:r>
            <a:r>
              <a:rPr sz="2000" spc="5" dirty="0">
                <a:solidFill>
                  <a:srgbClr val="3F3F3F"/>
                </a:solidFill>
                <a:latin typeface="Calibri"/>
                <a:cs typeface="Calibri"/>
              </a:rPr>
              <a:t> </a:t>
            </a:r>
            <a:r>
              <a:rPr sz="2000" spc="-5" dirty="0">
                <a:solidFill>
                  <a:srgbClr val="3F3F3F"/>
                </a:solidFill>
                <a:latin typeface="Calibri"/>
                <a:cs typeface="Calibri"/>
              </a:rPr>
              <a:t>in</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original</a:t>
            </a:r>
            <a:r>
              <a:rPr sz="2000" spc="5" dirty="0">
                <a:solidFill>
                  <a:srgbClr val="3F3F3F"/>
                </a:solidFill>
                <a:latin typeface="Calibri"/>
                <a:cs typeface="Calibri"/>
              </a:rPr>
              <a:t> </a:t>
            </a:r>
            <a:r>
              <a:rPr sz="2000" spc="-10" dirty="0">
                <a:solidFill>
                  <a:srgbClr val="3F3F3F"/>
                </a:solidFill>
                <a:latin typeface="Calibri"/>
                <a:cs typeface="Calibri"/>
              </a:rPr>
              <a:t>datagram</a:t>
            </a:r>
            <a:r>
              <a:rPr sz="2000" dirty="0">
                <a:solidFill>
                  <a:srgbClr val="3F3F3F"/>
                </a:solidFill>
                <a:latin typeface="Calibri"/>
                <a:cs typeface="Calibri"/>
              </a:rPr>
              <a:t> </a:t>
            </a:r>
            <a:r>
              <a:rPr sz="2000" spc="-10" dirty="0">
                <a:solidFill>
                  <a:srgbClr val="3F3F3F"/>
                </a:solidFill>
                <a:latin typeface="Calibri"/>
                <a:cs typeface="Calibri"/>
              </a:rPr>
              <a:t>measured</a:t>
            </a:r>
            <a:r>
              <a:rPr sz="2000" spc="10" dirty="0">
                <a:solidFill>
                  <a:srgbClr val="3F3F3F"/>
                </a:solidFill>
                <a:latin typeface="Calibri"/>
                <a:cs typeface="Calibri"/>
              </a:rPr>
              <a:t> </a:t>
            </a:r>
            <a:r>
              <a:rPr sz="2000" spc="-5" dirty="0">
                <a:solidFill>
                  <a:srgbClr val="3F3F3F"/>
                </a:solidFill>
                <a:latin typeface="Calibri"/>
                <a:cs typeface="Calibri"/>
              </a:rPr>
              <a:t>in</a:t>
            </a:r>
            <a:r>
              <a:rPr sz="2000" spc="5" dirty="0">
                <a:solidFill>
                  <a:srgbClr val="3F3F3F"/>
                </a:solidFill>
                <a:latin typeface="Calibri"/>
                <a:cs typeface="Calibri"/>
              </a:rPr>
              <a:t> </a:t>
            </a:r>
            <a:r>
              <a:rPr sz="2000" spc="-5" dirty="0">
                <a:solidFill>
                  <a:srgbClr val="3F3F3F"/>
                </a:solidFill>
                <a:latin typeface="Calibri"/>
                <a:cs typeface="Calibri"/>
              </a:rPr>
              <a:t>units</a:t>
            </a:r>
            <a:r>
              <a:rPr sz="2000" spc="-10" dirty="0">
                <a:solidFill>
                  <a:srgbClr val="3F3F3F"/>
                </a:solidFill>
                <a:latin typeface="Calibri"/>
                <a:cs typeface="Calibri"/>
              </a:rPr>
              <a:t> </a:t>
            </a:r>
            <a:r>
              <a:rPr sz="2000" spc="-5" dirty="0">
                <a:solidFill>
                  <a:srgbClr val="3F3F3F"/>
                </a:solidFill>
                <a:latin typeface="Calibri"/>
                <a:cs typeface="Calibri"/>
              </a:rPr>
              <a:t>of</a:t>
            </a:r>
            <a:r>
              <a:rPr sz="2000" spc="5" dirty="0">
                <a:solidFill>
                  <a:srgbClr val="3F3F3F"/>
                </a:solidFill>
                <a:latin typeface="Calibri"/>
                <a:cs typeface="Calibri"/>
              </a:rPr>
              <a:t> </a:t>
            </a:r>
            <a:r>
              <a:rPr sz="2000" dirty="0">
                <a:solidFill>
                  <a:srgbClr val="3F3F3F"/>
                </a:solidFill>
                <a:latin typeface="Calibri"/>
                <a:cs typeface="Calibri"/>
              </a:rPr>
              <a:t>8</a:t>
            </a:r>
            <a:r>
              <a:rPr sz="2000" spc="-15" dirty="0">
                <a:solidFill>
                  <a:srgbClr val="3F3F3F"/>
                </a:solidFill>
                <a:latin typeface="Calibri"/>
                <a:cs typeface="Calibri"/>
              </a:rPr>
              <a:t> </a:t>
            </a:r>
            <a:r>
              <a:rPr sz="2000" spc="-5" dirty="0">
                <a:solidFill>
                  <a:srgbClr val="3F3F3F"/>
                </a:solidFill>
                <a:latin typeface="Calibri"/>
                <a:cs typeface="Calibri"/>
              </a:rPr>
              <a:t>bytes.</a:t>
            </a:r>
            <a:endParaRPr sz="2000">
              <a:latin typeface="Calibri"/>
              <a:cs typeface="Calibri"/>
            </a:endParaRPr>
          </a:p>
          <a:p>
            <a:pPr marL="189230" marR="334645" indent="-177165">
              <a:lnSpc>
                <a:spcPct val="70000"/>
              </a:lnSpc>
              <a:spcBef>
                <a:spcPts val="1395"/>
              </a:spcBef>
              <a:buClr>
                <a:srgbClr val="1CACE4"/>
              </a:buClr>
              <a:buFont typeface="Arial MT"/>
              <a:buChar char="•"/>
              <a:tabLst>
                <a:tab pos="189865" algn="l"/>
              </a:tabLst>
            </a:pPr>
            <a:r>
              <a:rPr sz="2000" spc="-10" dirty="0">
                <a:solidFill>
                  <a:srgbClr val="3F3F3F"/>
                </a:solidFill>
                <a:latin typeface="Calibri"/>
                <a:cs typeface="Calibri"/>
              </a:rPr>
              <a:t>Datagram </a:t>
            </a:r>
            <a:r>
              <a:rPr sz="2000" spc="-5" dirty="0">
                <a:solidFill>
                  <a:srgbClr val="3F3F3F"/>
                </a:solidFill>
                <a:latin typeface="Calibri"/>
                <a:cs typeface="Calibri"/>
              </a:rPr>
              <a:t>with </a:t>
            </a:r>
            <a:r>
              <a:rPr sz="2000" dirty="0">
                <a:solidFill>
                  <a:srgbClr val="3F3F3F"/>
                </a:solidFill>
                <a:latin typeface="Calibri"/>
                <a:cs typeface="Calibri"/>
              </a:rPr>
              <a:t>a </a:t>
            </a:r>
            <a:r>
              <a:rPr sz="2000" spc="-15" dirty="0">
                <a:solidFill>
                  <a:srgbClr val="3F3F3F"/>
                </a:solidFill>
                <a:latin typeface="Calibri"/>
                <a:cs typeface="Calibri"/>
              </a:rPr>
              <a:t>data size </a:t>
            </a:r>
            <a:r>
              <a:rPr sz="2000" spc="-5" dirty="0">
                <a:solidFill>
                  <a:srgbClr val="3F3F3F"/>
                </a:solidFill>
                <a:latin typeface="Calibri"/>
                <a:cs typeface="Calibri"/>
              </a:rPr>
              <a:t>of </a:t>
            </a:r>
            <a:r>
              <a:rPr sz="2000" dirty="0">
                <a:solidFill>
                  <a:srgbClr val="3F3F3F"/>
                </a:solidFill>
                <a:latin typeface="Calibri"/>
                <a:cs typeface="Calibri"/>
              </a:rPr>
              <a:t>4000 </a:t>
            </a:r>
            <a:r>
              <a:rPr sz="2000" spc="-5" dirty="0">
                <a:solidFill>
                  <a:srgbClr val="3F3F3F"/>
                </a:solidFill>
                <a:latin typeface="Calibri"/>
                <a:cs typeface="Calibri"/>
              </a:rPr>
              <a:t>bytes (numbered </a:t>
            </a:r>
            <a:r>
              <a:rPr sz="2000" dirty="0">
                <a:solidFill>
                  <a:srgbClr val="3F3F3F"/>
                </a:solidFill>
                <a:latin typeface="Calibri"/>
                <a:cs typeface="Calibri"/>
              </a:rPr>
              <a:t>0 </a:t>
            </a:r>
            <a:r>
              <a:rPr sz="2000" spc="-15" dirty="0">
                <a:solidFill>
                  <a:srgbClr val="3F3F3F"/>
                </a:solidFill>
                <a:latin typeface="Calibri"/>
                <a:cs typeface="Calibri"/>
              </a:rPr>
              <a:t>to </a:t>
            </a:r>
            <a:r>
              <a:rPr sz="2000" dirty="0">
                <a:solidFill>
                  <a:srgbClr val="3F3F3F"/>
                </a:solidFill>
                <a:latin typeface="Calibri"/>
                <a:cs typeface="Calibri"/>
              </a:rPr>
              <a:t>3999) </a:t>
            </a:r>
            <a:r>
              <a:rPr sz="2000" spc="-10" dirty="0">
                <a:solidFill>
                  <a:srgbClr val="3F3F3F"/>
                </a:solidFill>
                <a:latin typeface="Calibri"/>
                <a:cs typeface="Calibri"/>
              </a:rPr>
              <a:t>fragmented </a:t>
            </a:r>
            <a:r>
              <a:rPr sz="2000" spc="-15" dirty="0">
                <a:solidFill>
                  <a:srgbClr val="3F3F3F"/>
                </a:solidFill>
                <a:latin typeface="Calibri"/>
                <a:cs typeface="Calibri"/>
              </a:rPr>
              <a:t>into </a:t>
            </a:r>
            <a:r>
              <a:rPr sz="2000" spc="-440" dirty="0">
                <a:solidFill>
                  <a:srgbClr val="3F3F3F"/>
                </a:solidFill>
                <a:latin typeface="Calibri"/>
                <a:cs typeface="Calibri"/>
              </a:rPr>
              <a:t> </a:t>
            </a:r>
            <a:r>
              <a:rPr sz="2000" spc="-10" dirty="0">
                <a:solidFill>
                  <a:srgbClr val="3F3F3F"/>
                </a:solidFill>
                <a:latin typeface="Calibri"/>
                <a:cs typeface="Calibri"/>
              </a:rPr>
              <a:t>three</a:t>
            </a:r>
            <a:r>
              <a:rPr sz="2000" spc="-15" dirty="0">
                <a:solidFill>
                  <a:srgbClr val="3F3F3F"/>
                </a:solidFill>
                <a:latin typeface="Calibri"/>
                <a:cs typeface="Calibri"/>
              </a:rPr>
              <a:t> </a:t>
            </a:r>
            <a:r>
              <a:rPr sz="2000" spc="-10" dirty="0">
                <a:solidFill>
                  <a:srgbClr val="3F3F3F"/>
                </a:solidFill>
                <a:latin typeface="Calibri"/>
                <a:cs typeface="Calibri"/>
              </a:rPr>
              <a:t>fragments.</a:t>
            </a:r>
            <a:endParaRPr sz="2000">
              <a:latin typeface="Calibri"/>
              <a:cs typeface="Calibri"/>
            </a:endParaRPr>
          </a:p>
          <a:p>
            <a:pPr marL="189230" indent="-177165">
              <a:lnSpc>
                <a:spcPct val="100000"/>
              </a:lnSpc>
              <a:spcBef>
                <a:spcPts val="680"/>
              </a:spcBef>
              <a:buClr>
                <a:srgbClr val="1CACE4"/>
              </a:buClr>
              <a:buFont typeface="Arial MT"/>
              <a:buChar char="•"/>
              <a:tabLst>
                <a:tab pos="189865" algn="l"/>
              </a:tabLst>
            </a:pPr>
            <a:r>
              <a:rPr sz="2000" dirty="0">
                <a:solidFill>
                  <a:srgbClr val="3F3F3F"/>
                </a:solidFill>
                <a:latin typeface="Calibri"/>
                <a:cs typeface="Calibri"/>
              </a:rPr>
              <a:t>The</a:t>
            </a:r>
            <a:r>
              <a:rPr sz="2000" spc="-10" dirty="0">
                <a:solidFill>
                  <a:srgbClr val="3F3F3F"/>
                </a:solidFill>
                <a:latin typeface="Calibri"/>
                <a:cs typeface="Calibri"/>
              </a:rPr>
              <a:t> </a:t>
            </a:r>
            <a:r>
              <a:rPr sz="2000" spc="-15" dirty="0">
                <a:solidFill>
                  <a:srgbClr val="3F3F3F"/>
                </a:solidFill>
                <a:latin typeface="Calibri"/>
                <a:cs typeface="Calibri"/>
              </a:rPr>
              <a:t>first</a:t>
            </a:r>
            <a:r>
              <a:rPr sz="2000" spc="10" dirty="0">
                <a:solidFill>
                  <a:srgbClr val="3F3F3F"/>
                </a:solidFill>
                <a:latin typeface="Calibri"/>
                <a:cs typeface="Calibri"/>
              </a:rPr>
              <a:t> </a:t>
            </a:r>
            <a:r>
              <a:rPr sz="2000" spc="-10" dirty="0">
                <a:solidFill>
                  <a:srgbClr val="3F3F3F"/>
                </a:solidFill>
                <a:latin typeface="Calibri"/>
                <a:cs typeface="Calibri"/>
              </a:rPr>
              <a:t>fragment</a:t>
            </a:r>
            <a:r>
              <a:rPr sz="2000" spc="-5" dirty="0">
                <a:solidFill>
                  <a:srgbClr val="3F3F3F"/>
                </a:solidFill>
                <a:latin typeface="Calibri"/>
                <a:cs typeface="Calibri"/>
              </a:rPr>
              <a:t> carries</a:t>
            </a:r>
            <a:r>
              <a:rPr sz="2000" spc="15" dirty="0">
                <a:solidFill>
                  <a:srgbClr val="3F3F3F"/>
                </a:solidFill>
                <a:latin typeface="Calibri"/>
                <a:cs typeface="Calibri"/>
              </a:rPr>
              <a:t> </a:t>
            </a:r>
            <a:r>
              <a:rPr sz="2000" spc="-5" dirty="0">
                <a:solidFill>
                  <a:srgbClr val="3F3F3F"/>
                </a:solidFill>
                <a:latin typeface="Calibri"/>
                <a:cs typeface="Calibri"/>
              </a:rPr>
              <a:t>bytes </a:t>
            </a:r>
            <a:r>
              <a:rPr sz="2000" dirty="0">
                <a:solidFill>
                  <a:srgbClr val="3F3F3F"/>
                </a:solidFill>
                <a:latin typeface="Calibri"/>
                <a:cs typeface="Calibri"/>
              </a:rPr>
              <a:t>0</a:t>
            </a:r>
            <a:r>
              <a:rPr sz="2000" spc="-2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1399.</a:t>
            </a:r>
            <a:r>
              <a:rPr sz="2000" spc="-3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5" dirty="0">
                <a:solidFill>
                  <a:srgbClr val="3F3F3F"/>
                </a:solidFill>
                <a:latin typeface="Calibri"/>
                <a:cs typeface="Calibri"/>
              </a:rPr>
              <a:t>offset</a:t>
            </a:r>
            <a:r>
              <a:rPr sz="2000" spc="15" dirty="0">
                <a:solidFill>
                  <a:srgbClr val="3F3F3F"/>
                </a:solidFill>
                <a:latin typeface="Calibri"/>
                <a:cs typeface="Calibri"/>
              </a:rPr>
              <a:t> </a:t>
            </a:r>
            <a:r>
              <a:rPr sz="2000" spc="-15" dirty="0">
                <a:solidFill>
                  <a:srgbClr val="3F3F3F"/>
                </a:solidFill>
                <a:latin typeface="Calibri"/>
                <a:cs typeface="Calibri"/>
              </a:rPr>
              <a:t>for</a:t>
            </a:r>
            <a:r>
              <a:rPr sz="2000" spc="-10" dirty="0">
                <a:solidFill>
                  <a:srgbClr val="3F3F3F"/>
                </a:solidFill>
                <a:latin typeface="Calibri"/>
                <a:cs typeface="Calibri"/>
              </a:rPr>
              <a:t> </a:t>
            </a:r>
            <a:r>
              <a:rPr sz="2000" spc="-5" dirty="0">
                <a:solidFill>
                  <a:srgbClr val="3F3F3F"/>
                </a:solidFill>
                <a:latin typeface="Calibri"/>
                <a:cs typeface="Calibri"/>
              </a:rPr>
              <a:t>this</a:t>
            </a:r>
            <a:r>
              <a:rPr sz="2000"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is</a:t>
            </a:r>
            <a:r>
              <a:rPr sz="2000" spc="15" dirty="0">
                <a:solidFill>
                  <a:srgbClr val="3F3F3F"/>
                </a:solidFill>
                <a:latin typeface="Calibri"/>
                <a:cs typeface="Calibri"/>
              </a:rPr>
              <a:t> </a:t>
            </a:r>
            <a:r>
              <a:rPr sz="2000" dirty="0">
                <a:solidFill>
                  <a:srgbClr val="3F3F3F"/>
                </a:solidFill>
                <a:latin typeface="Calibri"/>
                <a:cs typeface="Calibri"/>
              </a:rPr>
              <a:t>0/8</a:t>
            </a:r>
            <a:r>
              <a:rPr sz="2000" spc="-30" dirty="0">
                <a:solidFill>
                  <a:srgbClr val="3F3F3F"/>
                </a:solidFill>
                <a:latin typeface="Calibri"/>
                <a:cs typeface="Calibri"/>
              </a:rPr>
              <a:t> </a:t>
            </a:r>
            <a:r>
              <a:rPr sz="2000" dirty="0">
                <a:solidFill>
                  <a:srgbClr val="3F3F3F"/>
                </a:solidFill>
                <a:latin typeface="Calibri"/>
                <a:cs typeface="Calibri"/>
              </a:rPr>
              <a:t>= 0.</a:t>
            </a:r>
            <a:endParaRPr sz="2000">
              <a:latin typeface="Calibri"/>
              <a:cs typeface="Calibri"/>
            </a:endParaRPr>
          </a:p>
          <a:p>
            <a:pPr marL="189230" marR="5080" indent="-177165">
              <a:lnSpc>
                <a:spcPct val="70000"/>
              </a:lnSpc>
              <a:spcBef>
                <a:spcPts val="1405"/>
              </a:spcBef>
              <a:buClr>
                <a:srgbClr val="1CACE4"/>
              </a:buClr>
              <a:buFont typeface="Arial MT"/>
              <a:buChar char="•"/>
              <a:tabLst>
                <a:tab pos="189865" algn="l"/>
              </a:tabLst>
            </a:pP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second</a:t>
            </a:r>
            <a:r>
              <a:rPr sz="2000" spc="-15" dirty="0">
                <a:solidFill>
                  <a:srgbClr val="3F3F3F"/>
                </a:solidFill>
                <a:latin typeface="Calibri"/>
                <a:cs typeface="Calibri"/>
              </a:rPr>
              <a:t> </a:t>
            </a:r>
            <a:r>
              <a:rPr sz="2000" spc="-10" dirty="0">
                <a:solidFill>
                  <a:srgbClr val="3F3F3F"/>
                </a:solidFill>
                <a:latin typeface="Calibri"/>
                <a:cs typeface="Calibri"/>
              </a:rPr>
              <a:t>fragment</a:t>
            </a:r>
            <a:r>
              <a:rPr sz="2000" dirty="0">
                <a:solidFill>
                  <a:srgbClr val="3F3F3F"/>
                </a:solidFill>
                <a:latin typeface="Calibri"/>
                <a:cs typeface="Calibri"/>
              </a:rPr>
              <a:t> </a:t>
            </a:r>
            <a:r>
              <a:rPr sz="2000" spc="-5" dirty="0">
                <a:solidFill>
                  <a:srgbClr val="3F3F3F"/>
                </a:solidFill>
                <a:latin typeface="Calibri"/>
                <a:cs typeface="Calibri"/>
              </a:rPr>
              <a:t>carries</a:t>
            </a:r>
            <a:r>
              <a:rPr sz="2000" spc="15" dirty="0">
                <a:solidFill>
                  <a:srgbClr val="3F3F3F"/>
                </a:solidFill>
                <a:latin typeface="Calibri"/>
                <a:cs typeface="Calibri"/>
              </a:rPr>
              <a:t> </a:t>
            </a:r>
            <a:r>
              <a:rPr sz="2000" spc="-5" dirty="0">
                <a:solidFill>
                  <a:srgbClr val="3F3F3F"/>
                </a:solidFill>
                <a:latin typeface="Calibri"/>
                <a:cs typeface="Calibri"/>
              </a:rPr>
              <a:t>bytes</a:t>
            </a:r>
            <a:r>
              <a:rPr sz="2000" spc="-10" dirty="0">
                <a:solidFill>
                  <a:srgbClr val="3F3F3F"/>
                </a:solidFill>
                <a:latin typeface="Calibri"/>
                <a:cs typeface="Calibri"/>
              </a:rPr>
              <a:t> </a:t>
            </a:r>
            <a:r>
              <a:rPr sz="2000" dirty="0">
                <a:solidFill>
                  <a:srgbClr val="3F3F3F"/>
                </a:solidFill>
                <a:latin typeface="Calibri"/>
                <a:cs typeface="Calibri"/>
              </a:rPr>
              <a:t>1400</a:t>
            </a:r>
            <a:r>
              <a:rPr sz="2000" spc="-25"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2799;</a:t>
            </a:r>
            <a:r>
              <a:rPr sz="2000" spc="-3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offset</a:t>
            </a:r>
            <a:r>
              <a:rPr sz="2000" spc="15" dirty="0">
                <a:solidFill>
                  <a:srgbClr val="3F3F3F"/>
                </a:solidFill>
                <a:latin typeface="Calibri"/>
                <a:cs typeface="Calibri"/>
              </a:rPr>
              <a:t> </a:t>
            </a:r>
            <a:r>
              <a:rPr sz="2000" spc="-10" dirty="0">
                <a:solidFill>
                  <a:srgbClr val="3F3F3F"/>
                </a:solidFill>
                <a:latin typeface="Calibri"/>
                <a:cs typeface="Calibri"/>
              </a:rPr>
              <a:t>value</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this</a:t>
            </a:r>
            <a:r>
              <a:rPr sz="2000" spc="5" dirty="0">
                <a:solidFill>
                  <a:srgbClr val="3F3F3F"/>
                </a:solidFill>
                <a:latin typeface="Calibri"/>
                <a:cs typeface="Calibri"/>
              </a:rPr>
              <a:t> </a:t>
            </a:r>
            <a:r>
              <a:rPr sz="2000" spc="-10" dirty="0">
                <a:solidFill>
                  <a:srgbClr val="3F3F3F"/>
                </a:solidFill>
                <a:latin typeface="Calibri"/>
                <a:cs typeface="Calibri"/>
              </a:rPr>
              <a:t>fragment </a:t>
            </a:r>
            <a:r>
              <a:rPr sz="2000" spc="-440" dirty="0">
                <a:solidFill>
                  <a:srgbClr val="3F3F3F"/>
                </a:solidFill>
                <a:latin typeface="Calibri"/>
                <a:cs typeface="Calibri"/>
              </a:rPr>
              <a:t> </a:t>
            </a:r>
            <a:r>
              <a:rPr sz="2000" spc="-5" dirty="0">
                <a:solidFill>
                  <a:srgbClr val="3F3F3F"/>
                </a:solidFill>
                <a:latin typeface="Calibri"/>
                <a:cs typeface="Calibri"/>
              </a:rPr>
              <a:t>is </a:t>
            </a:r>
            <a:r>
              <a:rPr sz="2000" dirty="0">
                <a:solidFill>
                  <a:srgbClr val="3F3F3F"/>
                </a:solidFill>
                <a:latin typeface="Calibri"/>
                <a:cs typeface="Calibri"/>
              </a:rPr>
              <a:t>1400/8</a:t>
            </a:r>
            <a:r>
              <a:rPr sz="2000" spc="-45" dirty="0">
                <a:solidFill>
                  <a:srgbClr val="3F3F3F"/>
                </a:solidFill>
                <a:latin typeface="Calibri"/>
                <a:cs typeface="Calibri"/>
              </a:rPr>
              <a:t> </a:t>
            </a:r>
            <a:r>
              <a:rPr sz="2000" dirty="0">
                <a:solidFill>
                  <a:srgbClr val="3F3F3F"/>
                </a:solidFill>
                <a:latin typeface="Calibri"/>
                <a:cs typeface="Calibri"/>
              </a:rPr>
              <a:t>=</a:t>
            </a:r>
            <a:r>
              <a:rPr sz="2000" spc="-10" dirty="0">
                <a:solidFill>
                  <a:srgbClr val="3F3F3F"/>
                </a:solidFill>
                <a:latin typeface="Calibri"/>
                <a:cs typeface="Calibri"/>
              </a:rPr>
              <a:t> </a:t>
            </a:r>
            <a:r>
              <a:rPr sz="2000" dirty="0">
                <a:solidFill>
                  <a:srgbClr val="3F3F3F"/>
                </a:solidFill>
                <a:latin typeface="Calibri"/>
                <a:cs typeface="Calibri"/>
              </a:rPr>
              <a:t>175.</a:t>
            </a:r>
            <a:endParaRPr sz="2000">
              <a:latin typeface="Calibri"/>
              <a:cs typeface="Calibri"/>
            </a:endParaRPr>
          </a:p>
          <a:p>
            <a:pPr marL="189230" marR="487680" indent="-177165">
              <a:lnSpc>
                <a:spcPct val="70000"/>
              </a:lnSpc>
              <a:spcBef>
                <a:spcPts val="1395"/>
              </a:spcBef>
              <a:buClr>
                <a:srgbClr val="1CACE4"/>
              </a:buClr>
              <a:buFont typeface="Arial MT"/>
              <a:buChar char="•"/>
              <a:tabLst>
                <a:tab pos="189865" algn="l"/>
              </a:tabLst>
            </a:pPr>
            <a:r>
              <a:rPr sz="2000" spc="-20" dirty="0">
                <a:solidFill>
                  <a:srgbClr val="3F3F3F"/>
                </a:solidFill>
                <a:latin typeface="Calibri"/>
                <a:cs typeface="Calibri"/>
              </a:rPr>
              <a:t>Finally,</a:t>
            </a:r>
            <a:r>
              <a:rPr sz="2000" spc="-1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third</a:t>
            </a:r>
            <a:r>
              <a:rPr sz="2000" spc="5" dirty="0">
                <a:solidFill>
                  <a:srgbClr val="3F3F3F"/>
                </a:solidFill>
                <a:latin typeface="Calibri"/>
                <a:cs typeface="Calibri"/>
              </a:rPr>
              <a:t> </a:t>
            </a:r>
            <a:r>
              <a:rPr sz="2000" spc="-10" dirty="0">
                <a:solidFill>
                  <a:srgbClr val="3F3F3F"/>
                </a:solidFill>
                <a:latin typeface="Calibri"/>
                <a:cs typeface="Calibri"/>
              </a:rPr>
              <a:t>fragment </a:t>
            </a:r>
            <a:r>
              <a:rPr sz="2000" spc="-5" dirty="0">
                <a:solidFill>
                  <a:srgbClr val="3F3F3F"/>
                </a:solidFill>
                <a:latin typeface="Calibri"/>
                <a:cs typeface="Calibri"/>
              </a:rPr>
              <a:t>carries</a:t>
            </a:r>
            <a:r>
              <a:rPr sz="2000" spc="25" dirty="0">
                <a:solidFill>
                  <a:srgbClr val="3F3F3F"/>
                </a:solidFill>
                <a:latin typeface="Calibri"/>
                <a:cs typeface="Calibri"/>
              </a:rPr>
              <a:t> </a:t>
            </a:r>
            <a:r>
              <a:rPr sz="2000" spc="-5" dirty="0">
                <a:solidFill>
                  <a:srgbClr val="3F3F3F"/>
                </a:solidFill>
                <a:latin typeface="Calibri"/>
                <a:cs typeface="Calibri"/>
              </a:rPr>
              <a:t>bytes</a:t>
            </a:r>
            <a:r>
              <a:rPr sz="2000" spc="-10" dirty="0">
                <a:solidFill>
                  <a:srgbClr val="3F3F3F"/>
                </a:solidFill>
                <a:latin typeface="Calibri"/>
                <a:cs typeface="Calibri"/>
              </a:rPr>
              <a:t> </a:t>
            </a:r>
            <a:r>
              <a:rPr sz="2000" dirty="0">
                <a:solidFill>
                  <a:srgbClr val="3F3F3F"/>
                </a:solidFill>
                <a:latin typeface="Calibri"/>
                <a:cs typeface="Calibri"/>
              </a:rPr>
              <a:t>2800</a:t>
            </a:r>
            <a:r>
              <a:rPr sz="2000" spc="-2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3999.</a:t>
            </a:r>
            <a:r>
              <a:rPr sz="2000" spc="-4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offset</a:t>
            </a:r>
            <a:r>
              <a:rPr sz="2000" spc="15" dirty="0">
                <a:solidFill>
                  <a:srgbClr val="3F3F3F"/>
                </a:solidFill>
                <a:latin typeface="Calibri"/>
                <a:cs typeface="Calibri"/>
              </a:rPr>
              <a:t> </a:t>
            </a:r>
            <a:r>
              <a:rPr sz="2000" spc="-10" dirty="0">
                <a:solidFill>
                  <a:srgbClr val="3F3F3F"/>
                </a:solidFill>
                <a:latin typeface="Calibri"/>
                <a:cs typeface="Calibri"/>
              </a:rPr>
              <a:t>value</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this </a:t>
            </a:r>
            <a:r>
              <a:rPr sz="2000" spc="-434" dirty="0">
                <a:solidFill>
                  <a:srgbClr val="3F3F3F"/>
                </a:solidFill>
                <a:latin typeface="Calibri"/>
                <a:cs typeface="Calibri"/>
              </a:rPr>
              <a:t> </a:t>
            </a:r>
            <a:r>
              <a:rPr sz="2000" spc="-10" dirty="0">
                <a:solidFill>
                  <a:srgbClr val="3F3F3F"/>
                </a:solidFill>
                <a:latin typeface="Calibri"/>
                <a:cs typeface="Calibri"/>
              </a:rPr>
              <a:t>fragment</a:t>
            </a:r>
            <a:r>
              <a:rPr sz="2000" spc="-20" dirty="0">
                <a:solidFill>
                  <a:srgbClr val="3F3F3F"/>
                </a:solidFill>
                <a:latin typeface="Calibri"/>
                <a:cs typeface="Calibri"/>
              </a:rPr>
              <a:t> </a:t>
            </a:r>
            <a:r>
              <a:rPr sz="2000" spc="-5" dirty="0">
                <a:solidFill>
                  <a:srgbClr val="3F3F3F"/>
                </a:solidFill>
                <a:latin typeface="Calibri"/>
                <a:cs typeface="Calibri"/>
              </a:rPr>
              <a:t>is</a:t>
            </a:r>
            <a:r>
              <a:rPr sz="2000" dirty="0">
                <a:solidFill>
                  <a:srgbClr val="3F3F3F"/>
                </a:solidFill>
                <a:latin typeface="Calibri"/>
                <a:cs typeface="Calibri"/>
              </a:rPr>
              <a:t> 2800/8</a:t>
            </a:r>
            <a:r>
              <a:rPr sz="2000" spc="-45" dirty="0">
                <a:solidFill>
                  <a:srgbClr val="3F3F3F"/>
                </a:solidFill>
                <a:latin typeface="Calibri"/>
                <a:cs typeface="Calibri"/>
              </a:rPr>
              <a:t> </a:t>
            </a:r>
            <a:r>
              <a:rPr sz="2000" dirty="0">
                <a:solidFill>
                  <a:srgbClr val="3F3F3F"/>
                </a:solidFill>
                <a:latin typeface="Calibri"/>
                <a:cs typeface="Calibri"/>
              </a:rPr>
              <a:t>= 350.</a:t>
            </a:r>
            <a:endParaRPr sz="20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3124200" y="4876800"/>
            <a:ext cx="6271259" cy="17526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45</a:t>
            </a:fld>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82110"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endParaRPr sz="4800"/>
          </a:p>
        </p:txBody>
      </p:sp>
      <p:sp>
        <p:nvSpPr>
          <p:cNvPr id="3" name="object 3"/>
          <p:cNvSpPr txBox="1"/>
          <p:nvPr/>
        </p:nvSpPr>
        <p:spPr>
          <a:xfrm>
            <a:off x="697667" y="1713439"/>
            <a:ext cx="3701415" cy="4383405"/>
          </a:xfrm>
          <a:prstGeom prst="rect">
            <a:avLst/>
          </a:prstGeom>
        </p:spPr>
        <p:txBody>
          <a:bodyPr vert="horz" wrap="square" lIns="0" tIns="132080" rIns="0" bIns="0" rtlCol="0">
            <a:spAutoFit/>
          </a:bodyPr>
          <a:lstStyle/>
          <a:p>
            <a:pPr marL="189230" marR="5080" indent="-177165">
              <a:lnSpc>
                <a:spcPct val="70000"/>
              </a:lnSpc>
              <a:spcBef>
                <a:spcPts val="1040"/>
              </a:spcBef>
              <a:buClr>
                <a:srgbClr val="1CACE4"/>
              </a:buClr>
              <a:buFont typeface="Arial MT"/>
              <a:buChar char="•"/>
              <a:tabLst>
                <a:tab pos="189865" algn="l"/>
              </a:tabLst>
            </a:pPr>
            <a:r>
              <a:rPr sz="2600" dirty="0">
                <a:solidFill>
                  <a:srgbClr val="3F3F3F"/>
                </a:solidFill>
                <a:latin typeface="Calibri"/>
                <a:cs typeface="Calibri"/>
              </a:rPr>
              <a:t>The </a:t>
            </a:r>
            <a:r>
              <a:rPr sz="2600" spc="-5" dirty="0">
                <a:solidFill>
                  <a:srgbClr val="3F3F3F"/>
                </a:solidFill>
                <a:latin typeface="Calibri"/>
                <a:cs typeface="Calibri"/>
              </a:rPr>
              <a:t>original </a:t>
            </a:r>
            <a:r>
              <a:rPr sz="2600" spc="-20" dirty="0">
                <a:solidFill>
                  <a:srgbClr val="3F3F3F"/>
                </a:solidFill>
                <a:latin typeface="Calibri"/>
                <a:cs typeface="Calibri"/>
              </a:rPr>
              <a:t>packet </a:t>
            </a:r>
            <a:r>
              <a:rPr sz="2600" spc="-10" dirty="0">
                <a:solidFill>
                  <a:srgbClr val="3F3F3F"/>
                </a:solidFill>
                <a:latin typeface="Calibri"/>
                <a:cs typeface="Calibri"/>
              </a:rPr>
              <a:t>starts </a:t>
            </a:r>
            <a:r>
              <a:rPr sz="2600" spc="-5" dirty="0">
                <a:solidFill>
                  <a:srgbClr val="3F3F3F"/>
                </a:solidFill>
                <a:latin typeface="Calibri"/>
                <a:cs typeface="Calibri"/>
              </a:rPr>
              <a:t> </a:t>
            </a:r>
            <a:r>
              <a:rPr sz="2600" spc="-15" dirty="0">
                <a:solidFill>
                  <a:srgbClr val="3F3F3F"/>
                </a:solidFill>
                <a:latin typeface="Calibri"/>
                <a:cs typeface="Calibri"/>
              </a:rPr>
              <a:t>at </a:t>
            </a:r>
            <a:r>
              <a:rPr sz="2600" dirty="0">
                <a:solidFill>
                  <a:srgbClr val="3F3F3F"/>
                </a:solidFill>
                <a:latin typeface="Calibri"/>
                <a:cs typeface="Calibri"/>
              </a:rPr>
              <a:t>the </a:t>
            </a:r>
            <a:r>
              <a:rPr sz="2600" spc="-5" dirty="0">
                <a:solidFill>
                  <a:srgbClr val="3F3F3F"/>
                </a:solidFill>
                <a:latin typeface="Calibri"/>
                <a:cs typeface="Calibri"/>
              </a:rPr>
              <a:t>client; the </a:t>
            </a:r>
            <a:r>
              <a:rPr sz="2600" dirty="0">
                <a:solidFill>
                  <a:srgbClr val="3F3F3F"/>
                </a:solidFill>
                <a:latin typeface="Calibri"/>
                <a:cs typeface="Calibri"/>
              </a:rPr>
              <a:t> </a:t>
            </a:r>
            <a:r>
              <a:rPr sz="2600" spc="-10" dirty="0">
                <a:solidFill>
                  <a:srgbClr val="3F3F3F"/>
                </a:solidFill>
                <a:latin typeface="Calibri"/>
                <a:cs typeface="Calibri"/>
              </a:rPr>
              <a:t>fragments are </a:t>
            </a:r>
            <a:r>
              <a:rPr sz="2600" spc="-5" dirty="0">
                <a:solidFill>
                  <a:srgbClr val="3F3F3F"/>
                </a:solidFill>
                <a:latin typeface="Calibri"/>
                <a:cs typeface="Calibri"/>
              </a:rPr>
              <a:t> </a:t>
            </a:r>
            <a:r>
              <a:rPr sz="2600" spc="-10" dirty="0">
                <a:solidFill>
                  <a:srgbClr val="3F3F3F"/>
                </a:solidFill>
                <a:latin typeface="Calibri"/>
                <a:cs typeface="Calibri"/>
              </a:rPr>
              <a:t>reassembled</a:t>
            </a:r>
            <a:r>
              <a:rPr sz="2600" spc="-65" dirty="0">
                <a:solidFill>
                  <a:srgbClr val="3F3F3F"/>
                </a:solidFill>
                <a:latin typeface="Calibri"/>
                <a:cs typeface="Calibri"/>
              </a:rPr>
              <a:t> </a:t>
            </a:r>
            <a:r>
              <a:rPr sz="2600" spc="-15" dirty="0">
                <a:solidFill>
                  <a:srgbClr val="3F3F3F"/>
                </a:solidFill>
                <a:latin typeface="Calibri"/>
                <a:cs typeface="Calibri"/>
              </a:rPr>
              <a:t>at</a:t>
            </a:r>
            <a:r>
              <a:rPr sz="2600" spc="-10"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5" dirty="0">
                <a:solidFill>
                  <a:srgbClr val="3F3F3F"/>
                </a:solidFill>
                <a:latin typeface="Calibri"/>
                <a:cs typeface="Calibri"/>
              </a:rPr>
              <a:t>Server</a:t>
            </a:r>
            <a:endParaRPr sz="2600">
              <a:latin typeface="Calibri"/>
              <a:cs typeface="Calibri"/>
            </a:endParaRPr>
          </a:p>
          <a:p>
            <a:pPr marL="189230" marR="31750" indent="-177165">
              <a:lnSpc>
                <a:spcPct val="70000"/>
              </a:lnSpc>
              <a:spcBef>
                <a:spcPts val="1390"/>
              </a:spcBef>
              <a:buClr>
                <a:srgbClr val="1CACE4"/>
              </a:buClr>
              <a:buFont typeface="Arial MT"/>
              <a:buChar char="•"/>
              <a:tabLst>
                <a:tab pos="189865" algn="l"/>
              </a:tabLst>
            </a:pPr>
            <a:r>
              <a:rPr sz="2600" dirty="0">
                <a:solidFill>
                  <a:srgbClr val="3F3F3F"/>
                </a:solidFill>
                <a:latin typeface="Calibri"/>
                <a:cs typeface="Calibri"/>
              </a:rPr>
              <a:t>M</a:t>
            </a:r>
            <a:r>
              <a:rPr sz="2600" spc="-35" dirty="0">
                <a:solidFill>
                  <a:srgbClr val="3F3F3F"/>
                </a:solidFill>
                <a:latin typeface="Calibri"/>
                <a:cs typeface="Calibri"/>
              </a:rPr>
              <a:t> </a:t>
            </a:r>
            <a:r>
              <a:rPr sz="2600" spc="-5" dirty="0">
                <a:solidFill>
                  <a:srgbClr val="3F3F3F"/>
                </a:solidFill>
                <a:latin typeface="Calibri"/>
                <a:cs typeface="Calibri"/>
              </a:rPr>
              <a:t>bit</a:t>
            </a:r>
            <a:r>
              <a:rPr sz="2600" spc="-15" dirty="0">
                <a:solidFill>
                  <a:srgbClr val="3F3F3F"/>
                </a:solidFill>
                <a:latin typeface="Calibri"/>
                <a:cs typeface="Calibri"/>
              </a:rPr>
              <a:t> </a:t>
            </a:r>
            <a:r>
              <a:rPr sz="2600" spc="-5" dirty="0">
                <a:solidFill>
                  <a:srgbClr val="3F3F3F"/>
                </a:solidFill>
                <a:latin typeface="Calibri"/>
                <a:cs typeface="Calibri"/>
              </a:rPr>
              <a:t>set</a:t>
            </a:r>
            <a:r>
              <a:rPr sz="2600" spc="-35" dirty="0">
                <a:solidFill>
                  <a:srgbClr val="3F3F3F"/>
                </a:solidFill>
                <a:latin typeface="Calibri"/>
                <a:cs typeface="Calibri"/>
              </a:rPr>
              <a:t> </a:t>
            </a:r>
            <a:r>
              <a:rPr sz="2600" spc="-25" dirty="0">
                <a:solidFill>
                  <a:srgbClr val="3F3F3F"/>
                </a:solidFill>
                <a:latin typeface="Calibri"/>
                <a:cs typeface="Calibri"/>
              </a:rPr>
              <a:t>for</a:t>
            </a:r>
            <a:r>
              <a:rPr sz="2600" dirty="0">
                <a:solidFill>
                  <a:srgbClr val="3F3F3F"/>
                </a:solidFill>
                <a:latin typeface="Calibri"/>
                <a:cs typeface="Calibri"/>
              </a:rPr>
              <a:t> all</a:t>
            </a:r>
            <a:r>
              <a:rPr sz="2600" spc="-10" dirty="0">
                <a:solidFill>
                  <a:srgbClr val="3F3F3F"/>
                </a:solidFill>
                <a:latin typeface="Calibri"/>
                <a:cs typeface="Calibri"/>
              </a:rPr>
              <a:t> fragments </a:t>
            </a:r>
            <a:r>
              <a:rPr sz="2600" spc="-570" dirty="0">
                <a:solidFill>
                  <a:srgbClr val="3F3F3F"/>
                </a:solidFill>
                <a:latin typeface="Calibri"/>
                <a:cs typeface="Calibri"/>
              </a:rPr>
              <a:t> </a:t>
            </a:r>
            <a:r>
              <a:rPr sz="2600" spc="-20" dirty="0">
                <a:solidFill>
                  <a:srgbClr val="3F3F3F"/>
                </a:solidFill>
                <a:latin typeface="Calibri"/>
                <a:cs typeface="Calibri"/>
              </a:rPr>
              <a:t>except</a:t>
            </a:r>
            <a:r>
              <a:rPr sz="2600" spc="-55" dirty="0">
                <a:solidFill>
                  <a:srgbClr val="3F3F3F"/>
                </a:solidFill>
                <a:latin typeface="Calibri"/>
                <a:cs typeface="Calibri"/>
              </a:rPr>
              <a:t> </a:t>
            </a:r>
            <a:r>
              <a:rPr sz="2600" dirty="0">
                <a:solidFill>
                  <a:srgbClr val="3F3F3F"/>
                </a:solidFill>
                <a:latin typeface="Calibri"/>
                <a:cs typeface="Calibri"/>
              </a:rPr>
              <a:t>the</a:t>
            </a:r>
            <a:r>
              <a:rPr sz="2600" spc="-20" dirty="0">
                <a:solidFill>
                  <a:srgbClr val="3F3F3F"/>
                </a:solidFill>
                <a:latin typeface="Calibri"/>
                <a:cs typeface="Calibri"/>
              </a:rPr>
              <a:t> </a:t>
            </a:r>
            <a:r>
              <a:rPr sz="2600" spc="-10" dirty="0">
                <a:solidFill>
                  <a:srgbClr val="3F3F3F"/>
                </a:solidFill>
                <a:latin typeface="Calibri"/>
                <a:cs typeface="Calibri"/>
              </a:rPr>
              <a:t>last</a:t>
            </a:r>
            <a:endParaRPr sz="2600">
              <a:latin typeface="Calibri"/>
              <a:cs typeface="Calibri"/>
            </a:endParaRPr>
          </a:p>
          <a:p>
            <a:pPr marL="189230" marR="22860" indent="-177165">
              <a:lnSpc>
                <a:spcPct val="70000"/>
              </a:lnSpc>
              <a:spcBef>
                <a:spcPts val="1405"/>
              </a:spcBef>
              <a:buClr>
                <a:srgbClr val="1CACE4"/>
              </a:buClr>
              <a:buFont typeface="Arial MT"/>
              <a:buChar char="•"/>
              <a:tabLst>
                <a:tab pos="189865" algn="l"/>
              </a:tabLst>
            </a:pPr>
            <a:r>
              <a:rPr sz="2600" dirty="0">
                <a:solidFill>
                  <a:srgbClr val="3F3F3F"/>
                </a:solidFill>
                <a:latin typeface="Calibri"/>
                <a:cs typeface="Calibri"/>
              </a:rPr>
              <a:t>the </a:t>
            </a:r>
            <a:r>
              <a:rPr sz="2600" spc="-10" dirty="0">
                <a:solidFill>
                  <a:srgbClr val="3F3F3F"/>
                </a:solidFill>
                <a:latin typeface="Calibri"/>
                <a:cs typeface="Calibri"/>
              </a:rPr>
              <a:t>second fragment </a:t>
            </a:r>
            <a:r>
              <a:rPr sz="2600" spc="-5" dirty="0">
                <a:solidFill>
                  <a:srgbClr val="3F3F3F"/>
                </a:solidFill>
                <a:latin typeface="Calibri"/>
                <a:cs typeface="Calibri"/>
              </a:rPr>
              <a:t>is </a:t>
            </a:r>
            <a:r>
              <a:rPr sz="2600" dirty="0">
                <a:solidFill>
                  <a:srgbClr val="3F3F3F"/>
                </a:solidFill>
                <a:latin typeface="Calibri"/>
                <a:cs typeface="Calibri"/>
              </a:rPr>
              <a:t> </a:t>
            </a:r>
            <a:r>
              <a:rPr sz="2600" spc="-5" dirty="0">
                <a:solidFill>
                  <a:srgbClr val="3F3F3F"/>
                </a:solidFill>
                <a:latin typeface="Calibri"/>
                <a:cs typeface="Calibri"/>
              </a:rPr>
              <a:t>itself </a:t>
            </a:r>
            <a:r>
              <a:rPr sz="2600" spc="-10" dirty="0">
                <a:solidFill>
                  <a:srgbClr val="3F3F3F"/>
                </a:solidFill>
                <a:latin typeface="Calibri"/>
                <a:cs typeface="Calibri"/>
              </a:rPr>
              <a:t>fragmented </a:t>
            </a:r>
            <a:r>
              <a:rPr sz="2600" spc="-15" dirty="0">
                <a:solidFill>
                  <a:srgbClr val="3F3F3F"/>
                </a:solidFill>
                <a:latin typeface="Calibri"/>
                <a:cs typeface="Calibri"/>
              </a:rPr>
              <a:t>later </a:t>
            </a:r>
            <a:r>
              <a:rPr sz="2600" spc="-10" dirty="0">
                <a:solidFill>
                  <a:srgbClr val="3F3F3F"/>
                </a:solidFill>
                <a:latin typeface="Calibri"/>
                <a:cs typeface="Calibri"/>
              </a:rPr>
              <a:t> </a:t>
            </a:r>
            <a:r>
              <a:rPr sz="2600" spc="-15" dirty="0">
                <a:solidFill>
                  <a:srgbClr val="3F3F3F"/>
                </a:solidFill>
                <a:latin typeface="Calibri"/>
                <a:cs typeface="Calibri"/>
              </a:rPr>
              <a:t>into</a:t>
            </a:r>
            <a:r>
              <a:rPr sz="2600" spc="-30" dirty="0">
                <a:solidFill>
                  <a:srgbClr val="3F3F3F"/>
                </a:solidFill>
                <a:latin typeface="Calibri"/>
                <a:cs typeface="Calibri"/>
              </a:rPr>
              <a:t> </a:t>
            </a:r>
            <a:r>
              <a:rPr sz="2600" spc="-10" dirty="0">
                <a:solidFill>
                  <a:srgbClr val="3F3F3F"/>
                </a:solidFill>
                <a:latin typeface="Calibri"/>
                <a:cs typeface="Calibri"/>
              </a:rPr>
              <a:t>two</a:t>
            </a:r>
            <a:r>
              <a:rPr sz="2600" spc="-5" dirty="0">
                <a:solidFill>
                  <a:srgbClr val="3F3F3F"/>
                </a:solidFill>
                <a:latin typeface="Calibri"/>
                <a:cs typeface="Calibri"/>
              </a:rPr>
              <a:t> </a:t>
            </a:r>
            <a:r>
              <a:rPr sz="2600" spc="-10" dirty="0">
                <a:solidFill>
                  <a:srgbClr val="3F3F3F"/>
                </a:solidFill>
                <a:latin typeface="Calibri"/>
                <a:cs typeface="Calibri"/>
              </a:rPr>
              <a:t>fragments</a:t>
            </a:r>
            <a:r>
              <a:rPr sz="2600" spc="-50" dirty="0">
                <a:solidFill>
                  <a:srgbClr val="3F3F3F"/>
                </a:solidFill>
                <a:latin typeface="Calibri"/>
                <a:cs typeface="Calibri"/>
              </a:rPr>
              <a:t> </a:t>
            </a:r>
            <a:r>
              <a:rPr sz="2600" spc="-5" dirty="0">
                <a:solidFill>
                  <a:srgbClr val="3F3F3F"/>
                </a:solidFill>
                <a:latin typeface="Calibri"/>
                <a:cs typeface="Calibri"/>
              </a:rPr>
              <a:t>of</a:t>
            </a:r>
            <a:r>
              <a:rPr sz="2600" spc="-15" dirty="0">
                <a:solidFill>
                  <a:srgbClr val="3F3F3F"/>
                </a:solidFill>
                <a:latin typeface="Calibri"/>
                <a:cs typeface="Calibri"/>
              </a:rPr>
              <a:t> </a:t>
            </a:r>
            <a:r>
              <a:rPr sz="2600" spc="-5" dirty="0">
                <a:solidFill>
                  <a:srgbClr val="3F3F3F"/>
                </a:solidFill>
                <a:latin typeface="Calibri"/>
                <a:cs typeface="Calibri"/>
              </a:rPr>
              <a:t>800 </a:t>
            </a:r>
            <a:r>
              <a:rPr sz="2600" spc="-575" dirty="0">
                <a:solidFill>
                  <a:srgbClr val="3F3F3F"/>
                </a:solidFill>
                <a:latin typeface="Calibri"/>
                <a:cs typeface="Calibri"/>
              </a:rPr>
              <a:t> </a:t>
            </a:r>
            <a:r>
              <a:rPr sz="2600" spc="-10" dirty="0">
                <a:solidFill>
                  <a:srgbClr val="3F3F3F"/>
                </a:solidFill>
                <a:latin typeface="Calibri"/>
                <a:cs typeface="Calibri"/>
              </a:rPr>
              <a:t>bytes </a:t>
            </a:r>
            <a:r>
              <a:rPr sz="2600" dirty="0">
                <a:solidFill>
                  <a:srgbClr val="3F3F3F"/>
                </a:solidFill>
                <a:latin typeface="Calibri"/>
                <a:cs typeface="Calibri"/>
              </a:rPr>
              <a:t>and </a:t>
            </a:r>
            <a:r>
              <a:rPr sz="2600" spc="-5" dirty="0">
                <a:solidFill>
                  <a:srgbClr val="3F3F3F"/>
                </a:solidFill>
                <a:latin typeface="Calibri"/>
                <a:cs typeface="Calibri"/>
              </a:rPr>
              <a:t>600 </a:t>
            </a:r>
            <a:r>
              <a:rPr sz="2600" spc="-10" dirty="0">
                <a:solidFill>
                  <a:srgbClr val="3F3F3F"/>
                </a:solidFill>
                <a:latin typeface="Calibri"/>
                <a:cs typeface="Calibri"/>
              </a:rPr>
              <a:t>bytes, </a:t>
            </a:r>
            <a:r>
              <a:rPr sz="2600" spc="-5" dirty="0">
                <a:solidFill>
                  <a:srgbClr val="3F3F3F"/>
                </a:solidFill>
                <a:latin typeface="Calibri"/>
                <a:cs typeface="Calibri"/>
              </a:rPr>
              <a:t>but </a:t>
            </a:r>
            <a:r>
              <a:rPr sz="2600" dirty="0">
                <a:solidFill>
                  <a:srgbClr val="3F3F3F"/>
                </a:solidFill>
                <a:latin typeface="Calibri"/>
                <a:cs typeface="Calibri"/>
              </a:rPr>
              <a:t> the </a:t>
            </a:r>
            <a:r>
              <a:rPr sz="2600" spc="-15" dirty="0">
                <a:solidFill>
                  <a:srgbClr val="3F3F3F"/>
                </a:solidFill>
                <a:latin typeface="Calibri"/>
                <a:cs typeface="Calibri"/>
              </a:rPr>
              <a:t>offset </a:t>
            </a:r>
            <a:r>
              <a:rPr sz="2600" spc="-10" dirty="0">
                <a:solidFill>
                  <a:srgbClr val="3F3F3F"/>
                </a:solidFill>
                <a:latin typeface="Calibri"/>
                <a:cs typeface="Calibri"/>
              </a:rPr>
              <a:t>shows </a:t>
            </a:r>
            <a:r>
              <a:rPr sz="2600" spc="-5" dirty="0">
                <a:solidFill>
                  <a:srgbClr val="3F3F3F"/>
                </a:solidFill>
                <a:latin typeface="Calibri"/>
                <a:cs typeface="Calibri"/>
              </a:rPr>
              <a:t>the </a:t>
            </a:r>
            <a:r>
              <a:rPr sz="2600" dirty="0">
                <a:solidFill>
                  <a:srgbClr val="3F3F3F"/>
                </a:solidFill>
                <a:latin typeface="Calibri"/>
                <a:cs typeface="Calibri"/>
              </a:rPr>
              <a:t> </a:t>
            </a:r>
            <a:r>
              <a:rPr sz="2600" spc="-15" dirty="0">
                <a:solidFill>
                  <a:srgbClr val="3F3F3F"/>
                </a:solidFill>
                <a:latin typeface="Calibri"/>
                <a:cs typeface="Calibri"/>
              </a:rPr>
              <a:t>relative </a:t>
            </a:r>
            <a:r>
              <a:rPr sz="2600" spc="-5" dirty="0">
                <a:solidFill>
                  <a:srgbClr val="3F3F3F"/>
                </a:solidFill>
                <a:latin typeface="Calibri"/>
                <a:cs typeface="Calibri"/>
              </a:rPr>
              <a:t>position of the </a:t>
            </a:r>
            <a:r>
              <a:rPr sz="2600" dirty="0">
                <a:solidFill>
                  <a:srgbClr val="3F3F3F"/>
                </a:solidFill>
                <a:latin typeface="Calibri"/>
                <a:cs typeface="Calibri"/>
              </a:rPr>
              <a:t> </a:t>
            </a:r>
            <a:r>
              <a:rPr sz="2600" spc="-10" dirty="0">
                <a:solidFill>
                  <a:srgbClr val="3F3F3F"/>
                </a:solidFill>
                <a:latin typeface="Calibri"/>
                <a:cs typeface="Calibri"/>
              </a:rPr>
              <a:t>fragments </a:t>
            </a:r>
            <a:r>
              <a:rPr sz="2600" spc="-15" dirty="0">
                <a:solidFill>
                  <a:srgbClr val="3F3F3F"/>
                </a:solidFill>
                <a:latin typeface="Calibri"/>
                <a:cs typeface="Calibri"/>
              </a:rPr>
              <a:t>to </a:t>
            </a:r>
            <a:r>
              <a:rPr sz="2600" dirty="0">
                <a:solidFill>
                  <a:srgbClr val="3F3F3F"/>
                </a:solidFill>
                <a:latin typeface="Calibri"/>
                <a:cs typeface="Calibri"/>
              </a:rPr>
              <a:t>the </a:t>
            </a:r>
            <a:r>
              <a:rPr sz="2600" spc="-5" dirty="0">
                <a:solidFill>
                  <a:srgbClr val="3F3F3F"/>
                </a:solidFill>
                <a:latin typeface="Calibri"/>
                <a:cs typeface="Calibri"/>
              </a:rPr>
              <a:t>original </a:t>
            </a:r>
            <a:r>
              <a:rPr sz="2600" dirty="0">
                <a:solidFill>
                  <a:srgbClr val="3F3F3F"/>
                </a:solidFill>
                <a:latin typeface="Calibri"/>
                <a:cs typeface="Calibri"/>
              </a:rPr>
              <a:t> </a:t>
            </a:r>
            <a:r>
              <a:rPr sz="2600" spc="-15" dirty="0">
                <a:solidFill>
                  <a:srgbClr val="3F3F3F"/>
                </a:solidFill>
                <a:latin typeface="Calibri"/>
                <a:cs typeface="Calibri"/>
              </a:rPr>
              <a:t>data.</a:t>
            </a:r>
            <a:endParaRPr sz="26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4506467" y="1676400"/>
            <a:ext cx="5094732" cy="4591811"/>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46</a:t>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6E290-D244-48AD-9DA2-5253DBA87924}"/>
              </a:ext>
            </a:extLst>
          </p:cNvPr>
          <p:cNvSpPr>
            <a:spLocks noGrp="1"/>
          </p:cNvSpPr>
          <p:nvPr>
            <p:ph type="title"/>
          </p:nvPr>
        </p:nvSpPr>
        <p:spPr/>
        <p:txBody>
          <a:bodyPr/>
          <a:lstStyle/>
          <a:p>
            <a:r>
              <a:rPr lang="en-US" dirty="0"/>
              <a:t>Problems</a:t>
            </a:r>
            <a:endParaRPr lang="en-IN" dirty="0"/>
          </a:p>
        </p:txBody>
      </p:sp>
      <p:sp>
        <p:nvSpPr>
          <p:cNvPr id="3" name="Text Placeholder 2">
            <a:extLst>
              <a:ext uri="{FF2B5EF4-FFF2-40B4-BE49-F238E27FC236}">
                <a16:creationId xmlns:a16="http://schemas.microsoft.com/office/drawing/2014/main" id="{E2DE2562-7E9A-4699-B985-C34C0D580CD6}"/>
              </a:ext>
            </a:extLst>
          </p:cNvPr>
          <p:cNvSpPr>
            <a:spLocks noGrp="1"/>
          </p:cNvSpPr>
          <p:nvPr>
            <p:ph type="body" idx="1"/>
          </p:nvPr>
        </p:nvSpPr>
        <p:spPr>
          <a:xfrm>
            <a:off x="694252" y="1769826"/>
            <a:ext cx="8669894" cy="4739759"/>
          </a:xfrm>
        </p:spPr>
        <p:txBody>
          <a:bodyPr/>
          <a:lstStyle/>
          <a:p>
            <a:pPr marL="514350" indent="-514350">
              <a:buAutoNum type="arabicPeriod"/>
            </a:pPr>
            <a:r>
              <a:rPr lang="en-US" dirty="0"/>
              <a:t>An IP router with a Maximum Transmission Unit (MTU) of 200 bytes has received an IP packet of size 520 bytes with an IP header of length 20 bytes. The values of the relevant fields in the IP header. </a:t>
            </a:r>
          </a:p>
          <a:p>
            <a:pPr marL="514350" indent="-514350">
              <a:buAutoNum type="arabicPeriod"/>
            </a:pPr>
            <a:endParaRPr lang="en-US" dirty="0"/>
          </a:p>
          <a:p>
            <a:pPr marL="514350" indent="-514350">
              <a:buAutoNum type="arabicPeriod"/>
            </a:pPr>
            <a:r>
              <a:rPr lang="en-US" dirty="0"/>
              <a:t>A datagram of size 3000B (20B header+2980B payload) reached at the router and must be forwarded to the link with MTU of 500B. How many fragments will be  generated and also write MF, offset and total length for each fragment.</a:t>
            </a:r>
          </a:p>
          <a:p>
            <a:endParaRPr lang="en-US" dirty="0"/>
          </a:p>
        </p:txBody>
      </p:sp>
    </p:spTree>
    <p:extLst>
      <p:ext uri="{BB962C8B-B14F-4D97-AF65-F5344CB8AC3E}">
        <p14:creationId xmlns:p14="http://schemas.microsoft.com/office/powerpoint/2010/main" val="179374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105015"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r>
              <a:rPr sz="4800" spc="-95" dirty="0"/>
              <a:t> </a:t>
            </a:r>
            <a:r>
              <a:rPr sz="4800" dirty="0"/>
              <a:t>-</a:t>
            </a:r>
            <a:r>
              <a:rPr sz="4800" spc="-114" dirty="0"/>
              <a:t> </a:t>
            </a:r>
            <a:r>
              <a:rPr sz="4800" spc="-50" dirty="0"/>
              <a:t>example</a:t>
            </a:r>
            <a:endParaRPr sz="4800"/>
          </a:p>
        </p:txBody>
      </p:sp>
      <p:sp>
        <p:nvSpPr>
          <p:cNvPr id="3" name="object 3"/>
          <p:cNvSpPr txBox="1">
            <a:spLocks noGrp="1"/>
          </p:cNvSpPr>
          <p:nvPr>
            <p:ph type="body" idx="1"/>
          </p:nvPr>
        </p:nvSpPr>
        <p:spPr>
          <a:prstGeom prst="rect">
            <a:avLst/>
          </a:prstGeom>
        </p:spPr>
        <p:txBody>
          <a:bodyPr vert="horz" wrap="square" lIns="0" tIns="60960" rIns="0" bIns="0" rtlCol="0">
            <a:spAutoFit/>
          </a:bodyPr>
          <a:lstStyle/>
          <a:p>
            <a:pPr marL="192405" marR="5080" indent="-177165">
              <a:lnSpc>
                <a:spcPts val="3020"/>
              </a:lnSpc>
              <a:spcBef>
                <a:spcPts val="480"/>
              </a:spcBef>
              <a:buClr>
                <a:srgbClr val="1CACE4"/>
              </a:buClr>
              <a:buFont typeface="Arial MT"/>
              <a:buChar char="•"/>
              <a:tabLst>
                <a:tab pos="193040" algn="l"/>
              </a:tabLst>
            </a:pPr>
            <a:r>
              <a:rPr spc="-5" dirty="0"/>
              <a:t>A</a:t>
            </a:r>
            <a:r>
              <a:rPr spc="-10" dirty="0"/>
              <a:t> </a:t>
            </a:r>
            <a:r>
              <a:rPr spc="-20" dirty="0"/>
              <a:t>packet</a:t>
            </a:r>
            <a:r>
              <a:rPr spc="-15" dirty="0"/>
              <a:t> </a:t>
            </a:r>
            <a:r>
              <a:rPr spc="-5" dirty="0"/>
              <a:t>has</a:t>
            </a:r>
            <a:r>
              <a:rPr spc="10" dirty="0"/>
              <a:t> </a:t>
            </a:r>
            <a:r>
              <a:rPr spc="-10" dirty="0"/>
              <a:t>arrived</a:t>
            </a:r>
            <a:r>
              <a:rPr spc="5" dirty="0"/>
              <a:t> </a:t>
            </a:r>
            <a:r>
              <a:rPr spc="-10" dirty="0"/>
              <a:t>with</a:t>
            </a:r>
            <a:r>
              <a:rPr spc="5" dirty="0"/>
              <a:t> </a:t>
            </a:r>
            <a:r>
              <a:rPr spc="-5" dirty="0"/>
              <a:t>an</a:t>
            </a:r>
            <a:r>
              <a:rPr spc="5" dirty="0"/>
              <a:t> </a:t>
            </a:r>
            <a:r>
              <a:rPr spc="-5" dirty="0"/>
              <a:t>M</a:t>
            </a:r>
            <a:r>
              <a:rPr spc="5" dirty="0"/>
              <a:t> </a:t>
            </a:r>
            <a:r>
              <a:rPr spc="-10" dirty="0"/>
              <a:t>bit</a:t>
            </a:r>
            <a:r>
              <a:rPr spc="5" dirty="0"/>
              <a:t> </a:t>
            </a:r>
            <a:r>
              <a:rPr spc="-15" dirty="0"/>
              <a:t>value</a:t>
            </a:r>
            <a:r>
              <a:rPr spc="-5" dirty="0"/>
              <a:t> of 0.</a:t>
            </a:r>
            <a:r>
              <a:rPr spc="5" dirty="0"/>
              <a:t> </a:t>
            </a:r>
            <a:r>
              <a:rPr spc="-5" dirty="0"/>
              <a:t>Is</a:t>
            </a:r>
            <a:r>
              <a:rPr dirty="0"/>
              <a:t> </a:t>
            </a:r>
            <a:r>
              <a:rPr spc="-10" dirty="0"/>
              <a:t>this</a:t>
            </a:r>
            <a:r>
              <a:rPr spc="20" dirty="0"/>
              <a:t> </a:t>
            </a:r>
            <a:r>
              <a:rPr spc="-10" dirty="0"/>
              <a:t>the </a:t>
            </a:r>
            <a:r>
              <a:rPr spc="-5" dirty="0"/>
              <a:t> </a:t>
            </a:r>
            <a:r>
              <a:rPr spc="-25" dirty="0"/>
              <a:t>first</a:t>
            </a:r>
            <a:r>
              <a:rPr dirty="0"/>
              <a:t> </a:t>
            </a:r>
            <a:r>
              <a:rPr spc="-20" dirty="0"/>
              <a:t>fragment,</a:t>
            </a:r>
            <a:r>
              <a:rPr spc="10" dirty="0"/>
              <a:t> </a:t>
            </a:r>
            <a:r>
              <a:rPr spc="-10" dirty="0"/>
              <a:t>the</a:t>
            </a:r>
            <a:r>
              <a:rPr spc="10" dirty="0"/>
              <a:t> </a:t>
            </a:r>
            <a:r>
              <a:rPr spc="-15" dirty="0"/>
              <a:t>last</a:t>
            </a:r>
            <a:r>
              <a:rPr spc="10" dirty="0"/>
              <a:t> </a:t>
            </a:r>
            <a:r>
              <a:rPr spc="-20" dirty="0"/>
              <a:t>fragment,</a:t>
            </a:r>
            <a:r>
              <a:rPr spc="5" dirty="0"/>
              <a:t> </a:t>
            </a:r>
            <a:r>
              <a:rPr spc="-5" dirty="0"/>
              <a:t>or</a:t>
            </a:r>
            <a:r>
              <a:rPr spc="15" dirty="0"/>
              <a:t> </a:t>
            </a:r>
            <a:r>
              <a:rPr spc="-5" dirty="0"/>
              <a:t>a</a:t>
            </a:r>
            <a:r>
              <a:rPr dirty="0"/>
              <a:t> </a:t>
            </a:r>
            <a:r>
              <a:rPr spc="-10" dirty="0"/>
              <a:t>middle</a:t>
            </a:r>
            <a:r>
              <a:rPr spc="25" dirty="0"/>
              <a:t> </a:t>
            </a:r>
            <a:r>
              <a:rPr spc="-20" dirty="0"/>
              <a:t>fragment?</a:t>
            </a:r>
            <a:r>
              <a:rPr spc="15" dirty="0"/>
              <a:t> </a:t>
            </a:r>
            <a:r>
              <a:rPr spc="-5" dirty="0"/>
              <a:t>Do </a:t>
            </a:r>
            <a:r>
              <a:rPr spc="-620" dirty="0"/>
              <a:t> </a:t>
            </a:r>
            <a:r>
              <a:rPr spc="-15" dirty="0"/>
              <a:t>we</a:t>
            </a:r>
            <a:r>
              <a:rPr spc="-30" dirty="0"/>
              <a:t> </a:t>
            </a:r>
            <a:r>
              <a:rPr spc="-10" dirty="0"/>
              <a:t>know</a:t>
            </a:r>
            <a:r>
              <a:rPr spc="10" dirty="0"/>
              <a:t> </a:t>
            </a:r>
            <a:r>
              <a:rPr spc="-10" dirty="0"/>
              <a:t>if</a:t>
            </a:r>
            <a:r>
              <a:rPr dirty="0"/>
              <a:t> </a:t>
            </a:r>
            <a:r>
              <a:rPr spc="-10" dirty="0"/>
              <a:t>the</a:t>
            </a:r>
            <a:r>
              <a:rPr spc="5" dirty="0"/>
              <a:t> </a:t>
            </a:r>
            <a:r>
              <a:rPr spc="-20" dirty="0"/>
              <a:t>packet</a:t>
            </a:r>
            <a:r>
              <a:rPr spc="-5" dirty="0"/>
              <a:t> </a:t>
            </a:r>
            <a:r>
              <a:rPr spc="-15" dirty="0"/>
              <a:t>was</a:t>
            </a:r>
            <a:r>
              <a:rPr dirty="0"/>
              <a:t> </a:t>
            </a:r>
            <a:r>
              <a:rPr spc="-20" dirty="0"/>
              <a:t>fragmented?</a:t>
            </a:r>
          </a:p>
          <a:p>
            <a:pPr marL="422275" marR="401320" lvl="1" indent="-182880">
              <a:lnSpc>
                <a:spcPts val="2590"/>
              </a:lnSpc>
              <a:spcBef>
                <a:spcPts val="439"/>
              </a:spcBef>
              <a:buClr>
                <a:srgbClr val="1CACE4"/>
              </a:buClr>
              <a:buChar char="◦"/>
              <a:tabLst>
                <a:tab pos="422909" algn="l"/>
              </a:tabLst>
            </a:pPr>
            <a:r>
              <a:rPr sz="2400" spc="-5" dirty="0">
                <a:solidFill>
                  <a:srgbClr val="3F3F3F"/>
                </a:solidFill>
                <a:latin typeface="Calibri"/>
                <a:cs typeface="Calibri"/>
              </a:rPr>
              <a:t>If the </a:t>
            </a:r>
            <a:r>
              <a:rPr sz="2400" dirty="0">
                <a:solidFill>
                  <a:srgbClr val="3F3F3F"/>
                </a:solidFill>
                <a:latin typeface="Calibri"/>
                <a:cs typeface="Calibri"/>
              </a:rPr>
              <a:t>M </a:t>
            </a:r>
            <a:r>
              <a:rPr sz="2400" spc="-5" dirty="0">
                <a:solidFill>
                  <a:srgbClr val="3F3F3F"/>
                </a:solidFill>
                <a:latin typeface="Calibri"/>
                <a:cs typeface="Calibri"/>
              </a:rPr>
              <a:t>bit is 0, it </a:t>
            </a:r>
            <a:r>
              <a:rPr sz="2400" dirty="0">
                <a:solidFill>
                  <a:srgbClr val="3F3F3F"/>
                </a:solidFill>
                <a:latin typeface="Calibri"/>
                <a:cs typeface="Calibri"/>
              </a:rPr>
              <a:t>means </a:t>
            </a:r>
            <a:r>
              <a:rPr sz="2400" spc="-10" dirty="0">
                <a:solidFill>
                  <a:srgbClr val="3F3F3F"/>
                </a:solidFill>
                <a:latin typeface="Calibri"/>
                <a:cs typeface="Calibri"/>
              </a:rPr>
              <a:t>that there </a:t>
            </a:r>
            <a:r>
              <a:rPr sz="2400" spc="-15" dirty="0">
                <a:solidFill>
                  <a:srgbClr val="3F3F3F"/>
                </a:solidFill>
                <a:latin typeface="Calibri"/>
                <a:cs typeface="Calibri"/>
              </a:rPr>
              <a:t>are </a:t>
            </a:r>
            <a:r>
              <a:rPr sz="2400" spc="-5" dirty="0">
                <a:solidFill>
                  <a:srgbClr val="3F3F3F"/>
                </a:solidFill>
                <a:latin typeface="Calibri"/>
                <a:cs typeface="Calibri"/>
              </a:rPr>
              <a:t>no </a:t>
            </a:r>
            <a:r>
              <a:rPr sz="2400" spc="-15" dirty="0">
                <a:solidFill>
                  <a:srgbClr val="3F3F3F"/>
                </a:solidFill>
                <a:latin typeface="Calibri"/>
                <a:cs typeface="Calibri"/>
              </a:rPr>
              <a:t>more </a:t>
            </a:r>
            <a:r>
              <a:rPr sz="2400" spc="-10" dirty="0">
                <a:solidFill>
                  <a:srgbClr val="3F3F3F"/>
                </a:solidFill>
                <a:latin typeface="Calibri"/>
                <a:cs typeface="Calibri"/>
              </a:rPr>
              <a:t>fragments; </a:t>
            </a:r>
            <a:r>
              <a:rPr sz="2400" spc="-5" dirty="0">
                <a:solidFill>
                  <a:srgbClr val="3F3F3F"/>
                </a:solidFill>
                <a:latin typeface="Calibri"/>
                <a:cs typeface="Calibri"/>
              </a:rPr>
              <a:t>the </a:t>
            </a:r>
            <a:r>
              <a:rPr sz="2400" spc="-530" dirty="0">
                <a:solidFill>
                  <a:srgbClr val="3F3F3F"/>
                </a:solidFill>
                <a:latin typeface="Calibri"/>
                <a:cs typeface="Calibri"/>
              </a:rPr>
              <a:t> </a:t>
            </a:r>
            <a:r>
              <a:rPr sz="2400" spc="-10" dirty="0">
                <a:solidFill>
                  <a:srgbClr val="3F3F3F"/>
                </a:solidFill>
                <a:latin typeface="Calibri"/>
                <a:cs typeface="Calibri"/>
              </a:rPr>
              <a:t>fragment</a:t>
            </a:r>
            <a:r>
              <a:rPr sz="2400" spc="-4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last</a:t>
            </a:r>
            <a:r>
              <a:rPr sz="2400" spc="-20" dirty="0">
                <a:solidFill>
                  <a:srgbClr val="3F3F3F"/>
                </a:solidFill>
                <a:latin typeface="Calibri"/>
                <a:cs typeface="Calibri"/>
              </a:rPr>
              <a:t> </a:t>
            </a:r>
            <a:r>
              <a:rPr sz="2400" spc="-5" dirty="0">
                <a:solidFill>
                  <a:srgbClr val="3F3F3F"/>
                </a:solidFill>
                <a:latin typeface="Calibri"/>
                <a:cs typeface="Calibri"/>
              </a:rPr>
              <a:t>one.</a:t>
            </a:r>
            <a:endParaRPr sz="2400">
              <a:latin typeface="Calibri"/>
              <a:cs typeface="Calibri"/>
            </a:endParaRPr>
          </a:p>
          <a:p>
            <a:pPr marL="422275" marR="277495" lvl="1" indent="-182880">
              <a:lnSpc>
                <a:spcPts val="2590"/>
              </a:lnSpc>
              <a:spcBef>
                <a:spcPts val="605"/>
              </a:spcBef>
              <a:buClr>
                <a:srgbClr val="1CACE4"/>
              </a:buClr>
              <a:buChar char="◦"/>
              <a:tabLst>
                <a:tab pos="422909" algn="l"/>
              </a:tabLst>
            </a:pPr>
            <a:r>
              <a:rPr sz="2400" spc="-40" dirty="0">
                <a:solidFill>
                  <a:srgbClr val="3F3F3F"/>
                </a:solidFill>
                <a:latin typeface="Calibri"/>
                <a:cs typeface="Calibri"/>
              </a:rPr>
              <a:t>However, </a:t>
            </a:r>
            <a:r>
              <a:rPr sz="2400" spc="-15" dirty="0">
                <a:solidFill>
                  <a:srgbClr val="3F3F3F"/>
                </a:solidFill>
                <a:latin typeface="Calibri"/>
                <a:cs typeface="Calibri"/>
              </a:rPr>
              <a:t>we </a:t>
            </a:r>
            <a:r>
              <a:rPr sz="2400" spc="-5" dirty="0">
                <a:solidFill>
                  <a:srgbClr val="3F3F3F"/>
                </a:solidFill>
                <a:latin typeface="Calibri"/>
                <a:cs typeface="Calibri"/>
              </a:rPr>
              <a:t>cannot </a:t>
            </a:r>
            <a:r>
              <a:rPr sz="2400" spc="-20" dirty="0">
                <a:solidFill>
                  <a:srgbClr val="3F3F3F"/>
                </a:solidFill>
                <a:latin typeface="Calibri"/>
                <a:cs typeface="Calibri"/>
              </a:rPr>
              <a:t>say </a:t>
            </a:r>
            <a:r>
              <a:rPr sz="2400" spc="-5" dirty="0">
                <a:solidFill>
                  <a:srgbClr val="3F3F3F"/>
                </a:solidFill>
                <a:latin typeface="Calibri"/>
                <a:cs typeface="Calibri"/>
              </a:rPr>
              <a:t>if the original </a:t>
            </a:r>
            <a:r>
              <a:rPr sz="2400" spc="-20" dirty="0">
                <a:solidFill>
                  <a:srgbClr val="3F3F3F"/>
                </a:solidFill>
                <a:latin typeface="Calibri"/>
                <a:cs typeface="Calibri"/>
              </a:rPr>
              <a:t>packet </a:t>
            </a:r>
            <a:r>
              <a:rPr sz="2400" spc="-10" dirty="0">
                <a:solidFill>
                  <a:srgbClr val="3F3F3F"/>
                </a:solidFill>
                <a:latin typeface="Calibri"/>
                <a:cs typeface="Calibri"/>
              </a:rPr>
              <a:t>was fragmented </a:t>
            </a:r>
            <a:r>
              <a:rPr sz="2400" spc="-5" dirty="0">
                <a:solidFill>
                  <a:srgbClr val="3F3F3F"/>
                </a:solidFill>
                <a:latin typeface="Calibri"/>
                <a:cs typeface="Calibri"/>
              </a:rPr>
              <a:t>or </a:t>
            </a:r>
            <a:r>
              <a:rPr sz="2400" spc="-530" dirty="0">
                <a:solidFill>
                  <a:srgbClr val="3F3F3F"/>
                </a:solidFill>
                <a:latin typeface="Calibri"/>
                <a:cs typeface="Calibri"/>
              </a:rPr>
              <a:t> </a:t>
            </a:r>
            <a:r>
              <a:rPr sz="2400" spc="-10" dirty="0">
                <a:solidFill>
                  <a:srgbClr val="3F3F3F"/>
                </a:solidFill>
                <a:latin typeface="Calibri"/>
                <a:cs typeface="Calibri"/>
              </a:rPr>
              <a:t>not.</a:t>
            </a:r>
            <a:endParaRPr sz="2400">
              <a:latin typeface="Calibri"/>
              <a:cs typeface="Calibri"/>
            </a:endParaRPr>
          </a:p>
          <a:p>
            <a:pPr marL="422275" lvl="1" indent="-183515">
              <a:lnSpc>
                <a:spcPct val="100000"/>
              </a:lnSpc>
              <a:spcBef>
                <a:spcPts val="275"/>
              </a:spcBef>
              <a:buClr>
                <a:srgbClr val="1CACE4"/>
              </a:buClr>
              <a:buChar char="◦"/>
              <a:tabLst>
                <a:tab pos="422909" algn="l"/>
              </a:tabLst>
            </a:pPr>
            <a:r>
              <a:rPr sz="2400" dirty="0">
                <a:solidFill>
                  <a:srgbClr val="3F3F3F"/>
                </a:solidFill>
                <a:latin typeface="Calibri"/>
                <a:cs typeface="Calibri"/>
              </a:rPr>
              <a:t>A</a:t>
            </a:r>
            <a:r>
              <a:rPr sz="2400" spc="-35" dirty="0">
                <a:solidFill>
                  <a:srgbClr val="3F3F3F"/>
                </a:solidFill>
                <a:latin typeface="Calibri"/>
                <a:cs typeface="Calibri"/>
              </a:rPr>
              <a:t> </a:t>
            </a:r>
            <a:r>
              <a:rPr sz="2400" spc="-10" dirty="0">
                <a:solidFill>
                  <a:srgbClr val="3F3F3F"/>
                </a:solidFill>
                <a:latin typeface="Calibri"/>
                <a:cs typeface="Calibri"/>
              </a:rPr>
              <a:t>nonfragmented</a:t>
            </a:r>
            <a:r>
              <a:rPr sz="2400" spc="-5" dirty="0">
                <a:solidFill>
                  <a:srgbClr val="3F3F3F"/>
                </a:solidFill>
                <a:latin typeface="Calibri"/>
                <a:cs typeface="Calibri"/>
              </a:rPr>
              <a:t> </a:t>
            </a:r>
            <a:r>
              <a:rPr sz="2400" spc="-20" dirty="0">
                <a:solidFill>
                  <a:srgbClr val="3F3F3F"/>
                </a:solidFill>
                <a:latin typeface="Calibri"/>
                <a:cs typeface="Calibri"/>
              </a:rPr>
              <a:t>packet</a:t>
            </a:r>
            <a:r>
              <a:rPr sz="2400" spc="-40" dirty="0">
                <a:solidFill>
                  <a:srgbClr val="3F3F3F"/>
                </a:solidFill>
                <a:latin typeface="Calibri"/>
                <a:cs typeface="Calibri"/>
              </a:rPr>
              <a:t> </a:t>
            </a:r>
            <a:r>
              <a:rPr sz="2400" spc="-5" dirty="0">
                <a:solidFill>
                  <a:srgbClr val="3F3F3F"/>
                </a:solidFill>
                <a:latin typeface="Calibri"/>
                <a:cs typeface="Calibri"/>
              </a:rPr>
              <a:t>is</a:t>
            </a:r>
            <a:r>
              <a:rPr sz="2400" spc="-15" dirty="0">
                <a:solidFill>
                  <a:srgbClr val="3F3F3F"/>
                </a:solidFill>
                <a:latin typeface="Calibri"/>
                <a:cs typeface="Calibri"/>
              </a:rPr>
              <a:t> </a:t>
            </a:r>
            <a:r>
              <a:rPr sz="2400" spc="-10" dirty="0">
                <a:solidFill>
                  <a:srgbClr val="3F3F3F"/>
                </a:solidFill>
                <a:latin typeface="Calibri"/>
                <a:cs typeface="Calibri"/>
              </a:rPr>
              <a:t>considered </a:t>
            </a:r>
            <a:r>
              <a:rPr sz="2400" spc="-5" dirty="0">
                <a:solidFill>
                  <a:srgbClr val="3F3F3F"/>
                </a:solidFill>
                <a:latin typeface="Calibri"/>
                <a:cs typeface="Calibri"/>
              </a:rPr>
              <a:t>the</a:t>
            </a:r>
            <a:r>
              <a:rPr sz="2400" spc="-10" dirty="0">
                <a:solidFill>
                  <a:srgbClr val="3F3F3F"/>
                </a:solidFill>
                <a:latin typeface="Calibri"/>
                <a:cs typeface="Calibri"/>
              </a:rPr>
              <a:t> last</a:t>
            </a:r>
            <a:r>
              <a:rPr sz="2400" spc="-25" dirty="0">
                <a:solidFill>
                  <a:srgbClr val="3F3F3F"/>
                </a:solidFill>
                <a:latin typeface="Calibri"/>
                <a:cs typeface="Calibri"/>
              </a:rPr>
              <a:t> </a:t>
            </a:r>
            <a:r>
              <a:rPr sz="2400" spc="-10" dirty="0">
                <a:solidFill>
                  <a:srgbClr val="3F3F3F"/>
                </a:solidFill>
                <a:latin typeface="Calibri"/>
                <a:cs typeface="Calibri"/>
              </a:rPr>
              <a:t>fragment.</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48</a:t>
            </a:fld>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105015"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r>
              <a:rPr sz="4800" spc="-95" dirty="0"/>
              <a:t> </a:t>
            </a:r>
            <a:r>
              <a:rPr sz="4800" dirty="0"/>
              <a:t>-</a:t>
            </a:r>
            <a:r>
              <a:rPr sz="4800" spc="-114" dirty="0"/>
              <a:t> </a:t>
            </a:r>
            <a:r>
              <a:rPr sz="4800" spc="-50" dirty="0"/>
              <a:t>example</a:t>
            </a:r>
            <a:endParaRPr sz="4800"/>
          </a:p>
        </p:txBody>
      </p:sp>
      <p:sp>
        <p:nvSpPr>
          <p:cNvPr id="3" name="object 3"/>
          <p:cNvSpPr txBox="1">
            <a:spLocks noGrp="1"/>
          </p:cNvSpPr>
          <p:nvPr>
            <p:ph type="body" idx="1"/>
          </p:nvPr>
        </p:nvSpPr>
        <p:spPr>
          <a:prstGeom prst="rect">
            <a:avLst/>
          </a:prstGeom>
        </p:spPr>
        <p:txBody>
          <a:bodyPr vert="horz" wrap="square" lIns="0" tIns="60960" rIns="0" bIns="0" rtlCol="0">
            <a:spAutoFit/>
          </a:bodyPr>
          <a:lstStyle/>
          <a:p>
            <a:pPr marL="192405" marR="5080" indent="-177165">
              <a:lnSpc>
                <a:spcPts val="3020"/>
              </a:lnSpc>
              <a:spcBef>
                <a:spcPts val="480"/>
              </a:spcBef>
              <a:buClr>
                <a:srgbClr val="1CACE4"/>
              </a:buClr>
              <a:buFont typeface="Arial MT"/>
              <a:buChar char="•"/>
              <a:tabLst>
                <a:tab pos="193040" algn="l"/>
              </a:tabLst>
            </a:pPr>
            <a:r>
              <a:rPr spc="-5" dirty="0"/>
              <a:t>A</a:t>
            </a:r>
            <a:r>
              <a:rPr spc="-10" dirty="0"/>
              <a:t> </a:t>
            </a:r>
            <a:r>
              <a:rPr spc="-20" dirty="0"/>
              <a:t>packet</a:t>
            </a:r>
            <a:r>
              <a:rPr spc="-15" dirty="0"/>
              <a:t> </a:t>
            </a:r>
            <a:r>
              <a:rPr spc="-5" dirty="0"/>
              <a:t>has</a:t>
            </a:r>
            <a:r>
              <a:rPr spc="10" dirty="0"/>
              <a:t> </a:t>
            </a:r>
            <a:r>
              <a:rPr spc="-10" dirty="0"/>
              <a:t>arrived</a:t>
            </a:r>
            <a:r>
              <a:rPr spc="5" dirty="0"/>
              <a:t> </a:t>
            </a:r>
            <a:r>
              <a:rPr spc="-10" dirty="0"/>
              <a:t>with</a:t>
            </a:r>
            <a:r>
              <a:rPr spc="5" dirty="0"/>
              <a:t> </a:t>
            </a:r>
            <a:r>
              <a:rPr spc="-5" dirty="0"/>
              <a:t>an</a:t>
            </a:r>
            <a:r>
              <a:rPr spc="5" dirty="0"/>
              <a:t> </a:t>
            </a:r>
            <a:r>
              <a:rPr spc="-5" dirty="0"/>
              <a:t>M</a:t>
            </a:r>
            <a:r>
              <a:rPr spc="5" dirty="0"/>
              <a:t> </a:t>
            </a:r>
            <a:r>
              <a:rPr spc="-10" dirty="0"/>
              <a:t>bit</a:t>
            </a:r>
            <a:r>
              <a:rPr spc="5" dirty="0"/>
              <a:t> </a:t>
            </a:r>
            <a:r>
              <a:rPr spc="-15" dirty="0"/>
              <a:t>value</a:t>
            </a:r>
            <a:r>
              <a:rPr spc="-5" dirty="0"/>
              <a:t> of 1.</a:t>
            </a:r>
            <a:r>
              <a:rPr spc="5" dirty="0"/>
              <a:t> </a:t>
            </a:r>
            <a:r>
              <a:rPr spc="-5" dirty="0"/>
              <a:t>Is</a:t>
            </a:r>
            <a:r>
              <a:rPr dirty="0"/>
              <a:t> </a:t>
            </a:r>
            <a:r>
              <a:rPr spc="-10" dirty="0"/>
              <a:t>this</a:t>
            </a:r>
            <a:r>
              <a:rPr spc="20" dirty="0"/>
              <a:t> </a:t>
            </a:r>
            <a:r>
              <a:rPr spc="-10" dirty="0"/>
              <a:t>the </a:t>
            </a:r>
            <a:r>
              <a:rPr spc="-5" dirty="0"/>
              <a:t> </a:t>
            </a:r>
            <a:r>
              <a:rPr spc="-25" dirty="0"/>
              <a:t>first</a:t>
            </a:r>
            <a:r>
              <a:rPr dirty="0"/>
              <a:t> </a:t>
            </a:r>
            <a:r>
              <a:rPr spc="-20" dirty="0"/>
              <a:t>fragment,</a:t>
            </a:r>
            <a:r>
              <a:rPr spc="10" dirty="0"/>
              <a:t> </a:t>
            </a:r>
            <a:r>
              <a:rPr spc="-10" dirty="0"/>
              <a:t>the</a:t>
            </a:r>
            <a:r>
              <a:rPr spc="10" dirty="0"/>
              <a:t> </a:t>
            </a:r>
            <a:r>
              <a:rPr spc="-15" dirty="0"/>
              <a:t>last</a:t>
            </a:r>
            <a:r>
              <a:rPr spc="10" dirty="0"/>
              <a:t> </a:t>
            </a:r>
            <a:r>
              <a:rPr spc="-20" dirty="0"/>
              <a:t>fragment,</a:t>
            </a:r>
            <a:r>
              <a:rPr spc="5" dirty="0"/>
              <a:t> </a:t>
            </a:r>
            <a:r>
              <a:rPr spc="-5" dirty="0"/>
              <a:t>or</a:t>
            </a:r>
            <a:r>
              <a:rPr spc="15" dirty="0"/>
              <a:t> </a:t>
            </a:r>
            <a:r>
              <a:rPr spc="-5" dirty="0"/>
              <a:t>a</a:t>
            </a:r>
            <a:r>
              <a:rPr dirty="0"/>
              <a:t> </a:t>
            </a:r>
            <a:r>
              <a:rPr spc="-10" dirty="0"/>
              <a:t>middle</a:t>
            </a:r>
            <a:r>
              <a:rPr spc="25" dirty="0"/>
              <a:t> </a:t>
            </a:r>
            <a:r>
              <a:rPr spc="-20" dirty="0"/>
              <a:t>fragment?</a:t>
            </a:r>
            <a:r>
              <a:rPr spc="15" dirty="0"/>
              <a:t> </a:t>
            </a:r>
            <a:r>
              <a:rPr spc="-5" dirty="0"/>
              <a:t>Do </a:t>
            </a:r>
            <a:r>
              <a:rPr spc="-620" dirty="0"/>
              <a:t> </a:t>
            </a:r>
            <a:r>
              <a:rPr spc="-15" dirty="0"/>
              <a:t>we</a:t>
            </a:r>
            <a:r>
              <a:rPr spc="-30" dirty="0"/>
              <a:t> </a:t>
            </a:r>
            <a:r>
              <a:rPr spc="-10" dirty="0"/>
              <a:t>know</a:t>
            </a:r>
            <a:r>
              <a:rPr spc="10" dirty="0"/>
              <a:t> </a:t>
            </a:r>
            <a:r>
              <a:rPr spc="-10" dirty="0"/>
              <a:t>if</a:t>
            </a:r>
            <a:r>
              <a:rPr dirty="0"/>
              <a:t> </a:t>
            </a:r>
            <a:r>
              <a:rPr spc="-10" dirty="0"/>
              <a:t>the</a:t>
            </a:r>
            <a:r>
              <a:rPr spc="5" dirty="0"/>
              <a:t> </a:t>
            </a:r>
            <a:r>
              <a:rPr spc="-20" dirty="0"/>
              <a:t>packet</a:t>
            </a:r>
            <a:r>
              <a:rPr spc="-5" dirty="0"/>
              <a:t> </a:t>
            </a:r>
            <a:r>
              <a:rPr spc="-15" dirty="0"/>
              <a:t>was</a:t>
            </a:r>
            <a:r>
              <a:rPr dirty="0"/>
              <a:t> </a:t>
            </a:r>
            <a:r>
              <a:rPr spc="-20" dirty="0"/>
              <a:t>fragmented?</a:t>
            </a:r>
          </a:p>
          <a:p>
            <a:pPr marL="422275" lvl="1" indent="-183515">
              <a:lnSpc>
                <a:spcPct val="100000"/>
              </a:lnSpc>
              <a:spcBef>
                <a:spcPts val="110"/>
              </a:spcBef>
              <a:buClr>
                <a:srgbClr val="1CACE4"/>
              </a:buClr>
              <a:buChar char="◦"/>
              <a:tabLst>
                <a:tab pos="422909" algn="l"/>
              </a:tabLst>
            </a:pPr>
            <a:r>
              <a:rPr sz="2400" spc="-5" dirty="0">
                <a:solidFill>
                  <a:srgbClr val="3F3F3F"/>
                </a:solidFill>
                <a:latin typeface="Calibri"/>
                <a:cs typeface="Calibri"/>
              </a:rPr>
              <a:t>If</a:t>
            </a:r>
            <a:r>
              <a:rPr sz="2400" spc="-25" dirty="0">
                <a:solidFill>
                  <a:srgbClr val="3F3F3F"/>
                </a:solidFill>
                <a:latin typeface="Calibri"/>
                <a:cs typeface="Calibri"/>
              </a:rPr>
              <a:t> </a:t>
            </a:r>
            <a:r>
              <a:rPr sz="2400" spc="-5" dirty="0">
                <a:solidFill>
                  <a:srgbClr val="3F3F3F"/>
                </a:solidFill>
                <a:latin typeface="Calibri"/>
                <a:cs typeface="Calibri"/>
              </a:rPr>
              <a:t>the </a:t>
            </a:r>
            <a:r>
              <a:rPr sz="2400" dirty="0">
                <a:solidFill>
                  <a:srgbClr val="3F3F3F"/>
                </a:solidFill>
                <a:latin typeface="Calibri"/>
                <a:cs typeface="Calibri"/>
              </a:rPr>
              <a:t>M</a:t>
            </a:r>
            <a:r>
              <a:rPr sz="2400" spc="-10" dirty="0">
                <a:solidFill>
                  <a:srgbClr val="3F3F3F"/>
                </a:solidFill>
                <a:latin typeface="Calibri"/>
                <a:cs typeface="Calibri"/>
              </a:rPr>
              <a:t> </a:t>
            </a:r>
            <a:r>
              <a:rPr sz="2400" spc="-5" dirty="0">
                <a:solidFill>
                  <a:srgbClr val="3F3F3F"/>
                </a:solidFill>
                <a:latin typeface="Calibri"/>
                <a:cs typeface="Calibri"/>
              </a:rPr>
              <a:t>bit</a:t>
            </a:r>
            <a:r>
              <a:rPr sz="2400" spc="-2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1,</a:t>
            </a:r>
            <a:r>
              <a:rPr sz="2400" spc="-10" dirty="0">
                <a:solidFill>
                  <a:srgbClr val="3F3F3F"/>
                </a:solidFill>
                <a:latin typeface="Calibri"/>
                <a:cs typeface="Calibri"/>
              </a:rPr>
              <a:t> </a:t>
            </a:r>
            <a:r>
              <a:rPr sz="2400" spc="-5" dirty="0">
                <a:solidFill>
                  <a:srgbClr val="3F3F3F"/>
                </a:solidFill>
                <a:latin typeface="Calibri"/>
                <a:cs typeface="Calibri"/>
              </a:rPr>
              <a:t>it</a:t>
            </a:r>
            <a:r>
              <a:rPr sz="2400" spc="-20" dirty="0">
                <a:solidFill>
                  <a:srgbClr val="3F3F3F"/>
                </a:solidFill>
                <a:latin typeface="Calibri"/>
                <a:cs typeface="Calibri"/>
              </a:rPr>
              <a:t> </a:t>
            </a:r>
            <a:r>
              <a:rPr sz="2400" dirty="0">
                <a:solidFill>
                  <a:srgbClr val="3F3F3F"/>
                </a:solidFill>
                <a:latin typeface="Calibri"/>
                <a:cs typeface="Calibri"/>
              </a:rPr>
              <a:t>means</a:t>
            </a:r>
            <a:r>
              <a:rPr sz="2400" spc="-20" dirty="0">
                <a:solidFill>
                  <a:srgbClr val="3F3F3F"/>
                </a:solidFill>
                <a:latin typeface="Calibri"/>
                <a:cs typeface="Calibri"/>
              </a:rPr>
              <a:t> </a:t>
            </a:r>
            <a:r>
              <a:rPr sz="2400" spc="-10" dirty="0">
                <a:solidFill>
                  <a:srgbClr val="3F3F3F"/>
                </a:solidFill>
                <a:latin typeface="Calibri"/>
                <a:cs typeface="Calibri"/>
              </a:rPr>
              <a:t>that there</a:t>
            </a:r>
            <a:r>
              <a:rPr sz="2400" spc="-15"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15" dirty="0">
                <a:solidFill>
                  <a:srgbClr val="3F3F3F"/>
                </a:solidFill>
                <a:latin typeface="Calibri"/>
                <a:cs typeface="Calibri"/>
              </a:rPr>
              <a:t>at </a:t>
            </a:r>
            <a:r>
              <a:rPr sz="2400" spc="-10" dirty="0">
                <a:solidFill>
                  <a:srgbClr val="3F3F3F"/>
                </a:solidFill>
                <a:latin typeface="Calibri"/>
                <a:cs typeface="Calibri"/>
              </a:rPr>
              <a:t>least</a:t>
            </a:r>
            <a:r>
              <a:rPr sz="2400" spc="-20" dirty="0">
                <a:solidFill>
                  <a:srgbClr val="3F3F3F"/>
                </a:solidFill>
                <a:latin typeface="Calibri"/>
                <a:cs typeface="Calibri"/>
              </a:rPr>
              <a:t> </a:t>
            </a:r>
            <a:r>
              <a:rPr sz="2400" spc="-5" dirty="0">
                <a:solidFill>
                  <a:srgbClr val="3F3F3F"/>
                </a:solidFill>
                <a:latin typeface="Calibri"/>
                <a:cs typeface="Calibri"/>
              </a:rPr>
              <a:t>one</a:t>
            </a:r>
            <a:r>
              <a:rPr sz="2400" dirty="0">
                <a:solidFill>
                  <a:srgbClr val="3F3F3F"/>
                </a:solidFill>
                <a:latin typeface="Calibri"/>
                <a:cs typeface="Calibri"/>
              </a:rPr>
              <a:t> </a:t>
            </a:r>
            <a:r>
              <a:rPr sz="2400" spc="-15" dirty="0">
                <a:solidFill>
                  <a:srgbClr val="3F3F3F"/>
                </a:solidFill>
                <a:latin typeface="Calibri"/>
                <a:cs typeface="Calibri"/>
              </a:rPr>
              <a:t>more </a:t>
            </a:r>
            <a:r>
              <a:rPr sz="2400" spc="-10" dirty="0">
                <a:solidFill>
                  <a:srgbClr val="3F3F3F"/>
                </a:solidFill>
                <a:latin typeface="Calibri"/>
                <a:cs typeface="Calibri"/>
              </a:rPr>
              <a:t>fragment.</a:t>
            </a:r>
            <a:endParaRPr sz="2400">
              <a:latin typeface="Calibri"/>
              <a:cs typeface="Calibri"/>
            </a:endParaRPr>
          </a:p>
          <a:p>
            <a:pPr marL="422275" marR="31750" lvl="1" indent="-182880">
              <a:lnSpc>
                <a:spcPts val="2590"/>
              </a:lnSpc>
              <a:spcBef>
                <a:spcPts val="640"/>
              </a:spcBef>
              <a:buClr>
                <a:srgbClr val="1CACE4"/>
              </a:buClr>
              <a:buChar char="◦"/>
              <a:tabLst>
                <a:tab pos="422909" algn="l"/>
              </a:tabLst>
            </a:pPr>
            <a:r>
              <a:rPr sz="2400" spc="-5" dirty="0">
                <a:solidFill>
                  <a:srgbClr val="3F3F3F"/>
                </a:solidFill>
                <a:latin typeface="Calibri"/>
                <a:cs typeface="Calibri"/>
              </a:rPr>
              <a:t>This </a:t>
            </a:r>
            <a:r>
              <a:rPr sz="2400" spc="-10" dirty="0">
                <a:solidFill>
                  <a:srgbClr val="3F3F3F"/>
                </a:solidFill>
                <a:latin typeface="Calibri"/>
                <a:cs typeface="Calibri"/>
              </a:rPr>
              <a:t>fragment can </a:t>
            </a:r>
            <a:r>
              <a:rPr sz="2400" spc="-5" dirty="0">
                <a:solidFill>
                  <a:srgbClr val="3F3F3F"/>
                </a:solidFill>
                <a:latin typeface="Calibri"/>
                <a:cs typeface="Calibri"/>
              </a:rPr>
              <a:t>be the </a:t>
            </a:r>
            <a:r>
              <a:rPr sz="2400" spc="-15" dirty="0">
                <a:solidFill>
                  <a:srgbClr val="3F3F3F"/>
                </a:solidFill>
                <a:latin typeface="Calibri"/>
                <a:cs typeface="Calibri"/>
              </a:rPr>
              <a:t>first </a:t>
            </a:r>
            <a:r>
              <a:rPr sz="2400" spc="-5" dirty="0">
                <a:solidFill>
                  <a:srgbClr val="3F3F3F"/>
                </a:solidFill>
                <a:latin typeface="Calibri"/>
                <a:cs typeface="Calibri"/>
              </a:rPr>
              <a:t>one or </a:t>
            </a:r>
            <a:r>
              <a:rPr sz="2400" dirty="0">
                <a:solidFill>
                  <a:srgbClr val="3F3F3F"/>
                </a:solidFill>
                <a:latin typeface="Calibri"/>
                <a:cs typeface="Calibri"/>
              </a:rPr>
              <a:t>a </a:t>
            </a:r>
            <a:r>
              <a:rPr sz="2400" spc="-5" dirty="0">
                <a:solidFill>
                  <a:srgbClr val="3F3F3F"/>
                </a:solidFill>
                <a:latin typeface="Calibri"/>
                <a:cs typeface="Calibri"/>
              </a:rPr>
              <a:t>middle one, but not the </a:t>
            </a:r>
            <a:r>
              <a:rPr sz="2400" spc="-10" dirty="0">
                <a:solidFill>
                  <a:srgbClr val="3F3F3F"/>
                </a:solidFill>
                <a:latin typeface="Calibri"/>
                <a:cs typeface="Calibri"/>
              </a:rPr>
              <a:t>last </a:t>
            </a:r>
            <a:r>
              <a:rPr sz="2400" spc="-530" dirty="0">
                <a:solidFill>
                  <a:srgbClr val="3F3F3F"/>
                </a:solidFill>
                <a:latin typeface="Calibri"/>
                <a:cs typeface="Calibri"/>
              </a:rPr>
              <a:t> </a:t>
            </a:r>
            <a:r>
              <a:rPr sz="2400" spc="-5" dirty="0">
                <a:solidFill>
                  <a:srgbClr val="3F3F3F"/>
                </a:solidFill>
                <a:latin typeface="Calibri"/>
                <a:cs typeface="Calibri"/>
              </a:rPr>
              <a:t>one.</a:t>
            </a:r>
            <a:endParaRPr sz="2400">
              <a:latin typeface="Calibri"/>
              <a:cs typeface="Calibri"/>
            </a:endParaRPr>
          </a:p>
          <a:p>
            <a:pPr marL="422275" marR="114300" lvl="1" indent="-182880">
              <a:lnSpc>
                <a:spcPts val="2590"/>
              </a:lnSpc>
              <a:spcBef>
                <a:spcPts val="605"/>
              </a:spcBef>
              <a:buClr>
                <a:srgbClr val="1CACE4"/>
              </a:buClr>
              <a:buChar char="◦"/>
              <a:tabLst>
                <a:tab pos="422909" algn="l"/>
              </a:tabLst>
            </a:pPr>
            <a:r>
              <a:rPr sz="2400" spc="-45" dirty="0">
                <a:solidFill>
                  <a:srgbClr val="3F3F3F"/>
                </a:solidFill>
                <a:latin typeface="Calibri"/>
                <a:cs typeface="Calibri"/>
              </a:rPr>
              <a:t>We </a:t>
            </a:r>
            <a:r>
              <a:rPr sz="2400" spc="-5" dirty="0">
                <a:solidFill>
                  <a:srgbClr val="3F3F3F"/>
                </a:solidFill>
                <a:latin typeface="Calibri"/>
                <a:cs typeface="Calibri"/>
              </a:rPr>
              <a:t>don’t </a:t>
            </a:r>
            <a:r>
              <a:rPr sz="2400" spc="-10" dirty="0">
                <a:solidFill>
                  <a:srgbClr val="3F3F3F"/>
                </a:solidFill>
                <a:latin typeface="Calibri"/>
                <a:cs typeface="Calibri"/>
              </a:rPr>
              <a:t>know </a:t>
            </a:r>
            <a:r>
              <a:rPr sz="2400" spc="-5" dirty="0">
                <a:solidFill>
                  <a:srgbClr val="3F3F3F"/>
                </a:solidFill>
                <a:latin typeface="Calibri"/>
                <a:cs typeface="Calibri"/>
              </a:rPr>
              <a:t>if it is the </a:t>
            </a:r>
            <a:r>
              <a:rPr sz="2400" spc="-15" dirty="0">
                <a:solidFill>
                  <a:srgbClr val="3F3F3F"/>
                </a:solidFill>
                <a:latin typeface="Calibri"/>
                <a:cs typeface="Calibri"/>
              </a:rPr>
              <a:t>first </a:t>
            </a:r>
            <a:r>
              <a:rPr sz="2400" spc="-5" dirty="0">
                <a:solidFill>
                  <a:srgbClr val="3F3F3F"/>
                </a:solidFill>
                <a:latin typeface="Calibri"/>
                <a:cs typeface="Calibri"/>
              </a:rPr>
              <a:t>one or </a:t>
            </a:r>
            <a:r>
              <a:rPr sz="2400" dirty="0">
                <a:solidFill>
                  <a:srgbClr val="3F3F3F"/>
                </a:solidFill>
                <a:latin typeface="Calibri"/>
                <a:cs typeface="Calibri"/>
              </a:rPr>
              <a:t>a </a:t>
            </a:r>
            <a:r>
              <a:rPr sz="2400" spc="-5" dirty="0">
                <a:solidFill>
                  <a:srgbClr val="3F3F3F"/>
                </a:solidFill>
                <a:latin typeface="Calibri"/>
                <a:cs typeface="Calibri"/>
              </a:rPr>
              <a:t>middle one; </a:t>
            </a:r>
            <a:r>
              <a:rPr sz="2400" spc="-15" dirty="0">
                <a:solidFill>
                  <a:srgbClr val="3F3F3F"/>
                </a:solidFill>
                <a:latin typeface="Calibri"/>
                <a:cs typeface="Calibri"/>
              </a:rPr>
              <a:t>we </a:t>
            </a:r>
            <a:r>
              <a:rPr sz="2400" spc="-5" dirty="0">
                <a:solidFill>
                  <a:srgbClr val="3F3F3F"/>
                </a:solidFill>
                <a:latin typeface="Calibri"/>
                <a:cs typeface="Calibri"/>
              </a:rPr>
              <a:t>need </a:t>
            </a:r>
            <a:r>
              <a:rPr sz="2400" spc="-15" dirty="0">
                <a:solidFill>
                  <a:srgbClr val="3F3F3F"/>
                </a:solidFill>
                <a:latin typeface="Calibri"/>
                <a:cs typeface="Calibri"/>
              </a:rPr>
              <a:t>more </a:t>
            </a:r>
            <a:r>
              <a:rPr sz="2400" spc="-530" dirty="0">
                <a:solidFill>
                  <a:srgbClr val="3F3F3F"/>
                </a:solidFill>
                <a:latin typeface="Calibri"/>
                <a:cs typeface="Calibri"/>
              </a:rPr>
              <a:t> </a:t>
            </a:r>
            <a:r>
              <a:rPr sz="2400" spc="-15" dirty="0">
                <a:solidFill>
                  <a:srgbClr val="3F3F3F"/>
                </a:solidFill>
                <a:latin typeface="Calibri"/>
                <a:cs typeface="Calibri"/>
              </a:rPr>
              <a:t>information</a:t>
            </a:r>
            <a:r>
              <a:rPr sz="2400" spc="-3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value</a:t>
            </a:r>
            <a:r>
              <a:rPr sz="2400" spc="10" dirty="0">
                <a:solidFill>
                  <a:srgbClr val="3F3F3F"/>
                </a:solidFill>
                <a:latin typeface="Calibri"/>
                <a:cs typeface="Calibri"/>
              </a:rPr>
              <a:t> </a:t>
            </a:r>
            <a:r>
              <a:rPr sz="2400" spc="-5" dirty="0">
                <a:solidFill>
                  <a:srgbClr val="3F3F3F"/>
                </a:solidFill>
                <a:latin typeface="Calibri"/>
                <a:cs typeface="Calibri"/>
              </a:rPr>
              <a:t>of the </a:t>
            </a:r>
            <a:r>
              <a:rPr sz="2400" spc="-15" dirty="0">
                <a:solidFill>
                  <a:srgbClr val="3F3F3F"/>
                </a:solidFill>
                <a:latin typeface="Calibri"/>
                <a:cs typeface="Calibri"/>
              </a:rPr>
              <a:t>fragmentation</a:t>
            </a:r>
            <a:r>
              <a:rPr sz="2400" spc="-25" dirty="0">
                <a:solidFill>
                  <a:srgbClr val="3F3F3F"/>
                </a:solidFill>
                <a:latin typeface="Calibri"/>
                <a:cs typeface="Calibri"/>
              </a:rPr>
              <a:t> </a:t>
            </a:r>
            <a:r>
              <a:rPr sz="2400" spc="-15" dirty="0">
                <a:solidFill>
                  <a:srgbClr val="3F3F3F"/>
                </a:solidFill>
                <a:latin typeface="Calibri"/>
                <a:cs typeface="Calibri"/>
              </a:rPr>
              <a:t>offset).</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49</a:t>
            </a:fld>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105015"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r>
              <a:rPr sz="4800" spc="-95" dirty="0"/>
              <a:t> </a:t>
            </a:r>
            <a:r>
              <a:rPr sz="4800" dirty="0"/>
              <a:t>-</a:t>
            </a:r>
            <a:r>
              <a:rPr sz="4800" spc="-114" dirty="0"/>
              <a:t> </a:t>
            </a:r>
            <a:r>
              <a:rPr sz="4800" spc="-50" dirty="0"/>
              <a:t>example</a:t>
            </a:r>
            <a:endParaRPr sz="4800"/>
          </a:p>
        </p:txBody>
      </p:sp>
      <p:sp>
        <p:nvSpPr>
          <p:cNvPr id="3" name="object 3"/>
          <p:cNvSpPr txBox="1"/>
          <p:nvPr/>
        </p:nvSpPr>
        <p:spPr>
          <a:xfrm>
            <a:off x="697667" y="1769826"/>
            <a:ext cx="8357870" cy="2339340"/>
          </a:xfrm>
          <a:prstGeom prst="rect">
            <a:avLst/>
          </a:prstGeom>
        </p:spPr>
        <p:txBody>
          <a:bodyPr vert="horz" wrap="square" lIns="0" tIns="60960" rIns="0" bIns="0" rtlCol="0">
            <a:spAutoFit/>
          </a:bodyPr>
          <a:lstStyle/>
          <a:p>
            <a:pPr marL="189230" marR="5080" indent="-177165">
              <a:lnSpc>
                <a:spcPts val="3020"/>
              </a:lnSpc>
              <a:spcBef>
                <a:spcPts val="480"/>
              </a:spcBef>
              <a:buClr>
                <a:srgbClr val="1CACE4"/>
              </a:buClr>
              <a:buFont typeface="Arial MT"/>
              <a:buChar char="•"/>
              <a:tabLst>
                <a:tab pos="189865" algn="l"/>
              </a:tabLst>
            </a:pPr>
            <a:r>
              <a:rPr sz="2800" spc="-5" dirty="0">
                <a:solidFill>
                  <a:srgbClr val="3F3F3F"/>
                </a:solidFill>
                <a:latin typeface="Calibri"/>
                <a:cs typeface="Calibri"/>
              </a:rPr>
              <a:t>A</a:t>
            </a:r>
            <a:r>
              <a:rPr sz="2800" spc="-10" dirty="0">
                <a:solidFill>
                  <a:srgbClr val="3F3F3F"/>
                </a:solidFill>
                <a:latin typeface="Calibri"/>
                <a:cs typeface="Calibri"/>
              </a:rPr>
              <a:t> </a:t>
            </a:r>
            <a:r>
              <a:rPr sz="2800" spc="-20" dirty="0">
                <a:solidFill>
                  <a:srgbClr val="3F3F3F"/>
                </a:solidFill>
                <a:latin typeface="Calibri"/>
                <a:cs typeface="Calibri"/>
              </a:rPr>
              <a:t>packet</a:t>
            </a:r>
            <a:r>
              <a:rPr sz="2800" spc="-15" dirty="0">
                <a:solidFill>
                  <a:srgbClr val="3F3F3F"/>
                </a:solidFill>
                <a:latin typeface="Calibri"/>
                <a:cs typeface="Calibri"/>
              </a:rPr>
              <a:t> </a:t>
            </a:r>
            <a:r>
              <a:rPr sz="2800" spc="-5" dirty="0">
                <a:solidFill>
                  <a:srgbClr val="3F3F3F"/>
                </a:solidFill>
                <a:latin typeface="Calibri"/>
                <a:cs typeface="Calibri"/>
              </a:rPr>
              <a:t>has</a:t>
            </a:r>
            <a:r>
              <a:rPr sz="2800" spc="10" dirty="0">
                <a:solidFill>
                  <a:srgbClr val="3F3F3F"/>
                </a:solidFill>
                <a:latin typeface="Calibri"/>
                <a:cs typeface="Calibri"/>
              </a:rPr>
              <a:t> </a:t>
            </a:r>
            <a:r>
              <a:rPr sz="2800" spc="-10" dirty="0">
                <a:solidFill>
                  <a:srgbClr val="3F3F3F"/>
                </a:solidFill>
                <a:latin typeface="Calibri"/>
                <a:cs typeface="Calibri"/>
              </a:rPr>
              <a:t>arrived</a:t>
            </a:r>
            <a:r>
              <a:rPr sz="2800" spc="5" dirty="0">
                <a:solidFill>
                  <a:srgbClr val="3F3F3F"/>
                </a:solidFill>
                <a:latin typeface="Calibri"/>
                <a:cs typeface="Calibri"/>
              </a:rPr>
              <a:t> </a:t>
            </a:r>
            <a:r>
              <a:rPr sz="2800" spc="-10" dirty="0">
                <a:solidFill>
                  <a:srgbClr val="3F3F3F"/>
                </a:solidFill>
                <a:latin typeface="Calibri"/>
                <a:cs typeface="Calibri"/>
              </a:rPr>
              <a:t>with</a:t>
            </a:r>
            <a:r>
              <a:rPr sz="2800" spc="5" dirty="0">
                <a:solidFill>
                  <a:srgbClr val="3F3F3F"/>
                </a:solidFill>
                <a:latin typeface="Calibri"/>
                <a:cs typeface="Calibri"/>
              </a:rPr>
              <a:t> </a:t>
            </a:r>
            <a:r>
              <a:rPr sz="2800" spc="-5" dirty="0">
                <a:solidFill>
                  <a:srgbClr val="3F3F3F"/>
                </a:solidFill>
                <a:latin typeface="Calibri"/>
                <a:cs typeface="Calibri"/>
              </a:rPr>
              <a:t>an</a:t>
            </a:r>
            <a:r>
              <a:rPr sz="2800" dirty="0">
                <a:solidFill>
                  <a:srgbClr val="3F3F3F"/>
                </a:solidFill>
                <a:latin typeface="Calibri"/>
                <a:cs typeface="Calibri"/>
              </a:rPr>
              <a:t> </a:t>
            </a:r>
            <a:r>
              <a:rPr sz="2800" spc="-5" dirty="0">
                <a:solidFill>
                  <a:srgbClr val="3F3F3F"/>
                </a:solidFill>
                <a:latin typeface="Calibri"/>
                <a:cs typeface="Calibri"/>
              </a:rPr>
              <a:t>M</a:t>
            </a:r>
            <a:r>
              <a:rPr sz="2800" spc="5" dirty="0">
                <a:solidFill>
                  <a:srgbClr val="3F3F3F"/>
                </a:solidFill>
                <a:latin typeface="Calibri"/>
                <a:cs typeface="Calibri"/>
              </a:rPr>
              <a:t> </a:t>
            </a:r>
            <a:r>
              <a:rPr sz="2800" spc="-10" dirty="0">
                <a:solidFill>
                  <a:srgbClr val="3F3F3F"/>
                </a:solidFill>
                <a:latin typeface="Calibri"/>
                <a:cs typeface="Calibri"/>
              </a:rPr>
              <a:t>bit</a:t>
            </a:r>
            <a:r>
              <a:rPr sz="2800" spc="5" dirty="0">
                <a:solidFill>
                  <a:srgbClr val="3F3F3F"/>
                </a:solidFill>
                <a:latin typeface="Calibri"/>
                <a:cs typeface="Calibri"/>
              </a:rPr>
              <a:t> </a:t>
            </a:r>
            <a:r>
              <a:rPr sz="2800" spc="-15" dirty="0">
                <a:solidFill>
                  <a:srgbClr val="3F3F3F"/>
                </a:solidFill>
                <a:latin typeface="Calibri"/>
                <a:cs typeface="Calibri"/>
              </a:rPr>
              <a:t>value</a:t>
            </a:r>
            <a:r>
              <a:rPr sz="2800" spc="-5" dirty="0">
                <a:solidFill>
                  <a:srgbClr val="3F3F3F"/>
                </a:solidFill>
                <a:latin typeface="Calibri"/>
                <a:cs typeface="Calibri"/>
              </a:rPr>
              <a:t> of 1</a:t>
            </a:r>
            <a:r>
              <a:rPr sz="2800" dirty="0">
                <a:solidFill>
                  <a:srgbClr val="3F3F3F"/>
                </a:solidFill>
                <a:latin typeface="Calibri"/>
                <a:cs typeface="Calibri"/>
              </a:rPr>
              <a:t> </a:t>
            </a:r>
            <a:r>
              <a:rPr sz="2800" spc="-5" dirty="0">
                <a:solidFill>
                  <a:srgbClr val="3F3F3F"/>
                </a:solidFill>
                <a:latin typeface="Calibri"/>
                <a:cs typeface="Calibri"/>
              </a:rPr>
              <a:t>and</a:t>
            </a:r>
            <a:r>
              <a:rPr sz="2800" spc="5" dirty="0">
                <a:solidFill>
                  <a:srgbClr val="3F3F3F"/>
                </a:solidFill>
                <a:latin typeface="Calibri"/>
                <a:cs typeface="Calibri"/>
              </a:rPr>
              <a:t> </a:t>
            </a:r>
            <a:r>
              <a:rPr sz="2800" spc="-5" dirty="0">
                <a:solidFill>
                  <a:srgbClr val="3F3F3F"/>
                </a:solidFill>
                <a:latin typeface="Calibri"/>
                <a:cs typeface="Calibri"/>
              </a:rPr>
              <a:t>a </a:t>
            </a:r>
            <a:r>
              <a:rPr sz="2800" dirty="0">
                <a:solidFill>
                  <a:srgbClr val="3F3F3F"/>
                </a:solidFill>
                <a:latin typeface="Calibri"/>
                <a:cs typeface="Calibri"/>
              </a:rPr>
              <a:t> </a:t>
            </a:r>
            <a:r>
              <a:rPr sz="2800" spc="-20" dirty="0">
                <a:solidFill>
                  <a:srgbClr val="3F3F3F"/>
                </a:solidFill>
                <a:latin typeface="Calibri"/>
                <a:cs typeface="Calibri"/>
              </a:rPr>
              <a:t>fragmentation</a:t>
            </a:r>
            <a:r>
              <a:rPr sz="2800" dirty="0">
                <a:solidFill>
                  <a:srgbClr val="3F3F3F"/>
                </a:solidFill>
                <a:latin typeface="Calibri"/>
                <a:cs typeface="Calibri"/>
              </a:rPr>
              <a:t> </a:t>
            </a:r>
            <a:r>
              <a:rPr sz="2800" spc="-20" dirty="0">
                <a:solidFill>
                  <a:srgbClr val="3F3F3F"/>
                </a:solidFill>
                <a:latin typeface="Calibri"/>
                <a:cs typeface="Calibri"/>
              </a:rPr>
              <a:t>offset</a:t>
            </a:r>
            <a:r>
              <a:rPr sz="2800" spc="-10" dirty="0">
                <a:solidFill>
                  <a:srgbClr val="3F3F3F"/>
                </a:solidFill>
                <a:latin typeface="Calibri"/>
                <a:cs typeface="Calibri"/>
              </a:rPr>
              <a:t> </a:t>
            </a:r>
            <a:r>
              <a:rPr sz="2800" spc="-15" dirty="0">
                <a:solidFill>
                  <a:srgbClr val="3F3F3F"/>
                </a:solidFill>
                <a:latin typeface="Calibri"/>
                <a:cs typeface="Calibri"/>
              </a:rPr>
              <a:t>value</a:t>
            </a:r>
            <a:r>
              <a:rPr sz="2800"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5" dirty="0">
                <a:solidFill>
                  <a:srgbClr val="3F3F3F"/>
                </a:solidFill>
                <a:latin typeface="Calibri"/>
                <a:cs typeface="Calibri"/>
              </a:rPr>
              <a:t>0.</a:t>
            </a:r>
            <a:r>
              <a:rPr sz="2800" spc="10" dirty="0">
                <a:solidFill>
                  <a:srgbClr val="3F3F3F"/>
                </a:solidFill>
                <a:latin typeface="Calibri"/>
                <a:cs typeface="Calibri"/>
              </a:rPr>
              <a:t> </a:t>
            </a:r>
            <a:r>
              <a:rPr sz="2800" spc="-5" dirty="0">
                <a:solidFill>
                  <a:srgbClr val="3F3F3F"/>
                </a:solidFill>
                <a:latin typeface="Calibri"/>
                <a:cs typeface="Calibri"/>
              </a:rPr>
              <a:t>Is</a:t>
            </a:r>
            <a:r>
              <a:rPr sz="2800" spc="15" dirty="0">
                <a:solidFill>
                  <a:srgbClr val="3F3F3F"/>
                </a:solidFill>
                <a:latin typeface="Calibri"/>
                <a:cs typeface="Calibri"/>
              </a:rPr>
              <a:t> </a:t>
            </a:r>
            <a:r>
              <a:rPr sz="2800" spc="-10" dirty="0">
                <a:solidFill>
                  <a:srgbClr val="3F3F3F"/>
                </a:solidFill>
                <a:latin typeface="Calibri"/>
                <a:cs typeface="Calibri"/>
              </a:rPr>
              <a:t>this</a:t>
            </a:r>
            <a:r>
              <a:rPr sz="2800" spc="25" dirty="0">
                <a:solidFill>
                  <a:srgbClr val="3F3F3F"/>
                </a:solidFill>
                <a:latin typeface="Calibri"/>
                <a:cs typeface="Calibri"/>
              </a:rPr>
              <a:t> </a:t>
            </a:r>
            <a:r>
              <a:rPr sz="2800" spc="-10" dirty="0">
                <a:solidFill>
                  <a:srgbClr val="3F3F3F"/>
                </a:solidFill>
                <a:latin typeface="Calibri"/>
                <a:cs typeface="Calibri"/>
              </a:rPr>
              <a:t>the</a:t>
            </a:r>
            <a:r>
              <a:rPr sz="2800" dirty="0">
                <a:solidFill>
                  <a:srgbClr val="3F3F3F"/>
                </a:solidFill>
                <a:latin typeface="Calibri"/>
                <a:cs typeface="Calibri"/>
              </a:rPr>
              <a:t> </a:t>
            </a:r>
            <a:r>
              <a:rPr sz="2800" spc="-25" dirty="0">
                <a:solidFill>
                  <a:srgbClr val="3F3F3F"/>
                </a:solidFill>
                <a:latin typeface="Calibri"/>
                <a:cs typeface="Calibri"/>
              </a:rPr>
              <a:t>first</a:t>
            </a:r>
            <a:r>
              <a:rPr sz="2800" spc="20" dirty="0">
                <a:solidFill>
                  <a:srgbClr val="3F3F3F"/>
                </a:solidFill>
                <a:latin typeface="Calibri"/>
                <a:cs typeface="Calibri"/>
              </a:rPr>
              <a:t> </a:t>
            </a:r>
            <a:r>
              <a:rPr sz="2800" spc="-20" dirty="0">
                <a:solidFill>
                  <a:srgbClr val="3F3F3F"/>
                </a:solidFill>
                <a:latin typeface="Calibri"/>
                <a:cs typeface="Calibri"/>
              </a:rPr>
              <a:t>fragment, </a:t>
            </a:r>
            <a:r>
              <a:rPr sz="2800" spc="-61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last</a:t>
            </a:r>
            <a:r>
              <a:rPr sz="2800" spc="5" dirty="0">
                <a:solidFill>
                  <a:srgbClr val="3F3F3F"/>
                </a:solidFill>
                <a:latin typeface="Calibri"/>
                <a:cs typeface="Calibri"/>
              </a:rPr>
              <a:t> </a:t>
            </a:r>
            <a:r>
              <a:rPr sz="2800" spc="-20" dirty="0">
                <a:solidFill>
                  <a:srgbClr val="3F3F3F"/>
                </a:solidFill>
                <a:latin typeface="Calibri"/>
                <a:cs typeface="Calibri"/>
              </a:rPr>
              <a:t>fragment,</a:t>
            </a:r>
            <a:r>
              <a:rPr sz="2800" spc="-5" dirty="0">
                <a:solidFill>
                  <a:srgbClr val="3F3F3F"/>
                </a:solidFill>
                <a:latin typeface="Calibri"/>
                <a:cs typeface="Calibri"/>
              </a:rPr>
              <a:t> or</a:t>
            </a:r>
            <a:r>
              <a:rPr sz="2800" spc="10" dirty="0">
                <a:solidFill>
                  <a:srgbClr val="3F3F3F"/>
                </a:solidFill>
                <a:latin typeface="Calibri"/>
                <a:cs typeface="Calibri"/>
              </a:rPr>
              <a:t> </a:t>
            </a:r>
            <a:r>
              <a:rPr sz="2800" spc="-5" dirty="0">
                <a:solidFill>
                  <a:srgbClr val="3F3F3F"/>
                </a:solidFill>
                <a:latin typeface="Calibri"/>
                <a:cs typeface="Calibri"/>
              </a:rPr>
              <a:t>a </a:t>
            </a:r>
            <a:r>
              <a:rPr sz="2800" spc="-10" dirty="0">
                <a:solidFill>
                  <a:srgbClr val="3F3F3F"/>
                </a:solidFill>
                <a:latin typeface="Calibri"/>
                <a:cs typeface="Calibri"/>
              </a:rPr>
              <a:t>middle</a:t>
            </a:r>
            <a:r>
              <a:rPr sz="2800" spc="20" dirty="0">
                <a:solidFill>
                  <a:srgbClr val="3F3F3F"/>
                </a:solidFill>
                <a:latin typeface="Calibri"/>
                <a:cs typeface="Calibri"/>
              </a:rPr>
              <a:t> </a:t>
            </a:r>
            <a:r>
              <a:rPr sz="2800" spc="-20" dirty="0">
                <a:solidFill>
                  <a:srgbClr val="3F3F3F"/>
                </a:solidFill>
                <a:latin typeface="Calibri"/>
                <a:cs typeface="Calibri"/>
              </a:rPr>
              <a:t>fragment?</a:t>
            </a:r>
            <a:endParaRPr sz="2800">
              <a:latin typeface="Calibri"/>
              <a:cs typeface="Calibri"/>
            </a:endParaRPr>
          </a:p>
          <a:p>
            <a:pPr marL="419100" marR="134620" lvl="1" indent="-182880">
              <a:lnSpc>
                <a:spcPts val="2590"/>
              </a:lnSpc>
              <a:spcBef>
                <a:spcPts val="439"/>
              </a:spcBef>
              <a:buClr>
                <a:srgbClr val="1CACE4"/>
              </a:buClr>
              <a:buChar char="◦"/>
              <a:tabLst>
                <a:tab pos="419734" algn="l"/>
              </a:tabLst>
            </a:pPr>
            <a:r>
              <a:rPr sz="2400" spc="-5" dirty="0">
                <a:solidFill>
                  <a:srgbClr val="3F3F3F"/>
                </a:solidFill>
                <a:latin typeface="Calibri"/>
                <a:cs typeface="Calibri"/>
              </a:rPr>
              <a:t>Because the </a:t>
            </a:r>
            <a:r>
              <a:rPr sz="2400" dirty="0">
                <a:solidFill>
                  <a:srgbClr val="3F3F3F"/>
                </a:solidFill>
                <a:latin typeface="Calibri"/>
                <a:cs typeface="Calibri"/>
              </a:rPr>
              <a:t>M </a:t>
            </a:r>
            <a:r>
              <a:rPr sz="2400" spc="-5" dirty="0">
                <a:solidFill>
                  <a:srgbClr val="3F3F3F"/>
                </a:solidFill>
                <a:latin typeface="Calibri"/>
                <a:cs typeface="Calibri"/>
              </a:rPr>
              <a:t>bit is 1, it is either the </a:t>
            </a:r>
            <a:r>
              <a:rPr sz="2400" spc="-15" dirty="0">
                <a:solidFill>
                  <a:srgbClr val="3F3F3F"/>
                </a:solidFill>
                <a:latin typeface="Calibri"/>
                <a:cs typeface="Calibri"/>
              </a:rPr>
              <a:t>first </a:t>
            </a:r>
            <a:r>
              <a:rPr sz="2400" spc="-10" dirty="0">
                <a:solidFill>
                  <a:srgbClr val="3F3F3F"/>
                </a:solidFill>
                <a:latin typeface="Calibri"/>
                <a:cs typeface="Calibri"/>
              </a:rPr>
              <a:t>fragment </a:t>
            </a:r>
            <a:r>
              <a:rPr sz="2400" spc="-5" dirty="0">
                <a:solidFill>
                  <a:srgbClr val="3F3F3F"/>
                </a:solidFill>
                <a:latin typeface="Calibri"/>
                <a:cs typeface="Calibri"/>
              </a:rPr>
              <a:t>or </a:t>
            </a:r>
            <a:r>
              <a:rPr sz="2400" dirty="0">
                <a:solidFill>
                  <a:srgbClr val="3F3F3F"/>
                </a:solidFill>
                <a:latin typeface="Calibri"/>
                <a:cs typeface="Calibri"/>
              </a:rPr>
              <a:t>a </a:t>
            </a:r>
            <a:r>
              <a:rPr sz="2400" spc="-5" dirty="0">
                <a:solidFill>
                  <a:srgbClr val="3F3F3F"/>
                </a:solidFill>
                <a:latin typeface="Calibri"/>
                <a:cs typeface="Calibri"/>
              </a:rPr>
              <a:t>middle </a:t>
            </a:r>
            <a:r>
              <a:rPr sz="2400" spc="-530" dirty="0">
                <a:solidFill>
                  <a:srgbClr val="3F3F3F"/>
                </a:solidFill>
                <a:latin typeface="Calibri"/>
                <a:cs typeface="Calibri"/>
              </a:rPr>
              <a:t> </a:t>
            </a:r>
            <a:r>
              <a:rPr sz="2400" spc="-5" dirty="0">
                <a:solidFill>
                  <a:srgbClr val="3F3F3F"/>
                </a:solidFill>
                <a:latin typeface="Calibri"/>
                <a:cs typeface="Calibri"/>
              </a:rPr>
              <a:t>one.</a:t>
            </a:r>
            <a:endParaRPr sz="2400">
              <a:latin typeface="Calibri"/>
              <a:cs typeface="Calibri"/>
            </a:endParaRPr>
          </a:p>
          <a:p>
            <a:pPr marL="419100" lvl="1" indent="-183515">
              <a:lnSpc>
                <a:spcPct val="100000"/>
              </a:lnSpc>
              <a:spcBef>
                <a:spcPts val="275"/>
              </a:spcBef>
              <a:buClr>
                <a:srgbClr val="1CACE4"/>
              </a:buClr>
              <a:buChar char="◦"/>
              <a:tabLst>
                <a:tab pos="419734" algn="l"/>
              </a:tabLst>
            </a:pPr>
            <a:r>
              <a:rPr sz="2400" spc="-5" dirty="0">
                <a:solidFill>
                  <a:srgbClr val="3F3F3F"/>
                </a:solidFill>
                <a:latin typeface="Calibri"/>
                <a:cs typeface="Calibri"/>
              </a:rPr>
              <a:t>Because</a:t>
            </a:r>
            <a:r>
              <a:rPr sz="2400" spc="-3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15" dirty="0">
                <a:solidFill>
                  <a:srgbClr val="3F3F3F"/>
                </a:solidFill>
                <a:latin typeface="Calibri"/>
                <a:cs typeface="Calibri"/>
              </a:rPr>
              <a:t>offset</a:t>
            </a:r>
            <a:r>
              <a:rPr sz="2400" spc="-5" dirty="0">
                <a:solidFill>
                  <a:srgbClr val="3F3F3F"/>
                </a:solidFill>
                <a:latin typeface="Calibri"/>
                <a:cs typeface="Calibri"/>
              </a:rPr>
              <a:t> </a:t>
            </a:r>
            <a:r>
              <a:rPr sz="2400" spc="-10" dirty="0">
                <a:solidFill>
                  <a:srgbClr val="3F3F3F"/>
                </a:solidFill>
                <a:latin typeface="Calibri"/>
                <a:cs typeface="Calibri"/>
              </a:rPr>
              <a:t>value</a:t>
            </a:r>
            <a:r>
              <a:rPr sz="2400" spc="-5" dirty="0">
                <a:solidFill>
                  <a:srgbClr val="3F3F3F"/>
                </a:solidFill>
                <a:latin typeface="Calibri"/>
                <a:cs typeface="Calibri"/>
              </a:rPr>
              <a:t> is</a:t>
            </a:r>
            <a:r>
              <a:rPr sz="2400" spc="-10" dirty="0">
                <a:solidFill>
                  <a:srgbClr val="3F3F3F"/>
                </a:solidFill>
                <a:latin typeface="Calibri"/>
                <a:cs typeface="Calibri"/>
              </a:rPr>
              <a:t> </a:t>
            </a:r>
            <a:r>
              <a:rPr sz="2400" spc="-5" dirty="0">
                <a:solidFill>
                  <a:srgbClr val="3F3F3F"/>
                </a:solidFill>
                <a:latin typeface="Calibri"/>
                <a:cs typeface="Calibri"/>
              </a:rPr>
              <a:t>0,</a:t>
            </a:r>
            <a:r>
              <a:rPr sz="2400" spc="-10" dirty="0">
                <a:solidFill>
                  <a:srgbClr val="3F3F3F"/>
                </a:solidFill>
                <a:latin typeface="Calibri"/>
                <a:cs typeface="Calibri"/>
              </a:rPr>
              <a:t> </a:t>
            </a:r>
            <a:r>
              <a:rPr sz="2400" spc="-5" dirty="0">
                <a:solidFill>
                  <a:srgbClr val="3F3F3F"/>
                </a:solidFill>
                <a:latin typeface="Calibri"/>
                <a:cs typeface="Calibri"/>
              </a:rPr>
              <a:t>it</a:t>
            </a:r>
            <a:r>
              <a:rPr sz="2400" spc="-25" dirty="0">
                <a:solidFill>
                  <a:srgbClr val="3F3F3F"/>
                </a:solidFill>
                <a:latin typeface="Calibri"/>
                <a:cs typeface="Calibri"/>
              </a:rPr>
              <a:t> </a:t>
            </a:r>
            <a:r>
              <a:rPr sz="2400" spc="-5" dirty="0">
                <a:solidFill>
                  <a:srgbClr val="3F3F3F"/>
                </a:solidFill>
                <a:latin typeface="Calibri"/>
                <a:cs typeface="Calibri"/>
              </a:rPr>
              <a:t>is</a:t>
            </a:r>
            <a:r>
              <a:rPr sz="2400" spc="-15" dirty="0">
                <a:solidFill>
                  <a:srgbClr val="3F3F3F"/>
                </a:solidFill>
                <a:latin typeface="Calibri"/>
                <a:cs typeface="Calibri"/>
              </a:rPr>
              <a:t> </a:t>
            </a:r>
            <a:r>
              <a:rPr sz="2400" spc="-5" dirty="0">
                <a:solidFill>
                  <a:srgbClr val="3F3F3F"/>
                </a:solidFill>
                <a:latin typeface="Calibri"/>
                <a:cs typeface="Calibri"/>
              </a:rPr>
              <a:t>the</a:t>
            </a:r>
            <a:r>
              <a:rPr sz="2400" spc="-20" dirty="0">
                <a:solidFill>
                  <a:srgbClr val="3F3F3F"/>
                </a:solidFill>
                <a:latin typeface="Calibri"/>
                <a:cs typeface="Calibri"/>
              </a:rPr>
              <a:t> </a:t>
            </a:r>
            <a:r>
              <a:rPr sz="2400" spc="-15" dirty="0">
                <a:solidFill>
                  <a:srgbClr val="3F3F3F"/>
                </a:solidFill>
                <a:latin typeface="Calibri"/>
                <a:cs typeface="Calibri"/>
              </a:rPr>
              <a:t>first</a:t>
            </a:r>
            <a:r>
              <a:rPr sz="2400" spc="-20" dirty="0">
                <a:solidFill>
                  <a:srgbClr val="3F3F3F"/>
                </a:solidFill>
                <a:latin typeface="Calibri"/>
                <a:cs typeface="Calibri"/>
              </a:rPr>
              <a:t> </a:t>
            </a:r>
            <a:r>
              <a:rPr sz="2400" spc="-10" dirty="0">
                <a:solidFill>
                  <a:srgbClr val="3F3F3F"/>
                </a:solidFill>
                <a:latin typeface="Calibri"/>
                <a:cs typeface="Calibri"/>
              </a:rPr>
              <a:t>fragment.</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105015"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r>
              <a:rPr sz="4800" spc="-95" dirty="0"/>
              <a:t> </a:t>
            </a:r>
            <a:r>
              <a:rPr sz="4800" dirty="0"/>
              <a:t>-</a:t>
            </a:r>
            <a:r>
              <a:rPr sz="4800" spc="-114" dirty="0"/>
              <a:t> </a:t>
            </a:r>
            <a:r>
              <a:rPr sz="4800" spc="-50" dirty="0"/>
              <a:t>example</a:t>
            </a:r>
            <a:endParaRPr sz="4800"/>
          </a:p>
        </p:txBody>
      </p:sp>
      <p:sp>
        <p:nvSpPr>
          <p:cNvPr id="3" name="object 3"/>
          <p:cNvSpPr txBox="1"/>
          <p:nvPr/>
        </p:nvSpPr>
        <p:spPr>
          <a:xfrm>
            <a:off x="697667" y="1769826"/>
            <a:ext cx="8713470" cy="3073400"/>
          </a:xfrm>
          <a:prstGeom prst="rect">
            <a:avLst/>
          </a:prstGeom>
        </p:spPr>
        <p:txBody>
          <a:bodyPr vert="horz" wrap="square" lIns="0" tIns="60960" rIns="0" bIns="0" rtlCol="0">
            <a:spAutoFit/>
          </a:bodyPr>
          <a:lstStyle/>
          <a:p>
            <a:pPr marL="189230" marR="15875" indent="-177165" algn="just">
              <a:lnSpc>
                <a:spcPts val="3020"/>
              </a:lnSpc>
              <a:spcBef>
                <a:spcPts val="480"/>
              </a:spcBef>
              <a:buClr>
                <a:srgbClr val="1CACE4"/>
              </a:buClr>
              <a:buFont typeface="Arial MT"/>
              <a:buChar char="•"/>
              <a:tabLst>
                <a:tab pos="189865" algn="l"/>
              </a:tabLst>
            </a:pPr>
            <a:r>
              <a:rPr sz="2800" spc="-5" dirty="0">
                <a:solidFill>
                  <a:srgbClr val="3F3F3F"/>
                </a:solidFill>
                <a:latin typeface="Calibri"/>
                <a:cs typeface="Calibri"/>
              </a:rPr>
              <a:t>A </a:t>
            </a:r>
            <a:r>
              <a:rPr sz="2800" spc="-20" dirty="0">
                <a:solidFill>
                  <a:srgbClr val="3F3F3F"/>
                </a:solidFill>
                <a:latin typeface="Calibri"/>
                <a:cs typeface="Calibri"/>
              </a:rPr>
              <a:t>packet </a:t>
            </a:r>
            <a:r>
              <a:rPr sz="2800" spc="-5" dirty="0">
                <a:solidFill>
                  <a:srgbClr val="3F3F3F"/>
                </a:solidFill>
                <a:latin typeface="Calibri"/>
                <a:cs typeface="Calibri"/>
              </a:rPr>
              <a:t>has </a:t>
            </a:r>
            <a:r>
              <a:rPr sz="2800" spc="-10" dirty="0">
                <a:solidFill>
                  <a:srgbClr val="3F3F3F"/>
                </a:solidFill>
                <a:latin typeface="Calibri"/>
                <a:cs typeface="Calibri"/>
              </a:rPr>
              <a:t>arrived in </a:t>
            </a:r>
            <a:r>
              <a:rPr sz="2800" spc="-5" dirty="0">
                <a:solidFill>
                  <a:srgbClr val="3F3F3F"/>
                </a:solidFill>
                <a:latin typeface="Calibri"/>
                <a:cs typeface="Calibri"/>
              </a:rPr>
              <a:t>which </a:t>
            </a:r>
            <a:r>
              <a:rPr sz="2800" spc="-10" dirty="0">
                <a:solidFill>
                  <a:srgbClr val="3F3F3F"/>
                </a:solidFill>
                <a:latin typeface="Calibri"/>
                <a:cs typeface="Calibri"/>
              </a:rPr>
              <a:t>the </a:t>
            </a:r>
            <a:r>
              <a:rPr sz="2800" spc="-20" dirty="0">
                <a:solidFill>
                  <a:srgbClr val="3F3F3F"/>
                </a:solidFill>
                <a:latin typeface="Calibri"/>
                <a:cs typeface="Calibri"/>
              </a:rPr>
              <a:t>offset </a:t>
            </a:r>
            <a:r>
              <a:rPr sz="2800" spc="-15" dirty="0">
                <a:solidFill>
                  <a:srgbClr val="3F3F3F"/>
                </a:solidFill>
                <a:latin typeface="Calibri"/>
                <a:cs typeface="Calibri"/>
              </a:rPr>
              <a:t>value </a:t>
            </a:r>
            <a:r>
              <a:rPr sz="2800" spc="-10" dirty="0">
                <a:solidFill>
                  <a:srgbClr val="3F3F3F"/>
                </a:solidFill>
                <a:latin typeface="Calibri"/>
                <a:cs typeface="Calibri"/>
              </a:rPr>
              <a:t>is 100. What </a:t>
            </a:r>
            <a:r>
              <a:rPr sz="2800" spc="-5" dirty="0">
                <a:solidFill>
                  <a:srgbClr val="3F3F3F"/>
                </a:solidFill>
                <a:latin typeface="Calibri"/>
                <a:cs typeface="Calibri"/>
              </a:rPr>
              <a:t> </a:t>
            </a:r>
            <a:r>
              <a:rPr sz="2800" spc="-10" dirty="0">
                <a:solidFill>
                  <a:srgbClr val="3F3F3F"/>
                </a:solidFill>
                <a:latin typeface="Calibri"/>
                <a:cs typeface="Calibri"/>
              </a:rPr>
              <a:t>is the number </a:t>
            </a:r>
            <a:r>
              <a:rPr sz="2800" spc="-5" dirty="0">
                <a:solidFill>
                  <a:srgbClr val="3F3F3F"/>
                </a:solidFill>
                <a:latin typeface="Calibri"/>
                <a:cs typeface="Calibri"/>
              </a:rPr>
              <a:t>of </a:t>
            </a:r>
            <a:r>
              <a:rPr sz="2800" spc="-10" dirty="0">
                <a:solidFill>
                  <a:srgbClr val="3F3F3F"/>
                </a:solidFill>
                <a:latin typeface="Calibri"/>
                <a:cs typeface="Calibri"/>
              </a:rPr>
              <a:t>the </a:t>
            </a:r>
            <a:r>
              <a:rPr sz="2800" spc="-25" dirty="0">
                <a:solidFill>
                  <a:srgbClr val="3F3F3F"/>
                </a:solidFill>
                <a:latin typeface="Calibri"/>
                <a:cs typeface="Calibri"/>
              </a:rPr>
              <a:t>first </a:t>
            </a:r>
            <a:r>
              <a:rPr sz="2800" spc="-15" dirty="0">
                <a:solidFill>
                  <a:srgbClr val="3F3F3F"/>
                </a:solidFill>
                <a:latin typeface="Calibri"/>
                <a:cs typeface="Calibri"/>
              </a:rPr>
              <a:t>byte? </a:t>
            </a:r>
            <a:r>
              <a:rPr sz="2800" spc="-5" dirty="0">
                <a:solidFill>
                  <a:srgbClr val="3F3F3F"/>
                </a:solidFill>
                <a:latin typeface="Calibri"/>
                <a:cs typeface="Calibri"/>
              </a:rPr>
              <a:t>Do </a:t>
            </a:r>
            <a:r>
              <a:rPr sz="2800" spc="-15" dirty="0">
                <a:solidFill>
                  <a:srgbClr val="3F3F3F"/>
                </a:solidFill>
                <a:latin typeface="Calibri"/>
                <a:cs typeface="Calibri"/>
              </a:rPr>
              <a:t>we </a:t>
            </a:r>
            <a:r>
              <a:rPr sz="2800" spc="-10" dirty="0">
                <a:solidFill>
                  <a:srgbClr val="3F3F3F"/>
                </a:solidFill>
                <a:latin typeface="Calibri"/>
                <a:cs typeface="Calibri"/>
              </a:rPr>
              <a:t>know the number of </a:t>
            </a:r>
            <a:r>
              <a:rPr sz="2800" spc="-620" dirty="0">
                <a:solidFill>
                  <a:srgbClr val="3F3F3F"/>
                </a:solidFill>
                <a:latin typeface="Calibri"/>
                <a:cs typeface="Calibri"/>
              </a:rPr>
              <a:t> </a:t>
            </a:r>
            <a:r>
              <a:rPr sz="2800" spc="-10" dirty="0">
                <a:solidFill>
                  <a:srgbClr val="3F3F3F"/>
                </a:solidFill>
                <a:latin typeface="Calibri"/>
                <a:cs typeface="Calibri"/>
              </a:rPr>
              <a:t>the </a:t>
            </a:r>
            <a:r>
              <a:rPr sz="2800" spc="-15" dirty="0">
                <a:solidFill>
                  <a:srgbClr val="3F3F3F"/>
                </a:solidFill>
                <a:latin typeface="Calibri"/>
                <a:cs typeface="Calibri"/>
              </a:rPr>
              <a:t>last</a:t>
            </a:r>
            <a:r>
              <a:rPr sz="2800" spc="5" dirty="0">
                <a:solidFill>
                  <a:srgbClr val="3F3F3F"/>
                </a:solidFill>
                <a:latin typeface="Calibri"/>
                <a:cs typeface="Calibri"/>
              </a:rPr>
              <a:t> </a:t>
            </a:r>
            <a:r>
              <a:rPr sz="2800" spc="-15" dirty="0">
                <a:solidFill>
                  <a:srgbClr val="3F3F3F"/>
                </a:solidFill>
                <a:latin typeface="Calibri"/>
                <a:cs typeface="Calibri"/>
              </a:rPr>
              <a:t>byte?</a:t>
            </a:r>
            <a:endParaRPr sz="2800">
              <a:latin typeface="Calibri"/>
              <a:cs typeface="Calibri"/>
            </a:endParaRPr>
          </a:p>
          <a:p>
            <a:pPr marL="419100" marR="5080" lvl="1" indent="-182880">
              <a:lnSpc>
                <a:spcPts val="2590"/>
              </a:lnSpc>
              <a:spcBef>
                <a:spcPts val="439"/>
              </a:spcBef>
              <a:buClr>
                <a:srgbClr val="1CACE4"/>
              </a:buClr>
              <a:buChar char="◦"/>
              <a:tabLst>
                <a:tab pos="419734" algn="l"/>
              </a:tabLst>
            </a:pPr>
            <a:r>
              <a:rPr sz="2400" spc="-114" dirty="0">
                <a:solidFill>
                  <a:srgbClr val="3F3F3F"/>
                </a:solidFill>
                <a:latin typeface="Calibri"/>
                <a:cs typeface="Calibri"/>
              </a:rPr>
              <a:t>To</a:t>
            </a:r>
            <a:r>
              <a:rPr sz="2400" spc="-15" dirty="0">
                <a:solidFill>
                  <a:srgbClr val="3F3F3F"/>
                </a:solidFill>
                <a:latin typeface="Calibri"/>
                <a:cs typeface="Calibri"/>
              </a:rPr>
              <a:t> </a:t>
            </a:r>
            <a:r>
              <a:rPr sz="2400" spc="-5" dirty="0">
                <a:solidFill>
                  <a:srgbClr val="3F3F3F"/>
                </a:solidFill>
                <a:latin typeface="Calibri"/>
                <a:cs typeface="Calibri"/>
              </a:rPr>
              <a:t>find</a:t>
            </a:r>
            <a:r>
              <a:rPr sz="2400" spc="5" dirty="0">
                <a:solidFill>
                  <a:srgbClr val="3F3F3F"/>
                </a:solidFill>
                <a:latin typeface="Calibri"/>
                <a:cs typeface="Calibri"/>
              </a:rPr>
              <a:t> </a:t>
            </a:r>
            <a:r>
              <a:rPr sz="2400" spc="-5" dirty="0">
                <a:solidFill>
                  <a:srgbClr val="3F3F3F"/>
                </a:solidFill>
                <a:latin typeface="Calibri"/>
                <a:cs typeface="Calibri"/>
              </a:rPr>
              <a:t>the</a:t>
            </a:r>
            <a:r>
              <a:rPr sz="2400" spc="-20" dirty="0">
                <a:solidFill>
                  <a:srgbClr val="3F3F3F"/>
                </a:solidFill>
                <a:latin typeface="Calibri"/>
                <a:cs typeface="Calibri"/>
              </a:rPr>
              <a:t> </a:t>
            </a:r>
            <a:r>
              <a:rPr sz="2400" spc="-5" dirty="0">
                <a:solidFill>
                  <a:srgbClr val="3F3F3F"/>
                </a:solidFill>
                <a:latin typeface="Calibri"/>
                <a:cs typeface="Calibri"/>
              </a:rPr>
              <a:t>number of</a:t>
            </a:r>
            <a:r>
              <a:rPr sz="2400" spc="-1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first</a:t>
            </a:r>
            <a:r>
              <a:rPr sz="2400" spc="-25" dirty="0">
                <a:solidFill>
                  <a:srgbClr val="3F3F3F"/>
                </a:solidFill>
                <a:latin typeface="Calibri"/>
                <a:cs typeface="Calibri"/>
              </a:rPr>
              <a:t> </a:t>
            </a:r>
            <a:r>
              <a:rPr sz="2400" spc="-5" dirty="0">
                <a:solidFill>
                  <a:srgbClr val="3F3F3F"/>
                </a:solidFill>
                <a:latin typeface="Calibri"/>
                <a:cs typeface="Calibri"/>
              </a:rPr>
              <a:t>byte,</a:t>
            </a:r>
            <a:r>
              <a:rPr sz="2400" spc="-20" dirty="0">
                <a:solidFill>
                  <a:srgbClr val="3F3F3F"/>
                </a:solidFill>
                <a:latin typeface="Calibri"/>
                <a:cs typeface="Calibri"/>
              </a:rPr>
              <a:t> </a:t>
            </a:r>
            <a:r>
              <a:rPr sz="2400" spc="-15" dirty="0">
                <a:solidFill>
                  <a:srgbClr val="3F3F3F"/>
                </a:solidFill>
                <a:latin typeface="Calibri"/>
                <a:cs typeface="Calibri"/>
              </a:rPr>
              <a:t>we</a:t>
            </a:r>
            <a:r>
              <a:rPr sz="2400" spc="-5" dirty="0">
                <a:solidFill>
                  <a:srgbClr val="3F3F3F"/>
                </a:solidFill>
                <a:latin typeface="Calibri"/>
                <a:cs typeface="Calibri"/>
              </a:rPr>
              <a:t> multiply</a:t>
            </a:r>
            <a:r>
              <a:rPr sz="2400" spc="-25"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offset</a:t>
            </a:r>
            <a:r>
              <a:rPr sz="2400" spc="-5" dirty="0">
                <a:solidFill>
                  <a:srgbClr val="3F3F3F"/>
                </a:solidFill>
                <a:latin typeface="Calibri"/>
                <a:cs typeface="Calibri"/>
              </a:rPr>
              <a:t> </a:t>
            </a:r>
            <a:r>
              <a:rPr sz="2400" spc="-10" dirty="0">
                <a:solidFill>
                  <a:srgbClr val="3F3F3F"/>
                </a:solidFill>
                <a:latin typeface="Calibri"/>
                <a:cs typeface="Calibri"/>
              </a:rPr>
              <a:t>value</a:t>
            </a:r>
            <a:r>
              <a:rPr sz="2400" dirty="0">
                <a:solidFill>
                  <a:srgbClr val="3F3F3F"/>
                </a:solidFill>
                <a:latin typeface="Calibri"/>
                <a:cs typeface="Calibri"/>
              </a:rPr>
              <a:t> </a:t>
            </a:r>
            <a:r>
              <a:rPr sz="2400" spc="-10" dirty="0">
                <a:solidFill>
                  <a:srgbClr val="3F3F3F"/>
                </a:solidFill>
                <a:latin typeface="Calibri"/>
                <a:cs typeface="Calibri"/>
              </a:rPr>
              <a:t>by </a:t>
            </a:r>
            <a:r>
              <a:rPr sz="2400" spc="-530" dirty="0">
                <a:solidFill>
                  <a:srgbClr val="3F3F3F"/>
                </a:solidFill>
                <a:latin typeface="Calibri"/>
                <a:cs typeface="Calibri"/>
              </a:rPr>
              <a:t> </a:t>
            </a:r>
            <a:r>
              <a:rPr sz="2400" spc="-5" dirty="0">
                <a:solidFill>
                  <a:srgbClr val="3F3F3F"/>
                </a:solidFill>
                <a:latin typeface="Calibri"/>
                <a:cs typeface="Calibri"/>
              </a:rPr>
              <a:t>8.</a:t>
            </a:r>
            <a:endParaRPr sz="2400">
              <a:latin typeface="Calibri"/>
              <a:cs typeface="Calibri"/>
            </a:endParaRPr>
          </a:p>
          <a:p>
            <a:pPr marL="419100" lvl="1" indent="-183515">
              <a:lnSpc>
                <a:spcPct val="100000"/>
              </a:lnSpc>
              <a:spcBef>
                <a:spcPts val="275"/>
              </a:spcBef>
              <a:buClr>
                <a:srgbClr val="1CACE4"/>
              </a:buClr>
              <a:buChar char="◦"/>
              <a:tabLst>
                <a:tab pos="419734" algn="l"/>
              </a:tabLst>
            </a:pPr>
            <a:r>
              <a:rPr sz="2400" spc="-5" dirty="0">
                <a:solidFill>
                  <a:srgbClr val="3F3F3F"/>
                </a:solidFill>
                <a:latin typeface="Calibri"/>
                <a:cs typeface="Calibri"/>
              </a:rPr>
              <a:t>This</a:t>
            </a:r>
            <a:r>
              <a:rPr sz="2400" spc="-20" dirty="0">
                <a:solidFill>
                  <a:srgbClr val="3F3F3F"/>
                </a:solidFill>
                <a:latin typeface="Calibri"/>
                <a:cs typeface="Calibri"/>
              </a:rPr>
              <a:t> </a:t>
            </a:r>
            <a:r>
              <a:rPr sz="2400" dirty="0">
                <a:solidFill>
                  <a:srgbClr val="3F3F3F"/>
                </a:solidFill>
                <a:latin typeface="Calibri"/>
                <a:cs typeface="Calibri"/>
              </a:rPr>
              <a:t>means</a:t>
            </a:r>
            <a:r>
              <a:rPr sz="2400" spc="-25" dirty="0">
                <a:solidFill>
                  <a:srgbClr val="3F3F3F"/>
                </a:solidFill>
                <a:latin typeface="Calibri"/>
                <a:cs typeface="Calibri"/>
              </a:rPr>
              <a:t> </a:t>
            </a:r>
            <a:r>
              <a:rPr sz="2400" spc="-10" dirty="0">
                <a:solidFill>
                  <a:srgbClr val="3F3F3F"/>
                </a:solidFill>
                <a:latin typeface="Calibri"/>
                <a:cs typeface="Calibri"/>
              </a:rPr>
              <a:t>that</a:t>
            </a:r>
            <a:r>
              <a:rPr sz="2400" spc="-15" dirty="0">
                <a:solidFill>
                  <a:srgbClr val="3F3F3F"/>
                </a:solidFill>
                <a:latin typeface="Calibri"/>
                <a:cs typeface="Calibri"/>
              </a:rPr>
              <a:t> </a:t>
            </a:r>
            <a:r>
              <a:rPr sz="2400" spc="-5" dirty="0">
                <a:solidFill>
                  <a:srgbClr val="3F3F3F"/>
                </a:solidFill>
                <a:latin typeface="Calibri"/>
                <a:cs typeface="Calibri"/>
              </a:rPr>
              <a:t>the</a:t>
            </a:r>
            <a:r>
              <a:rPr sz="2400" spc="-20" dirty="0">
                <a:solidFill>
                  <a:srgbClr val="3F3F3F"/>
                </a:solidFill>
                <a:latin typeface="Calibri"/>
                <a:cs typeface="Calibri"/>
              </a:rPr>
              <a:t> </a:t>
            </a:r>
            <a:r>
              <a:rPr sz="2400" spc="-15" dirty="0">
                <a:solidFill>
                  <a:srgbClr val="3F3F3F"/>
                </a:solidFill>
                <a:latin typeface="Calibri"/>
                <a:cs typeface="Calibri"/>
              </a:rPr>
              <a:t>first</a:t>
            </a:r>
            <a:r>
              <a:rPr sz="2400" spc="-25" dirty="0">
                <a:solidFill>
                  <a:srgbClr val="3F3F3F"/>
                </a:solidFill>
                <a:latin typeface="Calibri"/>
                <a:cs typeface="Calibri"/>
              </a:rPr>
              <a:t> </a:t>
            </a:r>
            <a:r>
              <a:rPr sz="2400" spc="-10" dirty="0">
                <a:solidFill>
                  <a:srgbClr val="3F3F3F"/>
                </a:solidFill>
                <a:latin typeface="Calibri"/>
                <a:cs typeface="Calibri"/>
              </a:rPr>
              <a:t>byte</a:t>
            </a:r>
            <a:r>
              <a:rPr sz="2400" spc="-20" dirty="0">
                <a:solidFill>
                  <a:srgbClr val="3F3F3F"/>
                </a:solidFill>
                <a:latin typeface="Calibri"/>
                <a:cs typeface="Calibri"/>
              </a:rPr>
              <a:t> </a:t>
            </a:r>
            <a:r>
              <a:rPr sz="2400" spc="-5" dirty="0">
                <a:solidFill>
                  <a:srgbClr val="3F3F3F"/>
                </a:solidFill>
                <a:latin typeface="Calibri"/>
                <a:cs typeface="Calibri"/>
              </a:rPr>
              <a:t>number</a:t>
            </a:r>
            <a:r>
              <a:rPr sz="2400" spc="-10" dirty="0">
                <a:solidFill>
                  <a:srgbClr val="3F3F3F"/>
                </a:solidFill>
                <a:latin typeface="Calibri"/>
                <a:cs typeface="Calibri"/>
              </a:rPr>
              <a:t> </a:t>
            </a:r>
            <a:r>
              <a:rPr sz="2400" spc="-5" dirty="0">
                <a:solidFill>
                  <a:srgbClr val="3F3F3F"/>
                </a:solidFill>
                <a:latin typeface="Calibri"/>
                <a:cs typeface="Calibri"/>
              </a:rPr>
              <a:t>is</a:t>
            </a:r>
            <a:r>
              <a:rPr sz="2400" spc="-15" dirty="0">
                <a:solidFill>
                  <a:srgbClr val="3F3F3F"/>
                </a:solidFill>
                <a:latin typeface="Calibri"/>
                <a:cs typeface="Calibri"/>
              </a:rPr>
              <a:t> </a:t>
            </a:r>
            <a:r>
              <a:rPr sz="2400" spc="-5" dirty="0">
                <a:solidFill>
                  <a:srgbClr val="3F3F3F"/>
                </a:solidFill>
                <a:latin typeface="Calibri"/>
                <a:cs typeface="Calibri"/>
              </a:rPr>
              <a:t>800.</a:t>
            </a:r>
            <a:endParaRPr sz="2400">
              <a:latin typeface="Calibri"/>
              <a:cs typeface="Calibri"/>
            </a:endParaRPr>
          </a:p>
          <a:p>
            <a:pPr marL="419100" marR="113664" lvl="1" indent="-182880">
              <a:lnSpc>
                <a:spcPts val="2590"/>
              </a:lnSpc>
              <a:spcBef>
                <a:spcPts val="640"/>
              </a:spcBef>
              <a:buClr>
                <a:srgbClr val="1CACE4"/>
              </a:buClr>
              <a:buChar char="◦"/>
              <a:tabLst>
                <a:tab pos="419734" algn="l"/>
              </a:tabLst>
            </a:pPr>
            <a:r>
              <a:rPr sz="2400" spc="-45" dirty="0">
                <a:solidFill>
                  <a:srgbClr val="3F3F3F"/>
                </a:solidFill>
                <a:latin typeface="Calibri"/>
                <a:cs typeface="Calibri"/>
              </a:rPr>
              <a:t>We</a:t>
            </a:r>
            <a:r>
              <a:rPr sz="2400" spc="-15" dirty="0">
                <a:solidFill>
                  <a:srgbClr val="3F3F3F"/>
                </a:solidFill>
                <a:latin typeface="Calibri"/>
                <a:cs typeface="Calibri"/>
              </a:rPr>
              <a:t> </a:t>
            </a:r>
            <a:r>
              <a:rPr sz="2400" spc="-5" dirty="0">
                <a:solidFill>
                  <a:srgbClr val="3F3F3F"/>
                </a:solidFill>
                <a:latin typeface="Calibri"/>
                <a:cs typeface="Calibri"/>
              </a:rPr>
              <a:t>cannot</a:t>
            </a:r>
            <a:r>
              <a:rPr sz="2400" spc="-20" dirty="0">
                <a:solidFill>
                  <a:srgbClr val="3F3F3F"/>
                </a:solidFill>
                <a:latin typeface="Calibri"/>
                <a:cs typeface="Calibri"/>
              </a:rPr>
              <a:t> </a:t>
            </a:r>
            <a:r>
              <a:rPr sz="2400" spc="-10" dirty="0">
                <a:solidFill>
                  <a:srgbClr val="3F3F3F"/>
                </a:solidFill>
                <a:latin typeface="Calibri"/>
                <a:cs typeface="Calibri"/>
              </a:rPr>
              <a:t>determine</a:t>
            </a:r>
            <a:r>
              <a:rPr sz="2400" spc="-15"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5" dirty="0">
                <a:solidFill>
                  <a:srgbClr val="3F3F3F"/>
                </a:solidFill>
                <a:latin typeface="Calibri"/>
                <a:cs typeface="Calibri"/>
              </a:rPr>
              <a:t>number</a:t>
            </a:r>
            <a:r>
              <a:rPr sz="2400" spc="-15"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10" dirty="0">
                <a:solidFill>
                  <a:srgbClr val="3F3F3F"/>
                </a:solidFill>
                <a:latin typeface="Calibri"/>
                <a:cs typeface="Calibri"/>
              </a:rPr>
              <a:t>last</a:t>
            </a:r>
            <a:r>
              <a:rPr sz="2400" spc="-15" dirty="0">
                <a:solidFill>
                  <a:srgbClr val="3F3F3F"/>
                </a:solidFill>
                <a:latin typeface="Calibri"/>
                <a:cs typeface="Calibri"/>
              </a:rPr>
              <a:t> </a:t>
            </a:r>
            <a:r>
              <a:rPr sz="2400" spc="-10" dirty="0">
                <a:solidFill>
                  <a:srgbClr val="3F3F3F"/>
                </a:solidFill>
                <a:latin typeface="Calibri"/>
                <a:cs typeface="Calibri"/>
              </a:rPr>
              <a:t>byte</a:t>
            </a:r>
            <a:r>
              <a:rPr sz="2400" spc="-15" dirty="0">
                <a:solidFill>
                  <a:srgbClr val="3F3F3F"/>
                </a:solidFill>
                <a:latin typeface="Calibri"/>
                <a:cs typeface="Calibri"/>
              </a:rPr>
              <a:t> </a:t>
            </a:r>
            <a:r>
              <a:rPr sz="2400" spc="-5" dirty="0">
                <a:solidFill>
                  <a:srgbClr val="3F3F3F"/>
                </a:solidFill>
                <a:latin typeface="Calibri"/>
                <a:cs typeface="Calibri"/>
              </a:rPr>
              <a:t>unless</a:t>
            </a:r>
            <a:r>
              <a:rPr sz="2400" dirty="0">
                <a:solidFill>
                  <a:srgbClr val="3F3F3F"/>
                </a:solidFill>
                <a:latin typeface="Calibri"/>
                <a:cs typeface="Calibri"/>
              </a:rPr>
              <a:t> </a:t>
            </a:r>
            <a:r>
              <a:rPr sz="2400" spc="-15" dirty="0">
                <a:solidFill>
                  <a:srgbClr val="3F3F3F"/>
                </a:solidFill>
                <a:latin typeface="Calibri"/>
                <a:cs typeface="Calibri"/>
              </a:rPr>
              <a:t>we </a:t>
            </a:r>
            <a:r>
              <a:rPr sz="2400" spc="-10" dirty="0">
                <a:solidFill>
                  <a:srgbClr val="3F3F3F"/>
                </a:solidFill>
                <a:latin typeface="Calibri"/>
                <a:cs typeface="Calibri"/>
              </a:rPr>
              <a:t>know </a:t>
            </a:r>
            <a:r>
              <a:rPr sz="2400" spc="-525" dirty="0">
                <a:solidFill>
                  <a:srgbClr val="3F3F3F"/>
                </a:solidFill>
                <a:latin typeface="Calibri"/>
                <a:cs typeface="Calibri"/>
              </a:rPr>
              <a:t> </a:t>
            </a:r>
            <a:r>
              <a:rPr sz="2400" spc="-5" dirty="0">
                <a:solidFill>
                  <a:srgbClr val="3F3F3F"/>
                </a:solidFill>
                <a:latin typeface="Calibri"/>
                <a:cs typeface="Calibri"/>
              </a:rPr>
              <a:t>the</a:t>
            </a:r>
            <a:r>
              <a:rPr sz="2400" spc="-20" dirty="0">
                <a:solidFill>
                  <a:srgbClr val="3F3F3F"/>
                </a:solidFill>
                <a:latin typeface="Calibri"/>
                <a:cs typeface="Calibri"/>
              </a:rPr>
              <a:t> </a:t>
            </a:r>
            <a:r>
              <a:rPr sz="2400" spc="-10" dirty="0">
                <a:solidFill>
                  <a:srgbClr val="3F3F3F"/>
                </a:solidFill>
                <a:latin typeface="Calibri"/>
                <a:cs typeface="Calibri"/>
              </a:rPr>
              <a:t>length</a:t>
            </a:r>
            <a:r>
              <a:rPr sz="2400" spc="-2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data.</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51</a:t>
            </a:fld>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105015" cy="756920"/>
          </a:xfrm>
          <a:prstGeom prst="rect">
            <a:avLst/>
          </a:prstGeom>
        </p:spPr>
        <p:txBody>
          <a:bodyPr vert="horz" wrap="square" lIns="0" tIns="12700" rIns="0" bIns="0" rtlCol="0">
            <a:spAutoFit/>
          </a:bodyPr>
          <a:lstStyle/>
          <a:p>
            <a:pPr marL="12700">
              <a:lnSpc>
                <a:spcPct val="100000"/>
              </a:lnSpc>
              <a:spcBef>
                <a:spcPts val="100"/>
              </a:spcBef>
            </a:pPr>
            <a:r>
              <a:rPr sz="4800" spc="-50" dirty="0"/>
              <a:t>Fragmentation</a:t>
            </a:r>
            <a:r>
              <a:rPr sz="4800" spc="-95" dirty="0"/>
              <a:t> </a:t>
            </a:r>
            <a:r>
              <a:rPr sz="4800" dirty="0"/>
              <a:t>-</a:t>
            </a:r>
            <a:r>
              <a:rPr sz="4800" spc="-114" dirty="0"/>
              <a:t> </a:t>
            </a:r>
            <a:r>
              <a:rPr sz="4800" spc="-50" dirty="0"/>
              <a:t>example</a:t>
            </a:r>
            <a:endParaRPr sz="4800"/>
          </a:p>
        </p:txBody>
      </p:sp>
      <p:sp>
        <p:nvSpPr>
          <p:cNvPr id="3" name="object 3"/>
          <p:cNvSpPr txBox="1"/>
          <p:nvPr/>
        </p:nvSpPr>
        <p:spPr>
          <a:xfrm>
            <a:off x="697667" y="1769826"/>
            <a:ext cx="8667115" cy="3128645"/>
          </a:xfrm>
          <a:prstGeom prst="rect">
            <a:avLst/>
          </a:prstGeom>
        </p:spPr>
        <p:txBody>
          <a:bodyPr vert="horz" wrap="square" lIns="0" tIns="60960" rIns="0" bIns="0" rtlCol="0">
            <a:spAutoFit/>
          </a:bodyPr>
          <a:lstStyle/>
          <a:p>
            <a:pPr marL="189230" marR="89535" indent="-177165">
              <a:lnSpc>
                <a:spcPts val="3020"/>
              </a:lnSpc>
              <a:spcBef>
                <a:spcPts val="480"/>
              </a:spcBef>
              <a:buClr>
                <a:srgbClr val="1CACE4"/>
              </a:buClr>
              <a:buFont typeface="Arial MT"/>
              <a:buChar char="•"/>
              <a:tabLst>
                <a:tab pos="189865" algn="l"/>
              </a:tabLst>
            </a:pPr>
            <a:r>
              <a:rPr sz="2800" spc="-5" dirty="0">
                <a:solidFill>
                  <a:srgbClr val="3F3F3F"/>
                </a:solidFill>
                <a:latin typeface="Calibri"/>
                <a:cs typeface="Calibri"/>
              </a:rPr>
              <a:t>A </a:t>
            </a:r>
            <a:r>
              <a:rPr sz="2800" spc="-20" dirty="0">
                <a:solidFill>
                  <a:srgbClr val="3F3F3F"/>
                </a:solidFill>
                <a:latin typeface="Calibri"/>
                <a:cs typeface="Calibri"/>
              </a:rPr>
              <a:t>packet</a:t>
            </a:r>
            <a:r>
              <a:rPr sz="2800" spc="-15" dirty="0">
                <a:solidFill>
                  <a:srgbClr val="3F3F3F"/>
                </a:solidFill>
                <a:latin typeface="Calibri"/>
                <a:cs typeface="Calibri"/>
              </a:rPr>
              <a:t> </a:t>
            </a:r>
            <a:r>
              <a:rPr sz="2800" spc="-5" dirty="0">
                <a:solidFill>
                  <a:srgbClr val="3F3F3F"/>
                </a:solidFill>
                <a:latin typeface="Calibri"/>
                <a:cs typeface="Calibri"/>
              </a:rPr>
              <a:t>has</a:t>
            </a:r>
            <a:r>
              <a:rPr sz="2800" spc="10" dirty="0">
                <a:solidFill>
                  <a:srgbClr val="3F3F3F"/>
                </a:solidFill>
                <a:latin typeface="Calibri"/>
                <a:cs typeface="Calibri"/>
              </a:rPr>
              <a:t> </a:t>
            </a:r>
            <a:r>
              <a:rPr sz="2800" spc="-10" dirty="0">
                <a:solidFill>
                  <a:srgbClr val="3F3F3F"/>
                </a:solidFill>
                <a:latin typeface="Calibri"/>
                <a:cs typeface="Calibri"/>
              </a:rPr>
              <a:t>arrived</a:t>
            </a:r>
            <a:r>
              <a:rPr sz="2800" spc="5"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5" dirty="0">
                <a:solidFill>
                  <a:srgbClr val="3F3F3F"/>
                </a:solidFill>
                <a:latin typeface="Calibri"/>
                <a:cs typeface="Calibri"/>
              </a:rPr>
              <a:t>which</a:t>
            </a:r>
            <a:r>
              <a:rPr sz="2800" spc="2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0" dirty="0">
                <a:solidFill>
                  <a:srgbClr val="3F3F3F"/>
                </a:solidFill>
                <a:latin typeface="Calibri"/>
                <a:cs typeface="Calibri"/>
              </a:rPr>
              <a:t>offset</a:t>
            </a:r>
            <a:r>
              <a:rPr sz="2800" spc="-15" dirty="0">
                <a:solidFill>
                  <a:srgbClr val="3F3F3F"/>
                </a:solidFill>
                <a:latin typeface="Calibri"/>
                <a:cs typeface="Calibri"/>
              </a:rPr>
              <a:t> value</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0" dirty="0">
                <a:solidFill>
                  <a:srgbClr val="3F3F3F"/>
                </a:solidFill>
                <a:latin typeface="Calibri"/>
                <a:cs typeface="Calibri"/>
              </a:rPr>
              <a:t>100,</a:t>
            </a:r>
            <a:r>
              <a:rPr sz="2800" spc="30"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15" dirty="0">
                <a:solidFill>
                  <a:srgbClr val="3F3F3F"/>
                </a:solidFill>
                <a:latin typeface="Calibri"/>
                <a:cs typeface="Calibri"/>
              </a:rPr>
              <a:t>value</a:t>
            </a:r>
            <a:r>
              <a:rPr sz="2800" spc="-1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HLEN</a:t>
            </a:r>
            <a:r>
              <a:rPr sz="2800" spc="5"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5" dirty="0">
                <a:solidFill>
                  <a:srgbClr val="3F3F3F"/>
                </a:solidFill>
                <a:latin typeface="Calibri"/>
                <a:cs typeface="Calibri"/>
              </a:rPr>
              <a:t>5,</a:t>
            </a:r>
            <a:r>
              <a:rPr sz="2800" spc="15" dirty="0">
                <a:solidFill>
                  <a:srgbClr val="3F3F3F"/>
                </a:solidFill>
                <a:latin typeface="Calibri"/>
                <a:cs typeface="Calibri"/>
              </a:rPr>
              <a:t> </a:t>
            </a:r>
            <a:r>
              <a:rPr sz="2800" spc="-5" dirty="0">
                <a:solidFill>
                  <a:srgbClr val="3F3F3F"/>
                </a:solidFill>
                <a:latin typeface="Calibri"/>
                <a:cs typeface="Calibri"/>
              </a:rPr>
              <a:t>and</a:t>
            </a:r>
            <a:r>
              <a:rPr sz="2800" spc="1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value</a:t>
            </a:r>
            <a:r>
              <a:rPr sz="2800" spc="-5" dirty="0">
                <a:solidFill>
                  <a:srgbClr val="3F3F3F"/>
                </a:solidFill>
                <a:latin typeface="Calibri"/>
                <a:cs typeface="Calibri"/>
              </a:rPr>
              <a:t> of </a:t>
            </a:r>
            <a:r>
              <a:rPr sz="2800" spc="-10" dirty="0">
                <a:solidFill>
                  <a:srgbClr val="3F3F3F"/>
                </a:solidFill>
                <a:latin typeface="Calibri"/>
                <a:cs typeface="Calibri"/>
              </a:rPr>
              <a:t>the</a:t>
            </a:r>
            <a:r>
              <a:rPr sz="2800" dirty="0">
                <a:solidFill>
                  <a:srgbClr val="3F3F3F"/>
                </a:solidFill>
                <a:latin typeface="Calibri"/>
                <a:cs typeface="Calibri"/>
              </a:rPr>
              <a:t> </a:t>
            </a:r>
            <a:r>
              <a:rPr sz="2800" spc="-20" dirty="0">
                <a:solidFill>
                  <a:srgbClr val="3F3F3F"/>
                </a:solidFill>
                <a:latin typeface="Calibri"/>
                <a:cs typeface="Calibri"/>
              </a:rPr>
              <a:t>total</a:t>
            </a:r>
            <a:r>
              <a:rPr sz="2800" spc="-10" dirty="0">
                <a:solidFill>
                  <a:srgbClr val="3F3F3F"/>
                </a:solidFill>
                <a:latin typeface="Calibri"/>
                <a:cs typeface="Calibri"/>
              </a:rPr>
              <a:t> </a:t>
            </a:r>
            <a:r>
              <a:rPr sz="2800" spc="-15" dirty="0">
                <a:solidFill>
                  <a:srgbClr val="3F3F3F"/>
                </a:solidFill>
                <a:latin typeface="Calibri"/>
                <a:cs typeface="Calibri"/>
              </a:rPr>
              <a:t>length</a:t>
            </a:r>
            <a:r>
              <a:rPr sz="2800" spc="15" dirty="0">
                <a:solidFill>
                  <a:srgbClr val="3F3F3F"/>
                </a:solidFill>
                <a:latin typeface="Calibri"/>
                <a:cs typeface="Calibri"/>
              </a:rPr>
              <a:t> </a:t>
            </a:r>
            <a:r>
              <a:rPr sz="2800" spc="-10" dirty="0">
                <a:solidFill>
                  <a:srgbClr val="3F3F3F"/>
                </a:solidFill>
                <a:latin typeface="Calibri"/>
                <a:cs typeface="Calibri"/>
              </a:rPr>
              <a:t>field</a:t>
            </a:r>
            <a:r>
              <a:rPr sz="2800" spc="10" dirty="0">
                <a:solidFill>
                  <a:srgbClr val="3F3F3F"/>
                </a:solidFill>
                <a:latin typeface="Calibri"/>
                <a:cs typeface="Calibri"/>
              </a:rPr>
              <a:t> </a:t>
            </a:r>
            <a:r>
              <a:rPr sz="2800" spc="-10" dirty="0">
                <a:solidFill>
                  <a:srgbClr val="3F3F3F"/>
                </a:solidFill>
                <a:latin typeface="Calibri"/>
                <a:cs typeface="Calibri"/>
              </a:rPr>
              <a:t>is</a:t>
            </a:r>
            <a:endParaRPr sz="2800">
              <a:latin typeface="Calibri"/>
              <a:cs typeface="Calibri"/>
            </a:endParaRPr>
          </a:p>
          <a:p>
            <a:pPr marL="189230" marR="431165">
              <a:lnSpc>
                <a:spcPts val="3020"/>
              </a:lnSpc>
              <a:spcBef>
                <a:spcPts val="5"/>
              </a:spcBef>
            </a:pPr>
            <a:r>
              <a:rPr sz="2800" spc="-10" dirty="0">
                <a:solidFill>
                  <a:srgbClr val="3F3F3F"/>
                </a:solidFill>
                <a:latin typeface="Calibri"/>
                <a:cs typeface="Calibri"/>
              </a:rPr>
              <a:t>100.</a:t>
            </a:r>
            <a:r>
              <a:rPr sz="2800" spc="10" dirty="0">
                <a:solidFill>
                  <a:srgbClr val="3F3F3F"/>
                </a:solidFill>
                <a:latin typeface="Calibri"/>
                <a:cs typeface="Calibri"/>
              </a:rPr>
              <a:t> </a:t>
            </a:r>
            <a:r>
              <a:rPr sz="2800" spc="-10" dirty="0">
                <a:solidFill>
                  <a:srgbClr val="3F3F3F"/>
                </a:solidFill>
                <a:latin typeface="Calibri"/>
                <a:cs typeface="Calibri"/>
              </a:rPr>
              <a:t>What</a:t>
            </a:r>
            <a:r>
              <a:rPr sz="2800" spc="5" dirty="0">
                <a:solidFill>
                  <a:srgbClr val="3F3F3F"/>
                </a:solidFill>
                <a:latin typeface="Calibri"/>
                <a:cs typeface="Calibri"/>
              </a:rPr>
              <a:t> </a:t>
            </a:r>
            <a:r>
              <a:rPr sz="2800" spc="-20" dirty="0">
                <a:solidFill>
                  <a:srgbClr val="3F3F3F"/>
                </a:solidFill>
                <a:latin typeface="Calibri"/>
                <a:cs typeface="Calibri"/>
              </a:rPr>
              <a:t>are</a:t>
            </a:r>
            <a:r>
              <a:rPr sz="2800" spc="-10" dirty="0">
                <a:solidFill>
                  <a:srgbClr val="3F3F3F"/>
                </a:solidFill>
                <a:latin typeface="Calibri"/>
                <a:cs typeface="Calibri"/>
              </a:rPr>
              <a:t> the</a:t>
            </a:r>
            <a:r>
              <a:rPr sz="2800" spc="5" dirty="0">
                <a:solidFill>
                  <a:srgbClr val="3F3F3F"/>
                </a:solidFill>
                <a:latin typeface="Calibri"/>
                <a:cs typeface="Calibri"/>
              </a:rPr>
              <a:t> </a:t>
            </a:r>
            <a:r>
              <a:rPr sz="2800" spc="-15" dirty="0">
                <a:solidFill>
                  <a:srgbClr val="3F3F3F"/>
                </a:solidFill>
                <a:latin typeface="Calibri"/>
                <a:cs typeface="Calibri"/>
              </a:rPr>
              <a:t>numbers</a:t>
            </a:r>
            <a:r>
              <a:rPr sz="2800" spc="45" dirty="0">
                <a:solidFill>
                  <a:srgbClr val="3F3F3F"/>
                </a:solidFill>
                <a:latin typeface="Calibri"/>
                <a:cs typeface="Calibri"/>
              </a:rPr>
              <a:t> </a:t>
            </a:r>
            <a:r>
              <a:rPr sz="2800" spc="-5" dirty="0">
                <a:solidFill>
                  <a:srgbClr val="3F3F3F"/>
                </a:solidFill>
                <a:latin typeface="Calibri"/>
                <a:cs typeface="Calibri"/>
              </a:rPr>
              <a:t>of</a:t>
            </a:r>
            <a:r>
              <a:rPr sz="2800" spc="-1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25" dirty="0">
                <a:solidFill>
                  <a:srgbClr val="3F3F3F"/>
                </a:solidFill>
                <a:latin typeface="Calibri"/>
                <a:cs typeface="Calibri"/>
              </a:rPr>
              <a:t>first</a:t>
            </a:r>
            <a:r>
              <a:rPr sz="2800" spc="15" dirty="0">
                <a:solidFill>
                  <a:srgbClr val="3F3F3F"/>
                </a:solidFill>
                <a:latin typeface="Calibri"/>
                <a:cs typeface="Calibri"/>
              </a:rPr>
              <a:t> </a:t>
            </a:r>
            <a:r>
              <a:rPr sz="2800" spc="-15" dirty="0">
                <a:solidFill>
                  <a:srgbClr val="3F3F3F"/>
                </a:solidFill>
                <a:latin typeface="Calibri"/>
                <a:cs typeface="Calibri"/>
              </a:rPr>
              <a:t>byte</a:t>
            </a:r>
            <a:r>
              <a:rPr sz="2800" spc="-5" dirty="0">
                <a:solidFill>
                  <a:srgbClr val="3F3F3F"/>
                </a:solidFill>
                <a:latin typeface="Calibri"/>
                <a:cs typeface="Calibri"/>
              </a:rPr>
              <a:t> and</a:t>
            </a:r>
            <a:r>
              <a:rPr sz="2800" spc="20" dirty="0">
                <a:solidFill>
                  <a:srgbClr val="3F3F3F"/>
                </a:solidFill>
                <a:latin typeface="Calibri"/>
                <a:cs typeface="Calibri"/>
              </a:rPr>
              <a:t> </a:t>
            </a:r>
            <a:r>
              <a:rPr sz="2800" spc="-10" dirty="0">
                <a:solidFill>
                  <a:srgbClr val="3F3F3F"/>
                </a:solidFill>
                <a:latin typeface="Calibri"/>
                <a:cs typeface="Calibri"/>
              </a:rPr>
              <a:t>the </a:t>
            </a:r>
            <a:r>
              <a:rPr sz="2800" spc="-15" dirty="0">
                <a:solidFill>
                  <a:srgbClr val="3F3F3F"/>
                </a:solidFill>
                <a:latin typeface="Calibri"/>
                <a:cs typeface="Calibri"/>
              </a:rPr>
              <a:t>last </a:t>
            </a:r>
            <a:r>
              <a:rPr sz="2800" spc="-615" dirty="0">
                <a:solidFill>
                  <a:srgbClr val="3F3F3F"/>
                </a:solidFill>
                <a:latin typeface="Calibri"/>
                <a:cs typeface="Calibri"/>
              </a:rPr>
              <a:t> </a:t>
            </a:r>
            <a:r>
              <a:rPr sz="2800" spc="-15" dirty="0">
                <a:solidFill>
                  <a:srgbClr val="3F3F3F"/>
                </a:solidFill>
                <a:latin typeface="Calibri"/>
                <a:cs typeface="Calibri"/>
              </a:rPr>
              <a:t>byte?</a:t>
            </a:r>
            <a:endParaRPr sz="2800">
              <a:latin typeface="Calibri"/>
              <a:cs typeface="Calibri"/>
            </a:endParaRPr>
          </a:p>
          <a:p>
            <a:pPr marL="419100" indent="-183515">
              <a:lnSpc>
                <a:spcPct val="100000"/>
              </a:lnSpc>
              <a:buClr>
                <a:srgbClr val="1CACE4"/>
              </a:buClr>
              <a:buChar char="◦"/>
              <a:tabLst>
                <a:tab pos="419734" algn="l"/>
              </a:tabLst>
            </a:pPr>
            <a:r>
              <a:rPr sz="2400" spc="-10" dirty="0">
                <a:solidFill>
                  <a:srgbClr val="3F3F3F"/>
                </a:solidFill>
                <a:latin typeface="Calibri"/>
                <a:cs typeface="Calibri"/>
              </a:rPr>
              <a:t>T</a:t>
            </a:r>
            <a:r>
              <a:rPr sz="2400" spc="-5" dirty="0">
                <a:solidFill>
                  <a:srgbClr val="3F3F3F"/>
                </a:solidFill>
                <a:latin typeface="Calibri"/>
                <a:cs typeface="Calibri"/>
              </a:rPr>
              <a:t>h</a:t>
            </a:r>
            <a:r>
              <a:rPr sz="2400" dirty="0">
                <a:solidFill>
                  <a:srgbClr val="3F3F3F"/>
                </a:solidFill>
                <a:latin typeface="Calibri"/>
                <a:cs typeface="Calibri"/>
              </a:rPr>
              <a:t>e </a:t>
            </a:r>
            <a:r>
              <a:rPr sz="2400" spc="-5" dirty="0">
                <a:solidFill>
                  <a:srgbClr val="3F3F3F"/>
                </a:solidFill>
                <a:latin typeface="Calibri"/>
                <a:cs typeface="Calibri"/>
              </a:rPr>
              <a:t>fi</a:t>
            </a:r>
            <a:r>
              <a:rPr sz="2400" spc="-35" dirty="0">
                <a:solidFill>
                  <a:srgbClr val="3F3F3F"/>
                </a:solidFill>
                <a:latin typeface="Calibri"/>
                <a:cs typeface="Calibri"/>
              </a:rPr>
              <a:t>r</a:t>
            </a:r>
            <a:r>
              <a:rPr sz="2400" spc="-30" dirty="0">
                <a:solidFill>
                  <a:srgbClr val="3F3F3F"/>
                </a:solidFill>
                <a:latin typeface="Calibri"/>
                <a:cs typeface="Calibri"/>
              </a:rPr>
              <a:t>s</a:t>
            </a:r>
            <a:r>
              <a:rPr sz="2400" dirty="0">
                <a:solidFill>
                  <a:srgbClr val="3F3F3F"/>
                </a:solidFill>
                <a:latin typeface="Calibri"/>
                <a:cs typeface="Calibri"/>
              </a:rPr>
              <a:t>t</a:t>
            </a:r>
            <a:r>
              <a:rPr sz="2400" spc="-10" dirty="0">
                <a:solidFill>
                  <a:srgbClr val="3F3F3F"/>
                </a:solidFill>
                <a:latin typeface="Calibri"/>
                <a:cs typeface="Calibri"/>
              </a:rPr>
              <a:t> </a:t>
            </a:r>
            <a:r>
              <a:rPr sz="2400" spc="-15" dirty="0">
                <a:solidFill>
                  <a:srgbClr val="3F3F3F"/>
                </a:solidFill>
                <a:latin typeface="Calibri"/>
                <a:cs typeface="Calibri"/>
              </a:rPr>
              <a:t>b</a:t>
            </a:r>
            <a:r>
              <a:rPr sz="2400" spc="15" dirty="0">
                <a:solidFill>
                  <a:srgbClr val="3F3F3F"/>
                </a:solidFill>
                <a:latin typeface="Calibri"/>
                <a:cs typeface="Calibri"/>
              </a:rPr>
              <a:t>y</a:t>
            </a:r>
            <a:r>
              <a:rPr sz="2400" spc="-40" dirty="0">
                <a:solidFill>
                  <a:srgbClr val="3F3F3F"/>
                </a:solidFill>
                <a:latin typeface="Calibri"/>
                <a:cs typeface="Calibri"/>
              </a:rPr>
              <a:t>t</a:t>
            </a:r>
            <a:r>
              <a:rPr sz="2400" dirty="0">
                <a:solidFill>
                  <a:srgbClr val="3F3F3F"/>
                </a:solidFill>
                <a:latin typeface="Calibri"/>
                <a:cs typeface="Calibri"/>
              </a:rPr>
              <a:t>e </a:t>
            </a:r>
            <a:r>
              <a:rPr sz="2400" spc="-5" dirty="0">
                <a:solidFill>
                  <a:srgbClr val="3F3F3F"/>
                </a:solidFill>
                <a:latin typeface="Calibri"/>
                <a:cs typeface="Calibri"/>
              </a:rPr>
              <a:t>nu</a:t>
            </a:r>
            <a:r>
              <a:rPr sz="2400" dirty="0">
                <a:solidFill>
                  <a:srgbClr val="3F3F3F"/>
                </a:solidFill>
                <a:latin typeface="Calibri"/>
                <a:cs typeface="Calibri"/>
              </a:rPr>
              <a:t>m</a:t>
            </a:r>
            <a:r>
              <a:rPr sz="2400" spc="-5" dirty="0">
                <a:solidFill>
                  <a:srgbClr val="3F3F3F"/>
                </a:solidFill>
                <a:latin typeface="Calibri"/>
                <a:cs typeface="Calibri"/>
              </a:rPr>
              <a:t>b</a:t>
            </a:r>
            <a:r>
              <a:rPr sz="2400" dirty="0">
                <a:solidFill>
                  <a:srgbClr val="3F3F3F"/>
                </a:solidFill>
                <a:latin typeface="Calibri"/>
                <a:cs typeface="Calibri"/>
              </a:rPr>
              <a:t>er</a:t>
            </a:r>
            <a:r>
              <a:rPr sz="2400" spc="-5" dirty="0">
                <a:solidFill>
                  <a:srgbClr val="3F3F3F"/>
                </a:solidFill>
                <a:latin typeface="Calibri"/>
                <a:cs typeface="Calibri"/>
              </a:rPr>
              <a:t> i</a:t>
            </a:r>
            <a:r>
              <a:rPr sz="2400" dirty="0">
                <a:solidFill>
                  <a:srgbClr val="3F3F3F"/>
                </a:solidFill>
                <a:latin typeface="Calibri"/>
                <a:cs typeface="Calibri"/>
              </a:rPr>
              <a:t>s</a:t>
            </a:r>
            <a:r>
              <a:rPr sz="2400" spc="-20" dirty="0">
                <a:solidFill>
                  <a:srgbClr val="3F3F3F"/>
                </a:solidFill>
                <a:latin typeface="Calibri"/>
                <a:cs typeface="Calibri"/>
              </a:rPr>
              <a:t> </a:t>
            </a:r>
            <a:r>
              <a:rPr sz="2400" spc="-5" dirty="0">
                <a:solidFill>
                  <a:srgbClr val="3F3F3F"/>
                </a:solidFill>
                <a:latin typeface="Calibri"/>
                <a:cs typeface="Calibri"/>
              </a:rPr>
              <a:t>10</a:t>
            </a:r>
            <a:r>
              <a:rPr sz="2400" dirty="0">
                <a:solidFill>
                  <a:srgbClr val="3F3F3F"/>
                </a:solidFill>
                <a:latin typeface="Calibri"/>
                <a:cs typeface="Calibri"/>
              </a:rPr>
              <a:t>0</a:t>
            </a:r>
            <a:r>
              <a:rPr sz="2400" spc="10" dirty="0">
                <a:solidFill>
                  <a:srgbClr val="3F3F3F"/>
                </a:solidFill>
                <a:latin typeface="Calibri"/>
                <a:cs typeface="Calibri"/>
              </a:rPr>
              <a:t> </a:t>
            </a:r>
            <a:r>
              <a:rPr sz="2400" spc="-380" dirty="0">
                <a:solidFill>
                  <a:srgbClr val="3F3F3F"/>
                </a:solidFill>
                <a:latin typeface="Trebuchet MS"/>
                <a:cs typeface="Trebuchet MS"/>
              </a:rPr>
              <a:t>×</a:t>
            </a:r>
            <a:r>
              <a:rPr sz="2400" spc="-190" dirty="0">
                <a:solidFill>
                  <a:srgbClr val="3F3F3F"/>
                </a:solidFill>
                <a:latin typeface="Trebuchet MS"/>
                <a:cs typeface="Trebuchet MS"/>
              </a:rPr>
              <a:t> </a:t>
            </a:r>
            <a:r>
              <a:rPr sz="2400" dirty="0">
                <a:solidFill>
                  <a:srgbClr val="3F3F3F"/>
                </a:solidFill>
                <a:latin typeface="Calibri"/>
                <a:cs typeface="Calibri"/>
              </a:rPr>
              <a:t>8</a:t>
            </a:r>
            <a:r>
              <a:rPr sz="2400" spc="-10"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8</a:t>
            </a:r>
            <a:r>
              <a:rPr sz="2400" spc="-20" dirty="0">
                <a:solidFill>
                  <a:srgbClr val="3F3F3F"/>
                </a:solidFill>
                <a:latin typeface="Calibri"/>
                <a:cs typeface="Calibri"/>
              </a:rPr>
              <a:t>0</a:t>
            </a:r>
            <a:r>
              <a:rPr sz="2400" spc="-5" dirty="0">
                <a:solidFill>
                  <a:srgbClr val="3F3F3F"/>
                </a:solidFill>
                <a:latin typeface="Calibri"/>
                <a:cs typeface="Calibri"/>
              </a:rPr>
              <a:t>0</a:t>
            </a:r>
            <a:r>
              <a:rPr sz="2400" dirty="0">
                <a:solidFill>
                  <a:srgbClr val="3F3F3F"/>
                </a:solidFill>
                <a:latin typeface="Calibri"/>
                <a:cs typeface="Calibri"/>
              </a:rPr>
              <a:t>.</a:t>
            </a:r>
            <a:endParaRPr sz="2400">
              <a:latin typeface="Calibri"/>
              <a:cs typeface="Calibri"/>
            </a:endParaRPr>
          </a:p>
          <a:p>
            <a:pPr marL="419100" indent="-183515">
              <a:lnSpc>
                <a:spcPts val="2790"/>
              </a:lnSpc>
              <a:spcBef>
                <a:spcPts val="315"/>
              </a:spcBef>
              <a:buClr>
                <a:srgbClr val="1CACE4"/>
              </a:buClr>
              <a:buChar char="◦"/>
              <a:tabLst>
                <a:tab pos="419734" algn="l"/>
              </a:tabLst>
            </a:pPr>
            <a:r>
              <a:rPr sz="2400" spc="-5" dirty="0">
                <a:solidFill>
                  <a:srgbClr val="3F3F3F"/>
                </a:solidFill>
                <a:latin typeface="Calibri"/>
                <a:cs typeface="Calibri"/>
              </a:rPr>
              <a:t>The</a:t>
            </a:r>
            <a:r>
              <a:rPr sz="2400" dirty="0">
                <a:solidFill>
                  <a:srgbClr val="3F3F3F"/>
                </a:solidFill>
                <a:latin typeface="Calibri"/>
                <a:cs typeface="Calibri"/>
              </a:rPr>
              <a:t> </a:t>
            </a:r>
            <a:r>
              <a:rPr sz="2400" spc="-15" dirty="0">
                <a:solidFill>
                  <a:srgbClr val="3F3F3F"/>
                </a:solidFill>
                <a:latin typeface="Calibri"/>
                <a:cs typeface="Calibri"/>
              </a:rPr>
              <a:t>total</a:t>
            </a:r>
            <a:r>
              <a:rPr sz="2400" spc="-5" dirty="0">
                <a:solidFill>
                  <a:srgbClr val="3F3F3F"/>
                </a:solidFill>
                <a:latin typeface="Calibri"/>
                <a:cs typeface="Calibri"/>
              </a:rPr>
              <a:t> </a:t>
            </a:r>
            <a:r>
              <a:rPr sz="2400" spc="-10" dirty="0">
                <a:solidFill>
                  <a:srgbClr val="3F3F3F"/>
                </a:solidFill>
                <a:latin typeface="Calibri"/>
                <a:cs typeface="Calibri"/>
              </a:rPr>
              <a:t>length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100</a:t>
            </a:r>
            <a:r>
              <a:rPr sz="2400" spc="-10" dirty="0">
                <a:solidFill>
                  <a:srgbClr val="3F3F3F"/>
                </a:solidFill>
                <a:latin typeface="Calibri"/>
                <a:cs typeface="Calibri"/>
              </a:rPr>
              <a:t> bytes,</a:t>
            </a:r>
            <a:r>
              <a:rPr sz="2400" spc="-5" dirty="0">
                <a:solidFill>
                  <a:srgbClr val="3F3F3F"/>
                </a:solidFill>
                <a:latin typeface="Calibri"/>
                <a:cs typeface="Calibri"/>
              </a:rPr>
              <a:t> </a:t>
            </a:r>
            <a:r>
              <a:rPr sz="2400" dirty="0">
                <a:solidFill>
                  <a:srgbClr val="3F3F3F"/>
                </a:solidFill>
                <a:latin typeface="Calibri"/>
                <a:cs typeface="Calibri"/>
              </a:rPr>
              <a:t>and </a:t>
            </a:r>
            <a:r>
              <a:rPr sz="2400" spc="-5" dirty="0">
                <a:solidFill>
                  <a:srgbClr val="3F3F3F"/>
                </a:solidFill>
                <a:latin typeface="Calibri"/>
                <a:cs typeface="Calibri"/>
              </a:rPr>
              <a:t>the</a:t>
            </a:r>
            <a:r>
              <a:rPr sz="2400" spc="-15" dirty="0">
                <a:solidFill>
                  <a:srgbClr val="3F3F3F"/>
                </a:solidFill>
                <a:latin typeface="Calibri"/>
                <a:cs typeface="Calibri"/>
              </a:rPr>
              <a:t> </a:t>
            </a:r>
            <a:r>
              <a:rPr sz="2400" spc="-5" dirty="0">
                <a:solidFill>
                  <a:srgbClr val="3F3F3F"/>
                </a:solidFill>
                <a:latin typeface="Calibri"/>
                <a:cs typeface="Calibri"/>
              </a:rPr>
              <a:t>header </a:t>
            </a:r>
            <a:r>
              <a:rPr sz="2400" spc="-10" dirty="0">
                <a:solidFill>
                  <a:srgbClr val="3F3F3F"/>
                </a:solidFill>
                <a:latin typeface="Calibri"/>
                <a:cs typeface="Calibri"/>
              </a:rPr>
              <a:t>length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20</a:t>
            </a:r>
            <a:r>
              <a:rPr sz="2400" spc="-10" dirty="0">
                <a:solidFill>
                  <a:srgbClr val="3F3F3F"/>
                </a:solidFill>
                <a:latin typeface="Calibri"/>
                <a:cs typeface="Calibri"/>
              </a:rPr>
              <a:t> bytes </a:t>
            </a:r>
            <a:r>
              <a:rPr sz="2400" spc="-5" dirty="0">
                <a:solidFill>
                  <a:srgbClr val="3F3F3F"/>
                </a:solidFill>
                <a:latin typeface="Calibri"/>
                <a:cs typeface="Calibri"/>
              </a:rPr>
              <a:t>(5</a:t>
            </a:r>
            <a:r>
              <a:rPr sz="2400" spc="50" dirty="0">
                <a:solidFill>
                  <a:srgbClr val="3F3F3F"/>
                </a:solidFill>
                <a:latin typeface="Calibri"/>
                <a:cs typeface="Calibri"/>
              </a:rPr>
              <a:t> </a:t>
            </a:r>
            <a:r>
              <a:rPr sz="2400" spc="-380" dirty="0">
                <a:solidFill>
                  <a:srgbClr val="3F3F3F"/>
                </a:solidFill>
                <a:latin typeface="Trebuchet MS"/>
                <a:cs typeface="Trebuchet MS"/>
              </a:rPr>
              <a:t>×</a:t>
            </a:r>
            <a:endParaRPr sz="2400">
              <a:latin typeface="Trebuchet MS"/>
              <a:cs typeface="Trebuchet MS"/>
            </a:endParaRPr>
          </a:p>
          <a:p>
            <a:pPr marL="419100">
              <a:lnSpc>
                <a:spcPts val="2790"/>
              </a:lnSpc>
            </a:pPr>
            <a:r>
              <a:rPr sz="2400" spc="-5" dirty="0">
                <a:solidFill>
                  <a:srgbClr val="3F3F3F"/>
                </a:solidFill>
                <a:latin typeface="Calibri"/>
                <a:cs typeface="Calibri"/>
              </a:rPr>
              <a:t>4),</a:t>
            </a:r>
            <a:r>
              <a:rPr sz="2400" spc="-35" dirty="0">
                <a:solidFill>
                  <a:srgbClr val="3F3F3F"/>
                </a:solidFill>
                <a:latin typeface="Calibri"/>
                <a:cs typeface="Calibri"/>
              </a:rPr>
              <a:t> </a:t>
            </a:r>
            <a:r>
              <a:rPr sz="2400" spc="-5" dirty="0">
                <a:solidFill>
                  <a:srgbClr val="3F3F3F"/>
                </a:solidFill>
                <a:latin typeface="Calibri"/>
                <a:cs typeface="Calibri"/>
              </a:rPr>
              <a:t>which</a:t>
            </a:r>
            <a:r>
              <a:rPr sz="2400" spc="-20" dirty="0">
                <a:solidFill>
                  <a:srgbClr val="3F3F3F"/>
                </a:solidFill>
                <a:latin typeface="Calibri"/>
                <a:cs typeface="Calibri"/>
              </a:rPr>
              <a:t> </a:t>
            </a:r>
            <a:r>
              <a:rPr sz="2400" dirty="0">
                <a:solidFill>
                  <a:srgbClr val="3F3F3F"/>
                </a:solidFill>
                <a:latin typeface="Calibri"/>
                <a:cs typeface="Calibri"/>
              </a:rPr>
              <a:t>means</a:t>
            </a:r>
            <a:r>
              <a:rPr sz="2400" spc="-5" dirty="0">
                <a:solidFill>
                  <a:srgbClr val="3F3F3F"/>
                </a:solidFill>
                <a:latin typeface="Calibri"/>
                <a:cs typeface="Calibri"/>
              </a:rPr>
              <a:t> </a:t>
            </a:r>
            <a:r>
              <a:rPr sz="2400" spc="-10" dirty="0">
                <a:solidFill>
                  <a:srgbClr val="3F3F3F"/>
                </a:solidFill>
                <a:latin typeface="Calibri"/>
                <a:cs typeface="Calibri"/>
              </a:rPr>
              <a:t>that</a:t>
            </a:r>
            <a:r>
              <a:rPr sz="2400" spc="-25" dirty="0">
                <a:solidFill>
                  <a:srgbClr val="3F3F3F"/>
                </a:solidFill>
                <a:latin typeface="Calibri"/>
                <a:cs typeface="Calibri"/>
              </a:rPr>
              <a:t> </a:t>
            </a:r>
            <a:r>
              <a:rPr sz="2400" spc="-10" dirty="0">
                <a:solidFill>
                  <a:srgbClr val="3F3F3F"/>
                </a:solidFill>
                <a:latin typeface="Calibri"/>
                <a:cs typeface="Calibri"/>
              </a:rPr>
              <a:t>there</a:t>
            </a:r>
            <a:r>
              <a:rPr sz="2400" dirty="0">
                <a:solidFill>
                  <a:srgbClr val="3F3F3F"/>
                </a:solidFill>
                <a:latin typeface="Calibri"/>
                <a:cs typeface="Calibri"/>
              </a:rPr>
              <a:t> </a:t>
            </a:r>
            <a:r>
              <a:rPr sz="2400" spc="-15" dirty="0">
                <a:solidFill>
                  <a:srgbClr val="3F3F3F"/>
                </a:solidFill>
                <a:latin typeface="Calibri"/>
                <a:cs typeface="Calibri"/>
              </a:rPr>
              <a:t>are</a:t>
            </a:r>
            <a:r>
              <a:rPr sz="2400" dirty="0">
                <a:solidFill>
                  <a:srgbClr val="3F3F3F"/>
                </a:solidFill>
                <a:latin typeface="Calibri"/>
                <a:cs typeface="Calibri"/>
              </a:rPr>
              <a:t> </a:t>
            </a:r>
            <a:r>
              <a:rPr sz="2400" spc="-5" dirty="0">
                <a:solidFill>
                  <a:srgbClr val="3F3F3F"/>
                </a:solidFill>
                <a:latin typeface="Calibri"/>
                <a:cs typeface="Calibri"/>
              </a:rPr>
              <a:t>80</a:t>
            </a:r>
            <a:r>
              <a:rPr sz="2400" spc="-10" dirty="0">
                <a:solidFill>
                  <a:srgbClr val="3F3F3F"/>
                </a:solidFill>
                <a:latin typeface="Calibri"/>
                <a:cs typeface="Calibri"/>
              </a:rPr>
              <a:t> </a:t>
            </a:r>
            <a:r>
              <a:rPr sz="2400" spc="-5" dirty="0">
                <a:solidFill>
                  <a:srgbClr val="3F3F3F"/>
                </a:solidFill>
                <a:latin typeface="Calibri"/>
                <a:cs typeface="Calibri"/>
              </a:rPr>
              <a:t>bytes</a:t>
            </a:r>
            <a:r>
              <a:rPr sz="2400" spc="-25" dirty="0">
                <a:solidFill>
                  <a:srgbClr val="3F3F3F"/>
                </a:solidFill>
                <a:latin typeface="Calibri"/>
                <a:cs typeface="Calibri"/>
              </a:rPr>
              <a:t> </a:t>
            </a:r>
            <a:r>
              <a:rPr sz="2400" spc="-5" dirty="0">
                <a:solidFill>
                  <a:srgbClr val="3F3F3F"/>
                </a:solidFill>
                <a:latin typeface="Calibri"/>
                <a:cs typeface="Calibri"/>
              </a:rPr>
              <a:t>in this</a:t>
            </a:r>
            <a:r>
              <a:rPr sz="2400" spc="-20" dirty="0">
                <a:solidFill>
                  <a:srgbClr val="3F3F3F"/>
                </a:solidFill>
                <a:latin typeface="Calibri"/>
                <a:cs typeface="Calibri"/>
              </a:rPr>
              <a:t> </a:t>
            </a:r>
            <a:r>
              <a:rPr sz="2400" spc="-15" dirty="0">
                <a:solidFill>
                  <a:srgbClr val="3F3F3F"/>
                </a:solidFill>
                <a:latin typeface="Calibri"/>
                <a:cs typeface="Calibri"/>
              </a:rPr>
              <a:t>datagram.</a:t>
            </a:r>
            <a:endParaRPr sz="2400">
              <a:latin typeface="Calibri"/>
              <a:cs typeface="Calibri"/>
            </a:endParaRPr>
          </a:p>
          <a:p>
            <a:pPr marL="419100" indent="-183515">
              <a:lnSpc>
                <a:spcPct val="100000"/>
              </a:lnSpc>
              <a:spcBef>
                <a:spcPts val="310"/>
              </a:spcBef>
              <a:buClr>
                <a:srgbClr val="1CACE4"/>
              </a:buClr>
              <a:buChar char="◦"/>
              <a:tabLst>
                <a:tab pos="419734" algn="l"/>
              </a:tabLst>
            </a:pPr>
            <a:r>
              <a:rPr sz="2400" spc="-5" dirty="0">
                <a:solidFill>
                  <a:srgbClr val="3F3F3F"/>
                </a:solidFill>
                <a:latin typeface="Calibri"/>
                <a:cs typeface="Calibri"/>
              </a:rPr>
              <a:t>If</a:t>
            </a:r>
            <a:r>
              <a:rPr sz="2400" spc="-2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first</a:t>
            </a:r>
            <a:r>
              <a:rPr sz="2400" spc="-20" dirty="0">
                <a:solidFill>
                  <a:srgbClr val="3F3F3F"/>
                </a:solidFill>
                <a:latin typeface="Calibri"/>
                <a:cs typeface="Calibri"/>
              </a:rPr>
              <a:t> </a:t>
            </a:r>
            <a:r>
              <a:rPr sz="2400" spc="-10" dirty="0">
                <a:solidFill>
                  <a:srgbClr val="3F3F3F"/>
                </a:solidFill>
                <a:latin typeface="Calibri"/>
                <a:cs typeface="Calibri"/>
              </a:rPr>
              <a:t>byte</a:t>
            </a:r>
            <a:r>
              <a:rPr sz="2400" spc="-15" dirty="0">
                <a:solidFill>
                  <a:srgbClr val="3F3F3F"/>
                </a:solidFill>
                <a:latin typeface="Calibri"/>
                <a:cs typeface="Calibri"/>
              </a:rPr>
              <a:t> </a:t>
            </a:r>
            <a:r>
              <a:rPr sz="2400" spc="-5" dirty="0">
                <a:solidFill>
                  <a:srgbClr val="3F3F3F"/>
                </a:solidFill>
                <a:latin typeface="Calibri"/>
                <a:cs typeface="Calibri"/>
              </a:rPr>
              <a:t>number is</a:t>
            </a:r>
            <a:r>
              <a:rPr sz="2400" spc="-20" dirty="0">
                <a:solidFill>
                  <a:srgbClr val="3F3F3F"/>
                </a:solidFill>
                <a:latin typeface="Calibri"/>
                <a:cs typeface="Calibri"/>
              </a:rPr>
              <a:t> </a:t>
            </a:r>
            <a:r>
              <a:rPr sz="2400" spc="-5" dirty="0">
                <a:solidFill>
                  <a:srgbClr val="3F3F3F"/>
                </a:solidFill>
                <a:latin typeface="Calibri"/>
                <a:cs typeface="Calibri"/>
              </a:rPr>
              <a:t>800, the </a:t>
            </a:r>
            <a:r>
              <a:rPr sz="2400" spc="-10" dirty="0">
                <a:solidFill>
                  <a:srgbClr val="3F3F3F"/>
                </a:solidFill>
                <a:latin typeface="Calibri"/>
                <a:cs typeface="Calibri"/>
              </a:rPr>
              <a:t>last</a:t>
            </a:r>
            <a:r>
              <a:rPr sz="2400" spc="-20" dirty="0">
                <a:solidFill>
                  <a:srgbClr val="3F3F3F"/>
                </a:solidFill>
                <a:latin typeface="Calibri"/>
                <a:cs typeface="Calibri"/>
              </a:rPr>
              <a:t> </a:t>
            </a:r>
            <a:r>
              <a:rPr sz="2400" spc="-10" dirty="0">
                <a:solidFill>
                  <a:srgbClr val="3F3F3F"/>
                </a:solidFill>
                <a:latin typeface="Calibri"/>
                <a:cs typeface="Calibri"/>
              </a:rPr>
              <a:t>byte</a:t>
            </a:r>
            <a:r>
              <a:rPr sz="2400" spc="-15" dirty="0">
                <a:solidFill>
                  <a:srgbClr val="3F3F3F"/>
                </a:solidFill>
                <a:latin typeface="Calibri"/>
                <a:cs typeface="Calibri"/>
              </a:rPr>
              <a:t> </a:t>
            </a:r>
            <a:r>
              <a:rPr sz="2400" spc="-5" dirty="0">
                <a:solidFill>
                  <a:srgbClr val="3F3F3F"/>
                </a:solidFill>
                <a:latin typeface="Calibri"/>
                <a:cs typeface="Calibri"/>
              </a:rPr>
              <a:t>number </a:t>
            </a:r>
            <a:r>
              <a:rPr sz="2400" spc="-10" dirty="0">
                <a:solidFill>
                  <a:srgbClr val="3F3F3F"/>
                </a:solidFill>
                <a:latin typeface="Calibri"/>
                <a:cs typeface="Calibri"/>
              </a:rPr>
              <a:t>must</a:t>
            </a:r>
            <a:r>
              <a:rPr sz="2400" spc="-20"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a:t>
            </a:r>
            <a:r>
              <a:rPr sz="2400" spc="-5" dirty="0">
                <a:solidFill>
                  <a:srgbClr val="3F3F3F"/>
                </a:solidFill>
                <a:latin typeface="Calibri"/>
                <a:cs typeface="Calibri"/>
              </a:rPr>
              <a:t>879.</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52</a:t>
            </a:fld>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1042660"/>
            <a:ext cx="8601075" cy="513715"/>
          </a:xfrm>
          <a:prstGeom prst="rect">
            <a:avLst/>
          </a:prstGeom>
        </p:spPr>
        <p:txBody>
          <a:bodyPr vert="horz" wrap="square" lIns="0" tIns="12700" rIns="0" bIns="0" rtlCol="0">
            <a:spAutoFit/>
          </a:bodyPr>
          <a:lstStyle/>
          <a:p>
            <a:pPr marL="12700">
              <a:lnSpc>
                <a:spcPct val="100000"/>
              </a:lnSpc>
              <a:spcBef>
                <a:spcPts val="100"/>
              </a:spcBef>
            </a:pPr>
            <a:r>
              <a:rPr sz="3200" i="0" spc="-45" dirty="0">
                <a:latin typeface="Arial"/>
                <a:cs typeface="Arial"/>
              </a:rPr>
              <a:t>Routing</a:t>
            </a:r>
            <a:r>
              <a:rPr sz="3200" i="0" spc="-280" dirty="0">
                <a:latin typeface="Arial"/>
                <a:cs typeface="Arial"/>
              </a:rPr>
              <a:t> </a:t>
            </a:r>
            <a:r>
              <a:rPr sz="3200" i="0" spc="-45" dirty="0">
                <a:latin typeface="Arial"/>
                <a:cs typeface="Arial"/>
              </a:rPr>
              <a:t>Algorithms</a:t>
            </a:r>
            <a:r>
              <a:rPr sz="3200" i="0" spc="-135" dirty="0">
                <a:latin typeface="Arial"/>
                <a:cs typeface="Arial"/>
              </a:rPr>
              <a:t> </a:t>
            </a:r>
            <a:r>
              <a:rPr sz="3200" i="0" dirty="0">
                <a:latin typeface="Arial"/>
                <a:cs typeface="Arial"/>
              </a:rPr>
              <a:t>-</a:t>
            </a:r>
            <a:r>
              <a:rPr sz="3200" i="0" spc="-100" dirty="0">
                <a:latin typeface="Arial"/>
                <a:cs typeface="Arial"/>
              </a:rPr>
              <a:t> </a:t>
            </a:r>
            <a:r>
              <a:rPr sz="3200" i="0" spc="-65" dirty="0">
                <a:latin typeface="Arial"/>
                <a:cs typeface="Arial"/>
              </a:rPr>
              <a:t>Distance-Vector</a:t>
            </a:r>
            <a:r>
              <a:rPr sz="3200" i="0" spc="-135" dirty="0">
                <a:latin typeface="Arial"/>
                <a:cs typeface="Arial"/>
              </a:rPr>
              <a:t> </a:t>
            </a:r>
            <a:r>
              <a:rPr sz="3200" i="0" spc="-45" dirty="0">
                <a:latin typeface="Arial"/>
                <a:cs typeface="Arial"/>
              </a:rPr>
              <a:t>Routing</a:t>
            </a:r>
            <a:endParaRPr sz="3200">
              <a:latin typeface="Arial"/>
              <a:cs typeface="Arial"/>
            </a:endParaRP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636324"/>
            <a:ext cx="8661400" cy="4269740"/>
          </a:xfrm>
          <a:prstGeom prst="rect">
            <a:avLst/>
          </a:prstGeom>
        </p:spPr>
        <p:txBody>
          <a:bodyPr vert="horz" wrap="square" lIns="0" tIns="151130" rIns="0" bIns="0" rtlCol="0">
            <a:spAutoFit/>
          </a:bodyPr>
          <a:lstStyle/>
          <a:p>
            <a:pPr marL="189230" indent="-177165">
              <a:lnSpc>
                <a:spcPct val="100000"/>
              </a:lnSpc>
              <a:spcBef>
                <a:spcPts val="1190"/>
              </a:spcBef>
              <a:buClr>
                <a:srgbClr val="1CACE4"/>
              </a:buClr>
              <a:buFont typeface="Arial MT"/>
              <a:buChar char="•"/>
              <a:tabLst>
                <a:tab pos="189865" algn="l"/>
              </a:tabLst>
            </a:pPr>
            <a:r>
              <a:rPr sz="2600" spc="-5" dirty="0">
                <a:solidFill>
                  <a:srgbClr val="3F3F3F"/>
                </a:solidFill>
                <a:latin typeface="Calibri"/>
                <a:cs typeface="Calibri"/>
              </a:rPr>
              <a:t>Goal</a:t>
            </a:r>
            <a:r>
              <a:rPr sz="2600" spc="-15" dirty="0">
                <a:solidFill>
                  <a:srgbClr val="3F3F3F"/>
                </a:solidFill>
                <a:latin typeface="Calibri"/>
                <a:cs typeface="Calibri"/>
              </a:rPr>
              <a:t> </a:t>
            </a:r>
            <a:r>
              <a:rPr sz="2600" dirty="0">
                <a:solidFill>
                  <a:srgbClr val="3F3F3F"/>
                </a:solidFill>
                <a:latin typeface="Calibri"/>
                <a:cs typeface="Calibri"/>
              </a:rPr>
              <a:t>- </a:t>
            </a:r>
            <a:r>
              <a:rPr sz="2600" spc="-15" dirty="0">
                <a:solidFill>
                  <a:srgbClr val="3F3F3F"/>
                </a:solidFill>
                <a:latin typeface="Calibri"/>
                <a:cs typeface="Calibri"/>
              </a:rPr>
              <a:t>to</a:t>
            </a:r>
            <a:r>
              <a:rPr sz="2600" spc="-10" dirty="0">
                <a:solidFill>
                  <a:srgbClr val="3F3F3F"/>
                </a:solidFill>
                <a:latin typeface="Calibri"/>
                <a:cs typeface="Calibri"/>
              </a:rPr>
              <a:t> </a:t>
            </a:r>
            <a:r>
              <a:rPr sz="2600" spc="-5" dirty="0">
                <a:solidFill>
                  <a:srgbClr val="3F3F3F"/>
                </a:solidFill>
                <a:latin typeface="Calibri"/>
                <a:cs typeface="Calibri"/>
              </a:rPr>
              <a:t>find</a:t>
            </a:r>
            <a:r>
              <a:rPr sz="2600" spc="-20" dirty="0">
                <a:solidFill>
                  <a:srgbClr val="3F3F3F"/>
                </a:solidFill>
                <a:latin typeface="Calibri"/>
                <a:cs typeface="Calibri"/>
              </a:rPr>
              <a:t> </a:t>
            </a:r>
            <a:r>
              <a:rPr sz="2600" dirty="0">
                <a:solidFill>
                  <a:srgbClr val="3F3F3F"/>
                </a:solidFill>
                <a:latin typeface="Calibri"/>
                <a:cs typeface="Calibri"/>
              </a:rPr>
              <a:t>the</a:t>
            </a:r>
            <a:r>
              <a:rPr sz="2600" spc="-20" dirty="0">
                <a:solidFill>
                  <a:srgbClr val="3F3F3F"/>
                </a:solidFill>
                <a:latin typeface="Calibri"/>
                <a:cs typeface="Calibri"/>
              </a:rPr>
              <a:t> </a:t>
            </a:r>
            <a:r>
              <a:rPr sz="2600" spc="-10" dirty="0">
                <a:solidFill>
                  <a:srgbClr val="3F3F3F"/>
                </a:solidFill>
                <a:latin typeface="Calibri"/>
                <a:cs typeface="Calibri"/>
              </a:rPr>
              <a:t>best</a:t>
            </a:r>
            <a:r>
              <a:rPr sz="2600" spc="-40" dirty="0">
                <a:solidFill>
                  <a:srgbClr val="3F3F3F"/>
                </a:solidFill>
                <a:latin typeface="Calibri"/>
                <a:cs typeface="Calibri"/>
              </a:rPr>
              <a:t> </a:t>
            </a:r>
            <a:r>
              <a:rPr sz="2600" spc="-15" dirty="0">
                <a:solidFill>
                  <a:srgbClr val="3F3F3F"/>
                </a:solidFill>
                <a:latin typeface="Calibri"/>
                <a:cs typeface="Calibri"/>
              </a:rPr>
              <a:t>route</a:t>
            </a:r>
            <a:endParaRPr sz="2600">
              <a:latin typeface="Calibri"/>
              <a:cs typeface="Calibri"/>
            </a:endParaRPr>
          </a:p>
          <a:p>
            <a:pPr marL="189230" marR="170815" indent="-177165">
              <a:lnSpc>
                <a:spcPts val="2810"/>
              </a:lnSpc>
              <a:spcBef>
                <a:spcPts val="1445"/>
              </a:spcBef>
              <a:buClr>
                <a:srgbClr val="1CACE4"/>
              </a:buClr>
              <a:buFont typeface="Arial MT"/>
              <a:buChar char="•"/>
              <a:tabLst>
                <a:tab pos="189865" algn="l"/>
              </a:tabLst>
            </a:pPr>
            <a:r>
              <a:rPr sz="2600" spc="-5" dirty="0">
                <a:solidFill>
                  <a:srgbClr val="3F3F3F"/>
                </a:solidFill>
                <a:latin typeface="Calibri"/>
                <a:cs typeface="Calibri"/>
              </a:rPr>
              <a:t>each node </a:t>
            </a:r>
            <a:r>
              <a:rPr sz="2600" spc="-15" dirty="0">
                <a:solidFill>
                  <a:srgbClr val="3F3F3F"/>
                </a:solidFill>
                <a:latin typeface="Calibri"/>
                <a:cs typeface="Calibri"/>
              </a:rPr>
              <a:t>creates </a:t>
            </a:r>
            <a:r>
              <a:rPr sz="2600" spc="-5" dirty="0">
                <a:solidFill>
                  <a:srgbClr val="3F3F3F"/>
                </a:solidFill>
                <a:latin typeface="Calibri"/>
                <a:cs typeface="Calibri"/>
              </a:rPr>
              <a:t>is its </a:t>
            </a:r>
            <a:r>
              <a:rPr sz="2600" spc="-10" dirty="0">
                <a:solidFill>
                  <a:srgbClr val="3F3F3F"/>
                </a:solidFill>
                <a:latin typeface="Calibri"/>
                <a:cs typeface="Calibri"/>
              </a:rPr>
              <a:t>own </a:t>
            </a:r>
            <a:r>
              <a:rPr sz="2600" spc="-5" dirty="0">
                <a:solidFill>
                  <a:srgbClr val="3F3F3F"/>
                </a:solidFill>
                <a:latin typeface="Calibri"/>
                <a:cs typeface="Calibri"/>
              </a:rPr>
              <a:t>least-cost </a:t>
            </a:r>
            <a:r>
              <a:rPr sz="2600" spc="-10" dirty="0">
                <a:solidFill>
                  <a:srgbClr val="3F3F3F"/>
                </a:solidFill>
                <a:latin typeface="Calibri"/>
                <a:cs typeface="Calibri"/>
              </a:rPr>
              <a:t>tree </a:t>
            </a:r>
            <a:r>
              <a:rPr sz="2600" spc="-5" dirty="0">
                <a:solidFill>
                  <a:srgbClr val="3F3F3F"/>
                </a:solidFill>
                <a:latin typeface="Calibri"/>
                <a:cs typeface="Calibri"/>
              </a:rPr>
              <a:t>with the </a:t>
            </a:r>
            <a:r>
              <a:rPr sz="2600" dirty="0">
                <a:solidFill>
                  <a:srgbClr val="3F3F3F"/>
                </a:solidFill>
                <a:latin typeface="Calibri"/>
                <a:cs typeface="Calibri"/>
              </a:rPr>
              <a:t> </a:t>
            </a:r>
            <a:r>
              <a:rPr sz="2600" spc="-5" dirty="0">
                <a:solidFill>
                  <a:srgbClr val="3F3F3F"/>
                </a:solidFill>
                <a:latin typeface="Calibri"/>
                <a:cs typeface="Calibri"/>
              </a:rPr>
              <a:t>rudimentary</a:t>
            </a:r>
            <a:r>
              <a:rPr sz="2600" spc="-35" dirty="0">
                <a:solidFill>
                  <a:srgbClr val="3F3F3F"/>
                </a:solidFill>
                <a:latin typeface="Calibri"/>
                <a:cs typeface="Calibri"/>
              </a:rPr>
              <a:t> </a:t>
            </a:r>
            <a:r>
              <a:rPr sz="2600" spc="-15" dirty="0">
                <a:solidFill>
                  <a:srgbClr val="3F3F3F"/>
                </a:solidFill>
                <a:latin typeface="Calibri"/>
                <a:cs typeface="Calibri"/>
              </a:rPr>
              <a:t>information</a:t>
            </a:r>
            <a:r>
              <a:rPr sz="2600" spc="5" dirty="0">
                <a:solidFill>
                  <a:srgbClr val="3F3F3F"/>
                </a:solidFill>
                <a:latin typeface="Calibri"/>
                <a:cs typeface="Calibri"/>
              </a:rPr>
              <a:t> </a:t>
            </a:r>
            <a:r>
              <a:rPr sz="2600" spc="-5" dirty="0">
                <a:solidFill>
                  <a:srgbClr val="3F3F3F"/>
                </a:solidFill>
                <a:latin typeface="Calibri"/>
                <a:cs typeface="Calibri"/>
              </a:rPr>
              <a:t>it</a:t>
            </a:r>
            <a:r>
              <a:rPr sz="2600" spc="10" dirty="0">
                <a:solidFill>
                  <a:srgbClr val="3F3F3F"/>
                </a:solidFill>
                <a:latin typeface="Calibri"/>
                <a:cs typeface="Calibri"/>
              </a:rPr>
              <a:t> </a:t>
            </a:r>
            <a:r>
              <a:rPr sz="2600" spc="-5" dirty="0">
                <a:solidFill>
                  <a:srgbClr val="3F3F3F"/>
                </a:solidFill>
                <a:latin typeface="Calibri"/>
                <a:cs typeface="Calibri"/>
              </a:rPr>
              <a:t>has about</a:t>
            </a:r>
            <a:r>
              <a:rPr sz="2600" spc="10" dirty="0">
                <a:solidFill>
                  <a:srgbClr val="3F3F3F"/>
                </a:solidFill>
                <a:latin typeface="Calibri"/>
                <a:cs typeface="Calibri"/>
              </a:rPr>
              <a:t> </a:t>
            </a:r>
            <a:r>
              <a:rPr sz="2600" spc="-5" dirty="0">
                <a:solidFill>
                  <a:srgbClr val="3F3F3F"/>
                </a:solidFill>
                <a:latin typeface="Calibri"/>
                <a:cs typeface="Calibri"/>
              </a:rPr>
              <a:t>its </a:t>
            </a:r>
            <a:r>
              <a:rPr sz="2600" spc="-10" dirty="0">
                <a:solidFill>
                  <a:srgbClr val="3F3F3F"/>
                </a:solidFill>
                <a:latin typeface="Calibri"/>
                <a:cs typeface="Calibri"/>
              </a:rPr>
              <a:t>immediate</a:t>
            </a:r>
            <a:r>
              <a:rPr sz="2600" spc="-20" dirty="0">
                <a:solidFill>
                  <a:srgbClr val="3F3F3F"/>
                </a:solidFill>
                <a:latin typeface="Calibri"/>
                <a:cs typeface="Calibri"/>
              </a:rPr>
              <a:t> </a:t>
            </a:r>
            <a:r>
              <a:rPr sz="2600" spc="-10" dirty="0">
                <a:solidFill>
                  <a:srgbClr val="3F3F3F"/>
                </a:solidFill>
                <a:latin typeface="Calibri"/>
                <a:cs typeface="Calibri"/>
              </a:rPr>
              <a:t>neighbors</a:t>
            </a:r>
            <a:endParaRPr sz="2600">
              <a:latin typeface="Calibri"/>
              <a:cs typeface="Calibri"/>
            </a:endParaRPr>
          </a:p>
          <a:p>
            <a:pPr marL="189230" marR="285750" indent="-177165">
              <a:lnSpc>
                <a:spcPts val="2810"/>
              </a:lnSpc>
              <a:spcBef>
                <a:spcPts val="1385"/>
              </a:spcBef>
              <a:buClr>
                <a:srgbClr val="1CACE4"/>
              </a:buClr>
              <a:buFont typeface="Arial MT"/>
              <a:buChar char="•"/>
              <a:tabLst>
                <a:tab pos="189865" algn="l"/>
              </a:tabLst>
            </a:pPr>
            <a:r>
              <a:rPr sz="2600" dirty="0">
                <a:solidFill>
                  <a:srgbClr val="3F3F3F"/>
                </a:solidFill>
                <a:latin typeface="Calibri"/>
                <a:cs typeface="Calibri"/>
              </a:rPr>
              <a:t>The </a:t>
            </a:r>
            <a:r>
              <a:rPr sz="2600" spc="-10" dirty="0">
                <a:solidFill>
                  <a:srgbClr val="3F3F3F"/>
                </a:solidFill>
                <a:latin typeface="Calibri"/>
                <a:cs typeface="Calibri"/>
              </a:rPr>
              <a:t>incomplete trees are </a:t>
            </a:r>
            <a:r>
              <a:rPr sz="2600" spc="-15" dirty="0">
                <a:solidFill>
                  <a:srgbClr val="3F3F3F"/>
                </a:solidFill>
                <a:latin typeface="Calibri"/>
                <a:cs typeface="Calibri"/>
              </a:rPr>
              <a:t>exchanged </a:t>
            </a:r>
            <a:r>
              <a:rPr sz="2600" spc="-10" dirty="0">
                <a:solidFill>
                  <a:srgbClr val="3F3F3F"/>
                </a:solidFill>
                <a:latin typeface="Calibri"/>
                <a:cs typeface="Calibri"/>
              </a:rPr>
              <a:t>between immediate </a:t>
            </a:r>
            <a:r>
              <a:rPr sz="2600" spc="-5" dirty="0">
                <a:solidFill>
                  <a:srgbClr val="3F3F3F"/>
                </a:solidFill>
                <a:latin typeface="Calibri"/>
                <a:cs typeface="Calibri"/>
              </a:rPr>
              <a:t> </a:t>
            </a:r>
            <a:r>
              <a:rPr sz="2600" spc="-10" dirty="0">
                <a:solidFill>
                  <a:srgbClr val="3F3F3F"/>
                </a:solidFill>
                <a:latin typeface="Calibri"/>
                <a:cs typeface="Calibri"/>
              </a:rPr>
              <a:t>neighbors </a:t>
            </a:r>
            <a:r>
              <a:rPr sz="2600" spc="-15" dirty="0">
                <a:solidFill>
                  <a:srgbClr val="3F3F3F"/>
                </a:solidFill>
                <a:latin typeface="Calibri"/>
                <a:cs typeface="Calibri"/>
              </a:rPr>
              <a:t>to </a:t>
            </a:r>
            <a:r>
              <a:rPr sz="2600" spc="-20" dirty="0">
                <a:solidFill>
                  <a:srgbClr val="3F3F3F"/>
                </a:solidFill>
                <a:latin typeface="Calibri"/>
                <a:cs typeface="Calibri"/>
              </a:rPr>
              <a:t>make </a:t>
            </a:r>
            <a:r>
              <a:rPr sz="2600" dirty="0">
                <a:solidFill>
                  <a:srgbClr val="3F3F3F"/>
                </a:solidFill>
                <a:latin typeface="Calibri"/>
                <a:cs typeface="Calibri"/>
              </a:rPr>
              <a:t>the </a:t>
            </a:r>
            <a:r>
              <a:rPr sz="2600" spc="-10" dirty="0">
                <a:solidFill>
                  <a:srgbClr val="3F3F3F"/>
                </a:solidFill>
                <a:latin typeface="Calibri"/>
                <a:cs typeface="Calibri"/>
              </a:rPr>
              <a:t>trees more </a:t>
            </a:r>
            <a:r>
              <a:rPr sz="2600" dirty="0">
                <a:solidFill>
                  <a:srgbClr val="3F3F3F"/>
                </a:solidFill>
                <a:latin typeface="Calibri"/>
                <a:cs typeface="Calibri"/>
              </a:rPr>
              <a:t>and </a:t>
            </a:r>
            <a:r>
              <a:rPr sz="2600" spc="-10" dirty="0">
                <a:solidFill>
                  <a:srgbClr val="3F3F3F"/>
                </a:solidFill>
                <a:latin typeface="Calibri"/>
                <a:cs typeface="Calibri"/>
              </a:rPr>
              <a:t>more complete </a:t>
            </a:r>
            <a:r>
              <a:rPr sz="2600" dirty="0">
                <a:solidFill>
                  <a:srgbClr val="3F3F3F"/>
                </a:solidFill>
                <a:latin typeface="Calibri"/>
                <a:cs typeface="Calibri"/>
              </a:rPr>
              <a:t>and </a:t>
            </a:r>
            <a:r>
              <a:rPr sz="2600" spc="-15" dirty="0">
                <a:solidFill>
                  <a:srgbClr val="3F3F3F"/>
                </a:solidFill>
                <a:latin typeface="Calibri"/>
                <a:cs typeface="Calibri"/>
              </a:rPr>
              <a:t>to </a:t>
            </a:r>
            <a:r>
              <a:rPr sz="2600" spc="-575" dirty="0">
                <a:solidFill>
                  <a:srgbClr val="3F3F3F"/>
                </a:solidFill>
                <a:latin typeface="Calibri"/>
                <a:cs typeface="Calibri"/>
              </a:rPr>
              <a:t> </a:t>
            </a:r>
            <a:r>
              <a:rPr sz="2600" spc="-15" dirty="0">
                <a:solidFill>
                  <a:srgbClr val="3F3F3F"/>
                </a:solidFill>
                <a:latin typeface="Calibri"/>
                <a:cs typeface="Calibri"/>
              </a:rPr>
              <a:t>represent</a:t>
            </a:r>
            <a:r>
              <a:rPr sz="2600" spc="-55"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5" dirty="0">
                <a:solidFill>
                  <a:srgbClr val="3F3F3F"/>
                </a:solidFill>
                <a:latin typeface="Calibri"/>
                <a:cs typeface="Calibri"/>
              </a:rPr>
              <a:t>whole </a:t>
            </a:r>
            <a:r>
              <a:rPr sz="2600" spc="-10" dirty="0">
                <a:solidFill>
                  <a:srgbClr val="3F3F3F"/>
                </a:solidFill>
                <a:latin typeface="Calibri"/>
                <a:cs typeface="Calibri"/>
              </a:rPr>
              <a:t>internet</a:t>
            </a:r>
            <a:endParaRPr sz="2600">
              <a:latin typeface="Calibri"/>
              <a:cs typeface="Calibri"/>
            </a:endParaRPr>
          </a:p>
          <a:p>
            <a:pPr marL="419100" marR="98425" lvl="1" indent="-182880">
              <a:lnSpc>
                <a:spcPts val="2380"/>
              </a:lnSpc>
              <a:spcBef>
                <a:spcPts val="409"/>
              </a:spcBef>
              <a:buClr>
                <a:srgbClr val="1CACE4"/>
              </a:buClr>
              <a:buChar char="◦"/>
              <a:tabLst>
                <a:tab pos="419734" algn="l"/>
              </a:tabLst>
            </a:pPr>
            <a:r>
              <a:rPr sz="2200" spc="-15" dirty="0">
                <a:solidFill>
                  <a:srgbClr val="3F3F3F"/>
                </a:solidFill>
                <a:latin typeface="Calibri"/>
                <a:cs typeface="Calibri"/>
              </a:rPr>
              <a:t>router</a:t>
            </a:r>
            <a:r>
              <a:rPr sz="2200" spc="-10" dirty="0">
                <a:solidFill>
                  <a:srgbClr val="3F3F3F"/>
                </a:solidFill>
                <a:latin typeface="Calibri"/>
                <a:cs typeface="Calibri"/>
              </a:rPr>
              <a:t> continuously </a:t>
            </a:r>
            <a:r>
              <a:rPr sz="2200" spc="-15" dirty="0">
                <a:solidFill>
                  <a:srgbClr val="3F3F3F"/>
                </a:solidFill>
                <a:latin typeface="Calibri"/>
                <a:cs typeface="Calibri"/>
              </a:rPr>
              <a:t>tells</a:t>
            </a:r>
            <a:r>
              <a:rPr sz="2200" spc="5" dirty="0">
                <a:solidFill>
                  <a:srgbClr val="3F3F3F"/>
                </a:solidFill>
                <a:latin typeface="Calibri"/>
                <a:cs typeface="Calibri"/>
              </a:rPr>
              <a:t> </a:t>
            </a:r>
            <a:r>
              <a:rPr sz="2200" spc="-5" dirty="0">
                <a:solidFill>
                  <a:srgbClr val="3F3F3F"/>
                </a:solidFill>
                <a:latin typeface="Calibri"/>
                <a:cs typeface="Calibri"/>
              </a:rPr>
              <a:t>all</a:t>
            </a:r>
            <a:r>
              <a:rPr sz="2200" spc="-10" dirty="0">
                <a:solidFill>
                  <a:srgbClr val="3F3F3F"/>
                </a:solidFill>
                <a:latin typeface="Calibri"/>
                <a:cs typeface="Calibri"/>
              </a:rPr>
              <a:t> </a:t>
            </a:r>
            <a:r>
              <a:rPr sz="2200" spc="-5" dirty="0">
                <a:solidFill>
                  <a:srgbClr val="3F3F3F"/>
                </a:solidFill>
                <a:latin typeface="Calibri"/>
                <a:cs typeface="Calibri"/>
              </a:rPr>
              <a:t>its </a:t>
            </a:r>
            <a:r>
              <a:rPr sz="2200" spc="-10" dirty="0">
                <a:solidFill>
                  <a:srgbClr val="3F3F3F"/>
                </a:solidFill>
                <a:latin typeface="Calibri"/>
                <a:cs typeface="Calibri"/>
              </a:rPr>
              <a:t>neighbors</a:t>
            </a:r>
            <a:r>
              <a:rPr sz="2200" spc="5" dirty="0">
                <a:solidFill>
                  <a:srgbClr val="3F3F3F"/>
                </a:solidFill>
                <a:latin typeface="Calibri"/>
                <a:cs typeface="Calibri"/>
              </a:rPr>
              <a:t> </a:t>
            </a:r>
            <a:r>
              <a:rPr sz="2200" spc="-5" dirty="0">
                <a:solidFill>
                  <a:srgbClr val="3F3F3F"/>
                </a:solidFill>
                <a:latin typeface="Calibri"/>
                <a:cs typeface="Calibri"/>
              </a:rPr>
              <a:t>about</a:t>
            </a:r>
            <a:r>
              <a:rPr sz="2200" spc="-10" dirty="0">
                <a:solidFill>
                  <a:srgbClr val="3F3F3F"/>
                </a:solidFill>
                <a:latin typeface="Calibri"/>
                <a:cs typeface="Calibri"/>
              </a:rPr>
              <a:t> what</a:t>
            </a:r>
            <a:r>
              <a:rPr sz="2200" dirty="0">
                <a:solidFill>
                  <a:srgbClr val="3F3F3F"/>
                </a:solidFill>
                <a:latin typeface="Calibri"/>
                <a:cs typeface="Calibri"/>
              </a:rPr>
              <a:t> </a:t>
            </a:r>
            <a:r>
              <a:rPr sz="2200" spc="-5" dirty="0">
                <a:solidFill>
                  <a:srgbClr val="3F3F3F"/>
                </a:solidFill>
                <a:latin typeface="Calibri"/>
                <a:cs typeface="Calibri"/>
              </a:rPr>
              <a:t>it</a:t>
            </a:r>
            <a:r>
              <a:rPr sz="2200" dirty="0">
                <a:solidFill>
                  <a:srgbClr val="3F3F3F"/>
                </a:solidFill>
                <a:latin typeface="Calibri"/>
                <a:cs typeface="Calibri"/>
              </a:rPr>
              <a:t> </a:t>
            </a:r>
            <a:r>
              <a:rPr sz="2200" spc="-15" dirty="0">
                <a:solidFill>
                  <a:srgbClr val="3F3F3F"/>
                </a:solidFill>
                <a:latin typeface="Calibri"/>
                <a:cs typeface="Calibri"/>
              </a:rPr>
              <a:t>knows</a:t>
            </a:r>
            <a:r>
              <a:rPr sz="2200" spc="5" dirty="0">
                <a:solidFill>
                  <a:srgbClr val="3F3F3F"/>
                </a:solidFill>
                <a:latin typeface="Calibri"/>
                <a:cs typeface="Calibri"/>
              </a:rPr>
              <a:t> </a:t>
            </a:r>
            <a:r>
              <a:rPr sz="2200" spc="-5" dirty="0">
                <a:solidFill>
                  <a:srgbClr val="3F3F3F"/>
                </a:solidFill>
                <a:latin typeface="Calibri"/>
                <a:cs typeface="Calibri"/>
              </a:rPr>
              <a:t>about</a:t>
            </a:r>
            <a:r>
              <a:rPr sz="2200" spc="-10" dirty="0">
                <a:solidFill>
                  <a:srgbClr val="3F3F3F"/>
                </a:solidFill>
                <a:latin typeface="Calibri"/>
                <a:cs typeface="Calibri"/>
              </a:rPr>
              <a:t> the </a:t>
            </a:r>
            <a:r>
              <a:rPr sz="2200" spc="-480" dirty="0">
                <a:solidFill>
                  <a:srgbClr val="3F3F3F"/>
                </a:solidFill>
                <a:latin typeface="Calibri"/>
                <a:cs typeface="Calibri"/>
              </a:rPr>
              <a:t> </a:t>
            </a:r>
            <a:r>
              <a:rPr sz="2200" spc="-5" dirty="0">
                <a:solidFill>
                  <a:srgbClr val="3F3F3F"/>
                </a:solidFill>
                <a:latin typeface="Calibri"/>
                <a:cs typeface="Calibri"/>
              </a:rPr>
              <a:t>whole</a:t>
            </a:r>
            <a:r>
              <a:rPr sz="2200" spc="-10" dirty="0">
                <a:solidFill>
                  <a:srgbClr val="3F3F3F"/>
                </a:solidFill>
                <a:latin typeface="Calibri"/>
                <a:cs typeface="Calibri"/>
              </a:rPr>
              <a:t> </a:t>
            </a:r>
            <a:r>
              <a:rPr sz="2200" spc="-15" dirty="0">
                <a:solidFill>
                  <a:srgbClr val="3F3F3F"/>
                </a:solidFill>
                <a:latin typeface="Calibri"/>
                <a:cs typeface="Calibri"/>
              </a:rPr>
              <a:t>internet</a:t>
            </a:r>
            <a:r>
              <a:rPr sz="2200" spc="10" dirty="0">
                <a:solidFill>
                  <a:srgbClr val="3F3F3F"/>
                </a:solidFill>
                <a:latin typeface="Calibri"/>
                <a:cs typeface="Calibri"/>
              </a:rPr>
              <a:t> </a:t>
            </a:r>
            <a:r>
              <a:rPr sz="2200" spc="-10" dirty="0">
                <a:solidFill>
                  <a:srgbClr val="3F3F3F"/>
                </a:solidFill>
                <a:latin typeface="Calibri"/>
                <a:cs typeface="Calibri"/>
              </a:rPr>
              <a:t>(although the</a:t>
            </a:r>
            <a:r>
              <a:rPr sz="2200" spc="15" dirty="0">
                <a:solidFill>
                  <a:srgbClr val="3F3F3F"/>
                </a:solidFill>
                <a:latin typeface="Calibri"/>
                <a:cs typeface="Calibri"/>
              </a:rPr>
              <a:t> </a:t>
            </a:r>
            <a:r>
              <a:rPr sz="2200" spc="-10" dirty="0">
                <a:solidFill>
                  <a:srgbClr val="3F3F3F"/>
                </a:solidFill>
                <a:latin typeface="Calibri"/>
                <a:cs typeface="Calibri"/>
              </a:rPr>
              <a:t>knowledge</a:t>
            </a:r>
            <a:r>
              <a:rPr sz="2200" spc="25" dirty="0">
                <a:solidFill>
                  <a:srgbClr val="3F3F3F"/>
                </a:solidFill>
                <a:latin typeface="Calibri"/>
                <a:cs typeface="Calibri"/>
              </a:rPr>
              <a:t> </a:t>
            </a:r>
            <a:r>
              <a:rPr sz="2200" spc="-15" dirty="0">
                <a:solidFill>
                  <a:srgbClr val="3F3F3F"/>
                </a:solidFill>
                <a:latin typeface="Calibri"/>
                <a:cs typeface="Calibri"/>
              </a:rPr>
              <a:t>can</a:t>
            </a:r>
            <a:r>
              <a:rPr sz="2200" dirty="0">
                <a:solidFill>
                  <a:srgbClr val="3F3F3F"/>
                </a:solidFill>
                <a:latin typeface="Calibri"/>
                <a:cs typeface="Calibri"/>
              </a:rPr>
              <a:t> </a:t>
            </a:r>
            <a:r>
              <a:rPr sz="2200" spc="-5" dirty="0">
                <a:solidFill>
                  <a:srgbClr val="3F3F3F"/>
                </a:solidFill>
                <a:latin typeface="Calibri"/>
                <a:cs typeface="Calibri"/>
              </a:rPr>
              <a:t>be</a:t>
            </a:r>
            <a:r>
              <a:rPr sz="2200" spc="5" dirty="0">
                <a:solidFill>
                  <a:srgbClr val="3F3F3F"/>
                </a:solidFill>
                <a:latin typeface="Calibri"/>
                <a:cs typeface="Calibri"/>
              </a:rPr>
              <a:t> </a:t>
            </a:r>
            <a:r>
              <a:rPr sz="2200" spc="-15" dirty="0">
                <a:solidFill>
                  <a:srgbClr val="3F3F3F"/>
                </a:solidFill>
                <a:latin typeface="Calibri"/>
                <a:cs typeface="Calibri"/>
              </a:rPr>
              <a:t>incomplete).</a:t>
            </a:r>
            <a:endParaRPr sz="2200">
              <a:latin typeface="Calibri"/>
              <a:cs typeface="Calibri"/>
            </a:endParaRPr>
          </a:p>
          <a:p>
            <a:pPr marL="189230" marR="5080" indent="-177165">
              <a:lnSpc>
                <a:spcPts val="2810"/>
              </a:lnSpc>
              <a:spcBef>
                <a:spcPts val="1580"/>
              </a:spcBef>
              <a:buClr>
                <a:srgbClr val="1CACE4"/>
              </a:buClr>
              <a:buFont typeface="Arial MT"/>
              <a:buChar char="•"/>
              <a:tabLst>
                <a:tab pos="189865" algn="l"/>
              </a:tabLst>
            </a:pPr>
            <a:r>
              <a:rPr sz="2600" spc="-5" dirty="0">
                <a:solidFill>
                  <a:srgbClr val="3F3F3F"/>
                </a:solidFill>
                <a:latin typeface="Calibri"/>
                <a:cs typeface="Calibri"/>
              </a:rPr>
              <a:t>Uses </a:t>
            </a:r>
            <a:r>
              <a:rPr sz="2600" spc="-10" dirty="0">
                <a:solidFill>
                  <a:srgbClr val="3F3F3F"/>
                </a:solidFill>
                <a:latin typeface="Calibri"/>
                <a:cs typeface="Calibri"/>
              </a:rPr>
              <a:t>two important </a:t>
            </a:r>
            <a:r>
              <a:rPr sz="2600" spc="-5" dirty="0">
                <a:solidFill>
                  <a:srgbClr val="3F3F3F"/>
                </a:solidFill>
                <a:latin typeface="Calibri"/>
                <a:cs typeface="Calibri"/>
              </a:rPr>
              <a:t>topics: </a:t>
            </a:r>
            <a:r>
              <a:rPr sz="2600" dirty="0">
                <a:solidFill>
                  <a:srgbClr val="3F3F3F"/>
                </a:solidFill>
                <a:latin typeface="Calibri"/>
                <a:cs typeface="Calibri"/>
              </a:rPr>
              <a:t>the Bellman- </a:t>
            </a:r>
            <a:r>
              <a:rPr sz="2600" spc="-20" dirty="0">
                <a:solidFill>
                  <a:srgbClr val="3F3F3F"/>
                </a:solidFill>
                <a:latin typeface="Calibri"/>
                <a:cs typeface="Calibri"/>
              </a:rPr>
              <a:t>Ford </a:t>
            </a:r>
            <a:r>
              <a:rPr sz="2600" spc="-5" dirty="0">
                <a:solidFill>
                  <a:srgbClr val="3F3F3F"/>
                </a:solidFill>
                <a:latin typeface="Calibri"/>
                <a:cs typeface="Calibri"/>
              </a:rPr>
              <a:t>equation </a:t>
            </a:r>
            <a:r>
              <a:rPr sz="2600" dirty="0">
                <a:solidFill>
                  <a:srgbClr val="3F3F3F"/>
                </a:solidFill>
                <a:latin typeface="Calibri"/>
                <a:cs typeface="Calibri"/>
              </a:rPr>
              <a:t>and </a:t>
            </a:r>
            <a:r>
              <a:rPr sz="2600" spc="-5" dirty="0">
                <a:solidFill>
                  <a:srgbClr val="3F3F3F"/>
                </a:solidFill>
                <a:latin typeface="Calibri"/>
                <a:cs typeface="Calibri"/>
              </a:rPr>
              <a:t>the </a:t>
            </a:r>
            <a:r>
              <a:rPr sz="2600" spc="-575" dirty="0">
                <a:solidFill>
                  <a:srgbClr val="3F3F3F"/>
                </a:solidFill>
                <a:latin typeface="Calibri"/>
                <a:cs typeface="Calibri"/>
              </a:rPr>
              <a:t> </a:t>
            </a:r>
            <a:r>
              <a:rPr sz="2600" spc="-10" dirty="0">
                <a:solidFill>
                  <a:srgbClr val="3F3F3F"/>
                </a:solidFill>
                <a:latin typeface="Calibri"/>
                <a:cs typeface="Calibri"/>
              </a:rPr>
              <a:t>concept</a:t>
            </a:r>
            <a:r>
              <a:rPr sz="2600" spc="-45" dirty="0">
                <a:solidFill>
                  <a:srgbClr val="3F3F3F"/>
                </a:solidFill>
                <a:latin typeface="Calibri"/>
                <a:cs typeface="Calibri"/>
              </a:rPr>
              <a:t> </a:t>
            </a:r>
            <a:r>
              <a:rPr sz="2600" spc="-5" dirty="0">
                <a:solidFill>
                  <a:srgbClr val="3F3F3F"/>
                </a:solidFill>
                <a:latin typeface="Calibri"/>
                <a:cs typeface="Calibri"/>
              </a:rPr>
              <a:t>of</a:t>
            </a:r>
            <a:r>
              <a:rPr sz="2600" spc="5" dirty="0">
                <a:solidFill>
                  <a:srgbClr val="3F3F3F"/>
                </a:solidFill>
                <a:latin typeface="Calibri"/>
                <a:cs typeface="Calibri"/>
              </a:rPr>
              <a:t> </a:t>
            </a:r>
            <a:r>
              <a:rPr sz="2600" spc="-10" dirty="0">
                <a:solidFill>
                  <a:srgbClr val="3F3F3F"/>
                </a:solidFill>
                <a:latin typeface="Calibri"/>
                <a:cs typeface="Calibri"/>
              </a:rPr>
              <a:t>distance</a:t>
            </a:r>
            <a:r>
              <a:rPr sz="2600" spc="-40" dirty="0">
                <a:solidFill>
                  <a:srgbClr val="3F3F3F"/>
                </a:solidFill>
                <a:latin typeface="Calibri"/>
                <a:cs typeface="Calibri"/>
              </a:rPr>
              <a:t> </a:t>
            </a:r>
            <a:r>
              <a:rPr sz="2600" spc="-15" dirty="0">
                <a:solidFill>
                  <a:srgbClr val="3F3F3F"/>
                </a:solidFill>
                <a:latin typeface="Calibri"/>
                <a:cs typeface="Calibri"/>
              </a:rPr>
              <a:t>vectors</a:t>
            </a:r>
            <a:endParaRPr sz="26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53</a:t>
            </a:fld>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605905" cy="756920"/>
          </a:xfrm>
          <a:prstGeom prst="rect">
            <a:avLst/>
          </a:prstGeom>
        </p:spPr>
        <p:txBody>
          <a:bodyPr vert="horz" wrap="square" lIns="0" tIns="12700" rIns="0" bIns="0" rtlCol="0">
            <a:spAutoFit/>
          </a:bodyPr>
          <a:lstStyle/>
          <a:p>
            <a:pPr marL="12700">
              <a:lnSpc>
                <a:spcPct val="100000"/>
              </a:lnSpc>
              <a:spcBef>
                <a:spcPts val="100"/>
              </a:spcBef>
            </a:pPr>
            <a:r>
              <a:rPr sz="4800" spc="-50" dirty="0"/>
              <a:t>Bellman-Ford</a:t>
            </a:r>
            <a:r>
              <a:rPr sz="4800" spc="-130" dirty="0"/>
              <a:t> </a:t>
            </a:r>
            <a:r>
              <a:rPr sz="4800" spc="-50" dirty="0"/>
              <a:t>Equation</a:t>
            </a:r>
            <a:endParaRPr sz="4800"/>
          </a:p>
        </p:txBody>
      </p:sp>
      <p:sp>
        <p:nvSpPr>
          <p:cNvPr id="3" name="object 3"/>
          <p:cNvSpPr txBox="1"/>
          <p:nvPr/>
        </p:nvSpPr>
        <p:spPr>
          <a:xfrm>
            <a:off x="672267" y="1736298"/>
            <a:ext cx="8761730" cy="4254500"/>
          </a:xfrm>
          <a:prstGeom prst="rect">
            <a:avLst/>
          </a:prstGeom>
        </p:spPr>
        <p:txBody>
          <a:bodyPr vert="horz" wrap="square" lIns="0" tIns="97155" rIns="0" bIns="0" rtlCol="0">
            <a:spAutoFit/>
          </a:bodyPr>
          <a:lstStyle/>
          <a:p>
            <a:pPr marL="214629" marR="346075" indent="-177165">
              <a:lnSpc>
                <a:spcPct val="80000"/>
              </a:lnSpc>
              <a:spcBef>
                <a:spcPts val="765"/>
              </a:spcBef>
              <a:buClr>
                <a:srgbClr val="1CACE4"/>
              </a:buClr>
              <a:buFont typeface="Arial MT"/>
              <a:buChar char="•"/>
              <a:tabLst>
                <a:tab pos="215265" algn="l"/>
              </a:tabLst>
            </a:pPr>
            <a:r>
              <a:rPr sz="2800" spc="-10" dirty="0">
                <a:solidFill>
                  <a:srgbClr val="3F3F3F"/>
                </a:solidFill>
                <a:latin typeface="Calibri"/>
                <a:cs typeface="Calibri"/>
              </a:rPr>
              <a:t>find</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least</a:t>
            </a:r>
            <a:r>
              <a:rPr sz="2800" spc="-5" dirty="0">
                <a:solidFill>
                  <a:srgbClr val="3F3F3F"/>
                </a:solidFill>
                <a:latin typeface="Calibri"/>
                <a:cs typeface="Calibri"/>
              </a:rPr>
              <a:t> </a:t>
            </a:r>
            <a:r>
              <a:rPr sz="2800" spc="-20" dirty="0">
                <a:solidFill>
                  <a:srgbClr val="3F3F3F"/>
                </a:solidFill>
                <a:latin typeface="Calibri"/>
                <a:cs typeface="Calibri"/>
              </a:rPr>
              <a:t>cost</a:t>
            </a:r>
            <a:r>
              <a:rPr sz="2800" spc="10" dirty="0">
                <a:solidFill>
                  <a:srgbClr val="3F3F3F"/>
                </a:solidFill>
                <a:latin typeface="Calibri"/>
                <a:cs typeface="Calibri"/>
              </a:rPr>
              <a:t> </a:t>
            </a:r>
            <a:r>
              <a:rPr sz="2800" spc="-15" dirty="0">
                <a:solidFill>
                  <a:srgbClr val="3F3F3F"/>
                </a:solidFill>
                <a:latin typeface="Calibri"/>
                <a:cs typeface="Calibri"/>
              </a:rPr>
              <a:t>(shortest</a:t>
            </a:r>
            <a:r>
              <a:rPr sz="2800" spc="30" dirty="0">
                <a:solidFill>
                  <a:srgbClr val="3F3F3F"/>
                </a:solidFill>
                <a:latin typeface="Calibri"/>
                <a:cs typeface="Calibri"/>
              </a:rPr>
              <a:t> </a:t>
            </a:r>
            <a:r>
              <a:rPr sz="2800" spc="-15" dirty="0">
                <a:solidFill>
                  <a:srgbClr val="3F3F3F"/>
                </a:solidFill>
                <a:latin typeface="Calibri"/>
                <a:cs typeface="Calibri"/>
              </a:rPr>
              <a:t>distance)</a:t>
            </a:r>
            <a:r>
              <a:rPr sz="2800" spc="20" dirty="0">
                <a:solidFill>
                  <a:srgbClr val="3F3F3F"/>
                </a:solidFill>
                <a:latin typeface="Calibri"/>
                <a:cs typeface="Calibri"/>
              </a:rPr>
              <a:t> </a:t>
            </a:r>
            <a:r>
              <a:rPr sz="2800" spc="-10" dirty="0">
                <a:solidFill>
                  <a:srgbClr val="3F3F3F"/>
                </a:solidFill>
                <a:latin typeface="Calibri"/>
                <a:cs typeface="Calibri"/>
              </a:rPr>
              <a:t>between</a:t>
            </a:r>
            <a:r>
              <a:rPr sz="2800"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15" dirty="0">
                <a:solidFill>
                  <a:srgbClr val="3F3F3F"/>
                </a:solidFill>
                <a:latin typeface="Calibri"/>
                <a:cs typeface="Calibri"/>
              </a:rPr>
              <a:t>source </a:t>
            </a:r>
            <a:r>
              <a:rPr sz="2800" spc="-10" dirty="0">
                <a:solidFill>
                  <a:srgbClr val="3F3F3F"/>
                </a:solidFill>
                <a:latin typeface="Calibri"/>
                <a:cs typeface="Calibri"/>
              </a:rPr>
              <a:t> node,</a:t>
            </a:r>
            <a:r>
              <a:rPr sz="2800" spc="10" dirty="0">
                <a:solidFill>
                  <a:srgbClr val="3F3F3F"/>
                </a:solidFill>
                <a:latin typeface="Calibri"/>
                <a:cs typeface="Calibri"/>
              </a:rPr>
              <a:t> </a:t>
            </a:r>
            <a:r>
              <a:rPr sz="2800" i="1" spc="-5" dirty="0">
                <a:solidFill>
                  <a:srgbClr val="3F3F3F"/>
                </a:solidFill>
                <a:latin typeface="Calibri"/>
                <a:cs typeface="Calibri"/>
              </a:rPr>
              <a:t>x,</a:t>
            </a:r>
            <a:r>
              <a:rPr sz="2800" i="1" dirty="0">
                <a:solidFill>
                  <a:srgbClr val="3F3F3F"/>
                </a:solidFill>
                <a:latin typeface="Calibri"/>
                <a:cs typeface="Calibri"/>
              </a:rPr>
              <a:t> </a:t>
            </a:r>
            <a:r>
              <a:rPr sz="2800" i="1" spc="-10" dirty="0">
                <a:solidFill>
                  <a:srgbClr val="3F3F3F"/>
                </a:solidFill>
                <a:latin typeface="Calibri"/>
                <a:cs typeface="Calibri"/>
              </a:rPr>
              <a:t>and</a:t>
            </a:r>
            <a:r>
              <a:rPr sz="2800" i="1" dirty="0">
                <a:solidFill>
                  <a:srgbClr val="3F3F3F"/>
                </a:solidFill>
                <a:latin typeface="Calibri"/>
                <a:cs typeface="Calibri"/>
              </a:rPr>
              <a:t> </a:t>
            </a:r>
            <a:r>
              <a:rPr sz="2800" i="1" spc="-5" dirty="0">
                <a:solidFill>
                  <a:srgbClr val="3F3F3F"/>
                </a:solidFill>
                <a:latin typeface="Calibri"/>
                <a:cs typeface="Calibri"/>
              </a:rPr>
              <a:t>a</a:t>
            </a:r>
            <a:r>
              <a:rPr sz="2800" i="1" dirty="0">
                <a:solidFill>
                  <a:srgbClr val="3F3F3F"/>
                </a:solidFill>
                <a:latin typeface="Calibri"/>
                <a:cs typeface="Calibri"/>
              </a:rPr>
              <a:t> </a:t>
            </a:r>
            <a:r>
              <a:rPr sz="2800" i="1" spc="-10" dirty="0">
                <a:solidFill>
                  <a:srgbClr val="3F3F3F"/>
                </a:solidFill>
                <a:latin typeface="Calibri"/>
                <a:cs typeface="Calibri"/>
              </a:rPr>
              <a:t>destination</a:t>
            </a:r>
            <a:r>
              <a:rPr sz="2800" i="1" dirty="0">
                <a:solidFill>
                  <a:srgbClr val="3F3F3F"/>
                </a:solidFill>
                <a:latin typeface="Calibri"/>
                <a:cs typeface="Calibri"/>
              </a:rPr>
              <a:t> </a:t>
            </a:r>
            <a:r>
              <a:rPr sz="2800" i="1" spc="-5" dirty="0">
                <a:solidFill>
                  <a:srgbClr val="3F3F3F"/>
                </a:solidFill>
                <a:latin typeface="Calibri"/>
                <a:cs typeface="Calibri"/>
              </a:rPr>
              <a:t>node, </a:t>
            </a:r>
            <a:r>
              <a:rPr sz="2800" i="1" spc="-90" dirty="0">
                <a:solidFill>
                  <a:srgbClr val="3F3F3F"/>
                </a:solidFill>
                <a:latin typeface="Calibri"/>
                <a:cs typeface="Calibri"/>
              </a:rPr>
              <a:t>y,</a:t>
            </a:r>
            <a:r>
              <a:rPr sz="2800" i="1" spc="10" dirty="0">
                <a:solidFill>
                  <a:srgbClr val="3F3F3F"/>
                </a:solidFill>
                <a:latin typeface="Calibri"/>
                <a:cs typeface="Calibri"/>
              </a:rPr>
              <a:t> </a:t>
            </a:r>
            <a:r>
              <a:rPr sz="2800" i="1" spc="-10" dirty="0">
                <a:solidFill>
                  <a:srgbClr val="3F3F3F"/>
                </a:solidFill>
                <a:latin typeface="Calibri"/>
                <a:cs typeface="Calibri"/>
              </a:rPr>
              <a:t>through</a:t>
            </a:r>
            <a:r>
              <a:rPr sz="2800" i="1" dirty="0">
                <a:solidFill>
                  <a:srgbClr val="3F3F3F"/>
                </a:solidFill>
                <a:latin typeface="Calibri"/>
                <a:cs typeface="Calibri"/>
              </a:rPr>
              <a:t> </a:t>
            </a:r>
            <a:r>
              <a:rPr sz="2800" i="1" spc="-5" dirty="0">
                <a:solidFill>
                  <a:srgbClr val="3F3F3F"/>
                </a:solidFill>
                <a:latin typeface="Calibri"/>
                <a:cs typeface="Calibri"/>
              </a:rPr>
              <a:t>some </a:t>
            </a:r>
            <a:r>
              <a:rPr sz="2800" i="1" dirty="0">
                <a:solidFill>
                  <a:srgbClr val="3F3F3F"/>
                </a:solidFill>
                <a:latin typeface="Calibri"/>
                <a:cs typeface="Calibri"/>
              </a:rPr>
              <a:t> </a:t>
            </a:r>
            <a:r>
              <a:rPr sz="2800" i="1" spc="-10" dirty="0">
                <a:solidFill>
                  <a:srgbClr val="3F3F3F"/>
                </a:solidFill>
                <a:latin typeface="Calibri"/>
                <a:cs typeface="Calibri"/>
              </a:rPr>
              <a:t>intermediary</a:t>
            </a:r>
            <a:r>
              <a:rPr sz="2800" i="1" spc="-5" dirty="0">
                <a:solidFill>
                  <a:srgbClr val="3F3F3F"/>
                </a:solidFill>
                <a:latin typeface="Calibri"/>
                <a:cs typeface="Calibri"/>
              </a:rPr>
              <a:t> nodes</a:t>
            </a:r>
            <a:r>
              <a:rPr sz="2800" i="1" spc="25" dirty="0">
                <a:solidFill>
                  <a:srgbClr val="3F3F3F"/>
                </a:solidFill>
                <a:latin typeface="Calibri"/>
                <a:cs typeface="Calibri"/>
              </a:rPr>
              <a:t> </a:t>
            </a:r>
            <a:r>
              <a:rPr sz="2800" spc="-5" dirty="0">
                <a:solidFill>
                  <a:srgbClr val="3F3F3F"/>
                </a:solidFill>
                <a:latin typeface="Calibri"/>
                <a:cs typeface="Calibri"/>
              </a:rPr>
              <a:t>(a, b,</a:t>
            </a:r>
            <a:r>
              <a:rPr sz="2800" spc="5" dirty="0">
                <a:solidFill>
                  <a:srgbClr val="3F3F3F"/>
                </a:solidFill>
                <a:latin typeface="Calibri"/>
                <a:cs typeface="Calibri"/>
              </a:rPr>
              <a:t> </a:t>
            </a:r>
            <a:r>
              <a:rPr sz="2800" spc="-5" dirty="0">
                <a:solidFill>
                  <a:srgbClr val="3F3F3F"/>
                </a:solidFill>
                <a:latin typeface="Calibri"/>
                <a:cs typeface="Calibri"/>
              </a:rPr>
              <a:t>c, …)</a:t>
            </a:r>
            <a:r>
              <a:rPr sz="2800" spc="5" dirty="0">
                <a:solidFill>
                  <a:srgbClr val="3F3F3F"/>
                </a:solidFill>
                <a:latin typeface="Calibri"/>
                <a:cs typeface="Calibri"/>
              </a:rPr>
              <a:t> </a:t>
            </a:r>
            <a:r>
              <a:rPr sz="2800" spc="-5" dirty="0">
                <a:solidFill>
                  <a:srgbClr val="3F3F3F"/>
                </a:solidFill>
                <a:latin typeface="Calibri"/>
                <a:cs typeface="Calibri"/>
              </a:rPr>
              <a:t>, when</a:t>
            </a:r>
            <a:r>
              <a:rPr sz="2800" dirty="0">
                <a:solidFill>
                  <a:srgbClr val="3F3F3F"/>
                </a:solidFill>
                <a:latin typeface="Calibri"/>
                <a:cs typeface="Calibri"/>
              </a:rPr>
              <a:t> </a:t>
            </a:r>
            <a:r>
              <a:rPr sz="2800" spc="-15" dirty="0">
                <a:solidFill>
                  <a:srgbClr val="3F3F3F"/>
                </a:solidFill>
                <a:latin typeface="Calibri"/>
                <a:cs typeface="Calibri"/>
              </a:rPr>
              <a:t>following</a:t>
            </a:r>
            <a:r>
              <a:rPr sz="2800" spc="5" dirty="0">
                <a:solidFill>
                  <a:srgbClr val="3F3F3F"/>
                </a:solidFill>
                <a:latin typeface="Calibri"/>
                <a:cs typeface="Calibri"/>
              </a:rPr>
              <a:t> </a:t>
            </a:r>
            <a:r>
              <a:rPr sz="2800" spc="-20" dirty="0">
                <a:solidFill>
                  <a:srgbClr val="3F3F3F"/>
                </a:solidFill>
                <a:latin typeface="Calibri"/>
                <a:cs typeface="Calibri"/>
              </a:rPr>
              <a:t>are</a:t>
            </a:r>
            <a:r>
              <a:rPr sz="2800" spc="-10" dirty="0">
                <a:solidFill>
                  <a:srgbClr val="3F3F3F"/>
                </a:solidFill>
                <a:latin typeface="Calibri"/>
                <a:cs typeface="Calibri"/>
              </a:rPr>
              <a:t> </a:t>
            </a:r>
            <a:r>
              <a:rPr sz="2800" spc="-15" dirty="0">
                <a:solidFill>
                  <a:srgbClr val="3F3F3F"/>
                </a:solidFill>
                <a:latin typeface="Calibri"/>
                <a:cs typeface="Calibri"/>
              </a:rPr>
              <a:t>given</a:t>
            </a:r>
            <a:endParaRPr sz="2800">
              <a:latin typeface="Calibri"/>
              <a:cs typeface="Calibri"/>
            </a:endParaRPr>
          </a:p>
          <a:p>
            <a:pPr marL="444500" lvl="1" indent="-183515">
              <a:lnSpc>
                <a:spcPts val="2715"/>
              </a:lnSpc>
              <a:buClr>
                <a:srgbClr val="1CACE4"/>
              </a:buClr>
              <a:buChar char="◦"/>
              <a:tabLst>
                <a:tab pos="445134" algn="l"/>
              </a:tabLst>
            </a:pPr>
            <a:r>
              <a:rPr sz="2400" spc="-5" dirty="0">
                <a:solidFill>
                  <a:srgbClr val="3F3F3F"/>
                </a:solidFill>
                <a:latin typeface="Calibri"/>
                <a:cs typeface="Calibri"/>
              </a:rPr>
              <a:t>the</a:t>
            </a:r>
            <a:r>
              <a:rPr sz="2400" spc="-15" dirty="0">
                <a:solidFill>
                  <a:srgbClr val="3F3F3F"/>
                </a:solidFill>
                <a:latin typeface="Calibri"/>
                <a:cs typeface="Calibri"/>
              </a:rPr>
              <a:t> costs</a:t>
            </a:r>
            <a:r>
              <a:rPr sz="2400" spc="-20" dirty="0">
                <a:solidFill>
                  <a:srgbClr val="3F3F3F"/>
                </a:solidFill>
                <a:latin typeface="Calibri"/>
                <a:cs typeface="Calibri"/>
              </a:rPr>
              <a:t> </a:t>
            </a:r>
            <a:r>
              <a:rPr sz="2400" spc="-10" dirty="0">
                <a:solidFill>
                  <a:srgbClr val="3F3F3F"/>
                </a:solidFill>
                <a:latin typeface="Calibri"/>
                <a:cs typeface="Calibri"/>
              </a:rPr>
              <a:t>between</a:t>
            </a:r>
            <a:r>
              <a:rPr sz="2400" spc="-5" dirty="0">
                <a:solidFill>
                  <a:srgbClr val="3F3F3F"/>
                </a:solidFill>
                <a:latin typeface="Calibri"/>
                <a:cs typeface="Calibri"/>
              </a:rPr>
              <a:t> the</a:t>
            </a:r>
            <a:r>
              <a:rPr sz="2400" spc="-10" dirty="0">
                <a:solidFill>
                  <a:srgbClr val="3F3F3F"/>
                </a:solidFill>
                <a:latin typeface="Calibri"/>
                <a:cs typeface="Calibri"/>
              </a:rPr>
              <a:t> source</a:t>
            </a:r>
            <a:r>
              <a:rPr sz="2400" dirty="0">
                <a:solidFill>
                  <a:srgbClr val="3F3F3F"/>
                </a:solidFill>
                <a:latin typeface="Calibri"/>
                <a:cs typeface="Calibri"/>
              </a:rPr>
              <a:t> and</a:t>
            </a:r>
            <a:r>
              <a:rPr sz="2400" spc="-5" dirty="0">
                <a:solidFill>
                  <a:srgbClr val="3F3F3F"/>
                </a:solidFill>
                <a:latin typeface="Calibri"/>
                <a:cs typeface="Calibri"/>
              </a:rPr>
              <a:t> the</a:t>
            </a:r>
            <a:r>
              <a:rPr sz="2400" dirty="0">
                <a:solidFill>
                  <a:srgbClr val="3F3F3F"/>
                </a:solidFill>
                <a:latin typeface="Calibri"/>
                <a:cs typeface="Calibri"/>
              </a:rPr>
              <a:t> </a:t>
            </a:r>
            <a:r>
              <a:rPr sz="2400" spc="-10" dirty="0">
                <a:solidFill>
                  <a:srgbClr val="3F3F3F"/>
                </a:solidFill>
                <a:latin typeface="Calibri"/>
                <a:cs typeface="Calibri"/>
              </a:rPr>
              <a:t>intermediary</a:t>
            </a:r>
            <a:r>
              <a:rPr sz="2400" spc="-25" dirty="0">
                <a:solidFill>
                  <a:srgbClr val="3F3F3F"/>
                </a:solidFill>
                <a:latin typeface="Calibri"/>
                <a:cs typeface="Calibri"/>
              </a:rPr>
              <a:t> </a:t>
            </a:r>
            <a:r>
              <a:rPr sz="2400" spc="-5" dirty="0">
                <a:solidFill>
                  <a:srgbClr val="3F3F3F"/>
                </a:solidFill>
                <a:latin typeface="Calibri"/>
                <a:cs typeface="Calibri"/>
              </a:rPr>
              <a:t>nodes</a:t>
            </a:r>
            <a:endParaRPr sz="2400">
              <a:latin typeface="Calibri"/>
              <a:cs typeface="Calibri"/>
            </a:endParaRPr>
          </a:p>
          <a:p>
            <a:pPr marL="444500" marR="1408430" lvl="1" indent="-182880">
              <a:lnSpc>
                <a:spcPts val="2300"/>
              </a:lnSpc>
              <a:spcBef>
                <a:spcPts val="585"/>
              </a:spcBef>
              <a:buClr>
                <a:srgbClr val="1CACE4"/>
              </a:buClr>
              <a:buChar char="◦"/>
              <a:tabLst>
                <a:tab pos="445134" algn="l"/>
              </a:tabLst>
            </a:pPr>
            <a:r>
              <a:rPr sz="2400" spc="-5" dirty="0">
                <a:solidFill>
                  <a:srgbClr val="3F3F3F"/>
                </a:solidFill>
                <a:latin typeface="Calibri"/>
                <a:cs typeface="Calibri"/>
              </a:rPr>
              <a:t>the </a:t>
            </a:r>
            <a:r>
              <a:rPr sz="2400" spc="-10" dirty="0">
                <a:solidFill>
                  <a:srgbClr val="3F3F3F"/>
                </a:solidFill>
                <a:latin typeface="Calibri"/>
                <a:cs typeface="Calibri"/>
              </a:rPr>
              <a:t>least </a:t>
            </a:r>
            <a:r>
              <a:rPr sz="2400" spc="-15" dirty="0">
                <a:solidFill>
                  <a:srgbClr val="3F3F3F"/>
                </a:solidFill>
                <a:latin typeface="Calibri"/>
                <a:cs typeface="Calibri"/>
              </a:rPr>
              <a:t>costs </a:t>
            </a:r>
            <a:r>
              <a:rPr sz="2400" spc="-10" dirty="0">
                <a:solidFill>
                  <a:srgbClr val="3F3F3F"/>
                </a:solidFill>
                <a:latin typeface="Calibri"/>
                <a:cs typeface="Calibri"/>
              </a:rPr>
              <a:t>between </a:t>
            </a:r>
            <a:r>
              <a:rPr sz="2400" spc="-5" dirty="0">
                <a:solidFill>
                  <a:srgbClr val="3F3F3F"/>
                </a:solidFill>
                <a:latin typeface="Calibri"/>
                <a:cs typeface="Calibri"/>
              </a:rPr>
              <a:t>the </a:t>
            </a:r>
            <a:r>
              <a:rPr sz="2400" spc="-10" dirty="0">
                <a:solidFill>
                  <a:srgbClr val="3F3F3F"/>
                </a:solidFill>
                <a:latin typeface="Calibri"/>
                <a:cs typeface="Calibri"/>
              </a:rPr>
              <a:t>intermediary </a:t>
            </a:r>
            <a:r>
              <a:rPr sz="2400" spc="-5" dirty="0">
                <a:solidFill>
                  <a:srgbClr val="3F3F3F"/>
                </a:solidFill>
                <a:latin typeface="Calibri"/>
                <a:cs typeface="Calibri"/>
              </a:rPr>
              <a:t>nodes </a:t>
            </a:r>
            <a:r>
              <a:rPr sz="2400" dirty="0">
                <a:solidFill>
                  <a:srgbClr val="3F3F3F"/>
                </a:solidFill>
                <a:latin typeface="Calibri"/>
                <a:cs typeface="Calibri"/>
              </a:rPr>
              <a:t>and </a:t>
            </a:r>
            <a:r>
              <a:rPr sz="2400" spc="-5" dirty="0">
                <a:solidFill>
                  <a:srgbClr val="3F3F3F"/>
                </a:solidFill>
                <a:latin typeface="Calibri"/>
                <a:cs typeface="Calibri"/>
              </a:rPr>
              <a:t>the </a:t>
            </a:r>
            <a:r>
              <a:rPr sz="2400" spc="-530" dirty="0">
                <a:solidFill>
                  <a:srgbClr val="3F3F3F"/>
                </a:solidFill>
                <a:latin typeface="Calibri"/>
                <a:cs typeface="Calibri"/>
              </a:rPr>
              <a:t> </a:t>
            </a:r>
            <a:r>
              <a:rPr sz="2400" spc="-10" dirty="0">
                <a:solidFill>
                  <a:srgbClr val="3F3F3F"/>
                </a:solidFill>
                <a:latin typeface="Calibri"/>
                <a:cs typeface="Calibri"/>
              </a:rPr>
              <a:t>destination</a:t>
            </a:r>
            <a:endParaRPr sz="2400">
              <a:latin typeface="Calibri"/>
              <a:cs typeface="Calibri"/>
            </a:endParaRPr>
          </a:p>
          <a:p>
            <a:pPr marL="214629" marR="373380" indent="-177165">
              <a:lnSpc>
                <a:spcPct val="80000"/>
              </a:lnSpc>
              <a:spcBef>
                <a:spcPts val="1614"/>
              </a:spcBef>
              <a:buClr>
                <a:srgbClr val="1CACE4"/>
              </a:buClr>
              <a:buFont typeface="Arial MT"/>
              <a:buChar char="•"/>
              <a:tabLst>
                <a:tab pos="215265" algn="l"/>
              </a:tabLst>
            </a:pPr>
            <a:r>
              <a:rPr sz="2800" spc="-15" dirty="0">
                <a:solidFill>
                  <a:srgbClr val="3F3F3F"/>
                </a:solidFill>
                <a:latin typeface="Calibri"/>
                <a:cs typeface="Calibri"/>
              </a:rPr>
              <a:t>General</a:t>
            </a:r>
            <a:r>
              <a:rPr sz="2800" spc="-5" dirty="0">
                <a:solidFill>
                  <a:srgbClr val="3F3F3F"/>
                </a:solidFill>
                <a:latin typeface="Calibri"/>
                <a:cs typeface="Calibri"/>
              </a:rPr>
              <a:t> </a:t>
            </a:r>
            <a:r>
              <a:rPr sz="2800" spc="-10" dirty="0">
                <a:solidFill>
                  <a:srgbClr val="3F3F3F"/>
                </a:solidFill>
                <a:latin typeface="Calibri"/>
                <a:cs typeface="Calibri"/>
              </a:rPr>
              <a:t>case</a:t>
            </a:r>
            <a:r>
              <a:rPr sz="2800"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5" dirty="0">
                <a:solidFill>
                  <a:srgbClr val="3F3F3F"/>
                </a:solidFill>
                <a:latin typeface="Calibri"/>
                <a:cs typeface="Calibri"/>
              </a:rPr>
              <a:t>which</a:t>
            </a:r>
            <a:r>
              <a:rPr sz="2800" spc="35" dirty="0">
                <a:solidFill>
                  <a:srgbClr val="3F3F3F"/>
                </a:solidFill>
                <a:latin typeface="Calibri"/>
                <a:cs typeface="Calibri"/>
              </a:rPr>
              <a:t> </a:t>
            </a:r>
            <a:r>
              <a:rPr sz="2800" i="1" dirty="0">
                <a:solidFill>
                  <a:srgbClr val="3F3F3F"/>
                </a:solidFill>
                <a:latin typeface="Calibri"/>
                <a:cs typeface="Calibri"/>
              </a:rPr>
              <a:t>D</a:t>
            </a:r>
            <a:r>
              <a:rPr sz="2775" i="1" baseline="-21021" dirty="0">
                <a:solidFill>
                  <a:srgbClr val="3F3F3F"/>
                </a:solidFill>
                <a:latin typeface="Calibri"/>
                <a:cs typeface="Calibri"/>
              </a:rPr>
              <a:t>ij</a:t>
            </a:r>
            <a:r>
              <a:rPr sz="2775" i="1" spc="15" baseline="-21021" dirty="0">
                <a:solidFill>
                  <a:srgbClr val="3F3F3F"/>
                </a:solidFill>
                <a:latin typeface="Calibri"/>
                <a:cs typeface="Calibri"/>
              </a:rPr>
              <a:t> </a:t>
            </a:r>
            <a:r>
              <a:rPr sz="2800" i="1" spc="-10" dirty="0">
                <a:solidFill>
                  <a:srgbClr val="3F3F3F"/>
                </a:solidFill>
                <a:latin typeface="Calibri"/>
                <a:cs typeface="Calibri"/>
              </a:rPr>
              <a:t>is</a:t>
            </a:r>
            <a:r>
              <a:rPr sz="2800" i="1" dirty="0">
                <a:solidFill>
                  <a:srgbClr val="3F3F3F"/>
                </a:solidFill>
                <a:latin typeface="Calibri"/>
                <a:cs typeface="Calibri"/>
              </a:rPr>
              <a:t> </a:t>
            </a:r>
            <a:r>
              <a:rPr sz="2800" i="1" spc="-10" dirty="0">
                <a:solidFill>
                  <a:srgbClr val="3F3F3F"/>
                </a:solidFill>
                <a:latin typeface="Calibri"/>
                <a:cs typeface="Calibri"/>
              </a:rPr>
              <a:t>the</a:t>
            </a:r>
            <a:r>
              <a:rPr sz="2800" i="1" spc="-5" dirty="0">
                <a:solidFill>
                  <a:srgbClr val="3F3F3F"/>
                </a:solidFill>
                <a:latin typeface="Calibri"/>
                <a:cs typeface="Calibri"/>
              </a:rPr>
              <a:t> </a:t>
            </a:r>
            <a:r>
              <a:rPr sz="2800" i="1" spc="-15" dirty="0">
                <a:solidFill>
                  <a:srgbClr val="3F3F3F"/>
                </a:solidFill>
                <a:latin typeface="Calibri"/>
                <a:cs typeface="Calibri"/>
              </a:rPr>
              <a:t>shortest</a:t>
            </a:r>
            <a:r>
              <a:rPr sz="2800" i="1" spc="25" dirty="0">
                <a:solidFill>
                  <a:srgbClr val="3F3F3F"/>
                </a:solidFill>
                <a:latin typeface="Calibri"/>
                <a:cs typeface="Calibri"/>
              </a:rPr>
              <a:t> </a:t>
            </a:r>
            <a:r>
              <a:rPr sz="2800" spc="-15" dirty="0">
                <a:solidFill>
                  <a:srgbClr val="3F3F3F"/>
                </a:solidFill>
                <a:latin typeface="Calibri"/>
                <a:cs typeface="Calibri"/>
              </a:rPr>
              <a:t>distance</a:t>
            </a:r>
            <a:r>
              <a:rPr sz="2800" spc="30" dirty="0">
                <a:solidFill>
                  <a:srgbClr val="3F3F3F"/>
                </a:solidFill>
                <a:latin typeface="Calibri"/>
                <a:cs typeface="Calibri"/>
              </a:rPr>
              <a:t> </a:t>
            </a:r>
            <a:r>
              <a:rPr sz="2800" spc="-5" dirty="0">
                <a:solidFill>
                  <a:srgbClr val="3F3F3F"/>
                </a:solidFill>
                <a:latin typeface="Calibri"/>
                <a:cs typeface="Calibri"/>
              </a:rPr>
              <a:t>and</a:t>
            </a:r>
            <a:r>
              <a:rPr sz="2800" spc="20" dirty="0">
                <a:solidFill>
                  <a:srgbClr val="3F3F3F"/>
                </a:solidFill>
                <a:latin typeface="Calibri"/>
                <a:cs typeface="Calibri"/>
              </a:rPr>
              <a:t> </a:t>
            </a:r>
            <a:r>
              <a:rPr sz="2800" i="1" dirty="0">
                <a:solidFill>
                  <a:srgbClr val="3F3F3F"/>
                </a:solidFill>
                <a:latin typeface="Calibri"/>
                <a:cs typeface="Calibri"/>
              </a:rPr>
              <a:t>c</a:t>
            </a:r>
            <a:r>
              <a:rPr sz="2775" i="1" baseline="-21021" dirty="0">
                <a:solidFill>
                  <a:srgbClr val="3F3F3F"/>
                </a:solidFill>
                <a:latin typeface="Calibri"/>
                <a:cs typeface="Calibri"/>
              </a:rPr>
              <a:t>ij</a:t>
            </a:r>
            <a:r>
              <a:rPr sz="2775" i="1" spc="315" baseline="-21021" dirty="0">
                <a:solidFill>
                  <a:srgbClr val="3F3F3F"/>
                </a:solidFill>
                <a:latin typeface="Calibri"/>
                <a:cs typeface="Calibri"/>
              </a:rPr>
              <a:t> </a:t>
            </a:r>
            <a:r>
              <a:rPr sz="2800" i="1" spc="-10" dirty="0">
                <a:solidFill>
                  <a:srgbClr val="3F3F3F"/>
                </a:solidFill>
                <a:latin typeface="Calibri"/>
                <a:cs typeface="Calibri"/>
              </a:rPr>
              <a:t>is </a:t>
            </a:r>
            <a:r>
              <a:rPr sz="2800" i="1" spc="-615" dirty="0">
                <a:solidFill>
                  <a:srgbClr val="3F3F3F"/>
                </a:solidFill>
                <a:latin typeface="Calibri"/>
                <a:cs typeface="Calibri"/>
              </a:rPr>
              <a:t> </a:t>
            </a:r>
            <a:r>
              <a:rPr sz="2800" i="1" spc="-10" dirty="0">
                <a:solidFill>
                  <a:srgbClr val="3F3F3F"/>
                </a:solidFill>
                <a:latin typeface="Calibri"/>
                <a:cs typeface="Calibri"/>
              </a:rPr>
              <a:t>the</a:t>
            </a:r>
            <a:r>
              <a:rPr sz="2800" i="1" spc="-20" dirty="0">
                <a:solidFill>
                  <a:srgbClr val="3F3F3F"/>
                </a:solidFill>
                <a:latin typeface="Calibri"/>
                <a:cs typeface="Calibri"/>
              </a:rPr>
              <a:t> cost</a:t>
            </a:r>
            <a:r>
              <a:rPr sz="2800" i="1" spc="-5" dirty="0">
                <a:solidFill>
                  <a:srgbClr val="3F3F3F"/>
                </a:solidFill>
                <a:latin typeface="Calibri"/>
                <a:cs typeface="Calibri"/>
              </a:rPr>
              <a:t> </a:t>
            </a:r>
            <a:r>
              <a:rPr sz="2800" i="1" spc="-10" dirty="0">
                <a:solidFill>
                  <a:srgbClr val="3F3F3F"/>
                </a:solidFill>
                <a:latin typeface="Calibri"/>
                <a:cs typeface="Calibri"/>
              </a:rPr>
              <a:t>between</a:t>
            </a:r>
            <a:r>
              <a:rPr sz="2800" i="1" spc="10" dirty="0">
                <a:solidFill>
                  <a:srgbClr val="3F3F3F"/>
                </a:solidFill>
                <a:latin typeface="Calibri"/>
                <a:cs typeface="Calibri"/>
              </a:rPr>
              <a:t> </a:t>
            </a:r>
            <a:r>
              <a:rPr sz="2800" i="1" spc="-5" dirty="0">
                <a:solidFill>
                  <a:srgbClr val="3F3F3F"/>
                </a:solidFill>
                <a:latin typeface="Calibri"/>
                <a:cs typeface="Calibri"/>
              </a:rPr>
              <a:t>nodes</a:t>
            </a:r>
            <a:r>
              <a:rPr sz="2800" i="1" spc="45" dirty="0">
                <a:solidFill>
                  <a:srgbClr val="3F3F3F"/>
                </a:solidFill>
                <a:latin typeface="Calibri"/>
                <a:cs typeface="Calibri"/>
              </a:rPr>
              <a:t> </a:t>
            </a:r>
            <a:r>
              <a:rPr sz="2800" i="1" spc="-5" dirty="0">
                <a:solidFill>
                  <a:srgbClr val="3F3F3F"/>
                </a:solidFill>
                <a:latin typeface="Calibri"/>
                <a:cs typeface="Calibri"/>
              </a:rPr>
              <a:t>i </a:t>
            </a:r>
            <a:r>
              <a:rPr sz="2800" i="1" spc="-10" dirty="0">
                <a:solidFill>
                  <a:srgbClr val="3F3F3F"/>
                </a:solidFill>
                <a:latin typeface="Calibri"/>
                <a:cs typeface="Calibri"/>
              </a:rPr>
              <a:t>and</a:t>
            </a:r>
            <a:r>
              <a:rPr sz="2800" i="1" spc="-5" dirty="0">
                <a:solidFill>
                  <a:srgbClr val="3F3F3F"/>
                </a:solidFill>
                <a:latin typeface="Calibri"/>
                <a:cs typeface="Calibri"/>
              </a:rPr>
              <a:t> j</a:t>
            </a:r>
            <a:endParaRPr sz="2800">
              <a:latin typeface="Calibri"/>
              <a:cs typeface="Calibri"/>
            </a:endParaRPr>
          </a:p>
          <a:p>
            <a:pPr marL="444500" lvl="1" indent="-183515">
              <a:lnSpc>
                <a:spcPts val="2715"/>
              </a:lnSpc>
              <a:buClr>
                <a:srgbClr val="1CACE4"/>
              </a:buClr>
              <a:buFont typeface="Calibri"/>
              <a:buChar char="◦"/>
              <a:tabLst>
                <a:tab pos="445134" algn="l"/>
              </a:tabLst>
            </a:pPr>
            <a:r>
              <a:rPr sz="2400" i="1" spc="-5" dirty="0">
                <a:solidFill>
                  <a:srgbClr val="3F3F3F"/>
                </a:solidFill>
                <a:latin typeface="Calibri"/>
                <a:cs typeface="Calibri"/>
              </a:rPr>
              <a:t>D</a:t>
            </a:r>
            <a:r>
              <a:rPr sz="2400" i="1" spc="-7" baseline="-20833" dirty="0">
                <a:solidFill>
                  <a:srgbClr val="3F3F3F"/>
                </a:solidFill>
                <a:latin typeface="Calibri"/>
                <a:cs typeface="Calibri"/>
              </a:rPr>
              <a:t>xy</a:t>
            </a:r>
            <a:r>
              <a:rPr sz="2400" i="1" spc="217" baseline="-20833" dirty="0">
                <a:solidFill>
                  <a:srgbClr val="3F3F3F"/>
                </a:solidFill>
                <a:latin typeface="Calibri"/>
                <a:cs typeface="Calibri"/>
              </a:rPr>
              <a:t> </a:t>
            </a:r>
            <a:r>
              <a:rPr sz="2400" i="1" dirty="0">
                <a:solidFill>
                  <a:srgbClr val="3F3F3F"/>
                </a:solidFill>
                <a:latin typeface="Calibri"/>
                <a:cs typeface="Calibri"/>
              </a:rPr>
              <a:t>=</a:t>
            </a:r>
            <a:r>
              <a:rPr sz="2400" i="1" spc="-10" dirty="0">
                <a:solidFill>
                  <a:srgbClr val="3F3F3F"/>
                </a:solidFill>
                <a:latin typeface="Calibri"/>
                <a:cs typeface="Calibri"/>
              </a:rPr>
              <a:t> </a:t>
            </a:r>
            <a:r>
              <a:rPr sz="2400" i="1" spc="-5" dirty="0">
                <a:solidFill>
                  <a:srgbClr val="3F3F3F"/>
                </a:solidFill>
                <a:latin typeface="Calibri"/>
                <a:cs typeface="Calibri"/>
              </a:rPr>
              <a:t>min </a:t>
            </a:r>
            <a:r>
              <a:rPr sz="2400" i="1" spc="-10" dirty="0">
                <a:solidFill>
                  <a:srgbClr val="3F3F3F"/>
                </a:solidFill>
                <a:latin typeface="Calibri"/>
                <a:cs typeface="Calibri"/>
              </a:rPr>
              <a:t>{(c</a:t>
            </a:r>
            <a:r>
              <a:rPr sz="2400" i="1" spc="-15" baseline="-20833" dirty="0">
                <a:solidFill>
                  <a:srgbClr val="3F3F3F"/>
                </a:solidFill>
                <a:latin typeface="Calibri"/>
                <a:cs typeface="Calibri"/>
              </a:rPr>
              <a:t>xa</a:t>
            </a:r>
            <a:r>
              <a:rPr sz="2400" i="1" spc="232" baseline="-20833" dirty="0">
                <a:solidFill>
                  <a:srgbClr val="3F3F3F"/>
                </a:solidFill>
                <a:latin typeface="Calibri"/>
                <a:cs typeface="Calibri"/>
              </a:rPr>
              <a:t> </a:t>
            </a:r>
            <a:r>
              <a:rPr sz="2400" i="1" dirty="0">
                <a:solidFill>
                  <a:srgbClr val="3F3F3F"/>
                </a:solidFill>
                <a:latin typeface="Calibri"/>
                <a:cs typeface="Calibri"/>
              </a:rPr>
              <a:t>+</a:t>
            </a:r>
            <a:r>
              <a:rPr sz="2400" i="1" spc="-5" dirty="0">
                <a:solidFill>
                  <a:srgbClr val="3F3F3F"/>
                </a:solidFill>
                <a:latin typeface="Calibri"/>
                <a:cs typeface="Calibri"/>
              </a:rPr>
              <a:t> D</a:t>
            </a:r>
            <a:r>
              <a:rPr sz="2400" i="1" spc="-7" baseline="-20833" dirty="0">
                <a:solidFill>
                  <a:srgbClr val="3F3F3F"/>
                </a:solidFill>
                <a:latin typeface="Calibri"/>
                <a:cs typeface="Calibri"/>
              </a:rPr>
              <a:t>ay</a:t>
            </a:r>
            <a:r>
              <a:rPr sz="2400" i="1" spc="-5" dirty="0">
                <a:solidFill>
                  <a:srgbClr val="3F3F3F"/>
                </a:solidFill>
                <a:latin typeface="Calibri"/>
                <a:cs typeface="Calibri"/>
              </a:rPr>
              <a:t>),</a:t>
            </a:r>
            <a:r>
              <a:rPr sz="2400" i="1" spc="-10" dirty="0">
                <a:solidFill>
                  <a:srgbClr val="3F3F3F"/>
                </a:solidFill>
                <a:latin typeface="Calibri"/>
                <a:cs typeface="Calibri"/>
              </a:rPr>
              <a:t> </a:t>
            </a:r>
            <a:r>
              <a:rPr sz="2400" i="1" dirty="0">
                <a:solidFill>
                  <a:srgbClr val="3F3F3F"/>
                </a:solidFill>
                <a:latin typeface="Calibri"/>
                <a:cs typeface="Calibri"/>
              </a:rPr>
              <a:t>(c</a:t>
            </a:r>
            <a:r>
              <a:rPr sz="2400" i="1" baseline="-20833" dirty="0">
                <a:solidFill>
                  <a:srgbClr val="3F3F3F"/>
                </a:solidFill>
                <a:latin typeface="Calibri"/>
                <a:cs typeface="Calibri"/>
              </a:rPr>
              <a:t>xb</a:t>
            </a:r>
            <a:r>
              <a:rPr sz="2400" i="1" spc="262" baseline="-20833" dirty="0">
                <a:solidFill>
                  <a:srgbClr val="3F3F3F"/>
                </a:solidFill>
                <a:latin typeface="Calibri"/>
                <a:cs typeface="Calibri"/>
              </a:rPr>
              <a:t> </a:t>
            </a:r>
            <a:r>
              <a:rPr sz="2400" i="1" dirty="0">
                <a:solidFill>
                  <a:srgbClr val="3F3F3F"/>
                </a:solidFill>
                <a:latin typeface="Calibri"/>
                <a:cs typeface="Calibri"/>
              </a:rPr>
              <a:t>+</a:t>
            </a:r>
            <a:r>
              <a:rPr sz="2400" i="1" spc="-5" dirty="0">
                <a:solidFill>
                  <a:srgbClr val="3F3F3F"/>
                </a:solidFill>
                <a:latin typeface="Calibri"/>
                <a:cs typeface="Calibri"/>
              </a:rPr>
              <a:t> </a:t>
            </a:r>
            <a:r>
              <a:rPr sz="2400" i="1" spc="-10" dirty="0">
                <a:solidFill>
                  <a:srgbClr val="3F3F3F"/>
                </a:solidFill>
                <a:latin typeface="Calibri"/>
                <a:cs typeface="Calibri"/>
              </a:rPr>
              <a:t>D</a:t>
            </a:r>
            <a:r>
              <a:rPr sz="2400" i="1" spc="-15" baseline="-20833" dirty="0">
                <a:solidFill>
                  <a:srgbClr val="3F3F3F"/>
                </a:solidFill>
                <a:latin typeface="Calibri"/>
                <a:cs typeface="Calibri"/>
              </a:rPr>
              <a:t>by</a:t>
            </a:r>
            <a:r>
              <a:rPr sz="2400" i="1" spc="-10" dirty="0">
                <a:solidFill>
                  <a:srgbClr val="3F3F3F"/>
                </a:solidFill>
                <a:latin typeface="Calibri"/>
                <a:cs typeface="Calibri"/>
              </a:rPr>
              <a:t>),</a:t>
            </a:r>
            <a:r>
              <a:rPr sz="2400" i="1" spc="-5" dirty="0">
                <a:solidFill>
                  <a:srgbClr val="3F3F3F"/>
                </a:solidFill>
                <a:latin typeface="Calibri"/>
                <a:cs typeface="Calibri"/>
              </a:rPr>
              <a:t> </a:t>
            </a:r>
            <a:r>
              <a:rPr sz="2400" i="1" spc="-10" dirty="0">
                <a:solidFill>
                  <a:srgbClr val="3F3F3F"/>
                </a:solidFill>
                <a:latin typeface="Calibri"/>
                <a:cs typeface="Calibri"/>
              </a:rPr>
              <a:t>(c</a:t>
            </a:r>
            <a:r>
              <a:rPr sz="2400" i="1" spc="-15" baseline="-20833" dirty="0">
                <a:solidFill>
                  <a:srgbClr val="3F3F3F"/>
                </a:solidFill>
                <a:latin typeface="Calibri"/>
                <a:cs typeface="Calibri"/>
              </a:rPr>
              <a:t>xc</a:t>
            </a:r>
            <a:r>
              <a:rPr sz="2400" i="1" spc="232" baseline="-20833" dirty="0">
                <a:solidFill>
                  <a:srgbClr val="3F3F3F"/>
                </a:solidFill>
                <a:latin typeface="Calibri"/>
                <a:cs typeface="Calibri"/>
              </a:rPr>
              <a:t> </a:t>
            </a:r>
            <a:r>
              <a:rPr sz="2400" i="1" dirty="0">
                <a:solidFill>
                  <a:srgbClr val="3F3F3F"/>
                </a:solidFill>
                <a:latin typeface="Calibri"/>
                <a:cs typeface="Calibri"/>
              </a:rPr>
              <a:t>+ </a:t>
            </a:r>
            <a:r>
              <a:rPr sz="2400" i="1" spc="-10" dirty="0">
                <a:solidFill>
                  <a:srgbClr val="3F3F3F"/>
                </a:solidFill>
                <a:latin typeface="Calibri"/>
                <a:cs typeface="Calibri"/>
              </a:rPr>
              <a:t>D</a:t>
            </a:r>
            <a:r>
              <a:rPr sz="2400" i="1" spc="-15" baseline="-20833" dirty="0">
                <a:solidFill>
                  <a:srgbClr val="3F3F3F"/>
                </a:solidFill>
                <a:latin typeface="Calibri"/>
                <a:cs typeface="Calibri"/>
              </a:rPr>
              <a:t>cy</a:t>
            </a:r>
            <a:r>
              <a:rPr sz="2400" i="1" spc="-10" dirty="0">
                <a:solidFill>
                  <a:srgbClr val="3F3F3F"/>
                </a:solidFill>
                <a:latin typeface="Calibri"/>
                <a:cs typeface="Calibri"/>
              </a:rPr>
              <a:t>),</a:t>
            </a:r>
            <a:r>
              <a:rPr sz="2400" i="1" spc="-5" dirty="0">
                <a:solidFill>
                  <a:srgbClr val="3F3F3F"/>
                </a:solidFill>
                <a:latin typeface="Calibri"/>
                <a:cs typeface="Calibri"/>
              </a:rPr>
              <a:t> …}</a:t>
            </a:r>
            <a:endParaRPr sz="2400">
              <a:latin typeface="Calibri"/>
              <a:cs typeface="Calibri"/>
            </a:endParaRPr>
          </a:p>
          <a:p>
            <a:pPr marL="214629" marR="30480" indent="-177165">
              <a:lnSpc>
                <a:spcPts val="2690"/>
              </a:lnSpc>
              <a:spcBef>
                <a:spcPts val="1560"/>
              </a:spcBef>
              <a:buClr>
                <a:srgbClr val="1CACE4"/>
              </a:buClr>
              <a:buFont typeface="Arial MT"/>
              <a:buChar char="•"/>
              <a:tabLst>
                <a:tab pos="215265" algn="l"/>
              </a:tabLst>
            </a:pPr>
            <a:r>
              <a:rPr sz="2800" spc="-15" dirty="0">
                <a:solidFill>
                  <a:srgbClr val="3F3F3F"/>
                </a:solidFill>
                <a:latin typeface="Calibri"/>
                <a:cs typeface="Calibri"/>
              </a:rPr>
              <a:t>Bellman-Ford</a:t>
            </a:r>
            <a:r>
              <a:rPr sz="2800" spc="25" dirty="0">
                <a:solidFill>
                  <a:srgbClr val="3F3F3F"/>
                </a:solidFill>
                <a:latin typeface="Calibri"/>
                <a:cs typeface="Calibri"/>
              </a:rPr>
              <a:t> </a:t>
            </a:r>
            <a:r>
              <a:rPr sz="2800" spc="-10" dirty="0">
                <a:solidFill>
                  <a:srgbClr val="3F3F3F"/>
                </a:solidFill>
                <a:latin typeface="Calibri"/>
                <a:cs typeface="Calibri"/>
              </a:rPr>
              <a:t>equation</a:t>
            </a:r>
            <a:r>
              <a:rPr sz="2800" spc="25" dirty="0">
                <a:solidFill>
                  <a:srgbClr val="3F3F3F"/>
                </a:solidFill>
                <a:latin typeface="Calibri"/>
                <a:cs typeface="Calibri"/>
              </a:rPr>
              <a:t> </a:t>
            </a:r>
            <a:r>
              <a:rPr sz="2800" spc="-10" dirty="0">
                <a:solidFill>
                  <a:srgbClr val="3F3F3F"/>
                </a:solidFill>
                <a:latin typeface="Calibri"/>
                <a:cs typeface="Calibri"/>
              </a:rPr>
              <a:t>enables</a:t>
            </a:r>
            <a:r>
              <a:rPr sz="2800" spc="15" dirty="0">
                <a:solidFill>
                  <a:srgbClr val="3F3F3F"/>
                </a:solidFill>
                <a:latin typeface="Calibri"/>
                <a:cs typeface="Calibri"/>
              </a:rPr>
              <a:t> </a:t>
            </a:r>
            <a:r>
              <a:rPr sz="2800" spc="-5" dirty="0">
                <a:solidFill>
                  <a:srgbClr val="3F3F3F"/>
                </a:solidFill>
                <a:latin typeface="Calibri"/>
                <a:cs typeface="Calibri"/>
              </a:rPr>
              <a:t>us</a:t>
            </a:r>
            <a:r>
              <a:rPr sz="2800" spc="25"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10" dirty="0">
                <a:solidFill>
                  <a:srgbClr val="3F3F3F"/>
                </a:solidFill>
                <a:latin typeface="Calibri"/>
                <a:cs typeface="Calibri"/>
              </a:rPr>
              <a:t>build</a:t>
            </a:r>
            <a:r>
              <a:rPr sz="2800" spc="40"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10" dirty="0">
                <a:solidFill>
                  <a:srgbClr val="3F3F3F"/>
                </a:solidFill>
                <a:latin typeface="Calibri"/>
                <a:cs typeface="Calibri"/>
              </a:rPr>
              <a:t>new</a:t>
            </a:r>
            <a:r>
              <a:rPr sz="2800" spc="15" dirty="0">
                <a:solidFill>
                  <a:srgbClr val="3F3F3F"/>
                </a:solidFill>
                <a:latin typeface="Calibri"/>
                <a:cs typeface="Calibri"/>
              </a:rPr>
              <a:t> </a:t>
            </a:r>
            <a:r>
              <a:rPr sz="2800" spc="-15" dirty="0">
                <a:solidFill>
                  <a:srgbClr val="3F3F3F"/>
                </a:solidFill>
                <a:latin typeface="Calibri"/>
                <a:cs typeface="Calibri"/>
              </a:rPr>
              <a:t>least-cost </a:t>
            </a:r>
            <a:r>
              <a:rPr sz="2800" spc="-615" dirty="0">
                <a:solidFill>
                  <a:srgbClr val="3F3F3F"/>
                </a:solidFill>
                <a:latin typeface="Calibri"/>
                <a:cs typeface="Calibri"/>
              </a:rPr>
              <a:t> </a:t>
            </a:r>
            <a:r>
              <a:rPr sz="2800" spc="-10" dirty="0">
                <a:solidFill>
                  <a:srgbClr val="3F3F3F"/>
                </a:solidFill>
                <a:latin typeface="Calibri"/>
                <a:cs typeface="Calibri"/>
              </a:rPr>
              <a:t>path</a:t>
            </a:r>
            <a:r>
              <a:rPr sz="2800" spc="-5" dirty="0">
                <a:solidFill>
                  <a:srgbClr val="3F3F3F"/>
                </a:solidFill>
                <a:latin typeface="Calibri"/>
                <a:cs typeface="Calibri"/>
              </a:rPr>
              <a:t> </a:t>
            </a:r>
            <a:r>
              <a:rPr sz="2800" spc="-20" dirty="0">
                <a:solidFill>
                  <a:srgbClr val="3F3F3F"/>
                </a:solidFill>
                <a:latin typeface="Calibri"/>
                <a:cs typeface="Calibri"/>
              </a:rPr>
              <a:t>from</a:t>
            </a:r>
            <a:r>
              <a:rPr sz="2800" spc="10" dirty="0">
                <a:solidFill>
                  <a:srgbClr val="3F3F3F"/>
                </a:solidFill>
                <a:latin typeface="Calibri"/>
                <a:cs typeface="Calibri"/>
              </a:rPr>
              <a:t> </a:t>
            </a:r>
            <a:r>
              <a:rPr sz="2800" spc="-15" dirty="0">
                <a:solidFill>
                  <a:srgbClr val="3F3F3F"/>
                </a:solidFill>
                <a:latin typeface="Calibri"/>
                <a:cs typeface="Calibri"/>
              </a:rPr>
              <a:t>previously</a:t>
            </a:r>
            <a:r>
              <a:rPr sz="2800" spc="30" dirty="0">
                <a:solidFill>
                  <a:srgbClr val="3F3F3F"/>
                </a:solidFill>
                <a:latin typeface="Calibri"/>
                <a:cs typeface="Calibri"/>
              </a:rPr>
              <a:t> </a:t>
            </a:r>
            <a:r>
              <a:rPr sz="2800" spc="-15" dirty="0">
                <a:solidFill>
                  <a:srgbClr val="3F3F3F"/>
                </a:solidFill>
                <a:latin typeface="Calibri"/>
                <a:cs typeface="Calibri"/>
              </a:rPr>
              <a:t>established</a:t>
            </a:r>
            <a:r>
              <a:rPr sz="2800" spc="40" dirty="0">
                <a:solidFill>
                  <a:srgbClr val="3F3F3F"/>
                </a:solidFill>
                <a:latin typeface="Calibri"/>
                <a:cs typeface="Calibri"/>
              </a:rPr>
              <a:t> </a:t>
            </a:r>
            <a:r>
              <a:rPr sz="2800" spc="-15" dirty="0">
                <a:solidFill>
                  <a:srgbClr val="3F3F3F"/>
                </a:solidFill>
                <a:latin typeface="Calibri"/>
                <a:cs typeface="Calibri"/>
              </a:rPr>
              <a:t>least-cost</a:t>
            </a:r>
            <a:r>
              <a:rPr sz="2800" spc="15" dirty="0">
                <a:solidFill>
                  <a:srgbClr val="3F3F3F"/>
                </a:solidFill>
                <a:latin typeface="Calibri"/>
                <a:cs typeface="Calibri"/>
              </a:rPr>
              <a:t> </a:t>
            </a:r>
            <a:r>
              <a:rPr sz="2800" spc="-10" dirty="0">
                <a:solidFill>
                  <a:srgbClr val="3F3F3F"/>
                </a:solidFill>
                <a:latin typeface="Calibri"/>
                <a:cs typeface="Calibri"/>
              </a:rPr>
              <a:t>paths.</a:t>
            </a:r>
            <a:endParaRPr sz="2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54</a:t>
            </a:fld>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605905" cy="756920"/>
          </a:xfrm>
          <a:prstGeom prst="rect">
            <a:avLst/>
          </a:prstGeom>
        </p:spPr>
        <p:txBody>
          <a:bodyPr vert="horz" wrap="square" lIns="0" tIns="12700" rIns="0" bIns="0" rtlCol="0">
            <a:spAutoFit/>
          </a:bodyPr>
          <a:lstStyle/>
          <a:p>
            <a:pPr marL="12700">
              <a:lnSpc>
                <a:spcPct val="100000"/>
              </a:lnSpc>
              <a:spcBef>
                <a:spcPts val="100"/>
              </a:spcBef>
            </a:pPr>
            <a:r>
              <a:rPr sz="4800" spc="-50" dirty="0"/>
              <a:t>Bellman-Ford</a:t>
            </a:r>
            <a:r>
              <a:rPr sz="4800" spc="-130" dirty="0"/>
              <a:t> </a:t>
            </a:r>
            <a:r>
              <a:rPr sz="4800" spc="-50" dirty="0"/>
              <a:t>Equation</a:t>
            </a:r>
            <a:endParaRPr sz="4800"/>
          </a:p>
        </p:txBody>
      </p:sp>
      <p:sp>
        <p:nvSpPr>
          <p:cNvPr id="3" name="object 3"/>
          <p:cNvSpPr txBox="1"/>
          <p:nvPr/>
        </p:nvSpPr>
        <p:spPr>
          <a:xfrm>
            <a:off x="672267" y="1769826"/>
            <a:ext cx="8637905" cy="2187575"/>
          </a:xfrm>
          <a:prstGeom prst="rect">
            <a:avLst/>
          </a:prstGeom>
        </p:spPr>
        <p:txBody>
          <a:bodyPr vert="horz" wrap="square" lIns="0" tIns="60960" rIns="0" bIns="0" rtlCol="0">
            <a:spAutoFit/>
          </a:bodyPr>
          <a:lstStyle/>
          <a:p>
            <a:pPr marL="214629" marR="30480" indent="-177165">
              <a:lnSpc>
                <a:spcPts val="3020"/>
              </a:lnSpc>
              <a:spcBef>
                <a:spcPts val="480"/>
              </a:spcBef>
              <a:buClr>
                <a:srgbClr val="1CACE4"/>
              </a:buClr>
              <a:buFont typeface="Arial MT"/>
              <a:buChar char="•"/>
              <a:tabLst>
                <a:tab pos="215265" algn="l"/>
              </a:tabLst>
            </a:pPr>
            <a:r>
              <a:rPr sz="2800" spc="-5" dirty="0">
                <a:solidFill>
                  <a:srgbClr val="3F3F3F"/>
                </a:solidFill>
                <a:latin typeface="Calibri"/>
                <a:cs typeface="Calibri"/>
              </a:rPr>
              <a:t>In</a:t>
            </a:r>
            <a:r>
              <a:rPr sz="2800" spc="-15" dirty="0">
                <a:solidFill>
                  <a:srgbClr val="3F3F3F"/>
                </a:solidFill>
                <a:latin typeface="Calibri"/>
                <a:cs typeface="Calibri"/>
              </a:rPr>
              <a:t> distance-vector</a:t>
            </a:r>
            <a:r>
              <a:rPr sz="2800" spc="35" dirty="0">
                <a:solidFill>
                  <a:srgbClr val="3F3F3F"/>
                </a:solidFill>
                <a:latin typeface="Calibri"/>
                <a:cs typeface="Calibri"/>
              </a:rPr>
              <a:t> </a:t>
            </a:r>
            <a:r>
              <a:rPr sz="2800" spc="-10" dirty="0">
                <a:solidFill>
                  <a:srgbClr val="3F3F3F"/>
                </a:solidFill>
                <a:latin typeface="Calibri"/>
                <a:cs typeface="Calibri"/>
              </a:rPr>
              <a:t>routing,</a:t>
            </a:r>
            <a:r>
              <a:rPr sz="2800" spc="25" dirty="0">
                <a:solidFill>
                  <a:srgbClr val="3F3F3F"/>
                </a:solidFill>
                <a:latin typeface="Calibri"/>
                <a:cs typeface="Calibri"/>
              </a:rPr>
              <a:t> </a:t>
            </a:r>
            <a:r>
              <a:rPr sz="2800" spc="-10" dirty="0">
                <a:solidFill>
                  <a:srgbClr val="3F3F3F"/>
                </a:solidFill>
                <a:latin typeface="Calibri"/>
                <a:cs typeface="Calibri"/>
              </a:rPr>
              <a:t>normally</a:t>
            </a:r>
            <a:r>
              <a:rPr sz="2800" spc="15" dirty="0">
                <a:solidFill>
                  <a:srgbClr val="3F3F3F"/>
                </a:solidFill>
                <a:latin typeface="Calibri"/>
                <a:cs typeface="Calibri"/>
              </a:rPr>
              <a:t> </a:t>
            </a:r>
            <a:r>
              <a:rPr sz="2800" spc="-15" dirty="0">
                <a:solidFill>
                  <a:srgbClr val="3F3F3F"/>
                </a:solidFill>
                <a:latin typeface="Calibri"/>
                <a:cs typeface="Calibri"/>
              </a:rPr>
              <a:t>we</a:t>
            </a:r>
            <a:r>
              <a:rPr sz="2800" spc="-5" dirty="0">
                <a:solidFill>
                  <a:srgbClr val="3F3F3F"/>
                </a:solidFill>
                <a:latin typeface="Calibri"/>
                <a:cs typeface="Calibri"/>
              </a:rPr>
              <a:t> </a:t>
            </a:r>
            <a:r>
              <a:rPr sz="2800" spc="-20" dirty="0">
                <a:solidFill>
                  <a:srgbClr val="3F3F3F"/>
                </a:solidFill>
                <a:latin typeface="Calibri"/>
                <a:cs typeface="Calibri"/>
              </a:rPr>
              <a:t>want</a:t>
            </a:r>
            <a:r>
              <a:rPr sz="2800" spc="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5" dirty="0">
                <a:solidFill>
                  <a:srgbClr val="3F3F3F"/>
                </a:solidFill>
                <a:latin typeface="Calibri"/>
                <a:cs typeface="Calibri"/>
              </a:rPr>
              <a:t>update</a:t>
            </a:r>
            <a:r>
              <a:rPr sz="2800" spc="10" dirty="0">
                <a:solidFill>
                  <a:srgbClr val="3F3F3F"/>
                </a:solidFill>
                <a:latin typeface="Calibri"/>
                <a:cs typeface="Calibri"/>
              </a:rPr>
              <a:t> </a:t>
            </a:r>
            <a:r>
              <a:rPr sz="2800" spc="-5" dirty="0">
                <a:solidFill>
                  <a:srgbClr val="3F3F3F"/>
                </a:solidFill>
                <a:latin typeface="Calibri"/>
                <a:cs typeface="Calibri"/>
              </a:rPr>
              <a:t>an </a:t>
            </a:r>
            <a:r>
              <a:rPr sz="2800" spc="-620" dirty="0">
                <a:solidFill>
                  <a:srgbClr val="3F3F3F"/>
                </a:solidFill>
                <a:latin typeface="Calibri"/>
                <a:cs typeface="Calibri"/>
              </a:rPr>
              <a:t> </a:t>
            </a:r>
            <a:r>
              <a:rPr sz="2800" spc="-20" dirty="0">
                <a:solidFill>
                  <a:srgbClr val="3F3F3F"/>
                </a:solidFill>
                <a:latin typeface="Calibri"/>
                <a:cs typeface="Calibri"/>
              </a:rPr>
              <a:t>existing</a:t>
            </a:r>
            <a:r>
              <a:rPr sz="2800" spc="20" dirty="0">
                <a:solidFill>
                  <a:srgbClr val="3F3F3F"/>
                </a:solidFill>
                <a:latin typeface="Calibri"/>
                <a:cs typeface="Calibri"/>
              </a:rPr>
              <a:t> </a:t>
            </a:r>
            <a:r>
              <a:rPr sz="2800" spc="-15" dirty="0">
                <a:solidFill>
                  <a:srgbClr val="3F3F3F"/>
                </a:solidFill>
                <a:latin typeface="Calibri"/>
                <a:cs typeface="Calibri"/>
              </a:rPr>
              <a:t>least</a:t>
            </a:r>
            <a:r>
              <a:rPr sz="2800" spc="-5" dirty="0">
                <a:solidFill>
                  <a:srgbClr val="3F3F3F"/>
                </a:solidFill>
                <a:latin typeface="Calibri"/>
                <a:cs typeface="Calibri"/>
              </a:rPr>
              <a:t> </a:t>
            </a:r>
            <a:r>
              <a:rPr sz="2800" spc="-20" dirty="0">
                <a:solidFill>
                  <a:srgbClr val="3F3F3F"/>
                </a:solidFill>
                <a:latin typeface="Calibri"/>
                <a:cs typeface="Calibri"/>
              </a:rPr>
              <a:t>cost</a:t>
            </a:r>
            <a:r>
              <a:rPr sz="2800" spc="40" dirty="0">
                <a:solidFill>
                  <a:srgbClr val="3F3F3F"/>
                </a:solidFill>
                <a:latin typeface="Calibri"/>
                <a:cs typeface="Calibri"/>
              </a:rPr>
              <a:t> </a:t>
            </a:r>
            <a:r>
              <a:rPr sz="2800" spc="-10" dirty="0">
                <a:solidFill>
                  <a:srgbClr val="3F3F3F"/>
                </a:solidFill>
                <a:latin typeface="Calibri"/>
                <a:cs typeface="Calibri"/>
              </a:rPr>
              <a:t>with</a:t>
            </a:r>
            <a:r>
              <a:rPr sz="2800" spc="5" dirty="0">
                <a:solidFill>
                  <a:srgbClr val="3F3F3F"/>
                </a:solidFill>
                <a:latin typeface="Calibri"/>
                <a:cs typeface="Calibri"/>
              </a:rPr>
              <a:t> </a:t>
            </a:r>
            <a:r>
              <a:rPr sz="2800" spc="-5" dirty="0">
                <a:solidFill>
                  <a:srgbClr val="3F3F3F"/>
                </a:solidFill>
                <a:latin typeface="Calibri"/>
                <a:cs typeface="Calibri"/>
              </a:rPr>
              <a:t>a </a:t>
            </a:r>
            <a:r>
              <a:rPr sz="2800" spc="-15" dirty="0">
                <a:solidFill>
                  <a:srgbClr val="3F3F3F"/>
                </a:solidFill>
                <a:latin typeface="Calibri"/>
                <a:cs typeface="Calibri"/>
              </a:rPr>
              <a:t>least</a:t>
            </a:r>
            <a:r>
              <a:rPr sz="2800" spc="5" dirty="0">
                <a:solidFill>
                  <a:srgbClr val="3F3F3F"/>
                </a:solidFill>
                <a:latin typeface="Calibri"/>
                <a:cs typeface="Calibri"/>
              </a:rPr>
              <a:t> </a:t>
            </a:r>
            <a:r>
              <a:rPr sz="2800" spc="-20" dirty="0">
                <a:solidFill>
                  <a:srgbClr val="3F3F3F"/>
                </a:solidFill>
                <a:latin typeface="Calibri"/>
                <a:cs typeface="Calibri"/>
              </a:rPr>
              <a:t>cost</a:t>
            </a:r>
            <a:r>
              <a:rPr sz="2800" spc="5" dirty="0">
                <a:solidFill>
                  <a:srgbClr val="3F3F3F"/>
                </a:solidFill>
                <a:latin typeface="Calibri"/>
                <a:cs typeface="Calibri"/>
              </a:rPr>
              <a:t> </a:t>
            </a:r>
            <a:r>
              <a:rPr sz="2800" spc="-15" dirty="0">
                <a:solidFill>
                  <a:srgbClr val="3F3F3F"/>
                </a:solidFill>
                <a:latin typeface="Calibri"/>
                <a:cs typeface="Calibri"/>
              </a:rPr>
              <a:t>through</a:t>
            </a:r>
            <a:r>
              <a:rPr sz="2800" spc="30" dirty="0">
                <a:solidFill>
                  <a:srgbClr val="3F3F3F"/>
                </a:solidFill>
                <a:latin typeface="Calibri"/>
                <a:cs typeface="Calibri"/>
              </a:rPr>
              <a:t> </a:t>
            </a:r>
            <a:r>
              <a:rPr sz="2800" spc="-5" dirty="0">
                <a:solidFill>
                  <a:srgbClr val="3F3F3F"/>
                </a:solidFill>
                <a:latin typeface="Calibri"/>
                <a:cs typeface="Calibri"/>
              </a:rPr>
              <a:t>an </a:t>
            </a:r>
            <a:r>
              <a:rPr sz="2800" dirty="0">
                <a:solidFill>
                  <a:srgbClr val="3F3F3F"/>
                </a:solidFill>
                <a:latin typeface="Calibri"/>
                <a:cs typeface="Calibri"/>
              </a:rPr>
              <a:t> </a:t>
            </a:r>
            <a:r>
              <a:rPr sz="2800" spc="-15" dirty="0">
                <a:solidFill>
                  <a:srgbClr val="3F3F3F"/>
                </a:solidFill>
                <a:latin typeface="Calibri"/>
                <a:cs typeface="Calibri"/>
              </a:rPr>
              <a:t>intermediary</a:t>
            </a:r>
            <a:r>
              <a:rPr sz="2800" spc="5" dirty="0">
                <a:solidFill>
                  <a:srgbClr val="3F3F3F"/>
                </a:solidFill>
                <a:latin typeface="Calibri"/>
                <a:cs typeface="Calibri"/>
              </a:rPr>
              <a:t> </a:t>
            </a:r>
            <a:r>
              <a:rPr sz="2800" spc="-10" dirty="0">
                <a:solidFill>
                  <a:srgbClr val="3F3F3F"/>
                </a:solidFill>
                <a:latin typeface="Calibri"/>
                <a:cs typeface="Calibri"/>
              </a:rPr>
              <a:t>node,</a:t>
            </a:r>
            <a:r>
              <a:rPr sz="2800" spc="25" dirty="0">
                <a:solidFill>
                  <a:srgbClr val="3F3F3F"/>
                </a:solidFill>
                <a:latin typeface="Calibri"/>
                <a:cs typeface="Calibri"/>
              </a:rPr>
              <a:t> </a:t>
            </a:r>
            <a:r>
              <a:rPr sz="2800" spc="-5" dirty="0">
                <a:solidFill>
                  <a:srgbClr val="3F3F3F"/>
                </a:solidFill>
                <a:latin typeface="Calibri"/>
                <a:cs typeface="Calibri"/>
              </a:rPr>
              <a:t>such</a:t>
            </a:r>
            <a:r>
              <a:rPr sz="2800" spc="25" dirty="0">
                <a:solidFill>
                  <a:srgbClr val="3F3F3F"/>
                </a:solidFill>
                <a:latin typeface="Calibri"/>
                <a:cs typeface="Calibri"/>
              </a:rPr>
              <a:t> </a:t>
            </a:r>
            <a:r>
              <a:rPr sz="2800" spc="-5" dirty="0">
                <a:solidFill>
                  <a:srgbClr val="3F3F3F"/>
                </a:solidFill>
                <a:latin typeface="Calibri"/>
                <a:cs typeface="Calibri"/>
              </a:rPr>
              <a:t>as</a:t>
            </a:r>
            <a:r>
              <a:rPr sz="2800" spc="25" dirty="0">
                <a:solidFill>
                  <a:srgbClr val="3F3F3F"/>
                </a:solidFill>
                <a:latin typeface="Calibri"/>
                <a:cs typeface="Calibri"/>
              </a:rPr>
              <a:t> </a:t>
            </a:r>
            <a:r>
              <a:rPr sz="2800" i="1" spc="-5" dirty="0">
                <a:solidFill>
                  <a:srgbClr val="3F3F3F"/>
                </a:solidFill>
                <a:latin typeface="Calibri"/>
                <a:cs typeface="Calibri"/>
              </a:rPr>
              <a:t>z,</a:t>
            </a:r>
            <a:r>
              <a:rPr sz="2800" i="1" spc="5" dirty="0">
                <a:solidFill>
                  <a:srgbClr val="3F3F3F"/>
                </a:solidFill>
                <a:latin typeface="Calibri"/>
                <a:cs typeface="Calibri"/>
              </a:rPr>
              <a:t> </a:t>
            </a:r>
            <a:r>
              <a:rPr sz="2800" i="1" spc="-10" dirty="0">
                <a:solidFill>
                  <a:srgbClr val="3F3F3F"/>
                </a:solidFill>
                <a:latin typeface="Calibri"/>
                <a:cs typeface="Calibri"/>
              </a:rPr>
              <a:t>if</a:t>
            </a:r>
            <a:r>
              <a:rPr sz="2800" i="1" spc="10" dirty="0">
                <a:solidFill>
                  <a:srgbClr val="3F3F3F"/>
                </a:solidFill>
                <a:latin typeface="Calibri"/>
                <a:cs typeface="Calibri"/>
              </a:rPr>
              <a:t> </a:t>
            </a:r>
            <a:r>
              <a:rPr sz="2800" i="1" spc="-10" dirty="0">
                <a:solidFill>
                  <a:srgbClr val="3F3F3F"/>
                </a:solidFill>
                <a:latin typeface="Calibri"/>
                <a:cs typeface="Calibri"/>
              </a:rPr>
              <a:t>the</a:t>
            </a:r>
            <a:r>
              <a:rPr sz="2800" i="1" dirty="0">
                <a:solidFill>
                  <a:srgbClr val="3F3F3F"/>
                </a:solidFill>
                <a:latin typeface="Calibri"/>
                <a:cs typeface="Calibri"/>
              </a:rPr>
              <a:t> </a:t>
            </a:r>
            <a:r>
              <a:rPr sz="2800" i="1" spc="-15" dirty="0">
                <a:solidFill>
                  <a:srgbClr val="3F3F3F"/>
                </a:solidFill>
                <a:latin typeface="Calibri"/>
                <a:cs typeface="Calibri"/>
              </a:rPr>
              <a:t>latter</a:t>
            </a:r>
            <a:r>
              <a:rPr sz="2800" i="1" spc="35" dirty="0">
                <a:solidFill>
                  <a:srgbClr val="3F3F3F"/>
                </a:solidFill>
                <a:latin typeface="Calibri"/>
                <a:cs typeface="Calibri"/>
              </a:rPr>
              <a:t> </a:t>
            </a:r>
            <a:r>
              <a:rPr sz="2800" i="1" spc="-10" dirty="0">
                <a:solidFill>
                  <a:srgbClr val="3F3F3F"/>
                </a:solidFill>
                <a:latin typeface="Calibri"/>
                <a:cs typeface="Calibri"/>
              </a:rPr>
              <a:t>is</a:t>
            </a:r>
            <a:r>
              <a:rPr sz="2800" i="1" dirty="0">
                <a:solidFill>
                  <a:srgbClr val="3F3F3F"/>
                </a:solidFill>
                <a:latin typeface="Calibri"/>
                <a:cs typeface="Calibri"/>
              </a:rPr>
              <a:t> </a:t>
            </a:r>
            <a:r>
              <a:rPr sz="2800" spc="-10" dirty="0">
                <a:solidFill>
                  <a:srgbClr val="3F3F3F"/>
                </a:solidFill>
                <a:latin typeface="Calibri"/>
                <a:cs typeface="Calibri"/>
              </a:rPr>
              <a:t>shorter</a:t>
            </a:r>
            <a:r>
              <a:rPr sz="2800" spc="25" dirty="0">
                <a:solidFill>
                  <a:srgbClr val="3F3F3F"/>
                </a:solidFill>
                <a:latin typeface="Calibri"/>
                <a:cs typeface="Calibri"/>
              </a:rPr>
              <a:t> </a:t>
            </a:r>
            <a:r>
              <a:rPr sz="2800" spc="-10" dirty="0">
                <a:solidFill>
                  <a:srgbClr val="3F3F3F"/>
                </a:solidFill>
                <a:latin typeface="Calibri"/>
                <a:cs typeface="Calibri"/>
              </a:rPr>
              <a:t>using</a:t>
            </a:r>
            <a:endParaRPr sz="2800">
              <a:latin typeface="Calibri"/>
              <a:cs typeface="Calibri"/>
            </a:endParaRPr>
          </a:p>
          <a:p>
            <a:pPr marL="444500" lvl="1" indent="-183515">
              <a:lnSpc>
                <a:spcPct val="100000"/>
              </a:lnSpc>
              <a:spcBef>
                <a:spcPts val="110"/>
              </a:spcBef>
              <a:buClr>
                <a:srgbClr val="1CACE4"/>
              </a:buClr>
              <a:buFont typeface="Calibri"/>
              <a:buChar char="◦"/>
              <a:tabLst>
                <a:tab pos="445134" algn="l"/>
              </a:tabLst>
            </a:pPr>
            <a:r>
              <a:rPr sz="2400" i="1" spc="-5" dirty="0">
                <a:solidFill>
                  <a:srgbClr val="3F3F3F"/>
                </a:solidFill>
                <a:latin typeface="Calibri"/>
                <a:cs typeface="Calibri"/>
              </a:rPr>
              <a:t>D</a:t>
            </a:r>
            <a:r>
              <a:rPr sz="2400" i="1" spc="-7" baseline="-20833" dirty="0">
                <a:solidFill>
                  <a:srgbClr val="3F3F3F"/>
                </a:solidFill>
                <a:latin typeface="Calibri"/>
                <a:cs typeface="Calibri"/>
              </a:rPr>
              <a:t>xy</a:t>
            </a:r>
            <a:r>
              <a:rPr sz="2400" i="1" spc="217" baseline="-20833" dirty="0">
                <a:solidFill>
                  <a:srgbClr val="3F3F3F"/>
                </a:solidFill>
                <a:latin typeface="Calibri"/>
                <a:cs typeface="Calibri"/>
              </a:rPr>
              <a:t> </a:t>
            </a:r>
            <a:r>
              <a:rPr sz="2400" i="1" dirty="0">
                <a:solidFill>
                  <a:srgbClr val="3F3F3F"/>
                </a:solidFill>
                <a:latin typeface="Calibri"/>
                <a:cs typeface="Calibri"/>
              </a:rPr>
              <a:t>=</a:t>
            </a:r>
            <a:r>
              <a:rPr sz="2400" i="1" spc="-15" dirty="0">
                <a:solidFill>
                  <a:srgbClr val="3F3F3F"/>
                </a:solidFill>
                <a:latin typeface="Calibri"/>
                <a:cs typeface="Calibri"/>
              </a:rPr>
              <a:t> </a:t>
            </a:r>
            <a:r>
              <a:rPr sz="2400" i="1" spc="-20" dirty="0">
                <a:solidFill>
                  <a:srgbClr val="3F3F3F"/>
                </a:solidFill>
                <a:latin typeface="Calibri"/>
                <a:cs typeface="Calibri"/>
              </a:rPr>
              <a:t>min{D</a:t>
            </a:r>
            <a:r>
              <a:rPr sz="2400" i="1" spc="-30" baseline="-20833" dirty="0">
                <a:solidFill>
                  <a:srgbClr val="3F3F3F"/>
                </a:solidFill>
                <a:latin typeface="Calibri"/>
                <a:cs typeface="Calibri"/>
              </a:rPr>
              <a:t>xy</a:t>
            </a:r>
            <a:r>
              <a:rPr sz="2400" i="1" spc="-20" dirty="0">
                <a:solidFill>
                  <a:srgbClr val="3F3F3F"/>
                </a:solidFill>
                <a:latin typeface="Calibri"/>
                <a:cs typeface="Calibri"/>
              </a:rPr>
              <a:t>,</a:t>
            </a:r>
            <a:r>
              <a:rPr sz="2400" i="1" spc="-10" dirty="0">
                <a:solidFill>
                  <a:srgbClr val="3F3F3F"/>
                </a:solidFill>
                <a:latin typeface="Calibri"/>
                <a:cs typeface="Calibri"/>
              </a:rPr>
              <a:t> </a:t>
            </a:r>
            <a:r>
              <a:rPr sz="2400" i="1" spc="-5" dirty="0">
                <a:solidFill>
                  <a:srgbClr val="3F3F3F"/>
                </a:solidFill>
                <a:latin typeface="Calibri"/>
                <a:cs typeface="Calibri"/>
              </a:rPr>
              <a:t>(c</a:t>
            </a:r>
            <a:r>
              <a:rPr sz="2400" i="1" spc="-7" baseline="-20833" dirty="0">
                <a:solidFill>
                  <a:srgbClr val="3F3F3F"/>
                </a:solidFill>
                <a:latin typeface="Calibri"/>
                <a:cs typeface="Calibri"/>
              </a:rPr>
              <a:t>xz</a:t>
            </a:r>
            <a:r>
              <a:rPr sz="2400" i="1" spc="247" baseline="-20833" dirty="0">
                <a:solidFill>
                  <a:srgbClr val="3F3F3F"/>
                </a:solidFill>
                <a:latin typeface="Calibri"/>
                <a:cs typeface="Calibri"/>
              </a:rPr>
              <a:t> </a:t>
            </a:r>
            <a:r>
              <a:rPr sz="2400" i="1" dirty="0">
                <a:solidFill>
                  <a:srgbClr val="3F3F3F"/>
                </a:solidFill>
                <a:latin typeface="Calibri"/>
                <a:cs typeface="Calibri"/>
              </a:rPr>
              <a:t>+</a:t>
            </a:r>
            <a:r>
              <a:rPr sz="2400" i="1" spc="-15" dirty="0">
                <a:solidFill>
                  <a:srgbClr val="3F3F3F"/>
                </a:solidFill>
                <a:latin typeface="Calibri"/>
                <a:cs typeface="Calibri"/>
              </a:rPr>
              <a:t> </a:t>
            </a:r>
            <a:r>
              <a:rPr sz="2400" i="1" spc="-5" dirty="0">
                <a:solidFill>
                  <a:srgbClr val="3F3F3F"/>
                </a:solidFill>
                <a:latin typeface="Calibri"/>
                <a:cs typeface="Calibri"/>
              </a:rPr>
              <a:t>D</a:t>
            </a:r>
            <a:r>
              <a:rPr sz="2400" i="1" spc="-7" baseline="-20833" dirty="0">
                <a:solidFill>
                  <a:srgbClr val="3F3F3F"/>
                </a:solidFill>
                <a:latin typeface="Calibri"/>
                <a:cs typeface="Calibri"/>
              </a:rPr>
              <a:t>zy</a:t>
            </a:r>
            <a:r>
              <a:rPr sz="2400" i="1" spc="-5" dirty="0">
                <a:solidFill>
                  <a:srgbClr val="3F3F3F"/>
                </a:solidFill>
                <a:latin typeface="Calibri"/>
                <a:cs typeface="Calibri"/>
              </a:rPr>
              <a:t>)}</a:t>
            </a:r>
            <a:endParaRPr sz="2400">
              <a:latin typeface="Calibri"/>
              <a:cs typeface="Calibri"/>
            </a:endParaRPr>
          </a:p>
          <a:p>
            <a:pPr marL="214629" indent="-177165">
              <a:lnSpc>
                <a:spcPct val="100000"/>
              </a:lnSpc>
              <a:spcBef>
                <a:spcPts val="1235"/>
              </a:spcBef>
              <a:buClr>
                <a:srgbClr val="1CACE4"/>
              </a:buClr>
              <a:buFont typeface="Arial MT"/>
              <a:buChar char="•"/>
              <a:tabLst>
                <a:tab pos="215265" algn="l"/>
              </a:tabLst>
            </a:pPr>
            <a:r>
              <a:rPr sz="2800" i="1" spc="-10" dirty="0">
                <a:solidFill>
                  <a:srgbClr val="3F3F3F"/>
                </a:solidFill>
                <a:latin typeface="Calibri"/>
                <a:cs typeface="Calibri"/>
              </a:rPr>
              <a:t>Graphical</a:t>
            </a:r>
            <a:r>
              <a:rPr sz="2800" i="1" spc="-25" dirty="0">
                <a:solidFill>
                  <a:srgbClr val="3F3F3F"/>
                </a:solidFill>
                <a:latin typeface="Calibri"/>
                <a:cs typeface="Calibri"/>
              </a:rPr>
              <a:t> </a:t>
            </a:r>
            <a:r>
              <a:rPr sz="2800" i="1" spc="-10" dirty="0">
                <a:solidFill>
                  <a:srgbClr val="3F3F3F"/>
                </a:solidFill>
                <a:latin typeface="Calibri"/>
                <a:cs typeface="Calibri"/>
              </a:rPr>
              <a:t>idea</a:t>
            </a:r>
            <a:r>
              <a:rPr sz="2800" i="1" spc="10" dirty="0">
                <a:solidFill>
                  <a:srgbClr val="3F3F3F"/>
                </a:solidFill>
                <a:latin typeface="Calibri"/>
                <a:cs typeface="Calibri"/>
              </a:rPr>
              <a:t> </a:t>
            </a:r>
            <a:r>
              <a:rPr sz="2800" i="1" spc="-10" dirty="0">
                <a:solidFill>
                  <a:srgbClr val="3F3F3F"/>
                </a:solidFill>
                <a:latin typeface="Calibri"/>
                <a:cs typeface="Calibri"/>
              </a:rPr>
              <a:t>behind</a:t>
            </a:r>
            <a:r>
              <a:rPr sz="2800" i="1" spc="5" dirty="0">
                <a:solidFill>
                  <a:srgbClr val="3F3F3F"/>
                </a:solidFill>
                <a:latin typeface="Calibri"/>
                <a:cs typeface="Calibri"/>
              </a:rPr>
              <a:t> </a:t>
            </a:r>
            <a:r>
              <a:rPr sz="2800" i="1" spc="-10" dirty="0">
                <a:solidFill>
                  <a:srgbClr val="3F3F3F"/>
                </a:solidFill>
                <a:latin typeface="Calibri"/>
                <a:cs typeface="Calibri"/>
              </a:rPr>
              <a:t>Bellman-Ford</a:t>
            </a:r>
            <a:r>
              <a:rPr sz="2800" i="1" spc="25" dirty="0">
                <a:solidFill>
                  <a:srgbClr val="3F3F3F"/>
                </a:solidFill>
                <a:latin typeface="Calibri"/>
                <a:cs typeface="Calibri"/>
              </a:rPr>
              <a:t> </a:t>
            </a:r>
            <a:r>
              <a:rPr sz="2800" i="1" spc="-10" dirty="0">
                <a:solidFill>
                  <a:srgbClr val="3F3F3F"/>
                </a:solidFill>
                <a:latin typeface="Calibri"/>
                <a:cs typeface="Calibri"/>
              </a:rPr>
              <a:t>equation</a:t>
            </a:r>
            <a:endParaRPr sz="2800">
              <a:latin typeface="Calibri"/>
              <a:cs typeface="Calibri"/>
            </a:endParaRPr>
          </a:p>
        </p:txBody>
      </p:sp>
      <p:grpSp>
        <p:nvGrpSpPr>
          <p:cNvPr id="4" name="object 4"/>
          <p:cNvGrpSpPr/>
          <p:nvPr/>
        </p:nvGrpSpPr>
        <p:grpSpPr>
          <a:xfrm>
            <a:off x="457200" y="3886200"/>
            <a:ext cx="9144000" cy="3427729"/>
            <a:chOff x="457200" y="3886200"/>
            <a:chExt cx="914400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pic>
          <p:nvPicPr>
            <p:cNvPr id="9" name="object 9"/>
            <p:cNvPicPr/>
            <p:nvPr/>
          </p:nvPicPr>
          <p:blipFill>
            <a:blip r:embed="rId2" cstate="print"/>
            <a:stretch>
              <a:fillRect/>
            </a:stretch>
          </p:blipFill>
          <p:spPr>
            <a:xfrm>
              <a:off x="457200" y="4419600"/>
              <a:ext cx="4556759" cy="1676400"/>
            </a:xfrm>
            <a:prstGeom prst="rect">
              <a:avLst/>
            </a:prstGeom>
          </p:spPr>
        </p:pic>
        <p:pic>
          <p:nvPicPr>
            <p:cNvPr id="10" name="object 10"/>
            <p:cNvPicPr/>
            <p:nvPr/>
          </p:nvPicPr>
          <p:blipFill>
            <a:blip r:embed="rId3" cstate="print"/>
            <a:stretch>
              <a:fillRect/>
            </a:stretch>
          </p:blipFill>
          <p:spPr>
            <a:xfrm>
              <a:off x="5388863" y="4267200"/>
              <a:ext cx="4212335" cy="1600200"/>
            </a:xfrm>
            <a:prstGeom prst="rect">
              <a:avLst/>
            </a:prstGeom>
          </p:spPr>
        </p:pic>
      </p:grpSp>
      <p:sp>
        <p:nvSpPr>
          <p:cNvPr id="11" name="object 11"/>
          <p:cNvSpPr txBox="1"/>
          <p:nvPr/>
        </p:nvSpPr>
        <p:spPr>
          <a:xfrm>
            <a:off x="612140" y="6113779"/>
            <a:ext cx="3884929"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Calibri"/>
                <a:cs typeface="Calibri"/>
              </a:rPr>
              <a:t>(</a:t>
            </a:r>
            <a:r>
              <a:rPr sz="1800" i="1" spc="-5" dirty="0">
                <a:latin typeface="Calibri"/>
                <a:cs typeface="Calibri"/>
              </a:rPr>
              <a:t>a</a:t>
            </a:r>
            <a:r>
              <a:rPr sz="1800" i="1" spc="-15" dirty="0">
                <a:latin typeface="Calibri"/>
                <a:cs typeface="Calibri"/>
              </a:rPr>
              <a:t> </a:t>
            </a:r>
            <a:r>
              <a:rPr sz="1800" i="1" dirty="0">
                <a:latin typeface="Calibri"/>
                <a:cs typeface="Calibri"/>
              </a:rPr>
              <a:t>→</a:t>
            </a:r>
            <a:r>
              <a:rPr sz="1800" i="1" spc="-5" dirty="0">
                <a:latin typeface="Calibri"/>
                <a:cs typeface="Calibri"/>
              </a:rPr>
              <a:t> y),</a:t>
            </a:r>
            <a:r>
              <a:rPr sz="1800" i="1" dirty="0">
                <a:latin typeface="Calibri"/>
                <a:cs typeface="Calibri"/>
              </a:rPr>
              <a:t> </a:t>
            </a:r>
            <a:r>
              <a:rPr sz="1800" i="1" spc="-5" dirty="0">
                <a:latin typeface="Calibri"/>
                <a:cs typeface="Calibri"/>
              </a:rPr>
              <a:t>(b</a:t>
            </a:r>
            <a:r>
              <a:rPr sz="1800" i="1" spc="15" dirty="0">
                <a:latin typeface="Calibri"/>
                <a:cs typeface="Calibri"/>
              </a:rPr>
              <a:t> </a:t>
            </a:r>
            <a:r>
              <a:rPr sz="1800" i="1" dirty="0">
                <a:latin typeface="Calibri"/>
                <a:cs typeface="Calibri"/>
              </a:rPr>
              <a:t>→</a:t>
            </a:r>
            <a:r>
              <a:rPr sz="1800" i="1" spc="-5" dirty="0">
                <a:latin typeface="Calibri"/>
                <a:cs typeface="Calibri"/>
              </a:rPr>
              <a:t> y),</a:t>
            </a:r>
            <a:r>
              <a:rPr sz="1800" i="1" dirty="0">
                <a:latin typeface="Calibri"/>
                <a:cs typeface="Calibri"/>
              </a:rPr>
              <a:t> </a:t>
            </a:r>
            <a:r>
              <a:rPr sz="1800" i="1" spc="-5" dirty="0">
                <a:latin typeface="Calibri"/>
                <a:cs typeface="Calibri"/>
              </a:rPr>
              <a:t>and</a:t>
            </a:r>
            <a:r>
              <a:rPr sz="1800" i="1" dirty="0">
                <a:latin typeface="Calibri"/>
                <a:cs typeface="Calibri"/>
              </a:rPr>
              <a:t> </a:t>
            </a:r>
            <a:r>
              <a:rPr sz="1800" i="1" spc="-5" dirty="0">
                <a:latin typeface="Calibri"/>
                <a:cs typeface="Calibri"/>
              </a:rPr>
              <a:t>(c</a:t>
            </a:r>
            <a:r>
              <a:rPr sz="1800" i="1" dirty="0">
                <a:latin typeface="Calibri"/>
                <a:cs typeface="Calibri"/>
              </a:rPr>
              <a:t> →</a:t>
            </a:r>
            <a:r>
              <a:rPr sz="1800" i="1" spc="-5" dirty="0">
                <a:latin typeface="Calibri"/>
                <a:cs typeface="Calibri"/>
              </a:rPr>
              <a:t> y)</a:t>
            </a:r>
            <a:r>
              <a:rPr sz="1800" i="1" spc="5" dirty="0">
                <a:latin typeface="Calibri"/>
                <a:cs typeface="Calibri"/>
              </a:rPr>
              <a:t> </a:t>
            </a:r>
            <a:r>
              <a:rPr sz="1800" i="1" spc="-5" dirty="0">
                <a:latin typeface="Calibri"/>
                <a:cs typeface="Calibri"/>
              </a:rPr>
              <a:t>as</a:t>
            </a:r>
            <a:r>
              <a:rPr sz="1800" i="1" dirty="0">
                <a:latin typeface="Calibri"/>
                <a:cs typeface="Calibri"/>
              </a:rPr>
              <a:t> </a:t>
            </a:r>
            <a:r>
              <a:rPr sz="1800" i="1" spc="-5" dirty="0">
                <a:latin typeface="Calibri"/>
                <a:cs typeface="Calibri"/>
              </a:rPr>
              <a:t>previously </a:t>
            </a:r>
            <a:r>
              <a:rPr sz="1800" i="1" spc="-395" dirty="0">
                <a:latin typeface="Calibri"/>
                <a:cs typeface="Calibri"/>
              </a:rPr>
              <a:t> </a:t>
            </a:r>
            <a:r>
              <a:rPr sz="1800" i="1" spc="-10" dirty="0">
                <a:latin typeface="Calibri"/>
                <a:cs typeface="Calibri"/>
              </a:rPr>
              <a:t>established</a:t>
            </a:r>
            <a:r>
              <a:rPr sz="1800" i="1" dirty="0">
                <a:latin typeface="Calibri"/>
                <a:cs typeface="Calibri"/>
              </a:rPr>
              <a:t> </a:t>
            </a:r>
            <a:r>
              <a:rPr sz="1800" spc="-10" dirty="0">
                <a:latin typeface="Calibri"/>
                <a:cs typeface="Calibri"/>
              </a:rPr>
              <a:t>least-cost</a:t>
            </a:r>
            <a:r>
              <a:rPr sz="1800" spc="-5" dirty="0">
                <a:latin typeface="Calibri"/>
                <a:cs typeface="Calibri"/>
              </a:rPr>
              <a:t> paths</a:t>
            </a:r>
            <a:endParaRPr sz="1800">
              <a:latin typeface="Calibri"/>
              <a:cs typeface="Calibri"/>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55</a:t>
            </a:fld>
            <a:endParaRPr dirty="0"/>
          </a:p>
        </p:txBody>
      </p:sp>
      <p:sp>
        <p:nvSpPr>
          <p:cNvPr id="12" name="object 12"/>
          <p:cNvSpPr txBox="1"/>
          <p:nvPr/>
        </p:nvSpPr>
        <p:spPr>
          <a:xfrm>
            <a:off x="5793739" y="6113779"/>
            <a:ext cx="31502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a:t>
            </a:r>
            <a:r>
              <a:rPr sz="1800" i="1" spc="-5" dirty="0">
                <a:latin typeface="Calibri"/>
                <a:cs typeface="Calibri"/>
              </a:rPr>
              <a:t>x</a:t>
            </a:r>
            <a:r>
              <a:rPr sz="1800" i="1" spc="-20" dirty="0">
                <a:latin typeface="Calibri"/>
                <a:cs typeface="Calibri"/>
              </a:rPr>
              <a:t> </a:t>
            </a:r>
            <a:r>
              <a:rPr sz="1800" i="1" dirty="0">
                <a:latin typeface="Calibri"/>
                <a:cs typeface="Calibri"/>
              </a:rPr>
              <a:t>→</a:t>
            </a:r>
            <a:r>
              <a:rPr sz="1800" i="1" spc="-10" dirty="0">
                <a:latin typeface="Calibri"/>
                <a:cs typeface="Calibri"/>
              </a:rPr>
              <a:t> </a:t>
            </a:r>
            <a:r>
              <a:rPr sz="1800" i="1" spc="-5" dirty="0">
                <a:latin typeface="Calibri"/>
                <a:cs typeface="Calibri"/>
              </a:rPr>
              <a:t>y)</a:t>
            </a:r>
            <a:r>
              <a:rPr sz="1800" i="1" spc="-15" dirty="0">
                <a:latin typeface="Calibri"/>
                <a:cs typeface="Calibri"/>
              </a:rPr>
              <a:t> </a:t>
            </a:r>
            <a:r>
              <a:rPr sz="1800" i="1" spc="-5" dirty="0">
                <a:latin typeface="Calibri"/>
                <a:cs typeface="Calibri"/>
              </a:rPr>
              <a:t>as the</a:t>
            </a:r>
            <a:r>
              <a:rPr sz="1800" i="1" spc="5" dirty="0">
                <a:latin typeface="Calibri"/>
                <a:cs typeface="Calibri"/>
              </a:rPr>
              <a:t> </a:t>
            </a:r>
            <a:r>
              <a:rPr sz="1800" i="1" spc="-5" dirty="0">
                <a:latin typeface="Calibri"/>
                <a:cs typeface="Calibri"/>
              </a:rPr>
              <a:t>new</a:t>
            </a:r>
            <a:r>
              <a:rPr sz="1800" i="1" spc="-15" dirty="0">
                <a:latin typeface="Calibri"/>
                <a:cs typeface="Calibri"/>
              </a:rPr>
              <a:t> </a:t>
            </a:r>
            <a:r>
              <a:rPr sz="1800" i="1" spc="-10" dirty="0">
                <a:latin typeface="Calibri"/>
                <a:cs typeface="Calibri"/>
              </a:rPr>
              <a:t>least-cost</a:t>
            </a:r>
            <a:r>
              <a:rPr sz="1800" i="1" spc="15" dirty="0">
                <a:latin typeface="Calibri"/>
                <a:cs typeface="Calibri"/>
              </a:rPr>
              <a:t> </a:t>
            </a:r>
            <a:r>
              <a:rPr sz="1800" i="1" spc="-5" dirty="0">
                <a:latin typeface="Calibri"/>
                <a:cs typeface="Calibri"/>
              </a:rPr>
              <a:t>path</a:t>
            </a:r>
            <a:endParaRPr sz="1800">
              <a:latin typeface="Calibri"/>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478655" cy="756920"/>
          </a:xfrm>
          <a:prstGeom prst="rect">
            <a:avLst/>
          </a:prstGeom>
        </p:spPr>
        <p:txBody>
          <a:bodyPr vert="horz" wrap="square" lIns="0" tIns="12700" rIns="0" bIns="0" rtlCol="0">
            <a:spAutoFit/>
          </a:bodyPr>
          <a:lstStyle/>
          <a:p>
            <a:pPr marL="12700">
              <a:lnSpc>
                <a:spcPct val="100000"/>
              </a:lnSpc>
              <a:spcBef>
                <a:spcPts val="100"/>
              </a:spcBef>
            </a:pPr>
            <a:r>
              <a:rPr sz="4800" spc="-50" dirty="0"/>
              <a:t>Distance</a:t>
            </a:r>
            <a:r>
              <a:rPr sz="4800" spc="-110" dirty="0"/>
              <a:t> </a:t>
            </a:r>
            <a:r>
              <a:rPr sz="4800" spc="-50" dirty="0"/>
              <a:t>vector</a:t>
            </a:r>
            <a:endParaRPr sz="4800"/>
          </a:p>
        </p:txBody>
      </p:sp>
      <p:sp>
        <p:nvSpPr>
          <p:cNvPr id="3" name="object 3"/>
          <p:cNvSpPr txBox="1"/>
          <p:nvPr/>
        </p:nvSpPr>
        <p:spPr>
          <a:xfrm>
            <a:off x="697667" y="1774398"/>
            <a:ext cx="8433435" cy="2581910"/>
          </a:xfrm>
          <a:prstGeom prst="rect">
            <a:avLst/>
          </a:prstGeom>
        </p:spPr>
        <p:txBody>
          <a:bodyPr vert="horz" wrap="square" lIns="0" tIns="13335" rIns="0" bIns="0" rtlCol="0">
            <a:spAutoFit/>
          </a:bodyPr>
          <a:lstStyle/>
          <a:p>
            <a:pPr marL="189230" indent="-177165">
              <a:lnSpc>
                <a:spcPts val="2965"/>
              </a:lnSpc>
              <a:spcBef>
                <a:spcPts val="105"/>
              </a:spcBef>
              <a:buClr>
                <a:srgbClr val="1CACE4"/>
              </a:buClr>
              <a:buFont typeface="Arial MT"/>
              <a:buChar char="•"/>
              <a:tabLst>
                <a:tab pos="189865" algn="l"/>
              </a:tabLst>
            </a:pPr>
            <a:r>
              <a:rPr sz="2600" i="1" dirty="0">
                <a:solidFill>
                  <a:srgbClr val="3F3F3F"/>
                </a:solidFill>
                <a:latin typeface="Calibri"/>
                <a:cs typeface="Calibri"/>
              </a:rPr>
              <a:t>A</a:t>
            </a:r>
            <a:r>
              <a:rPr sz="2600" i="1" spc="-25" dirty="0">
                <a:solidFill>
                  <a:srgbClr val="3F3F3F"/>
                </a:solidFill>
                <a:latin typeface="Calibri"/>
                <a:cs typeface="Calibri"/>
              </a:rPr>
              <a:t> </a:t>
            </a:r>
            <a:r>
              <a:rPr sz="2600" i="1" spc="-10" dirty="0">
                <a:solidFill>
                  <a:srgbClr val="3F3F3F"/>
                </a:solidFill>
                <a:latin typeface="Calibri"/>
                <a:cs typeface="Calibri"/>
              </a:rPr>
              <a:t>least-cost</a:t>
            </a:r>
            <a:r>
              <a:rPr sz="2600" i="1" dirty="0">
                <a:solidFill>
                  <a:srgbClr val="3F3F3F"/>
                </a:solidFill>
                <a:latin typeface="Calibri"/>
                <a:cs typeface="Calibri"/>
              </a:rPr>
              <a:t> tree</a:t>
            </a:r>
            <a:r>
              <a:rPr sz="2600" i="1" spc="-25" dirty="0">
                <a:solidFill>
                  <a:srgbClr val="3F3F3F"/>
                </a:solidFill>
                <a:latin typeface="Calibri"/>
                <a:cs typeface="Calibri"/>
              </a:rPr>
              <a:t> </a:t>
            </a:r>
            <a:r>
              <a:rPr sz="2600" i="1" spc="-5" dirty="0">
                <a:solidFill>
                  <a:srgbClr val="3F3F3F"/>
                </a:solidFill>
                <a:latin typeface="Calibri"/>
                <a:cs typeface="Calibri"/>
              </a:rPr>
              <a:t>is</a:t>
            </a:r>
            <a:r>
              <a:rPr sz="2600" i="1" dirty="0">
                <a:solidFill>
                  <a:srgbClr val="3F3F3F"/>
                </a:solidFill>
                <a:latin typeface="Calibri"/>
                <a:cs typeface="Calibri"/>
              </a:rPr>
              <a:t> a</a:t>
            </a:r>
            <a:r>
              <a:rPr sz="2600" i="1" spc="-10" dirty="0">
                <a:solidFill>
                  <a:srgbClr val="3F3F3F"/>
                </a:solidFill>
                <a:latin typeface="Calibri"/>
                <a:cs typeface="Calibri"/>
              </a:rPr>
              <a:t> </a:t>
            </a:r>
            <a:r>
              <a:rPr sz="2600" i="1" spc="-5" dirty="0">
                <a:solidFill>
                  <a:srgbClr val="3F3F3F"/>
                </a:solidFill>
                <a:latin typeface="Calibri"/>
                <a:cs typeface="Calibri"/>
              </a:rPr>
              <a:t>combination</a:t>
            </a:r>
            <a:r>
              <a:rPr sz="2600" i="1" spc="-15" dirty="0">
                <a:solidFill>
                  <a:srgbClr val="3F3F3F"/>
                </a:solidFill>
                <a:latin typeface="Calibri"/>
                <a:cs typeface="Calibri"/>
              </a:rPr>
              <a:t> </a:t>
            </a:r>
            <a:r>
              <a:rPr sz="2600" i="1" spc="-5" dirty="0">
                <a:solidFill>
                  <a:srgbClr val="3F3F3F"/>
                </a:solidFill>
                <a:latin typeface="Calibri"/>
                <a:cs typeface="Calibri"/>
              </a:rPr>
              <a:t>of least-cost</a:t>
            </a:r>
            <a:r>
              <a:rPr sz="2600" i="1" spc="10" dirty="0">
                <a:solidFill>
                  <a:srgbClr val="3F3F3F"/>
                </a:solidFill>
                <a:latin typeface="Calibri"/>
                <a:cs typeface="Calibri"/>
              </a:rPr>
              <a:t> </a:t>
            </a:r>
            <a:r>
              <a:rPr sz="2600" i="1" dirty="0">
                <a:solidFill>
                  <a:srgbClr val="3F3F3F"/>
                </a:solidFill>
                <a:latin typeface="Calibri"/>
                <a:cs typeface="Calibri"/>
              </a:rPr>
              <a:t>paths</a:t>
            </a:r>
            <a:r>
              <a:rPr sz="2600" i="1" spc="-30" dirty="0">
                <a:solidFill>
                  <a:srgbClr val="3F3F3F"/>
                </a:solidFill>
                <a:latin typeface="Calibri"/>
                <a:cs typeface="Calibri"/>
              </a:rPr>
              <a:t> </a:t>
            </a:r>
            <a:r>
              <a:rPr sz="2600" i="1" spc="-5" dirty="0">
                <a:solidFill>
                  <a:srgbClr val="3F3F3F"/>
                </a:solidFill>
                <a:latin typeface="Calibri"/>
                <a:cs typeface="Calibri"/>
              </a:rPr>
              <a:t>from</a:t>
            </a:r>
            <a:r>
              <a:rPr sz="2600" i="1" spc="15" dirty="0">
                <a:solidFill>
                  <a:srgbClr val="3F3F3F"/>
                </a:solidFill>
                <a:latin typeface="Calibri"/>
                <a:cs typeface="Calibri"/>
              </a:rPr>
              <a:t> </a:t>
            </a:r>
            <a:r>
              <a:rPr sz="2600" i="1" dirty="0">
                <a:solidFill>
                  <a:srgbClr val="3F3F3F"/>
                </a:solidFill>
                <a:latin typeface="Calibri"/>
                <a:cs typeface="Calibri"/>
              </a:rPr>
              <a:t>the</a:t>
            </a:r>
            <a:endParaRPr sz="2600">
              <a:latin typeface="Calibri"/>
              <a:cs typeface="Calibri"/>
            </a:endParaRPr>
          </a:p>
          <a:p>
            <a:pPr marL="189230">
              <a:lnSpc>
                <a:spcPts val="2965"/>
              </a:lnSpc>
            </a:pPr>
            <a:r>
              <a:rPr sz="2600" spc="-10" dirty="0">
                <a:solidFill>
                  <a:srgbClr val="3F3F3F"/>
                </a:solidFill>
                <a:latin typeface="Calibri"/>
                <a:cs typeface="Calibri"/>
              </a:rPr>
              <a:t>root</a:t>
            </a:r>
            <a:r>
              <a:rPr sz="2600" spc="-5" dirty="0">
                <a:solidFill>
                  <a:srgbClr val="3F3F3F"/>
                </a:solidFill>
                <a:latin typeface="Calibri"/>
                <a:cs typeface="Calibri"/>
              </a:rPr>
              <a:t> of</a:t>
            </a:r>
            <a:r>
              <a:rPr sz="2600" spc="-10"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10" dirty="0">
                <a:solidFill>
                  <a:srgbClr val="3F3F3F"/>
                </a:solidFill>
                <a:latin typeface="Calibri"/>
                <a:cs typeface="Calibri"/>
              </a:rPr>
              <a:t>tree</a:t>
            </a:r>
            <a:r>
              <a:rPr sz="2600" spc="-20"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dirty="0">
                <a:solidFill>
                  <a:srgbClr val="3F3F3F"/>
                </a:solidFill>
                <a:latin typeface="Calibri"/>
                <a:cs typeface="Calibri"/>
              </a:rPr>
              <a:t>all</a:t>
            </a:r>
            <a:r>
              <a:rPr sz="2600" spc="25" dirty="0">
                <a:solidFill>
                  <a:srgbClr val="3F3F3F"/>
                </a:solidFill>
                <a:latin typeface="Calibri"/>
                <a:cs typeface="Calibri"/>
              </a:rPr>
              <a:t> </a:t>
            </a:r>
            <a:r>
              <a:rPr sz="2600" spc="-10" dirty="0">
                <a:solidFill>
                  <a:srgbClr val="3F3F3F"/>
                </a:solidFill>
                <a:latin typeface="Calibri"/>
                <a:cs typeface="Calibri"/>
              </a:rPr>
              <a:t>destinations</a:t>
            </a:r>
            <a:endParaRPr sz="2600">
              <a:latin typeface="Calibri"/>
              <a:cs typeface="Calibri"/>
            </a:endParaRPr>
          </a:p>
          <a:p>
            <a:pPr marL="419100" lvl="1" indent="-183515">
              <a:lnSpc>
                <a:spcPct val="100000"/>
              </a:lnSpc>
              <a:spcBef>
                <a:spcPts val="155"/>
              </a:spcBef>
              <a:buClr>
                <a:srgbClr val="1CACE4"/>
              </a:buClr>
              <a:buChar char="◦"/>
              <a:tabLst>
                <a:tab pos="419734" algn="l"/>
              </a:tabLst>
            </a:pPr>
            <a:r>
              <a:rPr sz="2200" spc="-5" dirty="0">
                <a:solidFill>
                  <a:srgbClr val="3F3F3F"/>
                </a:solidFill>
                <a:latin typeface="Calibri"/>
                <a:cs typeface="Calibri"/>
              </a:rPr>
              <a:t>These</a:t>
            </a:r>
            <a:r>
              <a:rPr sz="2200" dirty="0">
                <a:solidFill>
                  <a:srgbClr val="3F3F3F"/>
                </a:solidFill>
                <a:latin typeface="Calibri"/>
                <a:cs typeface="Calibri"/>
              </a:rPr>
              <a:t> </a:t>
            </a:r>
            <a:r>
              <a:rPr sz="2200" spc="-10" dirty="0">
                <a:solidFill>
                  <a:srgbClr val="3F3F3F"/>
                </a:solidFill>
                <a:latin typeface="Calibri"/>
                <a:cs typeface="Calibri"/>
              </a:rPr>
              <a:t>paths</a:t>
            </a:r>
            <a:r>
              <a:rPr sz="2200" spc="10" dirty="0">
                <a:solidFill>
                  <a:srgbClr val="3F3F3F"/>
                </a:solidFill>
                <a:latin typeface="Calibri"/>
                <a:cs typeface="Calibri"/>
              </a:rPr>
              <a:t> </a:t>
            </a:r>
            <a:r>
              <a:rPr sz="2200" spc="-15" dirty="0">
                <a:solidFill>
                  <a:srgbClr val="3F3F3F"/>
                </a:solidFill>
                <a:latin typeface="Calibri"/>
                <a:cs typeface="Calibri"/>
              </a:rPr>
              <a:t>are</a:t>
            </a:r>
            <a:r>
              <a:rPr sz="2200" spc="-5" dirty="0">
                <a:solidFill>
                  <a:srgbClr val="3F3F3F"/>
                </a:solidFill>
                <a:latin typeface="Calibri"/>
                <a:cs typeface="Calibri"/>
              </a:rPr>
              <a:t> </a:t>
            </a:r>
            <a:r>
              <a:rPr sz="2200" spc="-15" dirty="0">
                <a:solidFill>
                  <a:srgbClr val="3F3F3F"/>
                </a:solidFill>
                <a:latin typeface="Calibri"/>
                <a:cs typeface="Calibri"/>
              </a:rPr>
              <a:t>graphically</a:t>
            </a:r>
            <a:r>
              <a:rPr sz="2200" spc="-20" dirty="0">
                <a:solidFill>
                  <a:srgbClr val="3F3F3F"/>
                </a:solidFill>
                <a:latin typeface="Calibri"/>
                <a:cs typeface="Calibri"/>
              </a:rPr>
              <a:t> </a:t>
            </a:r>
            <a:r>
              <a:rPr sz="2200" spc="-10" dirty="0">
                <a:solidFill>
                  <a:srgbClr val="3F3F3F"/>
                </a:solidFill>
                <a:latin typeface="Calibri"/>
                <a:cs typeface="Calibri"/>
              </a:rPr>
              <a:t>glued</a:t>
            </a:r>
            <a:r>
              <a:rPr sz="2200" spc="25" dirty="0">
                <a:solidFill>
                  <a:srgbClr val="3F3F3F"/>
                </a:solidFill>
                <a:latin typeface="Calibri"/>
                <a:cs typeface="Calibri"/>
              </a:rPr>
              <a:t> </a:t>
            </a:r>
            <a:r>
              <a:rPr sz="2200" spc="-15" dirty="0">
                <a:solidFill>
                  <a:srgbClr val="3F3F3F"/>
                </a:solidFill>
                <a:latin typeface="Calibri"/>
                <a:cs typeface="Calibri"/>
              </a:rPr>
              <a:t>together</a:t>
            </a:r>
            <a:r>
              <a:rPr sz="2200" spc="45" dirty="0">
                <a:solidFill>
                  <a:srgbClr val="3F3F3F"/>
                </a:solidFill>
                <a:latin typeface="Calibri"/>
                <a:cs typeface="Calibri"/>
              </a:rPr>
              <a:t> </a:t>
            </a:r>
            <a:r>
              <a:rPr sz="2200" spc="-20" dirty="0">
                <a:solidFill>
                  <a:srgbClr val="3F3F3F"/>
                </a:solidFill>
                <a:latin typeface="Calibri"/>
                <a:cs typeface="Calibri"/>
              </a:rPr>
              <a:t>to</a:t>
            </a:r>
            <a:r>
              <a:rPr sz="2200" spc="15" dirty="0">
                <a:solidFill>
                  <a:srgbClr val="3F3F3F"/>
                </a:solidFill>
                <a:latin typeface="Calibri"/>
                <a:cs typeface="Calibri"/>
              </a:rPr>
              <a:t> </a:t>
            </a:r>
            <a:r>
              <a:rPr sz="2200" spc="-15" dirty="0">
                <a:solidFill>
                  <a:srgbClr val="3F3F3F"/>
                </a:solidFill>
                <a:latin typeface="Calibri"/>
                <a:cs typeface="Calibri"/>
              </a:rPr>
              <a:t>form</a:t>
            </a:r>
            <a:r>
              <a:rPr sz="2200" spc="5" dirty="0">
                <a:solidFill>
                  <a:srgbClr val="3F3F3F"/>
                </a:solidFill>
                <a:latin typeface="Calibri"/>
                <a:cs typeface="Calibri"/>
              </a:rPr>
              <a: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5" dirty="0">
                <a:solidFill>
                  <a:srgbClr val="3F3F3F"/>
                </a:solidFill>
                <a:latin typeface="Calibri"/>
                <a:cs typeface="Calibri"/>
              </a:rPr>
              <a:t>tree.</a:t>
            </a:r>
            <a:endParaRPr sz="2200">
              <a:latin typeface="Calibri"/>
              <a:cs typeface="Calibri"/>
            </a:endParaRPr>
          </a:p>
          <a:p>
            <a:pPr marL="189230" indent="-177165">
              <a:lnSpc>
                <a:spcPts val="2965"/>
              </a:lnSpc>
              <a:spcBef>
                <a:spcPts val="1270"/>
              </a:spcBef>
              <a:buClr>
                <a:srgbClr val="1CACE4"/>
              </a:buClr>
              <a:buFont typeface="Arial MT"/>
              <a:buChar char="•"/>
              <a:tabLst>
                <a:tab pos="189865" algn="l"/>
              </a:tabLst>
            </a:pPr>
            <a:r>
              <a:rPr sz="2600" spc="-10" dirty="0">
                <a:solidFill>
                  <a:srgbClr val="3F3F3F"/>
                </a:solidFill>
                <a:latin typeface="Calibri"/>
                <a:cs typeface="Calibri"/>
              </a:rPr>
              <a:t>Distance-vector</a:t>
            </a:r>
            <a:r>
              <a:rPr sz="2600" spc="-25" dirty="0">
                <a:solidFill>
                  <a:srgbClr val="3F3F3F"/>
                </a:solidFill>
                <a:latin typeface="Calibri"/>
                <a:cs typeface="Calibri"/>
              </a:rPr>
              <a:t> </a:t>
            </a:r>
            <a:r>
              <a:rPr sz="2600" spc="-10" dirty="0">
                <a:solidFill>
                  <a:srgbClr val="3F3F3F"/>
                </a:solidFill>
                <a:latin typeface="Calibri"/>
                <a:cs typeface="Calibri"/>
              </a:rPr>
              <a:t>routing </a:t>
            </a:r>
            <a:r>
              <a:rPr sz="2600" spc="-5" dirty="0">
                <a:solidFill>
                  <a:srgbClr val="3F3F3F"/>
                </a:solidFill>
                <a:latin typeface="Calibri"/>
                <a:cs typeface="Calibri"/>
              </a:rPr>
              <a:t>unglues</a:t>
            </a:r>
            <a:r>
              <a:rPr sz="2600" spc="-20" dirty="0">
                <a:solidFill>
                  <a:srgbClr val="3F3F3F"/>
                </a:solidFill>
                <a:latin typeface="Calibri"/>
                <a:cs typeface="Calibri"/>
              </a:rPr>
              <a:t> </a:t>
            </a:r>
            <a:r>
              <a:rPr sz="2600" spc="-5" dirty="0">
                <a:solidFill>
                  <a:srgbClr val="3F3F3F"/>
                </a:solidFill>
                <a:latin typeface="Calibri"/>
                <a:cs typeface="Calibri"/>
              </a:rPr>
              <a:t>these</a:t>
            </a:r>
            <a:r>
              <a:rPr sz="2600" spc="-35" dirty="0">
                <a:solidFill>
                  <a:srgbClr val="3F3F3F"/>
                </a:solidFill>
                <a:latin typeface="Calibri"/>
                <a:cs typeface="Calibri"/>
              </a:rPr>
              <a:t> </a:t>
            </a:r>
            <a:r>
              <a:rPr sz="2600" spc="-10" dirty="0">
                <a:solidFill>
                  <a:srgbClr val="3F3F3F"/>
                </a:solidFill>
                <a:latin typeface="Calibri"/>
                <a:cs typeface="Calibri"/>
              </a:rPr>
              <a:t>paths</a:t>
            </a:r>
            <a:r>
              <a:rPr sz="2600" spc="-20" dirty="0">
                <a:solidFill>
                  <a:srgbClr val="3F3F3F"/>
                </a:solidFill>
                <a:latin typeface="Calibri"/>
                <a:cs typeface="Calibri"/>
              </a:rPr>
              <a:t> </a:t>
            </a:r>
            <a:r>
              <a:rPr sz="2600" dirty="0">
                <a:solidFill>
                  <a:srgbClr val="3F3F3F"/>
                </a:solidFill>
                <a:latin typeface="Calibri"/>
                <a:cs typeface="Calibri"/>
              </a:rPr>
              <a:t>and</a:t>
            </a:r>
            <a:r>
              <a:rPr sz="2600" spc="5" dirty="0">
                <a:solidFill>
                  <a:srgbClr val="3F3F3F"/>
                </a:solidFill>
                <a:latin typeface="Calibri"/>
                <a:cs typeface="Calibri"/>
              </a:rPr>
              <a:t> </a:t>
            </a:r>
            <a:r>
              <a:rPr sz="2600" spc="-15" dirty="0">
                <a:solidFill>
                  <a:srgbClr val="3F3F3F"/>
                </a:solidFill>
                <a:latin typeface="Calibri"/>
                <a:cs typeface="Calibri"/>
              </a:rPr>
              <a:t>creates</a:t>
            </a:r>
            <a:r>
              <a:rPr sz="2600" spc="20" dirty="0">
                <a:solidFill>
                  <a:srgbClr val="3F3F3F"/>
                </a:solidFill>
                <a:latin typeface="Calibri"/>
                <a:cs typeface="Calibri"/>
              </a:rPr>
              <a:t> </a:t>
            </a:r>
            <a:r>
              <a:rPr sz="2600" dirty="0">
                <a:solidFill>
                  <a:srgbClr val="3F3F3F"/>
                </a:solidFill>
                <a:latin typeface="Calibri"/>
                <a:cs typeface="Calibri"/>
              </a:rPr>
              <a:t>a</a:t>
            </a:r>
            <a:endParaRPr sz="2600">
              <a:latin typeface="Calibri"/>
              <a:cs typeface="Calibri"/>
            </a:endParaRPr>
          </a:p>
          <a:p>
            <a:pPr marL="189230">
              <a:lnSpc>
                <a:spcPts val="2965"/>
              </a:lnSpc>
            </a:pPr>
            <a:r>
              <a:rPr sz="2600" i="1" spc="-10" dirty="0">
                <a:solidFill>
                  <a:srgbClr val="3F3F3F"/>
                </a:solidFill>
                <a:latin typeface="Calibri"/>
                <a:cs typeface="Calibri"/>
              </a:rPr>
              <a:t>distance</a:t>
            </a:r>
            <a:r>
              <a:rPr sz="2600" i="1" spc="-40" dirty="0">
                <a:solidFill>
                  <a:srgbClr val="3F3F3F"/>
                </a:solidFill>
                <a:latin typeface="Calibri"/>
                <a:cs typeface="Calibri"/>
              </a:rPr>
              <a:t> </a:t>
            </a:r>
            <a:r>
              <a:rPr sz="2600" i="1" spc="-35" dirty="0">
                <a:solidFill>
                  <a:srgbClr val="3F3F3F"/>
                </a:solidFill>
                <a:latin typeface="Calibri"/>
                <a:cs typeface="Calibri"/>
              </a:rPr>
              <a:t>vector,</a:t>
            </a:r>
            <a:r>
              <a:rPr sz="2600" i="1" spc="-5" dirty="0">
                <a:solidFill>
                  <a:srgbClr val="3F3F3F"/>
                </a:solidFill>
                <a:latin typeface="Calibri"/>
                <a:cs typeface="Calibri"/>
              </a:rPr>
              <a:t> </a:t>
            </a:r>
            <a:r>
              <a:rPr sz="2600" i="1" dirty="0">
                <a:solidFill>
                  <a:srgbClr val="3F3F3F"/>
                </a:solidFill>
                <a:latin typeface="Calibri"/>
                <a:cs typeface="Calibri"/>
              </a:rPr>
              <a:t>a</a:t>
            </a:r>
            <a:r>
              <a:rPr sz="2600" i="1" spc="-10" dirty="0">
                <a:solidFill>
                  <a:srgbClr val="3F3F3F"/>
                </a:solidFill>
                <a:latin typeface="Calibri"/>
                <a:cs typeface="Calibri"/>
              </a:rPr>
              <a:t> </a:t>
            </a:r>
            <a:r>
              <a:rPr sz="2600" i="1" dirty="0">
                <a:solidFill>
                  <a:srgbClr val="3F3F3F"/>
                </a:solidFill>
                <a:latin typeface="Calibri"/>
                <a:cs typeface="Calibri"/>
              </a:rPr>
              <a:t>one-dimensional</a:t>
            </a:r>
            <a:r>
              <a:rPr sz="2600" i="1" spc="-30" dirty="0">
                <a:solidFill>
                  <a:srgbClr val="3F3F3F"/>
                </a:solidFill>
                <a:latin typeface="Calibri"/>
                <a:cs typeface="Calibri"/>
              </a:rPr>
              <a:t> </a:t>
            </a:r>
            <a:r>
              <a:rPr sz="2600" i="1" spc="-5" dirty="0">
                <a:solidFill>
                  <a:srgbClr val="3F3F3F"/>
                </a:solidFill>
                <a:latin typeface="Calibri"/>
                <a:cs typeface="Calibri"/>
              </a:rPr>
              <a:t>array</a:t>
            </a:r>
            <a:r>
              <a:rPr sz="2600" i="1" spc="-25" dirty="0">
                <a:solidFill>
                  <a:srgbClr val="3F3F3F"/>
                </a:solidFill>
                <a:latin typeface="Calibri"/>
                <a:cs typeface="Calibri"/>
              </a:rPr>
              <a:t> </a:t>
            </a:r>
            <a:r>
              <a:rPr sz="2600" i="1" spc="-20" dirty="0">
                <a:solidFill>
                  <a:srgbClr val="3F3F3F"/>
                </a:solidFill>
                <a:latin typeface="Calibri"/>
                <a:cs typeface="Calibri"/>
              </a:rPr>
              <a:t>to</a:t>
            </a:r>
            <a:r>
              <a:rPr sz="2600" i="1" spc="5" dirty="0">
                <a:solidFill>
                  <a:srgbClr val="3F3F3F"/>
                </a:solidFill>
                <a:latin typeface="Calibri"/>
                <a:cs typeface="Calibri"/>
              </a:rPr>
              <a:t> </a:t>
            </a:r>
            <a:r>
              <a:rPr sz="2600" i="1" spc="-5" dirty="0">
                <a:solidFill>
                  <a:srgbClr val="3F3F3F"/>
                </a:solidFill>
                <a:latin typeface="Calibri"/>
                <a:cs typeface="Calibri"/>
              </a:rPr>
              <a:t>represent</a:t>
            </a:r>
            <a:r>
              <a:rPr sz="2600" i="1" spc="-55" dirty="0">
                <a:solidFill>
                  <a:srgbClr val="3F3F3F"/>
                </a:solidFill>
                <a:latin typeface="Calibri"/>
                <a:cs typeface="Calibri"/>
              </a:rPr>
              <a:t> </a:t>
            </a:r>
            <a:r>
              <a:rPr sz="2600" i="1" dirty="0">
                <a:solidFill>
                  <a:srgbClr val="3F3F3F"/>
                </a:solidFill>
                <a:latin typeface="Calibri"/>
                <a:cs typeface="Calibri"/>
              </a:rPr>
              <a:t>the</a:t>
            </a:r>
            <a:r>
              <a:rPr sz="2600" i="1" spc="50" dirty="0">
                <a:solidFill>
                  <a:srgbClr val="3F3F3F"/>
                </a:solidFill>
                <a:latin typeface="Calibri"/>
                <a:cs typeface="Calibri"/>
              </a:rPr>
              <a:t> </a:t>
            </a:r>
            <a:r>
              <a:rPr sz="2600" i="1" dirty="0">
                <a:solidFill>
                  <a:srgbClr val="3F3F3F"/>
                </a:solidFill>
                <a:latin typeface="Calibri"/>
                <a:cs typeface="Calibri"/>
              </a:rPr>
              <a:t>tree</a:t>
            </a:r>
            <a:endParaRPr sz="2600">
              <a:latin typeface="Calibri"/>
              <a:cs typeface="Calibri"/>
            </a:endParaRPr>
          </a:p>
          <a:p>
            <a:pPr marL="189230" indent="-177165">
              <a:lnSpc>
                <a:spcPct val="100000"/>
              </a:lnSpc>
              <a:spcBef>
                <a:spcPts val="1080"/>
              </a:spcBef>
              <a:buClr>
                <a:srgbClr val="1CACE4"/>
              </a:buClr>
              <a:buFont typeface="Arial MT"/>
              <a:buChar char="•"/>
              <a:tabLst>
                <a:tab pos="189865" algn="l"/>
              </a:tabLst>
            </a:pPr>
            <a:r>
              <a:rPr sz="2600" i="1" spc="-5" dirty="0">
                <a:solidFill>
                  <a:srgbClr val="3F3F3F"/>
                </a:solidFill>
                <a:latin typeface="Calibri"/>
                <a:cs typeface="Calibri"/>
              </a:rPr>
              <a:t>Consider</a:t>
            </a:r>
            <a:r>
              <a:rPr sz="2600" i="1" spc="-20" dirty="0">
                <a:solidFill>
                  <a:srgbClr val="3F3F3F"/>
                </a:solidFill>
                <a:latin typeface="Calibri"/>
                <a:cs typeface="Calibri"/>
              </a:rPr>
              <a:t> </a:t>
            </a:r>
            <a:r>
              <a:rPr sz="2600" i="1" dirty="0">
                <a:solidFill>
                  <a:srgbClr val="3F3F3F"/>
                </a:solidFill>
                <a:latin typeface="Calibri"/>
                <a:cs typeface="Calibri"/>
              </a:rPr>
              <a:t>an </a:t>
            </a:r>
            <a:r>
              <a:rPr sz="2600" i="1" spc="-10" dirty="0">
                <a:solidFill>
                  <a:srgbClr val="3F3F3F"/>
                </a:solidFill>
                <a:latin typeface="Calibri"/>
                <a:cs typeface="Calibri"/>
              </a:rPr>
              <a:t>internet</a:t>
            </a:r>
            <a:r>
              <a:rPr sz="2600" i="1" spc="-30" dirty="0">
                <a:solidFill>
                  <a:srgbClr val="3F3F3F"/>
                </a:solidFill>
                <a:latin typeface="Calibri"/>
                <a:cs typeface="Calibri"/>
              </a:rPr>
              <a:t> </a:t>
            </a:r>
            <a:r>
              <a:rPr sz="2600" i="1" dirty="0">
                <a:solidFill>
                  <a:srgbClr val="3F3F3F"/>
                </a:solidFill>
                <a:latin typeface="Calibri"/>
                <a:cs typeface="Calibri"/>
              </a:rPr>
              <a:t>and</a:t>
            </a:r>
            <a:r>
              <a:rPr sz="2600" i="1" spc="-10" dirty="0">
                <a:solidFill>
                  <a:srgbClr val="3F3F3F"/>
                </a:solidFill>
                <a:latin typeface="Calibri"/>
                <a:cs typeface="Calibri"/>
              </a:rPr>
              <a:t> </a:t>
            </a:r>
            <a:r>
              <a:rPr sz="2600" i="1" spc="-5" dirty="0">
                <a:solidFill>
                  <a:srgbClr val="3F3F3F"/>
                </a:solidFill>
                <a:latin typeface="Calibri"/>
                <a:cs typeface="Calibri"/>
              </a:rPr>
              <a:t>its</a:t>
            </a:r>
            <a:r>
              <a:rPr sz="2600" i="1" spc="5" dirty="0">
                <a:solidFill>
                  <a:srgbClr val="3F3F3F"/>
                </a:solidFill>
                <a:latin typeface="Calibri"/>
                <a:cs typeface="Calibri"/>
              </a:rPr>
              <a:t> </a:t>
            </a:r>
            <a:r>
              <a:rPr sz="2600" i="1" spc="-5" dirty="0">
                <a:solidFill>
                  <a:srgbClr val="3F3F3F"/>
                </a:solidFill>
                <a:latin typeface="Calibri"/>
                <a:cs typeface="Calibri"/>
              </a:rPr>
              <a:t>graphical</a:t>
            </a:r>
            <a:r>
              <a:rPr sz="2600" i="1" spc="-20" dirty="0">
                <a:solidFill>
                  <a:srgbClr val="3F3F3F"/>
                </a:solidFill>
                <a:latin typeface="Calibri"/>
                <a:cs typeface="Calibri"/>
              </a:rPr>
              <a:t> </a:t>
            </a:r>
            <a:r>
              <a:rPr sz="2600" i="1" spc="-10" dirty="0">
                <a:solidFill>
                  <a:srgbClr val="3F3F3F"/>
                </a:solidFill>
                <a:latin typeface="Calibri"/>
                <a:cs typeface="Calibri"/>
              </a:rPr>
              <a:t>representation</a:t>
            </a:r>
            <a:endParaRPr sz="26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685800" y="4419600"/>
            <a:ext cx="7760198" cy="2285999"/>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56</a:t>
            </a:fld>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478655" cy="756920"/>
          </a:xfrm>
          <a:prstGeom prst="rect">
            <a:avLst/>
          </a:prstGeom>
        </p:spPr>
        <p:txBody>
          <a:bodyPr vert="horz" wrap="square" lIns="0" tIns="12700" rIns="0" bIns="0" rtlCol="0">
            <a:spAutoFit/>
          </a:bodyPr>
          <a:lstStyle/>
          <a:p>
            <a:pPr marL="12700">
              <a:lnSpc>
                <a:spcPct val="100000"/>
              </a:lnSpc>
              <a:spcBef>
                <a:spcPts val="100"/>
              </a:spcBef>
            </a:pPr>
            <a:r>
              <a:rPr sz="4800" spc="-50" dirty="0"/>
              <a:t>Distance</a:t>
            </a:r>
            <a:r>
              <a:rPr sz="4800" spc="-110" dirty="0"/>
              <a:t> </a:t>
            </a:r>
            <a:r>
              <a:rPr sz="4800" spc="-50" dirty="0"/>
              <a:t>vector</a:t>
            </a:r>
            <a:endParaRPr sz="4800"/>
          </a:p>
        </p:txBody>
      </p:sp>
      <p:sp>
        <p:nvSpPr>
          <p:cNvPr id="3" name="object 3"/>
          <p:cNvSpPr txBox="1"/>
          <p:nvPr/>
        </p:nvSpPr>
        <p:spPr>
          <a:xfrm>
            <a:off x="697667" y="1769826"/>
            <a:ext cx="7526020" cy="452120"/>
          </a:xfrm>
          <a:prstGeom prst="rect">
            <a:avLst/>
          </a:prstGeom>
        </p:spPr>
        <p:txBody>
          <a:bodyPr vert="horz" wrap="square" lIns="0" tIns="12065" rIns="0" bIns="0" rtlCol="0">
            <a:spAutoFit/>
          </a:bodyPr>
          <a:lstStyle/>
          <a:p>
            <a:pPr marL="189230" indent="-177165">
              <a:lnSpc>
                <a:spcPct val="100000"/>
              </a:lnSpc>
              <a:spcBef>
                <a:spcPts val="95"/>
              </a:spcBef>
              <a:buClr>
                <a:srgbClr val="1CACE4"/>
              </a:buClr>
              <a:buFont typeface="Arial MT"/>
              <a:buChar char="•"/>
              <a:tabLst>
                <a:tab pos="189865" algn="l"/>
              </a:tabLst>
            </a:pPr>
            <a:r>
              <a:rPr sz="2800" spc="-55" dirty="0">
                <a:solidFill>
                  <a:srgbClr val="3F3F3F"/>
                </a:solidFill>
                <a:latin typeface="Calibri"/>
                <a:cs typeface="Calibri"/>
              </a:rPr>
              <a:t>Tree</a:t>
            </a:r>
            <a:r>
              <a:rPr sz="2800" spc="-35" dirty="0">
                <a:solidFill>
                  <a:srgbClr val="3F3F3F"/>
                </a:solidFill>
                <a:latin typeface="Calibri"/>
                <a:cs typeface="Calibri"/>
              </a:rPr>
              <a:t> </a:t>
            </a:r>
            <a:r>
              <a:rPr sz="2800" spc="-25" dirty="0">
                <a:solidFill>
                  <a:srgbClr val="3F3F3F"/>
                </a:solidFill>
                <a:latin typeface="Calibri"/>
                <a:cs typeface="Calibri"/>
              </a:rPr>
              <a:t>for</a:t>
            </a:r>
            <a:r>
              <a:rPr sz="2800" spc="-10" dirty="0">
                <a:solidFill>
                  <a:srgbClr val="3F3F3F"/>
                </a:solidFill>
                <a:latin typeface="Calibri"/>
                <a:cs typeface="Calibri"/>
              </a:rPr>
              <a:t> Node</a:t>
            </a:r>
            <a:r>
              <a:rPr sz="2800" spc="-5" dirty="0">
                <a:solidFill>
                  <a:srgbClr val="3F3F3F"/>
                </a:solidFill>
                <a:latin typeface="Calibri"/>
                <a:cs typeface="Calibri"/>
              </a:rPr>
              <a:t> A and</a:t>
            </a:r>
            <a:r>
              <a:rPr sz="2800" spc="25" dirty="0">
                <a:solidFill>
                  <a:srgbClr val="3F3F3F"/>
                </a:solidFill>
                <a:latin typeface="Calibri"/>
                <a:cs typeface="Calibri"/>
              </a:rPr>
              <a:t> </a:t>
            </a:r>
            <a:r>
              <a:rPr sz="2800" spc="-10" dirty="0">
                <a:solidFill>
                  <a:srgbClr val="3F3F3F"/>
                </a:solidFill>
                <a:latin typeface="Calibri"/>
                <a:cs typeface="Calibri"/>
              </a:rPr>
              <a:t>corresponding</a:t>
            </a:r>
            <a:r>
              <a:rPr sz="2800" spc="25" dirty="0">
                <a:solidFill>
                  <a:srgbClr val="3F3F3F"/>
                </a:solidFill>
                <a:latin typeface="Calibri"/>
                <a:cs typeface="Calibri"/>
              </a:rPr>
              <a:t> </a:t>
            </a:r>
            <a:r>
              <a:rPr sz="2800" spc="-15" dirty="0">
                <a:solidFill>
                  <a:srgbClr val="3F3F3F"/>
                </a:solidFill>
                <a:latin typeface="Calibri"/>
                <a:cs typeface="Calibri"/>
              </a:rPr>
              <a:t>distance</a:t>
            </a:r>
            <a:r>
              <a:rPr sz="2800" spc="45" dirty="0">
                <a:solidFill>
                  <a:srgbClr val="3F3F3F"/>
                </a:solidFill>
                <a:latin typeface="Calibri"/>
                <a:cs typeface="Calibri"/>
              </a:rPr>
              <a:t> </a:t>
            </a:r>
            <a:r>
              <a:rPr sz="2800" spc="-15" dirty="0">
                <a:solidFill>
                  <a:srgbClr val="3F3F3F"/>
                </a:solidFill>
                <a:latin typeface="Calibri"/>
                <a:cs typeface="Calibri"/>
              </a:rPr>
              <a:t>vector</a:t>
            </a:r>
            <a:endParaRPr sz="2800">
              <a:latin typeface="Calibri"/>
              <a:cs typeface="Calibri"/>
            </a:endParaRPr>
          </a:p>
        </p:txBody>
      </p:sp>
      <p:pic>
        <p:nvPicPr>
          <p:cNvPr id="4" name="object 4"/>
          <p:cNvPicPr/>
          <p:nvPr/>
        </p:nvPicPr>
        <p:blipFill>
          <a:blip r:embed="rId2" cstate="print"/>
          <a:stretch>
            <a:fillRect/>
          </a:stretch>
        </p:blipFill>
        <p:spPr>
          <a:xfrm>
            <a:off x="5852159" y="2285999"/>
            <a:ext cx="701039" cy="1828800"/>
          </a:xfrm>
          <a:prstGeom prst="rect">
            <a:avLst/>
          </a:prstGeom>
        </p:spPr>
      </p:pic>
      <p:pic>
        <p:nvPicPr>
          <p:cNvPr id="5" name="object 5"/>
          <p:cNvPicPr/>
          <p:nvPr/>
        </p:nvPicPr>
        <p:blipFill>
          <a:blip r:embed="rId3" cstate="print"/>
          <a:stretch>
            <a:fillRect/>
          </a:stretch>
        </p:blipFill>
        <p:spPr>
          <a:xfrm>
            <a:off x="2590800" y="2286000"/>
            <a:ext cx="2895600" cy="1447800"/>
          </a:xfrm>
          <a:prstGeom prst="rect">
            <a:avLst/>
          </a:prstGeom>
        </p:spPr>
      </p:pic>
      <p:grpSp>
        <p:nvGrpSpPr>
          <p:cNvPr id="6" name="object 6"/>
          <p:cNvGrpSpPr/>
          <p:nvPr/>
        </p:nvGrpSpPr>
        <p:grpSpPr>
          <a:xfrm>
            <a:off x="457200" y="6792467"/>
            <a:ext cx="9142730" cy="521334"/>
            <a:chOff x="457200" y="6792467"/>
            <a:chExt cx="9142730" cy="521334"/>
          </a:xfrm>
        </p:grpSpPr>
        <p:sp>
          <p:nvSpPr>
            <p:cNvPr id="7" name="object 7"/>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840739" y="4050081"/>
            <a:ext cx="8377555" cy="2585720"/>
          </a:xfrm>
          <a:prstGeom prst="rect">
            <a:avLst/>
          </a:prstGeom>
        </p:spPr>
        <p:txBody>
          <a:bodyPr vert="horz" wrap="square" lIns="0" tIns="12700" rIns="0" bIns="0" rtlCol="0">
            <a:spAutoFit/>
          </a:bodyPr>
          <a:lstStyle/>
          <a:p>
            <a:pPr marL="243840" marR="200025" indent="-231775" algn="just">
              <a:lnSpc>
                <a:spcPct val="100000"/>
              </a:lnSpc>
              <a:spcBef>
                <a:spcPts val="100"/>
              </a:spcBef>
              <a:buFont typeface="Arial MT"/>
              <a:buChar char="•"/>
              <a:tabLst>
                <a:tab pos="244475" algn="l"/>
              </a:tabLst>
            </a:pPr>
            <a:r>
              <a:rPr sz="2400" i="1" spc="-5" dirty="0">
                <a:latin typeface="Calibri"/>
                <a:cs typeface="Calibri"/>
              </a:rPr>
              <a:t>Name </a:t>
            </a:r>
            <a:r>
              <a:rPr sz="2400" i="1" dirty="0">
                <a:latin typeface="Calibri"/>
                <a:cs typeface="Calibri"/>
              </a:rPr>
              <a:t>of </a:t>
            </a:r>
            <a:r>
              <a:rPr sz="2400" i="1" spc="-5" dirty="0">
                <a:latin typeface="Calibri"/>
                <a:cs typeface="Calibri"/>
              </a:rPr>
              <a:t>the </a:t>
            </a:r>
            <a:r>
              <a:rPr sz="2400" i="1" spc="-15" dirty="0">
                <a:latin typeface="Calibri"/>
                <a:cs typeface="Calibri"/>
              </a:rPr>
              <a:t>distance </a:t>
            </a:r>
            <a:r>
              <a:rPr sz="2400" i="1" spc="-10" dirty="0">
                <a:latin typeface="Calibri"/>
                <a:cs typeface="Calibri"/>
              </a:rPr>
              <a:t>vector </a:t>
            </a:r>
            <a:r>
              <a:rPr sz="2400" i="1" spc="-5" dirty="0">
                <a:latin typeface="Calibri"/>
                <a:cs typeface="Calibri"/>
              </a:rPr>
              <a:t>defines the root, the </a:t>
            </a:r>
            <a:r>
              <a:rPr sz="2400" i="1" spc="-15" dirty="0">
                <a:latin typeface="Calibri"/>
                <a:cs typeface="Calibri"/>
              </a:rPr>
              <a:t>indexes </a:t>
            </a:r>
            <a:r>
              <a:rPr sz="2400" spc="-10" dirty="0">
                <a:latin typeface="Calibri"/>
                <a:cs typeface="Calibri"/>
              </a:rPr>
              <a:t>define </a:t>
            </a:r>
            <a:r>
              <a:rPr sz="2400" spc="-5" dirty="0">
                <a:latin typeface="Calibri"/>
                <a:cs typeface="Calibri"/>
              </a:rPr>
              <a:t> the </a:t>
            </a:r>
            <a:r>
              <a:rPr sz="2400" spc="-10" dirty="0">
                <a:latin typeface="Calibri"/>
                <a:cs typeface="Calibri"/>
              </a:rPr>
              <a:t>destinations, </a:t>
            </a:r>
            <a:r>
              <a:rPr sz="2400" dirty="0">
                <a:latin typeface="Calibri"/>
                <a:cs typeface="Calibri"/>
              </a:rPr>
              <a:t>and </a:t>
            </a:r>
            <a:r>
              <a:rPr sz="2400" spc="-5" dirty="0">
                <a:latin typeface="Calibri"/>
                <a:cs typeface="Calibri"/>
              </a:rPr>
              <a:t>the </a:t>
            </a:r>
            <a:r>
              <a:rPr sz="2400" i="1" spc="-5" dirty="0">
                <a:latin typeface="Calibri"/>
                <a:cs typeface="Calibri"/>
              </a:rPr>
              <a:t>value </a:t>
            </a:r>
            <a:r>
              <a:rPr sz="2400" i="1" dirty="0">
                <a:latin typeface="Calibri"/>
                <a:cs typeface="Calibri"/>
              </a:rPr>
              <a:t>of </a:t>
            </a:r>
            <a:r>
              <a:rPr sz="2400" i="1" spc="-5" dirty="0">
                <a:latin typeface="Calibri"/>
                <a:cs typeface="Calibri"/>
              </a:rPr>
              <a:t>each cell defines the </a:t>
            </a:r>
            <a:r>
              <a:rPr sz="2400" i="1" spc="-10" dirty="0">
                <a:latin typeface="Calibri"/>
                <a:cs typeface="Calibri"/>
              </a:rPr>
              <a:t>least </a:t>
            </a:r>
            <a:r>
              <a:rPr sz="2400" i="1" spc="-15" dirty="0">
                <a:latin typeface="Calibri"/>
                <a:cs typeface="Calibri"/>
              </a:rPr>
              <a:t>cost </a:t>
            </a:r>
            <a:r>
              <a:rPr sz="2400" i="1" spc="-530" dirty="0">
                <a:latin typeface="Calibri"/>
                <a:cs typeface="Calibri"/>
              </a:rPr>
              <a:t> </a:t>
            </a:r>
            <a:r>
              <a:rPr sz="2400" i="1" spc="-5" dirty="0">
                <a:latin typeface="Calibri"/>
                <a:cs typeface="Calibri"/>
              </a:rPr>
              <a:t>from</a:t>
            </a:r>
            <a:r>
              <a:rPr sz="2400" i="1" spc="-20" dirty="0">
                <a:latin typeface="Calibri"/>
                <a:cs typeface="Calibri"/>
              </a:rPr>
              <a:t> </a:t>
            </a:r>
            <a:r>
              <a:rPr sz="2400" spc="-5" dirty="0">
                <a:latin typeface="Calibri"/>
                <a:cs typeface="Calibri"/>
              </a:rPr>
              <a:t>the </a:t>
            </a:r>
            <a:r>
              <a:rPr sz="2400" spc="-15" dirty="0">
                <a:latin typeface="Calibri"/>
                <a:cs typeface="Calibri"/>
              </a:rPr>
              <a:t>root</a:t>
            </a:r>
            <a:r>
              <a:rPr sz="2400" spc="-10" dirty="0">
                <a:latin typeface="Calibri"/>
                <a:cs typeface="Calibri"/>
              </a:rPr>
              <a:t> </a:t>
            </a:r>
            <a:r>
              <a:rPr sz="2400" spc="-15" dirty="0">
                <a:latin typeface="Calibri"/>
                <a:cs typeface="Calibri"/>
              </a:rPr>
              <a:t>to</a:t>
            </a:r>
            <a:r>
              <a:rPr sz="2400" spc="-25" dirty="0">
                <a:latin typeface="Calibri"/>
                <a:cs typeface="Calibri"/>
              </a:rPr>
              <a:t> </a:t>
            </a:r>
            <a:r>
              <a:rPr sz="2400" spc="-5" dirty="0">
                <a:latin typeface="Calibri"/>
                <a:cs typeface="Calibri"/>
              </a:rPr>
              <a:t>the </a:t>
            </a:r>
            <a:r>
              <a:rPr sz="2400" spc="-10" dirty="0">
                <a:latin typeface="Calibri"/>
                <a:cs typeface="Calibri"/>
              </a:rPr>
              <a:t>destination.</a:t>
            </a:r>
            <a:endParaRPr sz="2400">
              <a:latin typeface="Calibri"/>
              <a:cs typeface="Calibri"/>
            </a:endParaRPr>
          </a:p>
          <a:p>
            <a:pPr marL="243840" marR="8890" indent="-231775" algn="just">
              <a:lnSpc>
                <a:spcPct val="100000"/>
              </a:lnSpc>
              <a:buFont typeface="Arial MT"/>
              <a:buChar char="•"/>
              <a:tabLst>
                <a:tab pos="244475" algn="l"/>
              </a:tabLst>
            </a:pPr>
            <a:r>
              <a:rPr sz="2400" dirty="0">
                <a:latin typeface="Calibri"/>
                <a:cs typeface="Calibri"/>
              </a:rPr>
              <a:t>A </a:t>
            </a:r>
            <a:r>
              <a:rPr sz="2400" spc="-10" dirty="0">
                <a:latin typeface="Calibri"/>
                <a:cs typeface="Calibri"/>
              </a:rPr>
              <a:t>distance </a:t>
            </a:r>
            <a:r>
              <a:rPr sz="2400" spc="-15" dirty="0">
                <a:latin typeface="Calibri"/>
                <a:cs typeface="Calibri"/>
              </a:rPr>
              <a:t>vector </a:t>
            </a:r>
            <a:r>
              <a:rPr sz="2400" spc="-10" dirty="0">
                <a:latin typeface="Calibri"/>
                <a:cs typeface="Calibri"/>
              </a:rPr>
              <a:t>gives </a:t>
            </a:r>
            <a:r>
              <a:rPr sz="2400" spc="-5" dirty="0">
                <a:latin typeface="Calibri"/>
                <a:cs typeface="Calibri"/>
              </a:rPr>
              <a:t>only the </a:t>
            </a:r>
            <a:r>
              <a:rPr sz="2400" spc="-10" dirty="0">
                <a:latin typeface="Calibri"/>
                <a:cs typeface="Calibri"/>
              </a:rPr>
              <a:t>least </a:t>
            </a:r>
            <a:r>
              <a:rPr sz="2400" spc="-15" dirty="0">
                <a:latin typeface="Calibri"/>
                <a:cs typeface="Calibri"/>
              </a:rPr>
              <a:t>costs to </a:t>
            </a:r>
            <a:r>
              <a:rPr sz="2400" spc="-5" dirty="0">
                <a:latin typeface="Calibri"/>
                <a:cs typeface="Calibri"/>
              </a:rPr>
              <a:t>the </a:t>
            </a:r>
            <a:r>
              <a:rPr sz="2400" spc="-10" dirty="0">
                <a:latin typeface="Calibri"/>
                <a:cs typeface="Calibri"/>
              </a:rPr>
              <a:t>destinations </a:t>
            </a:r>
            <a:r>
              <a:rPr sz="2400" spc="-5" dirty="0">
                <a:latin typeface="Calibri"/>
                <a:cs typeface="Calibri"/>
              </a:rPr>
              <a:t>not </a:t>
            </a:r>
            <a:r>
              <a:rPr sz="2400" spc="-530" dirty="0">
                <a:latin typeface="Calibri"/>
                <a:cs typeface="Calibri"/>
              </a:rPr>
              <a:t> </a:t>
            </a:r>
            <a:r>
              <a:rPr sz="2400" spc="-5" dirty="0">
                <a:latin typeface="Calibri"/>
                <a:cs typeface="Calibri"/>
              </a:rPr>
              <a:t>the</a:t>
            </a:r>
            <a:r>
              <a:rPr sz="2400" spc="-10" dirty="0">
                <a:latin typeface="Calibri"/>
                <a:cs typeface="Calibri"/>
              </a:rPr>
              <a:t> path</a:t>
            </a:r>
            <a:r>
              <a:rPr sz="2400" spc="-20" dirty="0">
                <a:latin typeface="Calibri"/>
                <a:cs typeface="Calibri"/>
              </a:rPr>
              <a:t> </a:t>
            </a:r>
            <a:r>
              <a:rPr sz="2400" spc="-15" dirty="0">
                <a:latin typeface="Calibri"/>
                <a:cs typeface="Calibri"/>
              </a:rPr>
              <a:t>to </a:t>
            </a:r>
            <a:r>
              <a:rPr sz="2400" spc="-5" dirty="0">
                <a:latin typeface="Calibri"/>
                <a:cs typeface="Calibri"/>
              </a:rPr>
              <a:t>the </a:t>
            </a:r>
            <a:r>
              <a:rPr sz="2400" spc="-10" dirty="0">
                <a:latin typeface="Calibri"/>
                <a:cs typeface="Calibri"/>
              </a:rPr>
              <a:t>destinations</a:t>
            </a:r>
            <a:r>
              <a:rPr sz="2400" spc="-20" dirty="0">
                <a:latin typeface="Calibri"/>
                <a:cs typeface="Calibri"/>
              </a:rPr>
              <a:t> </a:t>
            </a:r>
            <a:r>
              <a:rPr sz="2400" dirty="0">
                <a:latin typeface="Calibri"/>
                <a:cs typeface="Calibri"/>
              </a:rPr>
              <a:t>as</a:t>
            </a:r>
            <a:r>
              <a:rPr sz="2400" spc="-10" dirty="0">
                <a:latin typeface="Calibri"/>
                <a:cs typeface="Calibri"/>
              </a:rPr>
              <a:t> </a:t>
            </a:r>
            <a:r>
              <a:rPr sz="2400" spc="-5" dirty="0">
                <a:latin typeface="Calibri"/>
                <a:cs typeface="Calibri"/>
              </a:rPr>
              <a:t>the least-cost</a:t>
            </a:r>
            <a:r>
              <a:rPr sz="2400" spc="-20" dirty="0">
                <a:latin typeface="Calibri"/>
                <a:cs typeface="Calibri"/>
              </a:rPr>
              <a:t> </a:t>
            </a:r>
            <a:r>
              <a:rPr sz="2400" spc="-10" dirty="0">
                <a:latin typeface="Calibri"/>
                <a:cs typeface="Calibri"/>
              </a:rPr>
              <a:t>tree</a:t>
            </a:r>
            <a:r>
              <a:rPr sz="2400" spc="-5" dirty="0">
                <a:latin typeface="Calibri"/>
                <a:cs typeface="Calibri"/>
              </a:rPr>
              <a:t> does</a:t>
            </a:r>
            <a:endParaRPr sz="2400">
              <a:latin typeface="Calibri"/>
              <a:cs typeface="Calibri"/>
            </a:endParaRPr>
          </a:p>
          <a:p>
            <a:pPr marL="243840" marR="5080" indent="-231775" algn="just">
              <a:lnSpc>
                <a:spcPct val="100000"/>
              </a:lnSpc>
              <a:buFont typeface="Arial MT"/>
              <a:buChar char="•"/>
              <a:tabLst>
                <a:tab pos="244475" algn="l"/>
              </a:tabLst>
            </a:pPr>
            <a:r>
              <a:rPr sz="2400" spc="-10" dirty="0">
                <a:latin typeface="Calibri"/>
                <a:cs typeface="Calibri"/>
              </a:rPr>
              <a:t>how </a:t>
            </a:r>
            <a:r>
              <a:rPr sz="2400" dirty="0">
                <a:latin typeface="Calibri"/>
                <a:cs typeface="Calibri"/>
              </a:rPr>
              <a:t>each </a:t>
            </a:r>
            <a:r>
              <a:rPr sz="2400" spc="-5" dirty="0">
                <a:latin typeface="Calibri"/>
                <a:cs typeface="Calibri"/>
              </a:rPr>
              <a:t>node in </a:t>
            </a:r>
            <a:r>
              <a:rPr sz="2400" dirty="0">
                <a:latin typeface="Calibri"/>
                <a:cs typeface="Calibri"/>
              </a:rPr>
              <a:t>an </a:t>
            </a:r>
            <a:r>
              <a:rPr sz="2400" spc="-10" dirty="0">
                <a:latin typeface="Calibri"/>
                <a:cs typeface="Calibri"/>
              </a:rPr>
              <a:t>internet </a:t>
            </a:r>
            <a:r>
              <a:rPr sz="2400" spc="-5" dirty="0">
                <a:latin typeface="Calibri"/>
                <a:cs typeface="Calibri"/>
              </a:rPr>
              <a:t>originally </a:t>
            </a:r>
            <a:r>
              <a:rPr sz="2400" spc="-15" dirty="0">
                <a:latin typeface="Calibri"/>
                <a:cs typeface="Calibri"/>
              </a:rPr>
              <a:t>creates </a:t>
            </a:r>
            <a:r>
              <a:rPr sz="2400" spc="-5" dirty="0">
                <a:latin typeface="Calibri"/>
                <a:cs typeface="Calibri"/>
              </a:rPr>
              <a:t>the </a:t>
            </a:r>
            <a:r>
              <a:rPr sz="2400" spc="-10" dirty="0">
                <a:latin typeface="Calibri"/>
                <a:cs typeface="Calibri"/>
              </a:rPr>
              <a:t>corresponding </a:t>
            </a:r>
            <a:r>
              <a:rPr sz="2400" spc="-530" dirty="0">
                <a:latin typeface="Calibri"/>
                <a:cs typeface="Calibri"/>
              </a:rPr>
              <a:t> </a:t>
            </a:r>
            <a:r>
              <a:rPr sz="2400" spc="-10" dirty="0">
                <a:latin typeface="Calibri"/>
                <a:cs typeface="Calibri"/>
              </a:rPr>
              <a:t>vector?</a:t>
            </a:r>
            <a:endParaRPr sz="24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57</a:t>
            </a:fld>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478655" cy="756920"/>
          </a:xfrm>
          <a:prstGeom prst="rect">
            <a:avLst/>
          </a:prstGeom>
        </p:spPr>
        <p:txBody>
          <a:bodyPr vert="horz" wrap="square" lIns="0" tIns="12700" rIns="0" bIns="0" rtlCol="0">
            <a:spAutoFit/>
          </a:bodyPr>
          <a:lstStyle/>
          <a:p>
            <a:pPr marL="12700">
              <a:lnSpc>
                <a:spcPct val="100000"/>
              </a:lnSpc>
              <a:spcBef>
                <a:spcPts val="100"/>
              </a:spcBef>
            </a:pPr>
            <a:r>
              <a:rPr sz="4800" spc="-50" dirty="0"/>
              <a:t>Distance</a:t>
            </a:r>
            <a:r>
              <a:rPr sz="4800" spc="-110" dirty="0"/>
              <a:t> </a:t>
            </a:r>
            <a:r>
              <a:rPr sz="4800" spc="-50" dirty="0"/>
              <a:t>vector</a:t>
            </a:r>
            <a:endParaRPr sz="4800"/>
          </a:p>
        </p:txBody>
      </p:sp>
      <p:sp>
        <p:nvSpPr>
          <p:cNvPr id="3" name="object 3"/>
          <p:cNvSpPr txBox="1"/>
          <p:nvPr/>
        </p:nvSpPr>
        <p:spPr>
          <a:xfrm>
            <a:off x="697667" y="1722582"/>
            <a:ext cx="8462645" cy="2282825"/>
          </a:xfrm>
          <a:prstGeom prst="rect">
            <a:avLst/>
          </a:prstGeom>
        </p:spPr>
        <p:txBody>
          <a:bodyPr vert="horz" wrap="square" lIns="0" tIns="121920" rIns="0" bIns="0" rtlCol="0">
            <a:spAutoFit/>
          </a:bodyPr>
          <a:lstStyle/>
          <a:p>
            <a:pPr marL="189230" marR="420370" indent="-177165">
              <a:lnSpc>
                <a:spcPct val="70000"/>
              </a:lnSpc>
              <a:spcBef>
                <a:spcPts val="960"/>
              </a:spcBef>
              <a:buClr>
                <a:srgbClr val="1CACE4"/>
              </a:buClr>
              <a:buFont typeface="Arial MT"/>
              <a:buChar char="•"/>
              <a:tabLst>
                <a:tab pos="189865" algn="l"/>
              </a:tabLst>
            </a:pPr>
            <a:r>
              <a:rPr sz="2400" spc="-10" dirty="0">
                <a:solidFill>
                  <a:srgbClr val="3F3F3F"/>
                </a:solidFill>
                <a:latin typeface="Calibri"/>
                <a:cs typeface="Calibri"/>
              </a:rPr>
              <a:t>Each </a:t>
            </a:r>
            <a:r>
              <a:rPr sz="2400" spc="-5" dirty="0">
                <a:solidFill>
                  <a:srgbClr val="3F3F3F"/>
                </a:solidFill>
                <a:latin typeface="Calibri"/>
                <a:cs typeface="Calibri"/>
              </a:rPr>
              <a:t>node in </a:t>
            </a:r>
            <a:r>
              <a:rPr sz="2400" dirty="0">
                <a:solidFill>
                  <a:srgbClr val="3F3F3F"/>
                </a:solidFill>
                <a:latin typeface="Calibri"/>
                <a:cs typeface="Calibri"/>
              </a:rPr>
              <a:t>an </a:t>
            </a:r>
            <a:r>
              <a:rPr sz="2400" spc="-10" dirty="0">
                <a:solidFill>
                  <a:srgbClr val="3F3F3F"/>
                </a:solidFill>
                <a:latin typeface="Calibri"/>
                <a:cs typeface="Calibri"/>
              </a:rPr>
              <a:t>internet, </a:t>
            </a:r>
            <a:r>
              <a:rPr sz="2400" spc="-5" dirty="0">
                <a:solidFill>
                  <a:srgbClr val="3F3F3F"/>
                </a:solidFill>
                <a:latin typeface="Calibri"/>
                <a:cs typeface="Calibri"/>
              </a:rPr>
              <a:t>when it is </a:t>
            </a:r>
            <a:r>
              <a:rPr sz="2400" spc="-10" dirty="0">
                <a:solidFill>
                  <a:srgbClr val="3F3F3F"/>
                </a:solidFill>
                <a:latin typeface="Calibri"/>
                <a:cs typeface="Calibri"/>
              </a:rPr>
              <a:t>booted, </a:t>
            </a:r>
            <a:r>
              <a:rPr sz="2400" spc="-15" dirty="0">
                <a:solidFill>
                  <a:srgbClr val="3F3F3F"/>
                </a:solidFill>
                <a:latin typeface="Calibri"/>
                <a:cs typeface="Calibri"/>
              </a:rPr>
              <a:t>creates </a:t>
            </a:r>
            <a:r>
              <a:rPr sz="2400" dirty="0">
                <a:solidFill>
                  <a:srgbClr val="3F3F3F"/>
                </a:solidFill>
                <a:latin typeface="Calibri"/>
                <a:cs typeface="Calibri"/>
              </a:rPr>
              <a:t>a </a:t>
            </a:r>
            <a:r>
              <a:rPr sz="2400" spc="-5" dirty="0">
                <a:solidFill>
                  <a:srgbClr val="3F3F3F"/>
                </a:solidFill>
                <a:latin typeface="Calibri"/>
                <a:cs typeface="Calibri"/>
              </a:rPr>
              <a:t>very </a:t>
            </a:r>
            <a:r>
              <a:rPr sz="2400" dirty="0">
                <a:solidFill>
                  <a:srgbClr val="3F3F3F"/>
                </a:solidFill>
                <a:latin typeface="Calibri"/>
                <a:cs typeface="Calibri"/>
              </a:rPr>
              <a:t> </a:t>
            </a:r>
            <a:r>
              <a:rPr sz="2400" spc="-5" dirty="0">
                <a:solidFill>
                  <a:srgbClr val="3F3F3F"/>
                </a:solidFill>
                <a:latin typeface="Calibri"/>
                <a:cs typeface="Calibri"/>
              </a:rPr>
              <a:t>rudimentary </a:t>
            </a:r>
            <a:r>
              <a:rPr sz="2400" spc="-10" dirty="0">
                <a:solidFill>
                  <a:srgbClr val="3F3F3F"/>
                </a:solidFill>
                <a:latin typeface="Calibri"/>
                <a:cs typeface="Calibri"/>
              </a:rPr>
              <a:t>distance </a:t>
            </a:r>
            <a:r>
              <a:rPr sz="2400" spc="-15" dirty="0">
                <a:solidFill>
                  <a:srgbClr val="3F3F3F"/>
                </a:solidFill>
                <a:latin typeface="Calibri"/>
                <a:cs typeface="Calibri"/>
              </a:rPr>
              <a:t>vector </a:t>
            </a:r>
            <a:r>
              <a:rPr sz="2400" spc="-5" dirty="0">
                <a:solidFill>
                  <a:srgbClr val="3F3F3F"/>
                </a:solidFill>
                <a:latin typeface="Calibri"/>
                <a:cs typeface="Calibri"/>
              </a:rPr>
              <a:t>with the minimum </a:t>
            </a:r>
            <a:r>
              <a:rPr sz="2400" spc="-15" dirty="0">
                <a:solidFill>
                  <a:srgbClr val="3F3F3F"/>
                </a:solidFill>
                <a:latin typeface="Calibri"/>
                <a:cs typeface="Calibri"/>
              </a:rPr>
              <a:t>information </a:t>
            </a:r>
            <a:r>
              <a:rPr sz="2400" spc="-5" dirty="0">
                <a:solidFill>
                  <a:srgbClr val="3F3F3F"/>
                </a:solidFill>
                <a:latin typeface="Calibri"/>
                <a:cs typeface="Calibri"/>
              </a:rPr>
              <a:t>the </a:t>
            </a:r>
            <a:r>
              <a:rPr sz="2400" spc="-530" dirty="0">
                <a:solidFill>
                  <a:srgbClr val="3F3F3F"/>
                </a:solidFill>
                <a:latin typeface="Calibri"/>
                <a:cs typeface="Calibri"/>
              </a:rPr>
              <a:t> </a:t>
            </a:r>
            <a:r>
              <a:rPr sz="2400" spc="-5" dirty="0">
                <a:solidFill>
                  <a:srgbClr val="3F3F3F"/>
                </a:solidFill>
                <a:latin typeface="Calibri"/>
                <a:cs typeface="Calibri"/>
              </a:rPr>
              <a:t>node</a:t>
            </a:r>
            <a:r>
              <a:rPr sz="2400" spc="-20" dirty="0">
                <a:solidFill>
                  <a:srgbClr val="3F3F3F"/>
                </a:solidFill>
                <a:latin typeface="Calibri"/>
                <a:cs typeface="Calibri"/>
              </a:rPr>
              <a:t> </a:t>
            </a:r>
            <a:r>
              <a:rPr sz="2400" spc="-10" dirty="0">
                <a:solidFill>
                  <a:srgbClr val="3F3F3F"/>
                </a:solidFill>
                <a:latin typeface="Calibri"/>
                <a:cs typeface="Calibri"/>
              </a:rPr>
              <a:t>can</a:t>
            </a:r>
            <a:r>
              <a:rPr sz="2400" dirty="0">
                <a:solidFill>
                  <a:srgbClr val="3F3F3F"/>
                </a:solidFill>
                <a:latin typeface="Calibri"/>
                <a:cs typeface="Calibri"/>
              </a:rPr>
              <a:t> </a:t>
            </a:r>
            <a:r>
              <a:rPr sz="2400" spc="-10" dirty="0">
                <a:solidFill>
                  <a:srgbClr val="3F3F3F"/>
                </a:solidFill>
                <a:latin typeface="Calibri"/>
                <a:cs typeface="Calibri"/>
              </a:rPr>
              <a:t>obtain</a:t>
            </a:r>
            <a:r>
              <a:rPr sz="2400" spc="-15" dirty="0">
                <a:solidFill>
                  <a:srgbClr val="3F3F3F"/>
                </a:solidFill>
                <a:latin typeface="Calibri"/>
                <a:cs typeface="Calibri"/>
              </a:rPr>
              <a:t> from</a:t>
            </a:r>
            <a:r>
              <a:rPr sz="2400" spc="-5" dirty="0">
                <a:solidFill>
                  <a:srgbClr val="3F3F3F"/>
                </a:solidFill>
                <a:latin typeface="Calibri"/>
                <a:cs typeface="Calibri"/>
              </a:rPr>
              <a:t> its</a:t>
            </a:r>
            <a:r>
              <a:rPr sz="2400" spc="-20" dirty="0">
                <a:solidFill>
                  <a:srgbClr val="3F3F3F"/>
                </a:solidFill>
                <a:latin typeface="Calibri"/>
                <a:cs typeface="Calibri"/>
              </a:rPr>
              <a:t> </a:t>
            </a:r>
            <a:r>
              <a:rPr sz="2400" spc="-10" dirty="0">
                <a:solidFill>
                  <a:srgbClr val="3F3F3F"/>
                </a:solidFill>
                <a:latin typeface="Calibri"/>
                <a:cs typeface="Calibri"/>
              </a:rPr>
              <a:t>neighborhood.</a:t>
            </a:r>
            <a:endParaRPr sz="2400">
              <a:latin typeface="Calibri"/>
              <a:cs typeface="Calibri"/>
            </a:endParaRPr>
          </a:p>
          <a:p>
            <a:pPr marL="189230" marR="5080" indent="-177165">
              <a:lnSpc>
                <a:spcPct val="70000"/>
              </a:lnSpc>
              <a:spcBef>
                <a:spcPts val="1405"/>
              </a:spcBef>
              <a:buClr>
                <a:srgbClr val="1CACE4"/>
              </a:buClr>
              <a:buFont typeface="Arial MT"/>
              <a:buChar char="•"/>
              <a:tabLst>
                <a:tab pos="189865" algn="l"/>
              </a:tabLst>
            </a:pPr>
            <a:r>
              <a:rPr sz="2400" spc="-5" dirty="0">
                <a:solidFill>
                  <a:srgbClr val="3F3F3F"/>
                </a:solidFill>
                <a:latin typeface="Calibri"/>
                <a:cs typeface="Calibri"/>
              </a:rPr>
              <a:t>The node</a:t>
            </a:r>
            <a:r>
              <a:rPr sz="2400" dirty="0">
                <a:solidFill>
                  <a:srgbClr val="3F3F3F"/>
                </a:solidFill>
                <a:latin typeface="Calibri"/>
                <a:cs typeface="Calibri"/>
              </a:rPr>
              <a:t> </a:t>
            </a:r>
            <a:r>
              <a:rPr sz="2400" spc="-5" dirty="0">
                <a:solidFill>
                  <a:srgbClr val="3F3F3F"/>
                </a:solidFill>
                <a:latin typeface="Calibri"/>
                <a:cs typeface="Calibri"/>
              </a:rPr>
              <a:t>sends</a:t>
            </a:r>
            <a:r>
              <a:rPr sz="2400" dirty="0">
                <a:solidFill>
                  <a:srgbClr val="3F3F3F"/>
                </a:solidFill>
                <a:latin typeface="Calibri"/>
                <a:cs typeface="Calibri"/>
              </a:rPr>
              <a:t> </a:t>
            </a:r>
            <a:r>
              <a:rPr sz="2400" spc="-5" dirty="0">
                <a:solidFill>
                  <a:srgbClr val="3F3F3F"/>
                </a:solidFill>
                <a:latin typeface="Calibri"/>
                <a:cs typeface="Calibri"/>
              </a:rPr>
              <a:t>some</a:t>
            </a:r>
            <a:r>
              <a:rPr sz="2400" spc="-20" dirty="0">
                <a:solidFill>
                  <a:srgbClr val="3F3F3F"/>
                </a:solidFill>
                <a:latin typeface="Calibri"/>
                <a:cs typeface="Calibri"/>
              </a:rPr>
              <a:t> </a:t>
            </a:r>
            <a:r>
              <a:rPr sz="2400" spc="-10" dirty="0">
                <a:solidFill>
                  <a:srgbClr val="3F3F3F"/>
                </a:solidFill>
                <a:latin typeface="Calibri"/>
                <a:cs typeface="Calibri"/>
              </a:rPr>
              <a:t>greeting</a:t>
            </a:r>
            <a:r>
              <a:rPr sz="2400" spc="5" dirty="0">
                <a:solidFill>
                  <a:srgbClr val="3F3F3F"/>
                </a:solidFill>
                <a:latin typeface="Calibri"/>
                <a:cs typeface="Calibri"/>
              </a:rPr>
              <a:t> </a:t>
            </a:r>
            <a:r>
              <a:rPr sz="2400" spc="-5" dirty="0">
                <a:solidFill>
                  <a:srgbClr val="3F3F3F"/>
                </a:solidFill>
                <a:latin typeface="Calibri"/>
                <a:cs typeface="Calibri"/>
              </a:rPr>
              <a:t>messages</a:t>
            </a:r>
            <a:r>
              <a:rPr sz="2400" spc="-10" dirty="0">
                <a:solidFill>
                  <a:srgbClr val="3F3F3F"/>
                </a:solidFill>
                <a:latin typeface="Calibri"/>
                <a:cs typeface="Calibri"/>
              </a:rPr>
              <a:t> </a:t>
            </a:r>
            <a:r>
              <a:rPr sz="2400" spc="-5" dirty="0">
                <a:solidFill>
                  <a:srgbClr val="3F3F3F"/>
                </a:solidFill>
                <a:latin typeface="Calibri"/>
                <a:cs typeface="Calibri"/>
              </a:rPr>
              <a:t>out</a:t>
            </a:r>
            <a:r>
              <a:rPr sz="2400" dirty="0">
                <a:solidFill>
                  <a:srgbClr val="3F3F3F"/>
                </a:solidFill>
                <a:latin typeface="Calibri"/>
                <a:cs typeface="Calibri"/>
              </a:rPr>
              <a:t> </a:t>
            </a:r>
            <a:r>
              <a:rPr sz="2400" spc="-5" dirty="0">
                <a:solidFill>
                  <a:srgbClr val="3F3F3F"/>
                </a:solidFill>
                <a:latin typeface="Calibri"/>
                <a:cs typeface="Calibri"/>
              </a:rPr>
              <a:t>of its</a:t>
            </a:r>
            <a:r>
              <a:rPr sz="2400" spc="-10" dirty="0">
                <a:solidFill>
                  <a:srgbClr val="3F3F3F"/>
                </a:solidFill>
                <a:latin typeface="Calibri"/>
                <a:cs typeface="Calibri"/>
              </a:rPr>
              <a:t> </a:t>
            </a:r>
            <a:r>
              <a:rPr sz="2400" spc="-15" dirty="0">
                <a:solidFill>
                  <a:srgbClr val="3F3F3F"/>
                </a:solidFill>
                <a:latin typeface="Calibri"/>
                <a:cs typeface="Calibri"/>
              </a:rPr>
              <a:t>interfaces</a:t>
            </a:r>
            <a:r>
              <a:rPr sz="2400" spc="-20" dirty="0">
                <a:solidFill>
                  <a:srgbClr val="3F3F3F"/>
                </a:solidFill>
                <a:latin typeface="Calibri"/>
                <a:cs typeface="Calibri"/>
              </a:rPr>
              <a:t> </a:t>
            </a:r>
            <a:r>
              <a:rPr sz="2400" dirty="0">
                <a:solidFill>
                  <a:srgbClr val="3F3F3F"/>
                </a:solidFill>
                <a:latin typeface="Calibri"/>
                <a:cs typeface="Calibri"/>
              </a:rPr>
              <a:t>and </a:t>
            </a:r>
            <a:r>
              <a:rPr sz="2400" spc="5" dirty="0">
                <a:solidFill>
                  <a:srgbClr val="3F3F3F"/>
                </a:solidFill>
                <a:latin typeface="Calibri"/>
                <a:cs typeface="Calibri"/>
              </a:rPr>
              <a:t> </a:t>
            </a:r>
            <a:r>
              <a:rPr sz="2400" spc="-15" dirty="0">
                <a:solidFill>
                  <a:srgbClr val="3F3F3F"/>
                </a:solidFill>
                <a:latin typeface="Calibri"/>
                <a:cs typeface="Calibri"/>
              </a:rPr>
              <a:t>discovers</a:t>
            </a:r>
            <a:r>
              <a:rPr sz="2400" spc="-20"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identity </a:t>
            </a:r>
            <a:r>
              <a:rPr sz="2400" spc="-5" dirty="0">
                <a:solidFill>
                  <a:srgbClr val="3F3F3F"/>
                </a:solidFill>
                <a:latin typeface="Calibri"/>
                <a:cs typeface="Calibri"/>
              </a:rPr>
              <a:t>of the</a:t>
            </a:r>
            <a:r>
              <a:rPr sz="2400" dirty="0">
                <a:solidFill>
                  <a:srgbClr val="3F3F3F"/>
                </a:solidFill>
                <a:latin typeface="Calibri"/>
                <a:cs typeface="Calibri"/>
              </a:rPr>
              <a:t> </a:t>
            </a:r>
            <a:r>
              <a:rPr sz="2400" spc="-10" dirty="0">
                <a:solidFill>
                  <a:srgbClr val="3F3F3F"/>
                </a:solidFill>
                <a:latin typeface="Calibri"/>
                <a:cs typeface="Calibri"/>
              </a:rPr>
              <a:t>immediate</a:t>
            </a:r>
            <a:r>
              <a:rPr sz="2400" spc="-25" dirty="0">
                <a:solidFill>
                  <a:srgbClr val="3F3F3F"/>
                </a:solidFill>
                <a:latin typeface="Calibri"/>
                <a:cs typeface="Calibri"/>
              </a:rPr>
              <a:t> </a:t>
            </a:r>
            <a:r>
              <a:rPr sz="2400" spc="-10" dirty="0">
                <a:solidFill>
                  <a:srgbClr val="3F3F3F"/>
                </a:solidFill>
                <a:latin typeface="Calibri"/>
                <a:cs typeface="Calibri"/>
              </a:rPr>
              <a:t>neighbors</a:t>
            </a:r>
            <a:r>
              <a:rPr sz="2400" spc="55" dirty="0">
                <a:solidFill>
                  <a:srgbClr val="3F3F3F"/>
                </a:solidFill>
                <a:latin typeface="Calibri"/>
                <a:cs typeface="Calibri"/>
              </a:rPr>
              <a:t> </a:t>
            </a:r>
            <a:r>
              <a:rPr sz="2400" dirty="0">
                <a:solidFill>
                  <a:srgbClr val="3F3F3F"/>
                </a:solidFill>
                <a:latin typeface="Calibri"/>
                <a:cs typeface="Calibri"/>
              </a:rPr>
              <a:t>and</a:t>
            </a:r>
            <a:r>
              <a:rPr sz="2400" spc="-5" dirty="0">
                <a:solidFill>
                  <a:srgbClr val="3F3F3F"/>
                </a:solidFill>
                <a:latin typeface="Calibri"/>
                <a:cs typeface="Calibri"/>
              </a:rPr>
              <a:t> the </a:t>
            </a:r>
            <a:r>
              <a:rPr sz="2400" spc="-10" dirty="0">
                <a:solidFill>
                  <a:srgbClr val="3F3F3F"/>
                </a:solidFill>
                <a:latin typeface="Calibri"/>
                <a:cs typeface="Calibri"/>
              </a:rPr>
              <a:t>distance </a:t>
            </a:r>
            <a:r>
              <a:rPr sz="2400" spc="-525" dirty="0">
                <a:solidFill>
                  <a:srgbClr val="3F3F3F"/>
                </a:solidFill>
                <a:latin typeface="Calibri"/>
                <a:cs typeface="Calibri"/>
              </a:rPr>
              <a:t> </a:t>
            </a:r>
            <a:r>
              <a:rPr sz="2400" spc="-10" dirty="0">
                <a:solidFill>
                  <a:srgbClr val="3F3F3F"/>
                </a:solidFill>
                <a:latin typeface="Calibri"/>
                <a:cs typeface="Calibri"/>
              </a:rPr>
              <a:t>between</a:t>
            </a:r>
            <a:r>
              <a:rPr sz="2400" spc="-25" dirty="0">
                <a:solidFill>
                  <a:srgbClr val="3F3F3F"/>
                </a:solidFill>
                <a:latin typeface="Calibri"/>
                <a:cs typeface="Calibri"/>
              </a:rPr>
              <a:t> </a:t>
            </a:r>
            <a:r>
              <a:rPr sz="2400" spc="-5" dirty="0">
                <a:solidFill>
                  <a:srgbClr val="3F3F3F"/>
                </a:solidFill>
                <a:latin typeface="Calibri"/>
                <a:cs typeface="Calibri"/>
              </a:rPr>
              <a:t>itself</a:t>
            </a:r>
            <a:r>
              <a:rPr sz="2400" spc="-20" dirty="0">
                <a:solidFill>
                  <a:srgbClr val="3F3F3F"/>
                </a:solidFill>
                <a:latin typeface="Calibri"/>
                <a:cs typeface="Calibri"/>
              </a:rPr>
              <a:t> </a:t>
            </a:r>
            <a:r>
              <a:rPr sz="2400" dirty="0">
                <a:solidFill>
                  <a:srgbClr val="3F3F3F"/>
                </a:solidFill>
                <a:latin typeface="Calibri"/>
                <a:cs typeface="Calibri"/>
              </a:rPr>
              <a:t>and</a:t>
            </a:r>
            <a:r>
              <a:rPr sz="2400" spc="5" dirty="0">
                <a:solidFill>
                  <a:srgbClr val="3F3F3F"/>
                </a:solidFill>
                <a:latin typeface="Calibri"/>
                <a:cs typeface="Calibri"/>
              </a:rPr>
              <a:t> </a:t>
            </a:r>
            <a:r>
              <a:rPr sz="2400" dirty="0">
                <a:solidFill>
                  <a:srgbClr val="3F3F3F"/>
                </a:solidFill>
                <a:latin typeface="Calibri"/>
                <a:cs typeface="Calibri"/>
              </a:rPr>
              <a:t>each</a:t>
            </a:r>
            <a:r>
              <a:rPr sz="2400" spc="10" dirty="0">
                <a:solidFill>
                  <a:srgbClr val="3F3F3F"/>
                </a:solidFill>
                <a:latin typeface="Calibri"/>
                <a:cs typeface="Calibri"/>
              </a:rPr>
              <a:t> </a:t>
            </a:r>
            <a:r>
              <a:rPr sz="2400" spc="-5" dirty="0">
                <a:solidFill>
                  <a:srgbClr val="3F3F3F"/>
                </a:solidFill>
                <a:latin typeface="Calibri"/>
                <a:cs typeface="Calibri"/>
              </a:rPr>
              <a:t>neighbor</a:t>
            </a:r>
            <a:endParaRPr sz="2400">
              <a:latin typeface="Calibri"/>
              <a:cs typeface="Calibri"/>
            </a:endParaRPr>
          </a:p>
          <a:p>
            <a:pPr marL="189230" indent="-177165">
              <a:lnSpc>
                <a:spcPct val="100000"/>
              </a:lnSpc>
              <a:spcBef>
                <a:spcPts val="530"/>
              </a:spcBef>
              <a:buClr>
                <a:srgbClr val="1CACE4"/>
              </a:buClr>
              <a:buFont typeface="Arial MT"/>
              <a:buChar char="•"/>
              <a:tabLst>
                <a:tab pos="189865" algn="l"/>
              </a:tabLst>
            </a:pPr>
            <a:r>
              <a:rPr sz="2400" spc="-5" dirty="0">
                <a:solidFill>
                  <a:srgbClr val="3F3F3F"/>
                </a:solidFill>
                <a:latin typeface="Calibri"/>
                <a:cs typeface="Calibri"/>
              </a:rPr>
              <a:t>It</a:t>
            </a:r>
            <a:r>
              <a:rPr sz="2400" spc="-30" dirty="0">
                <a:solidFill>
                  <a:srgbClr val="3F3F3F"/>
                </a:solidFill>
                <a:latin typeface="Calibri"/>
                <a:cs typeface="Calibri"/>
              </a:rPr>
              <a:t> </a:t>
            </a:r>
            <a:r>
              <a:rPr sz="2400" spc="-5" dirty="0">
                <a:solidFill>
                  <a:srgbClr val="3F3F3F"/>
                </a:solidFill>
                <a:latin typeface="Calibri"/>
                <a:cs typeface="Calibri"/>
              </a:rPr>
              <a:t>then </a:t>
            </a:r>
            <a:r>
              <a:rPr sz="2400" spc="-15" dirty="0">
                <a:solidFill>
                  <a:srgbClr val="3F3F3F"/>
                </a:solidFill>
                <a:latin typeface="Calibri"/>
                <a:cs typeface="Calibri"/>
              </a:rPr>
              <a:t>makes </a:t>
            </a:r>
            <a:r>
              <a:rPr sz="2400" dirty="0">
                <a:solidFill>
                  <a:srgbClr val="3F3F3F"/>
                </a:solidFill>
                <a:latin typeface="Calibri"/>
                <a:cs typeface="Calibri"/>
              </a:rPr>
              <a:t>a</a:t>
            </a:r>
            <a:r>
              <a:rPr sz="2400" spc="-15" dirty="0">
                <a:solidFill>
                  <a:srgbClr val="3F3F3F"/>
                </a:solidFill>
                <a:latin typeface="Calibri"/>
                <a:cs typeface="Calibri"/>
              </a:rPr>
              <a:t> </a:t>
            </a:r>
            <a:r>
              <a:rPr sz="2400" spc="-5" dirty="0">
                <a:solidFill>
                  <a:srgbClr val="3F3F3F"/>
                </a:solidFill>
                <a:latin typeface="Calibri"/>
                <a:cs typeface="Calibri"/>
              </a:rPr>
              <a:t>simple</a:t>
            </a:r>
            <a:r>
              <a:rPr sz="2400" spc="15" dirty="0">
                <a:solidFill>
                  <a:srgbClr val="3F3F3F"/>
                </a:solidFill>
                <a:latin typeface="Calibri"/>
                <a:cs typeface="Calibri"/>
              </a:rPr>
              <a:t> </a:t>
            </a:r>
            <a:r>
              <a:rPr sz="2400" spc="-10" dirty="0">
                <a:solidFill>
                  <a:srgbClr val="3F3F3F"/>
                </a:solidFill>
                <a:latin typeface="Calibri"/>
                <a:cs typeface="Calibri"/>
              </a:rPr>
              <a:t>distance</a:t>
            </a:r>
            <a:r>
              <a:rPr sz="2400" spc="-15" dirty="0">
                <a:solidFill>
                  <a:srgbClr val="3F3F3F"/>
                </a:solidFill>
                <a:latin typeface="Calibri"/>
                <a:cs typeface="Calibri"/>
              </a:rPr>
              <a:t> vector</a:t>
            </a:r>
            <a:r>
              <a:rPr sz="2400" spc="5" dirty="0">
                <a:solidFill>
                  <a:srgbClr val="3F3F3F"/>
                </a:solidFill>
                <a:latin typeface="Calibri"/>
                <a:cs typeface="Calibri"/>
              </a:rPr>
              <a:t> </a:t>
            </a:r>
            <a:r>
              <a:rPr sz="2400" spc="-10" dirty="0">
                <a:solidFill>
                  <a:srgbClr val="3F3F3F"/>
                </a:solidFill>
                <a:latin typeface="Calibri"/>
                <a:cs typeface="Calibri"/>
              </a:rPr>
              <a:t>by</a:t>
            </a:r>
            <a:r>
              <a:rPr sz="2400" dirty="0">
                <a:solidFill>
                  <a:srgbClr val="3F3F3F"/>
                </a:solidFill>
                <a:latin typeface="Calibri"/>
                <a:cs typeface="Calibri"/>
              </a:rPr>
              <a:t> </a:t>
            </a:r>
            <a:r>
              <a:rPr sz="2400" spc="-5" dirty="0">
                <a:solidFill>
                  <a:srgbClr val="3F3F3F"/>
                </a:solidFill>
                <a:latin typeface="Calibri"/>
                <a:cs typeface="Calibri"/>
              </a:rPr>
              <a:t>inserting</a:t>
            </a:r>
            <a:r>
              <a:rPr sz="2400" spc="-20"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15" dirty="0">
                <a:solidFill>
                  <a:srgbClr val="3F3F3F"/>
                </a:solidFill>
                <a:latin typeface="Calibri"/>
                <a:cs typeface="Calibri"/>
              </a:rPr>
              <a:t>discovered</a:t>
            </a:r>
            <a:endParaRPr sz="24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97667" y="3869899"/>
            <a:ext cx="8591550" cy="2505710"/>
          </a:xfrm>
          <a:prstGeom prst="rect">
            <a:avLst/>
          </a:prstGeom>
        </p:spPr>
        <p:txBody>
          <a:bodyPr vert="horz" wrap="square" lIns="0" tIns="121920" rIns="0" bIns="0" rtlCol="0">
            <a:spAutoFit/>
          </a:bodyPr>
          <a:lstStyle/>
          <a:p>
            <a:pPr marL="189230" marR="351790">
              <a:lnSpc>
                <a:spcPct val="70000"/>
              </a:lnSpc>
              <a:spcBef>
                <a:spcPts val="960"/>
              </a:spcBef>
            </a:pPr>
            <a:r>
              <a:rPr sz="2400" spc="-10" dirty="0">
                <a:solidFill>
                  <a:srgbClr val="3F3F3F"/>
                </a:solidFill>
                <a:latin typeface="Calibri"/>
                <a:cs typeface="Calibri"/>
              </a:rPr>
              <a:t>distances</a:t>
            </a:r>
            <a:r>
              <a:rPr sz="2400" spc="-45" dirty="0">
                <a:solidFill>
                  <a:srgbClr val="3F3F3F"/>
                </a:solidFill>
                <a:latin typeface="Calibri"/>
                <a:cs typeface="Calibri"/>
              </a:rPr>
              <a:t> </a:t>
            </a:r>
            <a:r>
              <a:rPr sz="2400" spc="-5" dirty="0">
                <a:solidFill>
                  <a:srgbClr val="3F3F3F"/>
                </a:solidFill>
                <a:latin typeface="Calibri"/>
                <a:cs typeface="Calibri"/>
              </a:rPr>
              <a:t>in the </a:t>
            </a:r>
            <a:r>
              <a:rPr sz="2400" spc="-10" dirty="0">
                <a:solidFill>
                  <a:srgbClr val="3F3F3F"/>
                </a:solidFill>
                <a:latin typeface="Calibri"/>
                <a:cs typeface="Calibri"/>
              </a:rPr>
              <a:t>corresponding</a:t>
            </a:r>
            <a:r>
              <a:rPr sz="2400" dirty="0">
                <a:solidFill>
                  <a:srgbClr val="3F3F3F"/>
                </a:solidFill>
                <a:latin typeface="Calibri"/>
                <a:cs typeface="Calibri"/>
              </a:rPr>
              <a:t> </a:t>
            </a:r>
            <a:r>
              <a:rPr sz="2400" spc="-5" dirty="0">
                <a:solidFill>
                  <a:srgbClr val="3F3F3F"/>
                </a:solidFill>
                <a:latin typeface="Calibri"/>
                <a:cs typeface="Calibri"/>
              </a:rPr>
              <a:t>cells</a:t>
            </a:r>
            <a:r>
              <a:rPr sz="2400" spc="20" dirty="0">
                <a:solidFill>
                  <a:srgbClr val="3F3F3F"/>
                </a:solidFill>
                <a:latin typeface="Calibri"/>
                <a:cs typeface="Calibri"/>
              </a:rPr>
              <a:t> </a:t>
            </a:r>
            <a:r>
              <a:rPr sz="2400" dirty="0">
                <a:solidFill>
                  <a:srgbClr val="3F3F3F"/>
                </a:solidFill>
                <a:latin typeface="Calibri"/>
                <a:cs typeface="Calibri"/>
              </a:rPr>
              <a:t>and</a:t>
            </a:r>
            <a:r>
              <a:rPr sz="2400" spc="-5" dirty="0">
                <a:solidFill>
                  <a:srgbClr val="3F3F3F"/>
                </a:solidFill>
                <a:latin typeface="Calibri"/>
                <a:cs typeface="Calibri"/>
              </a:rPr>
              <a:t> </a:t>
            </a:r>
            <a:r>
              <a:rPr sz="2400" spc="-15" dirty="0">
                <a:solidFill>
                  <a:srgbClr val="3F3F3F"/>
                </a:solidFill>
                <a:latin typeface="Calibri"/>
                <a:cs typeface="Calibri"/>
              </a:rPr>
              <a:t>leaves</a:t>
            </a:r>
            <a:r>
              <a:rPr sz="2400" spc="5"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value</a:t>
            </a:r>
            <a:r>
              <a:rPr sz="240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other </a:t>
            </a:r>
            <a:r>
              <a:rPr sz="2400" spc="-525" dirty="0">
                <a:solidFill>
                  <a:srgbClr val="3F3F3F"/>
                </a:solidFill>
                <a:latin typeface="Calibri"/>
                <a:cs typeface="Calibri"/>
              </a:rPr>
              <a:t> </a:t>
            </a:r>
            <a:r>
              <a:rPr sz="2400" spc="-5" dirty="0">
                <a:solidFill>
                  <a:srgbClr val="3F3F3F"/>
                </a:solidFill>
                <a:latin typeface="Calibri"/>
                <a:cs typeface="Calibri"/>
              </a:rPr>
              <a:t>cells</a:t>
            </a:r>
            <a:r>
              <a:rPr sz="2400" spc="-40" dirty="0">
                <a:solidFill>
                  <a:srgbClr val="3F3F3F"/>
                </a:solidFill>
                <a:latin typeface="Calibri"/>
                <a:cs typeface="Calibri"/>
              </a:rPr>
              <a:t> </a:t>
            </a:r>
            <a:r>
              <a:rPr sz="2400" dirty="0">
                <a:solidFill>
                  <a:srgbClr val="3F3F3F"/>
                </a:solidFill>
                <a:latin typeface="Calibri"/>
                <a:cs typeface="Calibri"/>
              </a:rPr>
              <a:t>as</a:t>
            </a:r>
            <a:r>
              <a:rPr sz="2400" spc="5" dirty="0">
                <a:solidFill>
                  <a:srgbClr val="3F3F3F"/>
                </a:solidFill>
                <a:latin typeface="Calibri"/>
                <a:cs typeface="Calibri"/>
              </a:rPr>
              <a:t> </a:t>
            </a:r>
            <a:r>
              <a:rPr sz="2400" spc="-10" dirty="0">
                <a:solidFill>
                  <a:srgbClr val="3F3F3F"/>
                </a:solidFill>
                <a:latin typeface="Calibri"/>
                <a:cs typeface="Calibri"/>
              </a:rPr>
              <a:t>infinity</a:t>
            </a:r>
            <a:endParaRPr sz="2400">
              <a:latin typeface="Calibri"/>
              <a:cs typeface="Calibri"/>
            </a:endParaRPr>
          </a:p>
          <a:p>
            <a:pPr marL="189230" marR="5080" indent="-177165">
              <a:lnSpc>
                <a:spcPct val="70000"/>
              </a:lnSpc>
              <a:spcBef>
                <a:spcPts val="1405"/>
              </a:spcBef>
              <a:buClr>
                <a:srgbClr val="1CACE4"/>
              </a:buClr>
              <a:buFont typeface="Arial MT"/>
              <a:buChar char="•"/>
              <a:tabLst>
                <a:tab pos="189865" algn="l"/>
              </a:tabLst>
            </a:pPr>
            <a:r>
              <a:rPr sz="2400" spc="-5" dirty="0">
                <a:solidFill>
                  <a:srgbClr val="3F3F3F"/>
                </a:solidFill>
                <a:latin typeface="Calibri"/>
                <a:cs typeface="Calibri"/>
              </a:rPr>
              <a:t>When </a:t>
            </a:r>
            <a:r>
              <a:rPr sz="2400" spc="-15" dirty="0">
                <a:solidFill>
                  <a:srgbClr val="3F3F3F"/>
                </a:solidFill>
                <a:latin typeface="Calibri"/>
                <a:cs typeface="Calibri"/>
              </a:rPr>
              <a:t>we </a:t>
            </a:r>
            <a:r>
              <a:rPr sz="2400" spc="-10" dirty="0">
                <a:solidFill>
                  <a:srgbClr val="3F3F3F"/>
                </a:solidFill>
                <a:latin typeface="Calibri"/>
                <a:cs typeface="Calibri"/>
              </a:rPr>
              <a:t>know </a:t>
            </a:r>
            <a:r>
              <a:rPr sz="2400" spc="-5" dirty="0">
                <a:solidFill>
                  <a:srgbClr val="3F3F3F"/>
                </a:solidFill>
                <a:latin typeface="Calibri"/>
                <a:cs typeface="Calibri"/>
              </a:rPr>
              <a:t>only one </a:t>
            </a:r>
            <a:r>
              <a:rPr sz="2400" spc="-10" dirty="0">
                <a:solidFill>
                  <a:srgbClr val="3F3F3F"/>
                </a:solidFill>
                <a:latin typeface="Calibri"/>
                <a:cs typeface="Calibri"/>
              </a:rPr>
              <a:t>distance between two </a:t>
            </a:r>
            <a:r>
              <a:rPr sz="2400" spc="-5" dirty="0">
                <a:solidFill>
                  <a:srgbClr val="3F3F3F"/>
                </a:solidFill>
                <a:latin typeface="Calibri"/>
                <a:cs typeface="Calibri"/>
              </a:rPr>
              <a:t>nodes, it is the </a:t>
            </a:r>
            <a:r>
              <a:rPr sz="2400" spc="-10" dirty="0">
                <a:solidFill>
                  <a:srgbClr val="3F3F3F"/>
                </a:solidFill>
                <a:latin typeface="Calibri"/>
                <a:cs typeface="Calibri"/>
              </a:rPr>
              <a:t>least </a:t>
            </a:r>
            <a:r>
              <a:rPr sz="2400" spc="-530" dirty="0">
                <a:solidFill>
                  <a:srgbClr val="3F3F3F"/>
                </a:solidFill>
                <a:latin typeface="Calibri"/>
                <a:cs typeface="Calibri"/>
              </a:rPr>
              <a:t> </a:t>
            </a:r>
            <a:r>
              <a:rPr sz="2400" spc="-15" dirty="0">
                <a:solidFill>
                  <a:srgbClr val="3F3F3F"/>
                </a:solidFill>
                <a:latin typeface="Calibri"/>
                <a:cs typeface="Calibri"/>
              </a:rPr>
              <a:t>cost.</a:t>
            </a:r>
            <a:endParaRPr sz="2400">
              <a:latin typeface="Calibri"/>
              <a:cs typeface="Calibri"/>
            </a:endParaRPr>
          </a:p>
          <a:p>
            <a:pPr marL="189230" marR="330835" indent="-177165">
              <a:lnSpc>
                <a:spcPct val="70000"/>
              </a:lnSpc>
              <a:spcBef>
                <a:spcPts val="1405"/>
              </a:spcBef>
              <a:buClr>
                <a:srgbClr val="1CACE4"/>
              </a:buClr>
              <a:buFont typeface="Arial MT"/>
              <a:buChar char="•"/>
              <a:tabLst>
                <a:tab pos="189865" algn="l"/>
              </a:tabLst>
            </a:pPr>
            <a:r>
              <a:rPr sz="2400" spc="-5" dirty="0">
                <a:solidFill>
                  <a:srgbClr val="3F3F3F"/>
                </a:solidFill>
                <a:latin typeface="Calibri"/>
                <a:cs typeface="Calibri"/>
              </a:rPr>
              <a:t>These</a:t>
            </a:r>
            <a:r>
              <a:rPr sz="2400" spc="5" dirty="0">
                <a:solidFill>
                  <a:srgbClr val="3F3F3F"/>
                </a:solidFill>
                <a:latin typeface="Calibri"/>
                <a:cs typeface="Calibri"/>
              </a:rPr>
              <a:t> </a:t>
            </a:r>
            <a:r>
              <a:rPr sz="2400" spc="-15" dirty="0">
                <a:solidFill>
                  <a:srgbClr val="3F3F3F"/>
                </a:solidFill>
                <a:latin typeface="Calibri"/>
                <a:cs typeface="Calibri"/>
              </a:rPr>
              <a:t>vectors are</a:t>
            </a:r>
            <a:r>
              <a:rPr sz="2400" spc="5" dirty="0">
                <a:solidFill>
                  <a:srgbClr val="3F3F3F"/>
                </a:solidFill>
                <a:latin typeface="Calibri"/>
                <a:cs typeface="Calibri"/>
              </a:rPr>
              <a:t> </a:t>
            </a:r>
            <a:r>
              <a:rPr sz="2400" dirty="0">
                <a:solidFill>
                  <a:srgbClr val="3F3F3F"/>
                </a:solidFill>
                <a:latin typeface="Calibri"/>
                <a:cs typeface="Calibri"/>
              </a:rPr>
              <a:t>made</a:t>
            </a:r>
            <a:r>
              <a:rPr sz="2400" spc="-10" dirty="0">
                <a:solidFill>
                  <a:srgbClr val="3F3F3F"/>
                </a:solidFill>
                <a:latin typeface="Calibri"/>
                <a:cs typeface="Calibri"/>
              </a:rPr>
              <a:t> </a:t>
            </a:r>
            <a:r>
              <a:rPr sz="2400" spc="-25" dirty="0">
                <a:solidFill>
                  <a:srgbClr val="3F3F3F"/>
                </a:solidFill>
                <a:latin typeface="Calibri"/>
                <a:cs typeface="Calibri"/>
              </a:rPr>
              <a:t>asynchronously,</a:t>
            </a:r>
            <a:r>
              <a:rPr sz="2400" dirty="0">
                <a:solidFill>
                  <a:srgbClr val="3F3F3F"/>
                </a:solidFill>
                <a:latin typeface="Calibri"/>
                <a:cs typeface="Calibri"/>
              </a:rPr>
              <a:t> </a:t>
            </a:r>
            <a:r>
              <a:rPr sz="2400" spc="-5" dirty="0">
                <a:solidFill>
                  <a:srgbClr val="3F3F3F"/>
                </a:solidFill>
                <a:latin typeface="Calibri"/>
                <a:cs typeface="Calibri"/>
              </a:rPr>
              <a:t>when</a:t>
            </a:r>
            <a:r>
              <a:rPr sz="2400" dirty="0">
                <a:solidFill>
                  <a:srgbClr val="3F3F3F"/>
                </a:solidFill>
                <a:latin typeface="Calibri"/>
                <a:cs typeface="Calibri"/>
              </a:rPr>
              <a:t> </a:t>
            </a:r>
            <a:r>
              <a:rPr sz="2400" spc="-5" dirty="0">
                <a:solidFill>
                  <a:srgbClr val="3F3F3F"/>
                </a:solidFill>
                <a:latin typeface="Calibri"/>
                <a:cs typeface="Calibri"/>
              </a:rPr>
              <a:t>the</a:t>
            </a:r>
            <a:r>
              <a:rPr sz="2400" spc="25" dirty="0">
                <a:solidFill>
                  <a:srgbClr val="3F3F3F"/>
                </a:solidFill>
                <a:latin typeface="Calibri"/>
                <a:cs typeface="Calibri"/>
              </a:rPr>
              <a:t> </a:t>
            </a:r>
            <a:r>
              <a:rPr sz="2400" spc="-10" dirty="0">
                <a:solidFill>
                  <a:srgbClr val="3F3F3F"/>
                </a:solidFill>
                <a:latin typeface="Calibri"/>
                <a:cs typeface="Calibri"/>
              </a:rPr>
              <a:t>corresponding </a:t>
            </a:r>
            <a:r>
              <a:rPr sz="2400" spc="-525" dirty="0">
                <a:solidFill>
                  <a:srgbClr val="3F3F3F"/>
                </a:solidFill>
                <a:latin typeface="Calibri"/>
                <a:cs typeface="Calibri"/>
              </a:rPr>
              <a:t> </a:t>
            </a:r>
            <a:r>
              <a:rPr sz="2400" spc="-5" dirty="0">
                <a:solidFill>
                  <a:srgbClr val="3F3F3F"/>
                </a:solidFill>
                <a:latin typeface="Calibri"/>
                <a:cs typeface="Calibri"/>
              </a:rPr>
              <a:t>node</a:t>
            </a:r>
            <a:r>
              <a:rPr sz="2400" spc="-20" dirty="0">
                <a:solidFill>
                  <a:srgbClr val="3F3F3F"/>
                </a:solidFill>
                <a:latin typeface="Calibri"/>
                <a:cs typeface="Calibri"/>
              </a:rPr>
              <a:t> </a:t>
            </a:r>
            <a:r>
              <a:rPr sz="2400" spc="-5" dirty="0">
                <a:solidFill>
                  <a:srgbClr val="3F3F3F"/>
                </a:solidFill>
                <a:latin typeface="Calibri"/>
                <a:cs typeface="Calibri"/>
              </a:rPr>
              <a:t>has</a:t>
            </a:r>
            <a:r>
              <a:rPr sz="2400" spc="-10" dirty="0">
                <a:solidFill>
                  <a:srgbClr val="3F3F3F"/>
                </a:solidFill>
                <a:latin typeface="Calibri"/>
                <a:cs typeface="Calibri"/>
              </a:rPr>
              <a:t> </a:t>
            </a:r>
            <a:r>
              <a:rPr sz="2400" spc="-5" dirty="0">
                <a:solidFill>
                  <a:srgbClr val="3F3F3F"/>
                </a:solidFill>
                <a:latin typeface="Calibri"/>
                <a:cs typeface="Calibri"/>
              </a:rPr>
              <a:t>been</a:t>
            </a:r>
            <a:r>
              <a:rPr sz="2400" spc="15" dirty="0">
                <a:solidFill>
                  <a:srgbClr val="3F3F3F"/>
                </a:solidFill>
                <a:latin typeface="Calibri"/>
                <a:cs typeface="Calibri"/>
              </a:rPr>
              <a:t> </a:t>
            </a:r>
            <a:r>
              <a:rPr sz="2400" spc="-10" dirty="0">
                <a:solidFill>
                  <a:srgbClr val="3F3F3F"/>
                </a:solidFill>
                <a:latin typeface="Calibri"/>
                <a:cs typeface="Calibri"/>
              </a:rPr>
              <a:t>booted</a:t>
            </a:r>
            <a:endParaRPr sz="2400">
              <a:latin typeface="Calibri"/>
              <a:cs typeface="Calibri"/>
            </a:endParaRPr>
          </a:p>
          <a:p>
            <a:pPr marL="419100" marR="90805" lvl="1" indent="-182880">
              <a:lnSpc>
                <a:spcPct val="70000"/>
              </a:lnSpc>
              <a:spcBef>
                <a:spcPts val="400"/>
              </a:spcBef>
              <a:buClr>
                <a:srgbClr val="1CACE4"/>
              </a:buClr>
              <a:buChar char="◦"/>
              <a:tabLst>
                <a:tab pos="419734" algn="l"/>
              </a:tabLst>
            </a:pP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existence</a:t>
            </a:r>
            <a:r>
              <a:rPr sz="2000" spc="20"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spc="-5" dirty="0">
                <a:solidFill>
                  <a:srgbClr val="3F3F3F"/>
                </a:solidFill>
                <a:latin typeface="Calibri"/>
                <a:cs typeface="Calibri"/>
              </a:rPr>
              <a:t>all</a:t>
            </a:r>
            <a:r>
              <a:rPr sz="2000" dirty="0">
                <a:solidFill>
                  <a:srgbClr val="3F3F3F"/>
                </a:solidFill>
                <a:latin typeface="Calibri"/>
                <a:cs typeface="Calibri"/>
              </a:rPr>
              <a:t> </a:t>
            </a:r>
            <a:r>
              <a:rPr sz="2000" spc="-5" dirty="0">
                <a:solidFill>
                  <a:srgbClr val="3F3F3F"/>
                </a:solidFill>
                <a:latin typeface="Calibri"/>
                <a:cs typeface="Calibri"/>
              </a:rPr>
              <a:t>of</a:t>
            </a:r>
            <a:r>
              <a:rPr sz="2000" dirty="0">
                <a:solidFill>
                  <a:srgbClr val="3F3F3F"/>
                </a:solidFill>
                <a:latin typeface="Calibri"/>
                <a:cs typeface="Calibri"/>
              </a:rPr>
              <a:t> </a:t>
            </a:r>
            <a:r>
              <a:rPr sz="2000" spc="-5" dirty="0">
                <a:solidFill>
                  <a:srgbClr val="3F3F3F"/>
                </a:solidFill>
                <a:latin typeface="Calibri"/>
                <a:cs typeface="Calibri"/>
              </a:rPr>
              <a:t>them</a:t>
            </a:r>
            <a:r>
              <a:rPr sz="2000" dirty="0">
                <a:solidFill>
                  <a:srgbClr val="3F3F3F"/>
                </a:solidFill>
                <a:latin typeface="Calibri"/>
                <a:cs typeface="Calibri"/>
              </a:rPr>
              <a:t> </a:t>
            </a:r>
            <a:r>
              <a:rPr sz="2000" spc="-5" dirty="0">
                <a:solidFill>
                  <a:srgbClr val="3F3F3F"/>
                </a:solidFill>
                <a:latin typeface="Calibri"/>
                <a:cs typeface="Calibri"/>
              </a:rPr>
              <a:t>in</a:t>
            </a:r>
            <a:r>
              <a:rPr sz="2000" spc="1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10" dirty="0">
                <a:solidFill>
                  <a:srgbClr val="3F3F3F"/>
                </a:solidFill>
                <a:latin typeface="Calibri"/>
                <a:cs typeface="Calibri"/>
              </a:rPr>
              <a:t>figure</a:t>
            </a:r>
            <a:r>
              <a:rPr sz="2000" spc="-5" dirty="0">
                <a:solidFill>
                  <a:srgbClr val="3F3F3F"/>
                </a:solidFill>
                <a:latin typeface="Calibri"/>
                <a:cs typeface="Calibri"/>
              </a:rPr>
              <a:t> does</a:t>
            </a:r>
            <a:r>
              <a:rPr sz="2000" dirty="0">
                <a:solidFill>
                  <a:srgbClr val="3F3F3F"/>
                </a:solidFill>
                <a:latin typeface="Calibri"/>
                <a:cs typeface="Calibri"/>
              </a:rPr>
              <a:t> not</a:t>
            </a:r>
            <a:r>
              <a:rPr sz="2000" spc="25" dirty="0">
                <a:solidFill>
                  <a:srgbClr val="3F3F3F"/>
                </a:solidFill>
                <a:latin typeface="Calibri"/>
                <a:cs typeface="Calibri"/>
              </a:rPr>
              <a:t> </a:t>
            </a:r>
            <a:r>
              <a:rPr sz="2000" spc="-5" dirty="0">
                <a:solidFill>
                  <a:srgbClr val="3F3F3F"/>
                </a:solidFill>
                <a:latin typeface="Calibri"/>
                <a:cs typeface="Calibri"/>
              </a:rPr>
              <a:t>mean</a:t>
            </a:r>
            <a:r>
              <a:rPr sz="2000" spc="10" dirty="0">
                <a:solidFill>
                  <a:srgbClr val="3F3F3F"/>
                </a:solidFill>
                <a:latin typeface="Calibri"/>
                <a:cs typeface="Calibri"/>
              </a:rPr>
              <a:t> </a:t>
            </a:r>
            <a:r>
              <a:rPr sz="2000" spc="-10" dirty="0">
                <a:solidFill>
                  <a:srgbClr val="3F3F3F"/>
                </a:solidFill>
                <a:latin typeface="Calibri"/>
                <a:cs typeface="Calibri"/>
              </a:rPr>
              <a:t>synchronous</a:t>
            </a:r>
            <a:r>
              <a:rPr sz="2000" spc="-15" dirty="0">
                <a:solidFill>
                  <a:srgbClr val="3F3F3F"/>
                </a:solidFill>
                <a:latin typeface="Calibri"/>
                <a:cs typeface="Calibri"/>
              </a:rPr>
              <a:t> </a:t>
            </a:r>
            <a:r>
              <a:rPr sz="2000" spc="-10" dirty="0">
                <a:solidFill>
                  <a:srgbClr val="3F3F3F"/>
                </a:solidFill>
                <a:latin typeface="Calibri"/>
                <a:cs typeface="Calibri"/>
              </a:rPr>
              <a:t>creation</a:t>
            </a:r>
            <a:r>
              <a:rPr sz="2000" spc="10" dirty="0">
                <a:solidFill>
                  <a:srgbClr val="3F3F3F"/>
                </a:solidFill>
                <a:latin typeface="Calibri"/>
                <a:cs typeface="Calibri"/>
              </a:rPr>
              <a:t> </a:t>
            </a:r>
            <a:r>
              <a:rPr sz="2000" spc="-5" dirty="0">
                <a:solidFill>
                  <a:srgbClr val="3F3F3F"/>
                </a:solidFill>
                <a:latin typeface="Calibri"/>
                <a:cs typeface="Calibri"/>
              </a:rPr>
              <a:t>of </a:t>
            </a:r>
            <a:r>
              <a:rPr sz="2000" spc="-440" dirty="0">
                <a:solidFill>
                  <a:srgbClr val="3F3F3F"/>
                </a:solidFill>
                <a:latin typeface="Calibri"/>
                <a:cs typeface="Calibri"/>
              </a:rPr>
              <a:t> </a:t>
            </a:r>
            <a:r>
              <a:rPr sz="2000" spc="-5" dirty="0">
                <a:solidFill>
                  <a:srgbClr val="3F3F3F"/>
                </a:solidFill>
                <a:latin typeface="Calibri"/>
                <a:cs typeface="Calibri"/>
              </a:rPr>
              <a:t>them</a:t>
            </a:r>
            <a:endParaRPr sz="20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58</a:t>
            </a:fld>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19217"/>
            <a:ext cx="8324215" cy="635000"/>
          </a:xfrm>
          <a:prstGeom prst="rect">
            <a:avLst/>
          </a:prstGeom>
        </p:spPr>
        <p:txBody>
          <a:bodyPr vert="horz" wrap="square" lIns="0" tIns="12065" rIns="0" bIns="0" rtlCol="0">
            <a:spAutoFit/>
          </a:bodyPr>
          <a:lstStyle/>
          <a:p>
            <a:pPr marL="12700">
              <a:lnSpc>
                <a:spcPct val="100000"/>
              </a:lnSpc>
              <a:spcBef>
                <a:spcPts val="95"/>
              </a:spcBef>
            </a:pPr>
            <a:r>
              <a:rPr spc="-45" dirty="0"/>
              <a:t>First</a:t>
            </a:r>
            <a:r>
              <a:rPr spc="-105" dirty="0"/>
              <a:t> </a:t>
            </a:r>
            <a:r>
              <a:rPr spc="-50" dirty="0"/>
              <a:t>distance</a:t>
            </a:r>
            <a:r>
              <a:rPr spc="-95" dirty="0"/>
              <a:t> </a:t>
            </a:r>
            <a:r>
              <a:rPr spc="-45" dirty="0"/>
              <a:t>vector</a:t>
            </a:r>
            <a:r>
              <a:rPr spc="-75" dirty="0"/>
              <a:t> </a:t>
            </a:r>
            <a:r>
              <a:rPr spc="-40" dirty="0"/>
              <a:t>for</a:t>
            </a:r>
            <a:r>
              <a:rPr spc="-100" dirty="0"/>
              <a:t> </a:t>
            </a:r>
            <a:r>
              <a:rPr spc="-30" dirty="0"/>
              <a:t>an</a:t>
            </a:r>
            <a:r>
              <a:rPr spc="-100" dirty="0"/>
              <a:t> </a:t>
            </a:r>
            <a:r>
              <a:rPr spc="-50" dirty="0"/>
              <a:t>internet</a:t>
            </a:r>
          </a:p>
        </p:txBody>
      </p:sp>
      <p:pic>
        <p:nvPicPr>
          <p:cNvPr id="3" name="object 3"/>
          <p:cNvPicPr/>
          <p:nvPr/>
        </p:nvPicPr>
        <p:blipFill>
          <a:blip r:embed="rId2" cstate="print"/>
          <a:stretch>
            <a:fillRect/>
          </a:stretch>
        </p:blipFill>
        <p:spPr>
          <a:xfrm>
            <a:off x="5465063" y="1676400"/>
            <a:ext cx="3921251" cy="19050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609600" y="1676399"/>
            <a:ext cx="4800600" cy="4646675"/>
          </a:xfrm>
          <a:prstGeom prst="rect">
            <a:avLst/>
          </a:prstGeom>
        </p:spPr>
      </p:pic>
      <p:sp>
        <p:nvSpPr>
          <p:cNvPr id="8" name="object 8"/>
          <p:cNvSpPr txBox="1"/>
          <p:nvPr/>
        </p:nvSpPr>
        <p:spPr>
          <a:xfrm>
            <a:off x="4041139" y="5121655"/>
            <a:ext cx="5266690" cy="1550035"/>
          </a:xfrm>
          <a:prstGeom prst="rect">
            <a:avLst/>
          </a:prstGeom>
        </p:spPr>
        <p:txBody>
          <a:bodyPr vert="horz" wrap="square" lIns="0" tIns="12700" rIns="0" bIns="0" rtlCol="0">
            <a:spAutoFit/>
          </a:bodyPr>
          <a:lstStyle/>
          <a:p>
            <a:pPr marL="243840" marR="576580" indent="-231775">
              <a:lnSpc>
                <a:spcPct val="100000"/>
              </a:lnSpc>
              <a:spcBef>
                <a:spcPts val="100"/>
              </a:spcBef>
              <a:buFont typeface="Arial MT"/>
              <a:buChar char="•"/>
              <a:tabLst>
                <a:tab pos="243840" algn="l"/>
                <a:tab pos="244475" algn="l"/>
              </a:tabLst>
            </a:pPr>
            <a:r>
              <a:rPr sz="2000" spc="-5" dirty="0">
                <a:latin typeface="Calibri"/>
                <a:cs typeface="Calibri"/>
              </a:rPr>
              <a:t>These rudimentary </a:t>
            </a:r>
            <a:r>
              <a:rPr sz="2000" spc="-15" dirty="0">
                <a:latin typeface="Calibri"/>
                <a:cs typeface="Calibri"/>
              </a:rPr>
              <a:t>vectors </a:t>
            </a:r>
            <a:r>
              <a:rPr sz="2000" spc="-5" dirty="0">
                <a:latin typeface="Calibri"/>
                <a:cs typeface="Calibri"/>
              </a:rPr>
              <a:t>cannot help </a:t>
            </a:r>
            <a:r>
              <a:rPr sz="2000" dirty="0">
                <a:latin typeface="Calibri"/>
                <a:cs typeface="Calibri"/>
              </a:rPr>
              <a:t>the </a:t>
            </a:r>
            <a:r>
              <a:rPr sz="2000" spc="-440" dirty="0">
                <a:latin typeface="Calibri"/>
                <a:cs typeface="Calibri"/>
              </a:rPr>
              <a:t> </a:t>
            </a:r>
            <a:r>
              <a:rPr sz="2000" spc="-10" dirty="0">
                <a:latin typeface="Calibri"/>
                <a:cs typeface="Calibri"/>
              </a:rPr>
              <a:t>internet</a:t>
            </a:r>
            <a:r>
              <a:rPr sz="2000" spc="-5" dirty="0">
                <a:latin typeface="Calibri"/>
                <a:cs typeface="Calibri"/>
              </a:rPr>
              <a:t> </a:t>
            </a:r>
            <a:r>
              <a:rPr sz="2000" spc="-15" dirty="0">
                <a:latin typeface="Calibri"/>
                <a:cs typeface="Calibri"/>
              </a:rPr>
              <a:t>to</a:t>
            </a:r>
            <a:r>
              <a:rPr sz="2000" dirty="0">
                <a:latin typeface="Calibri"/>
                <a:cs typeface="Calibri"/>
              </a:rPr>
              <a:t> </a:t>
            </a:r>
            <a:r>
              <a:rPr sz="2000" spc="-15" dirty="0">
                <a:latin typeface="Calibri"/>
                <a:cs typeface="Calibri"/>
              </a:rPr>
              <a:t>effectively</a:t>
            </a:r>
            <a:r>
              <a:rPr sz="2000" spc="15" dirty="0">
                <a:latin typeface="Calibri"/>
                <a:cs typeface="Calibri"/>
              </a:rPr>
              <a:t> </a:t>
            </a:r>
            <a:r>
              <a:rPr sz="2000" spc="-15" dirty="0">
                <a:latin typeface="Calibri"/>
                <a:cs typeface="Calibri"/>
              </a:rPr>
              <a:t>forward </a:t>
            </a:r>
            <a:r>
              <a:rPr sz="2000" dirty="0">
                <a:latin typeface="Calibri"/>
                <a:cs typeface="Calibri"/>
              </a:rPr>
              <a:t>a </a:t>
            </a:r>
            <a:r>
              <a:rPr sz="2000" spc="-15" dirty="0">
                <a:latin typeface="Calibri"/>
                <a:cs typeface="Calibri"/>
              </a:rPr>
              <a:t>packet.</a:t>
            </a:r>
            <a:endParaRPr sz="2000">
              <a:latin typeface="Calibri"/>
              <a:cs typeface="Calibri"/>
            </a:endParaRPr>
          </a:p>
          <a:p>
            <a:pPr marL="243840" marR="5080" indent="-231775">
              <a:lnSpc>
                <a:spcPct val="100000"/>
              </a:lnSpc>
              <a:buFont typeface="Arial MT"/>
              <a:buChar char="•"/>
              <a:tabLst>
                <a:tab pos="243840" algn="l"/>
                <a:tab pos="244475" algn="l"/>
              </a:tabLst>
            </a:pPr>
            <a:r>
              <a:rPr sz="2000" spc="-10" dirty="0">
                <a:latin typeface="Calibri"/>
                <a:cs typeface="Calibri"/>
              </a:rPr>
              <a:t>For</a:t>
            </a:r>
            <a:r>
              <a:rPr sz="2000" spc="-30" dirty="0">
                <a:latin typeface="Calibri"/>
                <a:cs typeface="Calibri"/>
              </a:rPr>
              <a:t> </a:t>
            </a:r>
            <a:r>
              <a:rPr sz="2000" spc="-10" dirty="0">
                <a:latin typeface="Calibri"/>
                <a:cs typeface="Calibri"/>
              </a:rPr>
              <a:t>example,</a:t>
            </a:r>
            <a:r>
              <a:rPr sz="2000" spc="15" dirty="0">
                <a:latin typeface="Calibri"/>
                <a:cs typeface="Calibri"/>
              </a:rPr>
              <a:t> </a:t>
            </a:r>
            <a:r>
              <a:rPr sz="2000" dirty="0">
                <a:latin typeface="Calibri"/>
                <a:cs typeface="Calibri"/>
              </a:rPr>
              <a:t>node</a:t>
            </a:r>
            <a:r>
              <a:rPr sz="2000" spc="-30" dirty="0">
                <a:latin typeface="Calibri"/>
                <a:cs typeface="Calibri"/>
              </a:rPr>
              <a:t> </a:t>
            </a:r>
            <a:r>
              <a:rPr sz="2000" dirty="0">
                <a:latin typeface="Calibri"/>
                <a:cs typeface="Calibri"/>
              </a:rPr>
              <a:t>A</a:t>
            </a:r>
            <a:r>
              <a:rPr sz="2000" spc="5" dirty="0">
                <a:latin typeface="Calibri"/>
                <a:cs typeface="Calibri"/>
              </a:rPr>
              <a:t> </a:t>
            </a:r>
            <a:r>
              <a:rPr sz="2000" spc="-5" dirty="0">
                <a:latin typeface="Calibri"/>
                <a:cs typeface="Calibri"/>
              </a:rPr>
              <a:t>thinks</a:t>
            </a:r>
            <a:r>
              <a:rPr sz="2000" dirty="0">
                <a:latin typeface="Calibri"/>
                <a:cs typeface="Calibri"/>
              </a:rPr>
              <a:t> </a:t>
            </a:r>
            <a:r>
              <a:rPr sz="2000" spc="-10" dirty="0">
                <a:latin typeface="Calibri"/>
                <a:cs typeface="Calibri"/>
              </a:rPr>
              <a:t>that </a:t>
            </a:r>
            <a:r>
              <a:rPr sz="2000" spc="-5" dirty="0">
                <a:latin typeface="Calibri"/>
                <a:cs typeface="Calibri"/>
              </a:rPr>
              <a:t>it is</a:t>
            </a:r>
            <a:r>
              <a:rPr sz="2000" spc="10" dirty="0">
                <a:latin typeface="Calibri"/>
                <a:cs typeface="Calibri"/>
              </a:rPr>
              <a:t> </a:t>
            </a:r>
            <a:r>
              <a:rPr sz="2000" spc="-5" dirty="0">
                <a:latin typeface="Calibri"/>
                <a:cs typeface="Calibri"/>
              </a:rPr>
              <a:t>not </a:t>
            </a:r>
            <a:r>
              <a:rPr sz="2000" dirty="0">
                <a:latin typeface="Calibri"/>
                <a:cs typeface="Calibri"/>
              </a:rPr>
              <a:t> </a:t>
            </a:r>
            <a:r>
              <a:rPr sz="2000" spc="-5" dirty="0">
                <a:latin typeface="Calibri"/>
                <a:cs typeface="Calibri"/>
              </a:rPr>
              <a:t>connected </a:t>
            </a:r>
            <a:r>
              <a:rPr sz="2000" spc="-15" dirty="0">
                <a:latin typeface="Calibri"/>
                <a:cs typeface="Calibri"/>
              </a:rPr>
              <a:t>to </a:t>
            </a:r>
            <a:r>
              <a:rPr sz="2000" dirty="0">
                <a:latin typeface="Calibri"/>
                <a:cs typeface="Calibri"/>
              </a:rPr>
              <a:t>node G </a:t>
            </a:r>
            <a:r>
              <a:rPr sz="2000" spc="-5" dirty="0">
                <a:latin typeface="Calibri"/>
                <a:cs typeface="Calibri"/>
              </a:rPr>
              <a:t>because </a:t>
            </a:r>
            <a:r>
              <a:rPr sz="2000" dirty="0">
                <a:latin typeface="Calibri"/>
                <a:cs typeface="Calibri"/>
              </a:rPr>
              <a:t>the </a:t>
            </a:r>
            <a:r>
              <a:rPr sz="2000" spc="-5" dirty="0">
                <a:latin typeface="Calibri"/>
                <a:cs typeface="Calibri"/>
              </a:rPr>
              <a:t>corresponding </a:t>
            </a:r>
            <a:r>
              <a:rPr sz="2000" spc="-440" dirty="0">
                <a:latin typeface="Calibri"/>
                <a:cs typeface="Calibri"/>
              </a:rPr>
              <a:t> </a:t>
            </a:r>
            <a:r>
              <a:rPr sz="2000" spc="-5" dirty="0">
                <a:latin typeface="Calibri"/>
                <a:cs typeface="Calibri"/>
              </a:rPr>
              <a:t>cell</a:t>
            </a:r>
            <a:r>
              <a:rPr sz="2000" spc="-10" dirty="0">
                <a:latin typeface="Calibri"/>
                <a:cs typeface="Calibri"/>
              </a:rPr>
              <a:t> shows </a:t>
            </a:r>
            <a:r>
              <a:rPr sz="2000" dirty="0">
                <a:latin typeface="Calibri"/>
                <a:cs typeface="Calibri"/>
              </a:rPr>
              <a:t>the </a:t>
            </a:r>
            <a:r>
              <a:rPr sz="2000" spc="-10" dirty="0">
                <a:latin typeface="Calibri"/>
                <a:cs typeface="Calibri"/>
              </a:rPr>
              <a:t>least</a:t>
            </a:r>
            <a:r>
              <a:rPr sz="2000" spc="10" dirty="0">
                <a:latin typeface="Calibri"/>
                <a:cs typeface="Calibri"/>
              </a:rPr>
              <a:t> </a:t>
            </a:r>
            <a:r>
              <a:rPr sz="2000" spc="-10" dirty="0">
                <a:latin typeface="Calibri"/>
                <a:cs typeface="Calibri"/>
              </a:rPr>
              <a:t>cost</a:t>
            </a:r>
            <a:r>
              <a:rPr sz="2000" spc="-5" dirty="0">
                <a:latin typeface="Calibri"/>
                <a:cs typeface="Calibri"/>
              </a:rPr>
              <a:t> of</a:t>
            </a:r>
            <a:r>
              <a:rPr sz="2000" spc="-10" dirty="0">
                <a:latin typeface="Calibri"/>
                <a:cs typeface="Calibri"/>
              </a:rPr>
              <a:t> </a:t>
            </a:r>
            <a:r>
              <a:rPr sz="2000" spc="-20" dirty="0">
                <a:latin typeface="Calibri"/>
                <a:cs typeface="Calibri"/>
              </a:rPr>
              <a:t>infinity.</a:t>
            </a:r>
            <a:endParaRPr sz="20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59</a:t>
            </a:fld>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501890" cy="756920"/>
          </a:xfrm>
          <a:prstGeom prst="rect">
            <a:avLst/>
          </a:prstGeom>
        </p:spPr>
        <p:txBody>
          <a:bodyPr vert="horz" wrap="square" lIns="0" tIns="12700" rIns="0" bIns="0" rtlCol="0">
            <a:spAutoFit/>
          </a:bodyPr>
          <a:lstStyle/>
          <a:p>
            <a:pPr marL="12700">
              <a:lnSpc>
                <a:spcPct val="100000"/>
              </a:lnSpc>
              <a:spcBef>
                <a:spcPts val="100"/>
              </a:spcBef>
            </a:pPr>
            <a:r>
              <a:rPr sz="4800" spc="-50" dirty="0"/>
              <a:t>Updating</a:t>
            </a:r>
            <a:r>
              <a:rPr sz="4800" spc="-85" dirty="0"/>
              <a:t> </a:t>
            </a:r>
            <a:r>
              <a:rPr sz="4800" spc="-50" dirty="0"/>
              <a:t>distance</a:t>
            </a:r>
            <a:r>
              <a:rPr sz="4800" spc="-60" dirty="0"/>
              <a:t> </a:t>
            </a:r>
            <a:r>
              <a:rPr sz="4800" spc="-50" dirty="0"/>
              <a:t>vectors</a:t>
            </a:r>
            <a:endParaRPr sz="4800"/>
          </a:p>
        </p:txBody>
      </p:sp>
      <p:pic>
        <p:nvPicPr>
          <p:cNvPr id="3" name="object 3"/>
          <p:cNvPicPr/>
          <p:nvPr/>
        </p:nvPicPr>
        <p:blipFill>
          <a:blip r:embed="rId2" cstate="print"/>
          <a:stretch>
            <a:fillRect/>
          </a:stretch>
        </p:blipFill>
        <p:spPr>
          <a:xfrm>
            <a:off x="7092695" y="2438400"/>
            <a:ext cx="2508503" cy="1219200"/>
          </a:xfrm>
          <a:prstGeom prst="rect">
            <a:avLst/>
          </a:prstGeom>
        </p:spPr>
      </p:pic>
      <p:sp>
        <p:nvSpPr>
          <p:cNvPr id="4" name="object 4"/>
          <p:cNvSpPr txBox="1"/>
          <p:nvPr/>
        </p:nvSpPr>
        <p:spPr>
          <a:xfrm>
            <a:off x="550163" y="1788115"/>
            <a:ext cx="8039100" cy="2090420"/>
          </a:xfrm>
          <a:prstGeom prst="rect">
            <a:avLst/>
          </a:prstGeom>
        </p:spPr>
        <p:txBody>
          <a:bodyPr vert="horz" wrap="square" lIns="0" tIns="47625" rIns="0" bIns="0" rtlCol="0">
            <a:spAutoFit/>
          </a:bodyPr>
          <a:lstStyle/>
          <a:p>
            <a:pPr marL="214629" marR="30480" indent="-177165">
              <a:lnSpc>
                <a:spcPts val="2160"/>
              </a:lnSpc>
              <a:spcBef>
                <a:spcPts val="375"/>
              </a:spcBef>
              <a:buClr>
                <a:srgbClr val="1CACE4"/>
              </a:buClr>
              <a:buFont typeface="Arial MT"/>
              <a:buChar char="•"/>
              <a:tabLst>
                <a:tab pos="215265" algn="l"/>
              </a:tabLst>
            </a:pPr>
            <a:r>
              <a:rPr sz="2000" spc="-10" dirty="0">
                <a:solidFill>
                  <a:srgbClr val="3F3F3F"/>
                </a:solidFill>
                <a:latin typeface="Calibri"/>
                <a:cs typeface="Calibri"/>
              </a:rPr>
              <a:t>After</a:t>
            </a:r>
            <a:r>
              <a:rPr sz="2000" dirty="0">
                <a:solidFill>
                  <a:srgbClr val="3F3F3F"/>
                </a:solidFill>
                <a:latin typeface="Calibri"/>
                <a:cs typeface="Calibri"/>
              </a:rPr>
              <a:t> </a:t>
            </a:r>
            <a:r>
              <a:rPr sz="2000" spc="-5" dirty="0">
                <a:solidFill>
                  <a:srgbClr val="3F3F3F"/>
                </a:solidFill>
                <a:latin typeface="Calibri"/>
                <a:cs typeface="Calibri"/>
              </a:rPr>
              <a:t>each </a:t>
            </a:r>
            <a:r>
              <a:rPr sz="2000" dirty="0">
                <a:solidFill>
                  <a:srgbClr val="3F3F3F"/>
                </a:solidFill>
                <a:latin typeface="Calibri"/>
                <a:cs typeface="Calibri"/>
              </a:rPr>
              <a:t>node</a:t>
            </a:r>
            <a:r>
              <a:rPr sz="2000" spc="-20" dirty="0">
                <a:solidFill>
                  <a:srgbClr val="3F3F3F"/>
                </a:solidFill>
                <a:latin typeface="Calibri"/>
                <a:cs typeface="Calibri"/>
              </a:rPr>
              <a:t> </a:t>
            </a:r>
            <a:r>
              <a:rPr sz="2000" dirty="0">
                <a:solidFill>
                  <a:srgbClr val="3F3F3F"/>
                </a:solidFill>
                <a:latin typeface="Calibri"/>
                <a:cs typeface="Calibri"/>
              </a:rPr>
              <a:t>has</a:t>
            </a:r>
            <a:r>
              <a:rPr sz="2000" spc="5" dirty="0">
                <a:solidFill>
                  <a:srgbClr val="3F3F3F"/>
                </a:solidFill>
                <a:latin typeface="Calibri"/>
                <a:cs typeface="Calibri"/>
              </a:rPr>
              <a:t> </a:t>
            </a:r>
            <a:r>
              <a:rPr sz="2000" spc="-15" dirty="0">
                <a:solidFill>
                  <a:srgbClr val="3F3F3F"/>
                </a:solidFill>
                <a:latin typeface="Calibri"/>
                <a:cs typeface="Calibri"/>
              </a:rPr>
              <a:t>created</a:t>
            </a:r>
            <a:r>
              <a:rPr sz="2000" spc="20" dirty="0">
                <a:solidFill>
                  <a:srgbClr val="3F3F3F"/>
                </a:solidFill>
                <a:latin typeface="Calibri"/>
                <a:cs typeface="Calibri"/>
              </a:rPr>
              <a:t> </a:t>
            </a:r>
            <a:r>
              <a:rPr sz="2000" spc="-5" dirty="0">
                <a:solidFill>
                  <a:srgbClr val="3F3F3F"/>
                </a:solidFill>
                <a:latin typeface="Calibri"/>
                <a:cs typeface="Calibri"/>
              </a:rPr>
              <a:t>its</a:t>
            </a:r>
            <a:r>
              <a:rPr sz="2000" spc="15" dirty="0">
                <a:solidFill>
                  <a:srgbClr val="3F3F3F"/>
                </a:solidFill>
                <a:latin typeface="Calibri"/>
                <a:cs typeface="Calibri"/>
              </a:rPr>
              <a:t> </a:t>
            </a:r>
            <a:r>
              <a:rPr sz="2000" spc="-35" dirty="0">
                <a:solidFill>
                  <a:srgbClr val="3F3F3F"/>
                </a:solidFill>
                <a:latin typeface="Calibri"/>
                <a:cs typeface="Calibri"/>
              </a:rPr>
              <a:t>vector,</a:t>
            </a:r>
            <a:r>
              <a:rPr sz="2000" spc="5" dirty="0">
                <a:solidFill>
                  <a:srgbClr val="3F3F3F"/>
                </a:solidFill>
                <a:latin typeface="Calibri"/>
                <a:cs typeface="Calibri"/>
              </a:rPr>
              <a:t> </a:t>
            </a:r>
            <a:r>
              <a:rPr sz="2000" spc="-5" dirty="0">
                <a:solidFill>
                  <a:srgbClr val="3F3F3F"/>
                </a:solidFill>
                <a:latin typeface="Calibri"/>
                <a:cs typeface="Calibri"/>
              </a:rPr>
              <a:t>it</a:t>
            </a:r>
            <a:r>
              <a:rPr sz="2000" dirty="0">
                <a:solidFill>
                  <a:srgbClr val="3F3F3F"/>
                </a:solidFill>
                <a:latin typeface="Calibri"/>
                <a:cs typeface="Calibri"/>
              </a:rPr>
              <a:t> </a:t>
            </a:r>
            <a:r>
              <a:rPr sz="2000" spc="-5" dirty="0">
                <a:solidFill>
                  <a:srgbClr val="3F3F3F"/>
                </a:solidFill>
                <a:latin typeface="Calibri"/>
                <a:cs typeface="Calibri"/>
              </a:rPr>
              <a:t>sends</a:t>
            </a:r>
            <a:r>
              <a:rPr sz="2000" spc="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5" dirty="0">
                <a:solidFill>
                  <a:srgbClr val="3F3F3F"/>
                </a:solidFill>
                <a:latin typeface="Calibri"/>
                <a:cs typeface="Calibri"/>
              </a:rPr>
              <a:t>copy</a:t>
            </a:r>
            <a:r>
              <a:rPr sz="2000" spc="-25" dirty="0">
                <a:solidFill>
                  <a:srgbClr val="3F3F3F"/>
                </a:solidFill>
                <a:latin typeface="Calibri"/>
                <a:cs typeface="Calibri"/>
              </a:rPr>
              <a:t> </a:t>
            </a:r>
            <a:r>
              <a:rPr sz="2000" spc="-5" dirty="0">
                <a:solidFill>
                  <a:srgbClr val="3F3F3F"/>
                </a:solidFill>
                <a:latin typeface="Calibri"/>
                <a:cs typeface="Calibri"/>
              </a:rPr>
              <a:t>of</a:t>
            </a:r>
            <a:r>
              <a:rPr sz="2000" spc="3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vector</a:t>
            </a:r>
            <a:r>
              <a:rPr sz="2000" spc="2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5" dirty="0">
                <a:solidFill>
                  <a:srgbClr val="3F3F3F"/>
                </a:solidFill>
                <a:latin typeface="Calibri"/>
                <a:cs typeface="Calibri"/>
              </a:rPr>
              <a:t>all</a:t>
            </a:r>
            <a:r>
              <a:rPr sz="2000" dirty="0">
                <a:solidFill>
                  <a:srgbClr val="3F3F3F"/>
                </a:solidFill>
                <a:latin typeface="Calibri"/>
                <a:cs typeface="Calibri"/>
              </a:rPr>
              <a:t> </a:t>
            </a:r>
            <a:r>
              <a:rPr sz="2000" spc="-5" dirty="0">
                <a:solidFill>
                  <a:srgbClr val="3F3F3F"/>
                </a:solidFill>
                <a:latin typeface="Calibri"/>
                <a:cs typeface="Calibri"/>
              </a:rPr>
              <a:t>its </a:t>
            </a:r>
            <a:r>
              <a:rPr sz="2000" spc="-440" dirty="0">
                <a:solidFill>
                  <a:srgbClr val="3F3F3F"/>
                </a:solidFill>
                <a:latin typeface="Calibri"/>
                <a:cs typeface="Calibri"/>
              </a:rPr>
              <a:t> </a:t>
            </a:r>
            <a:r>
              <a:rPr sz="2000" spc="-10" dirty="0">
                <a:solidFill>
                  <a:srgbClr val="3F3F3F"/>
                </a:solidFill>
                <a:latin typeface="Calibri"/>
                <a:cs typeface="Calibri"/>
              </a:rPr>
              <a:t>immediate</a:t>
            </a:r>
            <a:r>
              <a:rPr sz="2000" spc="20" dirty="0">
                <a:solidFill>
                  <a:srgbClr val="3F3F3F"/>
                </a:solidFill>
                <a:latin typeface="Calibri"/>
                <a:cs typeface="Calibri"/>
              </a:rPr>
              <a:t> </a:t>
            </a:r>
            <a:r>
              <a:rPr sz="2000" spc="-5" dirty="0">
                <a:solidFill>
                  <a:srgbClr val="3F3F3F"/>
                </a:solidFill>
                <a:latin typeface="Calibri"/>
                <a:cs typeface="Calibri"/>
              </a:rPr>
              <a:t>neighbors</a:t>
            </a:r>
            <a:endParaRPr sz="2000">
              <a:latin typeface="Calibri"/>
              <a:cs typeface="Calibri"/>
            </a:endParaRPr>
          </a:p>
          <a:p>
            <a:pPr marL="229870" marR="1845945" indent="-177165">
              <a:lnSpc>
                <a:spcPct val="100000"/>
              </a:lnSpc>
              <a:spcBef>
                <a:spcPts val="655"/>
              </a:spcBef>
              <a:buFont typeface="Arial MT"/>
              <a:buChar char="•"/>
              <a:tabLst>
                <a:tab pos="230504" algn="l"/>
              </a:tabLst>
            </a:pPr>
            <a:r>
              <a:rPr sz="2000" spc="-10" dirty="0">
                <a:latin typeface="Calibri"/>
                <a:cs typeface="Calibri"/>
              </a:rPr>
              <a:t>After</a:t>
            </a:r>
            <a:r>
              <a:rPr sz="2000" spc="-5" dirty="0">
                <a:latin typeface="Calibri"/>
                <a:cs typeface="Calibri"/>
              </a:rPr>
              <a:t> </a:t>
            </a:r>
            <a:r>
              <a:rPr sz="2000" dirty="0">
                <a:latin typeface="Calibri"/>
                <a:cs typeface="Calibri"/>
              </a:rPr>
              <a:t>a</a:t>
            </a:r>
            <a:r>
              <a:rPr sz="2000" spc="-10" dirty="0">
                <a:latin typeface="Calibri"/>
                <a:cs typeface="Calibri"/>
              </a:rPr>
              <a:t> </a:t>
            </a:r>
            <a:r>
              <a:rPr sz="2000" dirty="0">
                <a:latin typeface="Calibri"/>
                <a:cs typeface="Calibri"/>
              </a:rPr>
              <a:t>node</a:t>
            </a:r>
            <a:r>
              <a:rPr sz="2000" spc="-10" dirty="0">
                <a:latin typeface="Calibri"/>
                <a:cs typeface="Calibri"/>
              </a:rPr>
              <a:t> receives</a:t>
            </a:r>
            <a:r>
              <a:rPr sz="2000" spc="25" dirty="0">
                <a:latin typeface="Calibri"/>
                <a:cs typeface="Calibri"/>
              </a:rPr>
              <a:t> </a:t>
            </a:r>
            <a:r>
              <a:rPr sz="2000" dirty="0">
                <a:latin typeface="Calibri"/>
                <a:cs typeface="Calibri"/>
              </a:rPr>
              <a:t>a</a:t>
            </a:r>
            <a:r>
              <a:rPr sz="2000" spc="-10" dirty="0">
                <a:latin typeface="Calibri"/>
                <a:cs typeface="Calibri"/>
              </a:rPr>
              <a:t> distance</a:t>
            </a:r>
            <a:r>
              <a:rPr sz="2000" spc="10" dirty="0">
                <a:latin typeface="Calibri"/>
                <a:cs typeface="Calibri"/>
              </a:rPr>
              <a:t> </a:t>
            </a:r>
            <a:r>
              <a:rPr sz="2000" spc="-10" dirty="0">
                <a:latin typeface="Calibri"/>
                <a:cs typeface="Calibri"/>
              </a:rPr>
              <a:t>vector</a:t>
            </a:r>
            <a:r>
              <a:rPr sz="2000" spc="5" dirty="0">
                <a:latin typeface="Calibri"/>
                <a:cs typeface="Calibri"/>
              </a:rPr>
              <a:t> </a:t>
            </a:r>
            <a:r>
              <a:rPr sz="2000" spc="-15" dirty="0">
                <a:latin typeface="Calibri"/>
                <a:cs typeface="Calibri"/>
              </a:rPr>
              <a:t>from</a:t>
            </a:r>
            <a:r>
              <a:rPr sz="2000" spc="-5" dirty="0">
                <a:latin typeface="Calibri"/>
                <a:cs typeface="Calibri"/>
              </a:rPr>
              <a:t> </a:t>
            </a:r>
            <a:r>
              <a:rPr sz="2000" dirty="0">
                <a:latin typeface="Calibri"/>
                <a:cs typeface="Calibri"/>
              </a:rPr>
              <a:t>a </a:t>
            </a:r>
            <a:r>
              <a:rPr sz="2000" spc="-20" dirty="0">
                <a:latin typeface="Calibri"/>
                <a:cs typeface="Calibri"/>
              </a:rPr>
              <a:t>neighbor,</a:t>
            </a:r>
            <a:r>
              <a:rPr sz="2000" spc="-35" dirty="0">
                <a:latin typeface="Calibri"/>
                <a:cs typeface="Calibri"/>
              </a:rPr>
              <a:t> </a:t>
            </a:r>
            <a:r>
              <a:rPr sz="2000" spc="-5" dirty="0">
                <a:latin typeface="Calibri"/>
                <a:cs typeface="Calibri"/>
              </a:rPr>
              <a:t>it </a:t>
            </a:r>
            <a:r>
              <a:rPr sz="2000" spc="-434" dirty="0">
                <a:latin typeface="Calibri"/>
                <a:cs typeface="Calibri"/>
              </a:rPr>
              <a:t> </a:t>
            </a:r>
            <a:r>
              <a:rPr sz="2000" spc="-10" dirty="0">
                <a:latin typeface="Calibri"/>
                <a:cs typeface="Calibri"/>
              </a:rPr>
              <a:t>updates</a:t>
            </a:r>
            <a:r>
              <a:rPr sz="2000" spc="-15" dirty="0">
                <a:latin typeface="Calibri"/>
                <a:cs typeface="Calibri"/>
              </a:rPr>
              <a:t> </a:t>
            </a:r>
            <a:r>
              <a:rPr sz="2000" spc="-5" dirty="0">
                <a:latin typeface="Calibri"/>
                <a:cs typeface="Calibri"/>
              </a:rPr>
              <a:t>its</a:t>
            </a:r>
            <a:r>
              <a:rPr sz="2000" spc="10" dirty="0">
                <a:latin typeface="Calibri"/>
                <a:cs typeface="Calibri"/>
              </a:rPr>
              <a:t> </a:t>
            </a:r>
            <a:r>
              <a:rPr sz="2000" spc="-10" dirty="0">
                <a:latin typeface="Calibri"/>
                <a:cs typeface="Calibri"/>
              </a:rPr>
              <a:t>distance</a:t>
            </a:r>
            <a:r>
              <a:rPr sz="2000" dirty="0">
                <a:latin typeface="Calibri"/>
                <a:cs typeface="Calibri"/>
              </a:rPr>
              <a:t> </a:t>
            </a:r>
            <a:r>
              <a:rPr sz="2000" spc="-10" dirty="0">
                <a:latin typeface="Calibri"/>
                <a:cs typeface="Calibri"/>
              </a:rPr>
              <a:t>vector</a:t>
            </a:r>
            <a:r>
              <a:rPr sz="2000" spc="10" dirty="0">
                <a:latin typeface="Calibri"/>
                <a:cs typeface="Calibri"/>
              </a:rPr>
              <a:t> </a:t>
            </a:r>
            <a:r>
              <a:rPr sz="2000" spc="-5" dirty="0">
                <a:latin typeface="Calibri"/>
                <a:cs typeface="Calibri"/>
              </a:rPr>
              <a:t>using </a:t>
            </a:r>
            <a:r>
              <a:rPr sz="2000" dirty="0">
                <a:latin typeface="Calibri"/>
                <a:cs typeface="Calibri"/>
              </a:rPr>
              <a:t>the</a:t>
            </a:r>
            <a:r>
              <a:rPr sz="2000" spc="-5" dirty="0">
                <a:latin typeface="Calibri"/>
                <a:cs typeface="Calibri"/>
              </a:rPr>
              <a:t> Bellman-Ford </a:t>
            </a:r>
            <a:r>
              <a:rPr sz="2000" dirty="0">
                <a:latin typeface="Calibri"/>
                <a:cs typeface="Calibri"/>
              </a:rPr>
              <a:t> </a:t>
            </a:r>
            <a:r>
              <a:rPr sz="2000" spc="-5" dirty="0">
                <a:latin typeface="Calibri"/>
                <a:cs typeface="Calibri"/>
              </a:rPr>
              <a:t>equation:</a:t>
            </a:r>
            <a:r>
              <a:rPr sz="2000" spc="-15" dirty="0">
                <a:latin typeface="Calibri"/>
                <a:cs typeface="Calibri"/>
              </a:rPr>
              <a:t> </a:t>
            </a:r>
            <a:r>
              <a:rPr sz="2000" i="1" spc="5" dirty="0">
                <a:latin typeface="Calibri"/>
                <a:cs typeface="Calibri"/>
              </a:rPr>
              <a:t>D</a:t>
            </a:r>
            <a:r>
              <a:rPr sz="1950" i="1" spc="7" baseline="-21367" dirty="0">
                <a:latin typeface="Calibri"/>
                <a:cs typeface="Calibri"/>
              </a:rPr>
              <a:t>xy</a:t>
            </a:r>
            <a:r>
              <a:rPr sz="1950" i="1" spc="225" baseline="-21367" dirty="0">
                <a:latin typeface="Calibri"/>
                <a:cs typeface="Calibri"/>
              </a:rPr>
              <a:t> </a:t>
            </a:r>
            <a:r>
              <a:rPr sz="2000" i="1" dirty="0">
                <a:latin typeface="Calibri"/>
                <a:cs typeface="Calibri"/>
              </a:rPr>
              <a:t>=</a:t>
            </a:r>
            <a:r>
              <a:rPr sz="2000" i="1" spc="-10" dirty="0">
                <a:latin typeface="Calibri"/>
                <a:cs typeface="Calibri"/>
              </a:rPr>
              <a:t> min{D</a:t>
            </a:r>
            <a:r>
              <a:rPr sz="1950" i="1" spc="-15" baseline="-21367" dirty="0">
                <a:latin typeface="Calibri"/>
                <a:cs typeface="Calibri"/>
              </a:rPr>
              <a:t>xy</a:t>
            </a:r>
            <a:r>
              <a:rPr sz="2000" i="1" spc="-10" dirty="0">
                <a:latin typeface="Calibri"/>
                <a:cs typeface="Calibri"/>
              </a:rPr>
              <a:t>,</a:t>
            </a:r>
            <a:r>
              <a:rPr sz="2000" i="1" spc="-35" dirty="0">
                <a:latin typeface="Calibri"/>
                <a:cs typeface="Calibri"/>
              </a:rPr>
              <a:t> </a:t>
            </a:r>
            <a:r>
              <a:rPr sz="2000" i="1" dirty="0">
                <a:latin typeface="Calibri"/>
                <a:cs typeface="Calibri"/>
              </a:rPr>
              <a:t>(c</a:t>
            </a:r>
            <a:r>
              <a:rPr sz="1950" i="1" baseline="-21367" dirty="0">
                <a:latin typeface="Calibri"/>
                <a:cs typeface="Calibri"/>
              </a:rPr>
              <a:t>xz</a:t>
            </a:r>
            <a:r>
              <a:rPr sz="1950" i="1" spc="240" baseline="-21367" dirty="0">
                <a:latin typeface="Calibri"/>
                <a:cs typeface="Calibri"/>
              </a:rPr>
              <a:t> </a:t>
            </a:r>
            <a:r>
              <a:rPr sz="2000" i="1" dirty="0">
                <a:latin typeface="Calibri"/>
                <a:cs typeface="Calibri"/>
              </a:rPr>
              <a:t>+ </a:t>
            </a:r>
            <a:r>
              <a:rPr sz="2000" i="1" spc="5" dirty="0">
                <a:latin typeface="Calibri"/>
                <a:cs typeface="Calibri"/>
              </a:rPr>
              <a:t>D</a:t>
            </a:r>
            <a:r>
              <a:rPr sz="1950" i="1" spc="7" baseline="-21367" dirty="0">
                <a:latin typeface="Calibri"/>
                <a:cs typeface="Calibri"/>
              </a:rPr>
              <a:t>zy</a:t>
            </a:r>
            <a:r>
              <a:rPr sz="2000" i="1" spc="5" dirty="0">
                <a:latin typeface="Calibri"/>
                <a:cs typeface="Calibri"/>
              </a:rPr>
              <a:t>)}</a:t>
            </a:r>
            <a:endParaRPr sz="2000">
              <a:latin typeface="Calibri"/>
              <a:cs typeface="Calibri"/>
            </a:endParaRPr>
          </a:p>
          <a:p>
            <a:pPr marL="229870" indent="-177165">
              <a:lnSpc>
                <a:spcPct val="100000"/>
              </a:lnSpc>
              <a:spcBef>
                <a:spcPts val="1405"/>
              </a:spcBef>
              <a:buFont typeface="Arial MT"/>
              <a:buChar char="•"/>
              <a:tabLst>
                <a:tab pos="230504" algn="l"/>
              </a:tabLst>
            </a:pPr>
            <a:r>
              <a:rPr sz="2000" spc="-40" dirty="0">
                <a:latin typeface="Calibri"/>
                <a:cs typeface="Calibri"/>
              </a:rPr>
              <a:t>Two</a:t>
            </a:r>
            <a:r>
              <a:rPr sz="2000" spc="-15" dirty="0">
                <a:latin typeface="Calibri"/>
                <a:cs typeface="Calibri"/>
              </a:rPr>
              <a:t> </a:t>
            </a:r>
            <a:r>
              <a:rPr sz="2000" spc="-10" dirty="0">
                <a:latin typeface="Calibri"/>
                <a:cs typeface="Calibri"/>
              </a:rPr>
              <a:t>asynchronous</a:t>
            </a:r>
            <a:r>
              <a:rPr sz="2000" spc="-20" dirty="0">
                <a:latin typeface="Calibri"/>
                <a:cs typeface="Calibri"/>
              </a:rPr>
              <a:t> </a:t>
            </a:r>
            <a:r>
              <a:rPr sz="2000" spc="-15" dirty="0">
                <a:latin typeface="Calibri"/>
                <a:cs typeface="Calibri"/>
              </a:rPr>
              <a:t>events,</a:t>
            </a:r>
            <a:r>
              <a:rPr sz="2000" spc="20" dirty="0">
                <a:latin typeface="Calibri"/>
                <a:cs typeface="Calibri"/>
              </a:rPr>
              <a:t> </a:t>
            </a:r>
            <a:r>
              <a:rPr sz="2000" dirty="0">
                <a:latin typeface="Calibri"/>
                <a:cs typeface="Calibri"/>
              </a:rPr>
              <a:t>happening</a:t>
            </a:r>
            <a:r>
              <a:rPr sz="2000" spc="-25" dirty="0">
                <a:latin typeface="Calibri"/>
                <a:cs typeface="Calibri"/>
              </a:rPr>
              <a:t> </a:t>
            </a:r>
            <a:r>
              <a:rPr sz="2000" dirty="0">
                <a:latin typeface="Calibri"/>
                <a:cs typeface="Calibri"/>
              </a:rPr>
              <a:t>one</a:t>
            </a:r>
            <a:r>
              <a:rPr sz="2000" spc="-5" dirty="0">
                <a:latin typeface="Calibri"/>
                <a:cs typeface="Calibri"/>
              </a:rPr>
              <a:t> </a:t>
            </a:r>
            <a:r>
              <a:rPr sz="2000" spc="-10" dirty="0">
                <a:latin typeface="Calibri"/>
                <a:cs typeface="Calibri"/>
              </a:rPr>
              <a:t>after</a:t>
            </a:r>
            <a:r>
              <a:rPr sz="2000" spc="15" dirty="0">
                <a:latin typeface="Calibri"/>
                <a:cs typeface="Calibri"/>
              </a:rPr>
              <a:t> </a:t>
            </a:r>
            <a:r>
              <a:rPr sz="2000" spc="-5" dirty="0">
                <a:latin typeface="Calibri"/>
                <a:cs typeface="Calibri"/>
              </a:rPr>
              <a:t>another</a:t>
            </a:r>
            <a:endParaRPr sz="2000">
              <a:latin typeface="Calibri"/>
              <a:cs typeface="Calibri"/>
            </a:endParaRPr>
          </a:p>
        </p:txBody>
      </p:sp>
      <p:grpSp>
        <p:nvGrpSpPr>
          <p:cNvPr id="5" name="object 5"/>
          <p:cNvGrpSpPr/>
          <p:nvPr/>
        </p:nvGrpSpPr>
        <p:grpSpPr>
          <a:xfrm>
            <a:off x="457200" y="6792467"/>
            <a:ext cx="9142730" cy="521334"/>
            <a:chOff x="457200" y="6792467"/>
            <a:chExt cx="9142730" cy="521334"/>
          </a:xfrm>
        </p:grpSpPr>
        <p:sp>
          <p:nvSpPr>
            <p:cNvPr id="6" name="object 6"/>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8" name="object 8"/>
          <p:cNvPicPr/>
          <p:nvPr/>
        </p:nvPicPr>
        <p:blipFill>
          <a:blip r:embed="rId3" cstate="print"/>
          <a:stretch>
            <a:fillRect/>
          </a:stretch>
        </p:blipFill>
        <p:spPr>
          <a:xfrm>
            <a:off x="1200911" y="4267200"/>
            <a:ext cx="3047620" cy="1962911"/>
          </a:xfrm>
          <a:prstGeom prst="rect">
            <a:avLst/>
          </a:prstGeom>
        </p:spPr>
      </p:pic>
      <p:pic>
        <p:nvPicPr>
          <p:cNvPr id="9" name="object 9"/>
          <p:cNvPicPr/>
          <p:nvPr/>
        </p:nvPicPr>
        <p:blipFill>
          <a:blip r:embed="rId4" cstate="print"/>
          <a:stretch>
            <a:fillRect/>
          </a:stretch>
        </p:blipFill>
        <p:spPr>
          <a:xfrm>
            <a:off x="5696711" y="4267200"/>
            <a:ext cx="2971042" cy="1906137"/>
          </a:xfrm>
          <a:prstGeom prst="rect">
            <a:avLst/>
          </a:prstGeom>
        </p:spPr>
      </p:pic>
      <p:sp>
        <p:nvSpPr>
          <p:cNvPr id="10" name="object 10"/>
          <p:cNvSpPr txBox="1"/>
          <p:nvPr/>
        </p:nvSpPr>
        <p:spPr>
          <a:xfrm>
            <a:off x="586740" y="6153248"/>
            <a:ext cx="4232910" cy="574040"/>
          </a:xfrm>
          <a:prstGeom prst="rect">
            <a:avLst/>
          </a:prstGeom>
        </p:spPr>
        <p:txBody>
          <a:bodyPr vert="horz" wrap="square" lIns="0" tIns="12700" rIns="0" bIns="0" rtlCol="0">
            <a:spAutoFit/>
          </a:bodyPr>
          <a:lstStyle/>
          <a:p>
            <a:pPr marL="38100" marR="30480">
              <a:lnSpc>
                <a:spcPct val="100000"/>
              </a:lnSpc>
              <a:spcBef>
                <a:spcPts val="100"/>
              </a:spcBef>
            </a:pPr>
            <a:r>
              <a:rPr sz="1800" spc="-5" dirty="0">
                <a:latin typeface="Calibri"/>
                <a:cs typeface="Calibri"/>
              </a:rPr>
              <a:t>Node </a:t>
            </a:r>
            <a:r>
              <a:rPr sz="1800" dirty="0">
                <a:latin typeface="Calibri"/>
                <a:cs typeface="Calibri"/>
              </a:rPr>
              <a:t>A has </a:t>
            </a:r>
            <a:r>
              <a:rPr sz="1800" spc="-5" dirty="0">
                <a:latin typeface="Calibri"/>
                <a:cs typeface="Calibri"/>
              </a:rPr>
              <a:t>sent its </a:t>
            </a:r>
            <a:r>
              <a:rPr sz="1800" spc="-10" dirty="0">
                <a:latin typeface="Calibri"/>
                <a:cs typeface="Calibri"/>
              </a:rPr>
              <a:t>vector to </a:t>
            </a:r>
            <a:r>
              <a:rPr sz="1800" spc="-5" dirty="0">
                <a:latin typeface="Calibri"/>
                <a:cs typeface="Calibri"/>
              </a:rPr>
              <a:t>node </a:t>
            </a:r>
            <a:r>
              <a:rPr sz="1800" spc="10" dirty="0">
                <a:latin typeface="Calibri"/>
                <a:cs typeface="Calibri"/>
              </a:rPr>
              <a:t>B. </a:t>
            </a:r>
            <a:r>
              <a:rPr sz="1800" spc="-5" dirty="0">
                <a:latin typeface="Calibri"/>
                <a:cs typeface="Calibri"/>
              </a:rPr>
              <a:t>Node </a:t>
            </a:r>
            <a:r>
              <a:rPr sz="1800" dirty="0">
                <a:latin typeface="Calibri"/>
                <a:cs typeface="Calibri"/>
              </a:rPr>
              <a:t>B </a:t>
            </a:r>
            <a:r>
              <a:rPr sz="1800" spc="-395" dirty="0">
                <a:latin typeface="Calibri"/>
                <a:cs typeface="Calibri"/>
              </a:rPr>
              <a:t> </a:t>
            </a:r>
            <a:r>
              <a:rPr sz="1800" spc="-10" dirty="0">
                <a:latin typeface="Calibri"/>
                <a:cs typeface="Calibri"/>
              </a:rPr>
              <a:t>updates</a:t>
            </a:r>
            <a:r>
              <a:rPr sz="1800" spc="-15" dirty="0">
                <a:latin typeface="Calibri"/>
                <a:cs typeface="Calibri"/>
              </a:rPr>
              <a:t> </a:t>
            </a:r>
            <a:r>
              <a:rPr sz="1800" spc="-5" dirty="0">
                <a:latin typeface="Calibri"/>
                <a:cs typeface="Calibri"/>
              </a:rPr>
              <a:t>its</a:t>
            </a:r>
            <a:r>
              <a:rPr sz="1800" dirty="0">
                <a:latin typeface="Calibri"/>
                <a:cs typeface="Calibri"/>
              </a:rPr>
              <a:t> </a:t>
            </a:r>
            <a:r>
              <a:rPr sz="1800" spc="-10" dirty="0">
                <a:latin typeface="Calibri"/>
                <a:cs typeface="Calibri"/>
              </a:rPr>
              <a:t>vector</a:t>
            </a:r>
            <a:r>
              <a:rPr sz="1800" spc="-5" dirty="0">
                <a:latin typeface="Calibri"/>
                <a:cs typeface="Calibri"/>
              </a:rPr>
              <a:t> using</a:t>
            </a:r>
            <a:r>
              <a:rPr sz="1800" dirty="0">
                <a:latin typeface="Calibri"/>
                <a:cs typeface="Calibri"/>
              </a:rPr>
              <a:t> </a:t>
            </a:r>
            <a:r>
              <a:rPr sz="1800" spc="-5" dirty="0">
                <a:latin typeface="Calibri"/>
                <a:cs typeface="Calibri"/>
              </a:rPr>
              <a:t>the</a:t>
            </a:r>
            <a:r>
              <a:rPr sz="1800" spc="15" dirty="0">
                <a:latin typeface="Calibri"/>
                <a:cs typeface="Calibri"/>
              </a:rPr>
              <a:t> </a:t>
            </a:r>
            <a:r>
              <a:rPr sz="1800" spc="-15" dirty="0">
                <a:latin typeface="Calibri"/>
                <a:cs typeface="Calibri"/>
              </a:rPr>
              <a:t>cost</a:t>
            </a:r>
            <a:r>
              <a:rPr sz="1800" spc="15" dirty="0">
                <a:latin typeface="Calibri"/>
                <a:cs typeface="Calibri"/>
              </a:rPr>
              <a:t> </a:t>
            </a:r>
            <a:r>
              <a:rPr sz="1800" i="1" spc="-10" dirty="0">
                <a:latin typeface="Calibri"/>
                <a:cs typeface="Calibri"/>
              </a:rPr>
              <a:t>c</a:t>
            </a:r>
            <a:r>
              <a:rPr sz="1800" i="1" spc="-15" baseline="-20833" dirty="0">
                <a:latin typeface="Calibri"/>
                <a:cs typeface="Calibri"/>
              </a:rPr>
              <a:t>BA</a:t>
            </a:r>
            <a:r>
              <a:rPr sz="1800" i="1" spc="240" baseline="-20833" dirty="0">
                <a:latin typeface="Calibri"/>
                <a:cs typeface="Calibri"/>
              </a:rPr>
              <a:t> </a:t>
            </a:r>
            <a:r>
              <a:rPr sz="1800" i="1" dirty="0">
                <a:latin typeface="Calibri"/>
                <a:cs typeface="Calibri"/>
              </a:rPr>
              <a:t>= 2</a:t>
            </a:r>
            <a:endParaRPr sz="1800">
              <a:latin typeface="Calibri"/>
              <a:cs typeface="Calibri"/>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60</a:t>
            </a:fld>
            <a:endParaRPr dirty="0"/>
          </a:p>
        </p:txBody>
      </p:sp>
      <p:sp>
        <p:nvSpPr>
          <p:cNvPr id="11" name="object 11"/>
          <p:cNvSpPr txBox="1"/>
          <p:nvPr/>
        </p:nvSpPr>
        <p:spPr>
          <a:xfrm>
            <a:off x="5158739" y="6113779"/>
            <a:ext cx="4185285" cy="574040"/>
          </a:xfrm>
          <a:prstGeom prst="rect">
            <a:avLst/>
          </a:prstGeom>
        </p:spPr>
        <p:txBody>
          <a:bodyPr vert="horz" wrap="square" lIns="0" tIns="12700" rIns="0" bIns="0" rtlCol="0">
            <a:spAutoFit/>
          </a:bodyPr>
          <a:lstStyle/>
          <a:p>
            <a:pPr marL="38100" marR="30480">
              <a:lnSpc>
                <a:spcPct val="100000"/>
              </a:lnSpc>
              <a:spcBef>
                <a:spcPts val="100"/>
              </a:spcBef>
            </a:pPr>
            <a:r>
              <a:rPr sz="1800" i="1" spc="-5" dirty="0">
                <a:latin typeface="Calibri"/>
                <a:cs typeface="Calibri"/>
              </a:rPr>
              <a:t>Node</a:t>
            </a:r>
            <a:r>
              <a:rPr sz="1800" i="1" spc="-15" dirty="0">
                <a:latin typeface="Calibri"/>
                <a:cs typeface="Calibri"/>
              </a:rPr>
              <a:t> </a:t>
            </a:r>
            <a:r>
              <a:rPr sz="1800" i="1" dirty="0">
                <a:latin typeface="Calibri"/>
                <a:cs typeface="Calibri"/>
              </a:rPr>
              <a:t>E</a:t>
            </a:r>
            <a:r>
              <a:rPr sz="1800" i="1" spc="5" dirty="0">
                <a:latin typeface="Calibri"/>
                <a:cs typeface="Calibri"/>
              </a:rPr>
              <a:t> </a:t>
            </a:r>
            <a:r>
              <a:rPr sz="1800" i="1" spc="-5" dirty="0">
                <a:latin typeface="Calibri"/>
                <a:cs typeface="Calibri"/>
              </a:rPr>
              <a:t>has</a:t>
            </a:r>
            <a:r>
              <a:rPr sz="1800" i="1" spc="-10" dirty="0">
                <a:latin typeface="Calibri"/>
                <a:cs typeface="Calibri"/>
              </a:rPr>
              <a:t> </a:t>
            </a:r>
            <a:r>
              <a:rPr sz="1800" i="1" spc="-5" dirty="0">
                <a:latin typeface="Calibri"/>
                <a:cs typeface="Calibri"/>
              </a:rPr>
              <a:t>sent</a:t>
            </a:r>
            <a:r>
              <a:rPr sz="1800" i="1" spc="5" dirty="0">
                <a:latin typeface="Calibri"/>
                <a:cs typeface="Calibri"/>
              </a:rPr>
              <a:t> </a:t>
            </a:r>
            <a:r>
              <a:rPr sz="1800" i="1" spc="-5" dirty="0">
                <a:latin typeface="Calibri"/>
                <a:cs typeface="Calibri"/>
              </a:rPr>
              <a:t>its</a:t>
            </a:r>
            <a:r>
              <a:rPr sz="1800" i="1" dirty="0">
                <a:latin typeface="Calibri"/>
                <a:cs typeface="Calibri"/>
              </a:rPr>
              <a:t> </a:t>
            </a:r>
            <a:r>
              <a:rPr sz="1800" i="1" spc="-10" dirty="0">
                <a:latin typeface="Calibri"/>
                <a:cs typeface="Calibri"/>
              </a:rPr>
              <a:t>vector</a:t>
            </a:r>
            <a:r>
              <a:rPr sz="1800" i="1" spc="-5" dirty="0">
                <a:latin typeface="Calibri"/>
                <a:cs typeface="Calibri"/>
              </a:rPr>
              <a:t> </a:t>
            </a:r>
            <a:r>
              <a:rPr sz="1800" spc="-10" dirty="0">
                <a:latin typeface="Calibri"/>
                <a:cs typeface="Calibri"/>
              </a:rPr>
              <a:t>to</a:t>
            </a:r>
            <a:r>
              <a:rPr sz="1800" spc="10" dirty="0">
                <a:latin typeface="Calibri"/>
                <a:cs typeface="Calibri"/>
              </a:rPr>
              <a:t> </a:t>
            </a:r>
            <a:r>
              <a:rPr sz="1800" spc="-5" dirty="0">
                <a:latin typeface="Calibri"/>
                <a:cs typeface="Calibri"/>
              </a:rPr>
              <a:t>node </a:t>
            </a:r>
            <a:r>
              <a:rPr sz="1800" dirty="0">
                <a:latin typeface="Calibri"/>
                <a:cs typeface="Calibri"/>
              </a:rPr>
              <a:t>B.</a:t>
            </a:r>
            <a:r>
              <a:rPr sz="1800" spc="-10" dirty="0">
                <a:latin typeface="Calibri"/>
                <a:cs typeface="Calibri"/>
              </a:rPr>
              <a:t> </a:t>
            </a:r>
            <a:r>
              <a:rPr sz="1800" spc="-5" dirty="0">
                <a:latin typeface="Calibri"/>
                <a:cs typeface="Calibri"/>
              </a:rPr>
              <a:t>Node</a:t>
            </a:r>
            <a:r>
              <a:rPr sz="1800" dirty="0">
                <a:latin typeface="Calibri"/>
                <a:cs typeface="Calibri"/>
              </a:rPr>
              <a:t> B </a:t>
            </a:r>
            <a:r>
              <a:rPr sz="1800" spc="-395" dirty="0">
                <a:latin typeface="Calibri"/>
                <a:cs typeface="Calibri"/>
              </a:rPr>
              <a:t> </a:t>
            </a:r>
            <a:r>
              <a:rPr sz="1800" spc="-10" dirty="0">
                <a:latin typeface="Calibri"/>
                <a:cs typeface="Calibri"/>
              </a:rPr>
              <a:t>updates</a:t>
            </a:r>
            <a:r>
              <a:rPr sz="1800" spc="-15" dirty="0">
                <a:latin typeface="Calibri"/>
                <a:cs typeface="Calibri"/>
              </a:rPr>
              <a:t> </a:t>
            </a:r>
            <a:r>
              <a:rPr sz="1800" spc="-5" dirty="0">
                <a:latin typeface="Calibri"/>
                <a:cs typeface="Calibri"/>
              </a:rPr>
              <a:t>its</a:t>
            </a:r>
            <a:r>
              <a:rPr sz="1800" dirty="0">
                <a:latin typeface="Calibri"/>
                <a:cs typeface="Calibri"/>
              </a:rPr>
              <a:t> </a:t>
            </a:r>
            <a:r>
              <a:rPr sz="1800" spc="-10" dirty="0">
                <a:latin typeface="Calibri"/>
                <a:cs typeface="Calibri"/>
              </a:rPr>
              <a:t>vector</a:t>
            </a:r>
            <a:r>
              <a:rPr sz="1800" spc="-5" dirty="0">
                <a:latin typeface="Calibri"/>
                <a:cs typeface="Calibri"/>
              </a:rPr>
              <a:t> using</a:t>
            </a:r>
            <a:r>
              <a:rPr sz="1800" dirty="0">
                <a:latin typeface="Calibri"/>
                <a:cs typeface="Calibri"/>
              </a:rPr>
              <a:t> </a:t>
            </a:r>
            <a:r>
              <a:rPr sz="1800" spc="-5" dirty="0">
                <a:latin typeface="Calibri"/>
                <a:cs typeface="Calibri"/>
              </a:rPr>
              <a:t>the</a:t>
            </a:r>
            <a:r>
              <a:rPr sz="1800" spc="15" dirty="0">
                <a:latin typeface="Calibri"/>
                <a:cs typeface="Calibri"/>
              </a:rPr>
              <a:t> </a:t>
            </a:r>
            <a:r>
              <a:rPr sz="1800" spc="-15" dirty="0">
                <a:latin typeface="Calibri"/>
                <a:cs typeface="Calibri"/>
              </a:rPr>
              <a:t>cost</a:t>
            </a:r>
            <a:r>
              <a:rPr sz="1800" spc="15" dirty="0">
                <a:latin typeface="Calibri"/>
                <a:cs typeface="Calibri"/>
              </a:rPr>
              <a:t> </a:t>
            </a:r>
            <a:r>
              <a:rPr sz="1800" i="1" spc="-5" dirty="0">
                <a:latin typeface="Calibri"/>
                <a:cs typeface="Calibri"/>
              </a:rPr>
              <a:t>c</a:t>
            </a:r>
            <a:r>
              <a:rPr sz="1800" i="1" spc="-7" baseline="-20833" dirty="0">
                <a:latin typeface="Calibri"/>
                <a:cs typeface="Calibri"/>
              </a:rPr>
              <a:t>EA</a:t>
            </a:r>
            <a:r>
              <a:rPr sz="1800" i="1" spc="240" baseline="-20833" dirty="0">
                <a:latin typeface="Calibri"/>
                <a:cs typeface="Calibri"/>
              </a:rPr>
              <a:t> </a:t>
            </a:r>
            <a:r>
              <a:rPr sz="1800" i="1" dirty="0">
                <a:latin typeface="Calibri"/>
                <a:cs typeface="Calibri"/>
              </a:rPr>
              <a:t>= 4</a:t>
            </a:r>
            <a:endParaRPr sz="1800">
              <a:latin typeface="Calibri"/>
              <a:cs typeface="Calibri"/>
            </a:endParaRPr>
          </a:p>
        </p:txBody>
      </p:sp>
      <p:sp>
        <p:nvSpPr>
          <p:cNvPr id="12" name="object 12"/>
          <p:cNvSpPr txBox="1"/>
          <p:nvPr/>
        </p:nvSpPr>
        <p:spPr>
          <a:xfrm>
            <a:off x="7241540" y="3751579"/>
            <a:ext cx="197040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X[]:</a:t>
            </a:r>
            <a:r>
              <a:rPr sz="1800" spc="-25" dirty="0">
                <a:latin typeface="Calibri"/>
                <a:cs typeface="Calibri"/>
              </a:rPr>
              <a:t> </a:t>
            </a:r>
            <a:r>
              <a:rPr sz="1800" spc="-5" dirty="0">
                <a:latin typeface="Calibri"/>
                <a:cs typeface="Calibri"/>
              </a:rPr>
              <a:t>the</a:t>
            </a:r>
            <a:r>
              <a:rPr sz="1800" spc="-20" dirty="0">
                <a:latin typeface="Calibri"/>
                <a:cs typeface="Calibri"/>
              </a:rPr>
              <a:t> </a:t>
            </a:r>
            <a:r>
              <a:rPr sz="1800" spc="-5" dirty="0">
                <a:latin typeface="Calibri"/>
                <a:cs typeface="Calibri"/>
              </a:rPr>
              <a:t>whole</a:t>
            </a:r>
            <a:r>
              <a:rPr sz="1800" spc="5" dirty="0">
                <a:latin typeface="Calibri"/>
                <a:cs typeface="Calibri"/>
              </a:rPr>
              <a:t> </a:t>
            </a:r>
            <a:r>
              <a:rPr sz="1800" spc="-10" dirty="0">
                <a:latin typeface="Calibri"/>
                <a:cs typeface="Calibri"/>
              </a:rPr>
              <a:t>vector</a:t>
            </a:r>
            <a:endParaRPr sz="1800">
              <a:latin typeface="Calibri"/>
              <a:cs typeface="Calibri"/>
            </a:endParaRPr>
          </a:p>
        </p:txBody>
      </p:sp>
      <p:sp>
        <p:nvSpPr>
          <p:cNvPr id="13" name="object 13"/>
          <p:cNvSpPr txBox="1"/>
          <p:nvPr/>
        </p:nvSpPr>
        <p:spPr>
          <a:xfrm>
            <a:off x="767587" y="3852163"/>
            <a:ext cx="2914650"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Calibri"/>
                <a:cs typeface="Calibri"/>
              </a:rPr>
              <a:t>with</a:t>
            </a:r>
            <a:r>
              <a:rPr sz="2000" spc="-25" dirty="0">
                <a:latin typeface="Calibri"/>
                <a:cs typeface="Calibri"/>
              </a:rPr>
              <a:t> </a:t>
            </a:r>
            <a:r>
              <a:rPr sz="2000" spc="-5" dirty="0">
                <a:latin typeface="Calibri"/>
                <a:cs typeface="Calibri"/>
              </a:rPr>
              <a:t>some</a:t>
            </a:r>
            <a:r>
              <a:rPr sz="2000" spc="-15" dirty="0">
                <a:latin typeface="Calibri"/>
                <a:cs typeface="Calibri"/>
              </a:rPr>
              <a:t> </a:t>
            </a:r>
            <a:r>
              <a:rPr sz="2000" spc="-5" dirty="0">
                <a:latin typeface="Calibri"/>
                <a:cs typeface="Calibri"/>
              </a:rPr>
              <a:t>time in</a:t>
            </a:r>
            <a:r>
              <a:rPr sz="2000" spc="-20" dirty="0">
                <a:latin typeface="Calibri"/>
                <a:cs typeface="Calibri"/>
              </a:rPr>
              <a:t> </a:t>
            </a:r>
            <a:r>
              <a:rPr sz="2000" spc="-5" dirty="0">
                <a:latin typeface="Calibri"/>
                <a:cs typeface="Calibri"/>
              </a:rPr>
              <a:t>between.</a:t>
            </a:r>
            <a:endParaRPr sz="20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501890" cy="756920"/>
          </a:xfrm>
          <a:prstGeom prst="rect">
            <a:avLst/>
          </a:prstGeom>
        </p:spPr>
        <p:txBody>
          <a:bodyPr vert="horz" wrap="square" lIns="0" tIns="12700" rIns="0" bIns="0" rtlCol="0">
            <a:spAutoFit/>
          </a:bodyPr>
          <a:lstStyle/>
          <a:p>
            <a:pPr marL="12700">
              <a:lnSpc>
                <a:spcPct val="100000"/>
              </a:lnSpc>
              <a:spcBef>
                <a:spcPts val="100"/>
              </a:spcBef>
            </a:pPr>
            <a:r>
              <a:rPr sz="4800" spc="-50" dirty="0"/>
              <a:t>Updating</a:t>
            </a:r>
            <a:r>
              <a:rPr sz="4800" spc="-85" dirty="0"/>
              <a:t> </a:t>
            </a:r>
            <a:r>
              <a:rPr sz="4800" spc="-50" dirty="0"/>
              <a:t>distance</a:t>
            </a:r>
            <a:r>
              <a:rPr sz="4800" spc="-60" dirty="0"/>
              <a:t> </a:t>
            </a:r>
            <a:r>
              <a:rPr sz="4800" spc="-50" dirty="0"/>
              <a:t>vectors</a:t>
            </a:r>
            <a:endParaRPr sz="4800"/>
          </a:p>
        </p:txBody>
      </p:sp>
      <p:sp>
        <p:nvSpPr>
          <p:cNvPr id="3" name="object 3"/>
          <p:cNvSpPr txBox="1"/>
          <p:nvPr/>
        </p:nvSpPr>
        <p:spPr>
          <a:xfrm>
            <a:off x="862920" y="1713439"/>
            <a:ext cx="8663305" cy="4460875"/>
          </a:xfrm>
          <a:prstGeom prst="rect">
            <a:avLst/>
          </a:prstGeom>
        </p:spPr>
        <p:txBody>
          <a:bodyPr vert="horz" wrap="square" lIns="0" tIns="132080" rIns="0" bIns="0" rtlCol="0">
            <a:spAutoFit/>
          </a:bodyPr>
          <a:lstStyle/>
          <a:p>
            <a:pPr marL="189230" marR="20320" indent="-177165" algn="just">
              <a:lnSpc>
                <a:spcPct val="70000"/>
              </a:lnSpc>
              <a:spcBef>
                <a:spcPts val="1040"/>
              </a:spcBef>
              <a:buClr>
                <a:srgbClr val="1CACE4"/>
              </a:buClr>
              <a:buFont typeface="Arial MT"/>
              <a:buChar char="•"/>
              <a:tabLst>
                <a:tab pos="189865" algn="l"/>
              </a:tabLst>
            </a:pPr>
            <a:r>
              <a:rPr sz="2600" spc="-10" dirty="0">
                <a:solidFill>
                  <a:srgbClr val="3F3F3F"/>
                </a:solidFill>
                <a:latin typeface="Calibri"/>
                <a:cs typeface="Calibri"/>
              </a:rPr>
              <a:t>After </a:t>
            </a:r>
            <a:r>
              <a:rPr sz="2600" dirty="0">
                <a:solidFill>
                  <a:srgbClr val="3F3F3F"/>
                </a:solidFill>
                <a:latin typeface="Calibri"/>
                <a:cs typeface="Calibri"/>
              </a:rPr>
              <a:t>the </a:t>
            </a:r>
            <a:r>
              <a:rPr sz="2600" spc="-15" dirty="0">
                <a:solidFill>
                  <a:srgbClr val="3F3F3F"/>
                </a:solidFill>
                <a:latin typeface="Calibri"/>
                <a:cs typeface="Calibri"/>
              </a:rPr>
              <a:t>first event, </a:t>
            </a:r>
            <a:r>
              <a:rPr sz="2600" spc="-5" dirty="0">
                <a:solidFill>
                  <a:srgbClr val="3F3F3F"/>
                </a:solidFill>
                <a:latin typeface="Calibri"/>
                <a:cs typeface="Calibri"/>
              </a:rPr>
              <a:t>node </a:t>
            </a:r>
            <a:r>
              <a:rPr sz="2600" dirty="0">
                <a:solidFill>
                  <a:srgbClr val="3F3F3F"/>
                </a:solidFill>
                <a:latin typeface="Calibri"/>
                <a:cs typeface="Calibri"/>
              </a:rPr>
              <a:t>B </a:t>
            </a:r>
            <a:r>
              <a:rPr sz="2600" spc="-5" dirty="0">
                <a:solidFill>
                  <a:srgbClr val="3F3F3F"/>
                </a:solidFill>
                <a:latin typeface="Calibri"/>
                <a:cs typeface="Calibri"/>
              </a:rPr>
              <a:t>has one </a:t>
            </a:r>
            <a:r>
              <a:rPr sz="2600" spc="-15" dirty="0">
                <a:solidFill>
                  <a:srgbClr val="3F3F3F"/>
                </a:solidFill>
                <a:latin typeface="Calibri"/>
                <a:cs typeface="Calibri"/>
              </a:rPr>
              <a:t>improvement </a:t>
            </a:r>
            <a:r>
              <a:rPr sz="2600" spc="-5" dirty="0">
                <a:solidFill>
                  <a:srgbClr val="3F3F3F"/>
                </a:solidFill>
                <a:latin typeface="Calibri"/>
                <a:cs typeface="Calibri"/>
              </a:rPr>
              <a:t>in its </a:t>
            </a:r>
            <a:r>
              <a:rPr sz="2600" spc="-10" dirty="0">
                <a:solidFill>
                  <a:srgbClr val="3F3F3F"/>
                </a:solidFill>
                <a:latin typeface="Calibri"/>
                <a:cs typeface="Calibri"/>
              </a:rPr>
              <a:t>vector; </a:t>
            </a:r>
            <a:r>
              <a:rPr sz="2600" spc="-575" dirty="0">
                <a:solidFill>
                  <a:srgbClr val="3F3F3F"/>
                </a:solidFill>
                <a:latin typeface="Calibri"/>
                <a:cs typeface="Calibri"/>
              </a:rPr>
              <a:t> </a:t>
            </a:r>
            <a:r>
              <a:rPr sz="2600" spc="-5" dirty="0">
                <a:solidFill>
                  <a:srgbClr val="3F3F3F"/>
                </a:solidFill>
                <a:latin typeface="Calibri"/>
                <a:cs typeface="Calibri"/>
              </a:rPr>
              <a:t>its </a:t>
            </a:r>
            <a:r>
              <a:rPr sz="2600" spc="-10" dirty="0">
                <a:solidFill>
                  <a:srgbClr val="3F3F3F"/>
                </a:solidFill>
                <a:latin typeface="Calibri"/>
                <a:cs typeface="Calibri"/>
              </a:rPr>
              <a:t>least </a:t>
            </a:r>
            <a:r>
              <a:rPr sz="2600" spc="-15" dirty="0">
                <a:solidFill>
                  <a:srgbClr val="3F3F3F"/>
                </a:solidFill>
                <a:latin typeface="Calibri"/>
                <a:cs typeface="Calibri"/>
              </a:rPr>
              <a:t>cost to </a:t>
            </a:r>
            <a:r>
              <a:rPr sz="2600" spc="-5" dirty="0">
                <a:solidFill>
                  <a:srgbClr val="3F3F3F"/>
                </a:solidFill>
                <a:latin typeface="Calibri"/>
                <a:cs typeface="Calibri"/>
              </a:rPr>
              <a:t>node </a:t>
            </a:r>
            <a:r>
              <a:rPr sz="2600" dirty="0">
                <a:solidFill>
                  <a:srgbClr val="3F3F3F"/>
                </a:solidFill>
                <a:latin typeface="Calibri"/>
                <a:cs typeface="Calibri"/>
              </a:rPr>
              <a:t>D </a:t>
            </a:r>
            <a:r>
              <a:rPr sz="2600" spc="-5" dirty="0">
                <a:solidFill>
                  <a:srgbClr val="3F3F3F"/>
                </a:solidFill>
                <a:latin typeface="Calibri"/>
                <a:cs typeface="Calibri"/>
              </a:rPr>
              <a:t>has changed </a:t>
            </a:r>
            <a:r>
              <a:rPr sz="2600" spc="-10" dirty="0">
                <a:solidFill>
                  <a:srgbClr val="3F3F3F"/>
                </a:solidFill>
                <a:latin typeface="Calibri"/>
                <a:cs typeface="Calibri"/>
              </a:rPr>
              <a:t>from </a:t>
            </a:r>
            <a:r>
              <a:rPr sz="2600" spc="-5" dirty="0">
                <a:solidFill>
                  <a:srgbClr val="3F3F3F"/>
                </a:solidFill>
                <a:latin typeface="Calibri"/>
                <a:cs typeface="Calibri"/>
              </a:rPr>
              <a:t>infinity </a:t>
            </a:r>
            <a:r>
              <a:rPr sz="2600" spc="-15" dirty="0">
                <a:solidFill>
                  <a:srgbClr val="3F3F3F"/>
                </a:solidFill>
                <a:latin typeface="Calibri"/>
                <a:cs typeface="Calibri"/>
              </a:rPr>
              <a:t>to </a:t>
            </a:r>
            <a:r>
              <a:rPr sz="2600" dirty="0">
                <a:solidFill>
                  <a:srgbClr val="3F3F3F"/>
                </a:solidFill>
                <a:latin typeface="Calibri"/>
                <a:cs typeface="Calibri"/>
              </a:rPr>
              <a:t>5 </a:t>
            </a:r>
            <a:r>
              <a:rPr sz="2600" spc="-5" dirty="0">
                <a:solidFill>
                  <a:srgbClr val="3F3F3F"/>
                </a:solidFill>
                <a:latin typeface="Calibri"/>
                <a:cs typeface="Calibri"/>
              </a:rPr>
              <a:t>(via node </a:t>
            </a:r>
            <a:r>
              <a:rPr sz="2600" spc="-575" dirty="0">
                <a:solidFill>
                  <a:srgbClr val="3F3F3F"/>
                </a:solidFill>
                <a:latin typeface="Calibri"/>
                <a:cs typeface="Calibri"/>
              </a:rPr>
              <a:t> </a:t>
            </a:r>
            <a:r>
              <a:rPr sz="2600" dirty="0">
                <a:solidFill>
                  <a:srgbClr val="3F3F3F"/>
                </a:solidFill>
                <a:latin typeface="Calibri"/>
                <a:cs typeface="Calibri"/>
              </a:rPr>
              <a:t>A)</a:t>
            </a:r>
            <a:endParaRPr sz="2600">
              <a:latin typeface="Calibri"/>
              <a:cs typeface="Calibri"/>
            </a:endParaRPr>
          </a:p>
          <a:p>
            <a:pPr marL="189230" marR="5080" indent="-177165">
              <a:lnSpc>
                <a:spcPct val="70000"/>
              </a:lnSpc>
              <a:spcBef>
                <a:spcPts val="1390"/>
              </a:spcBef>
              <a:buClr>
                <a:srgbClr val="1CACE4"/>
              </a:buClr>
              <a:buFont typeface="Arial MT"/>
              <a:buChar char="•"/>
              <a:tabLst>
                <a:tab pos="189865" algn="l"/>
              </a:tabLst>
            </a:pPr>
            <a:r>
              <a:rPr sz="2600" spc="-10" dirty="0">
                <a:solidFill>
                  <a:srgbClr val="3F3F3F"/>
                </a:solidFill>
                <a:latin typeface="Calibri"/>
                <a:cs typeface="Calibri"/>
              </a:rPr>
              <a:t>After </a:t>
            </a:r>
            <a:r>
              <a:rPr sz="2600" dirty="0">
                <a:solidFill>
                  <a:srgbClr val="3F3F3F"/>
                </a:solidFill>
                <a:latin typeface="Calibri"/>
                <a:cs typeface="Calibri"/>
              </a:rPr>
              <a:t>the </a:t>
            </a:r>
            <a:r>
              <a:rPr sz="2600" spc="-10" dirty="0">
                <a:solidFill>
                  <a:srgbClr val="3F3F3F"/>
                </a:solidFill>
                <a:latin typeface="Calibri"/>
                <a:cs typeface="Calibri"/>
              </a:rPr>
              <a:t>second event, </a:t>
            </a:r>
            <a:r>
              <a:rPr sz="2600" spc="-5" dirty="0">
                <a:solidFill>
                  <a:srgbClr val="3F3F3F"/>
                </a:solidFill>
                <a:latin typeface="Calibri"/>
                <a:cs typeface="Calibri"/>
              </a:rPr>
              <a:t>node </a:t>
            </a:r>
            <a:r>
              <a:rPr sz="2600" dirty="0">
                <a:solidFill>
                  <a:srgbClr val="3F3F3F"/>
                </a:solidFill>
                <a:latin typeface="Calibri"/>
                <a:cs typeface="Calibri"/>
              </a:rPr>
              <a:t>B </a:t>
            </a:r>
            <a:r>
              <a:rPr sz="2600" spc="-5" dirty="0">
                <a:solidFill>
                  <a:srgbClr val="3F3F3F"/>
                </a:solidFill>
                <a:latin typeface="Calibri"/>
                <a:cs typeface="Calibri"/>
              </a:rPr>
              <a:t>has one </a:t>
            </a:r>
            <a:r>
              <a:rPr sz="2600" spc="-10" dirty="0">
                <a:solidFill>
                  <a:srgbClr val="3F3F3F"/>
                </a:solidFill>
                <a:latin typeface="Calibri"/>
                <a:cs typeface="Calibri"/>
              </a:rPr>
              <a:t>more </a:t>
            </a:r>
            <a:r>
              <a:rPr sz="2600" spc="-15" dirty="0">
                <a:solidFill>
                  <a:srgbClr val="3F3F3F"/>
                </a:solidFill>
                <a:latin typeface="Calibri"/>
                <a:cs typeface="Calibri"/>
              </a:rPr>
              <a:t>improvement </a:t>
            </a:r>
            <a:r>
              <a:rPr sz="2600" spc="-5" dirty="0">
                <a:solidFill>
                  <a:srgbClr val="3F3F3F"/>
                </a:solidFill>
                <a:latin typeface="Calibri"/>
                <a:cs typeface="Calibri"/>
              </a:rPr>
              <a:t>in </a:t>
            </a:r>
            <a:r>
              <a:rPr sz="2600" dirty="0">
                <a:solidFill>
                  <a:srgbClr val="3F3F3F"/>
                </a:solidFill>
                <a:latin typeface="Calibri"/>
                <a:cs typeface="Calibri"/>
              </a:rPr>
              <a:t> </a:t>
            </a:r>
            <a:r>
              <a:rPr sz="2600" spc="-5" dirty="0">
                <a:solidFill>
                  <a:srgbClr val="3F3F3F"/>
                </a:solidFill>
                <a:latin typeface="Calibri"/>
                <a:cs typeface="Calibri"/>
              </a:rPr>
              <a:t>its</a:t>
            </a:r>
            <a:r>
              <a:rPr sz="2600" spc="-25" dirty="0">
                <a:solidFill>
                  <a:srgbClr val="3F3F3F"/>
                </a:solidFill>
                <a:latin typeface="Calibri"/>
                <a:cs typeface="Calibri"/>
              </a:rPr>
              <a:t> </a:t>
            </a:r>
            <a:r>
              <a:rPr sz="2600" spc="-10" dirty="0">
                <a:solidFill>
                  <a:srgbClr val="3F3F3F"/>
                </a:solidFill>
                <a:latin typeface="Calibri"/>
                <a:cs typeface="Calibri"/>
              </a:rPr>
              <a:t>vector;</a:t>
            </a:r>
            <a:r>
              <a:rPr sz="2600" dirty="0">
                <a:solidFill>
                  <a:srgbClr val="3F3F3F"/>
                </a:solidFill>
                <a:latin typeface="Calibri"/>
                <a:cs typeface="Calibri"/>
              </a:rPr>
              <a:t> </a:t>
            </a:r>
            <a:r>
              <a:rPr sz="2600" spc="-5" dirty="0">
                <a:solidFill>
                  <a:srgbClr val="3F3F3F"/>
                </a:solidFill>
                <a:latin typeface="Calibri"/>
                <a:cs typeface="Calibri"/>
              </a:rPr>
              <a:t>its</a:t>
            </a:r>
            <a:r>
              <a:rPr sz="2600" spc="-15" dirty="0">
                <a:solidFill>
                  <a:srgbClr val="3F3F3F"/>
                </a:solidFill>
                <a:latin typeface="Calibri"/>
                <a:cs typeface="Calibri"/>
              </a:rPr>
              <a:t> </a:t>
            </a:r>
            <a:r>
              <a:rPr sz="2600" spc="-10" dirty="0">
                <a:solidFill>
                  <a:srgbClr val="3F3F3F"/>
                </a:solidFill>
                <a:latin typeface="Calibri"/>
                <a:cs typeface="Calibri"/>
              </a:rPr>
              <a:t>least</a:t>
            </a:r>
            <a:r>
              <a:rPr sz="2600" spc="-20" dirty="0">
                <a:solidFill>
                  <a:srgbClr val="3F3F3F"/>
                </a:solidFill>
                <a:latin typeface="Calibri"/>
                <a:cs typeface="Calibri"/>
              </a:rPr>
              <a:t> </a:t>
            </a:r>
            <a:r>
              <a:rPr sz="2600" spc="-15" dirty="0">
                <a:solidFill>
                  <a:srgbClr val="3F3F3F"/>
                </a:solidFill>
                <a:latin typeface="Calibri"/>
                <a:cs typeface="Calibri"/>
              </a:rPr>
              <a:t>cost</a:t>
            </a:r>
            <a:r>
              <a:rPr sz="2600" dirty="0">
                <a:solidFill>
                  <a:srgbClr val="3F3F3F"/>
                </a:solidFill>
                <a:latin typeface="Calibri"/>
                <a:cs typeface="Calibri"/>
              </a:rPr>
              <a:t> </a:t>
            </a:r>
            <a:r>
              <a:rPr sz="2600" spc="-15" dirty="0">
                <a:solidFill>
                  <a:srgbClr val="3F3F3F"/>
                </a:solidFill>
                <a:latin typeface="Calibri"/>
                <a:cs typeface="Calibri"/>
              </a:rPr>
              <a:t>to</a:t>
            </a:r>
            <a:r>
              <a:rPr sz="2600" spc="30" dirty="0">
                <a:solidFill>
                  <a:srgbClr val="3F3F3F"/>
                </a:solidFill>
                <a:latin typeface="Calibri"/>
                <a:cs typeface="Calibri"/>
              </a:rPr>
              <a:t> </a:t>
            </a:r>
            <a:r>
              <a:rPr sz="2600" spc="-5" dirty="0">
                <a:solidFill>
                  <a:srgbClr val="3F3F3F"/>
                </a:solidFill>
                <a:latin typeface="Calibri"/>
                <a:cs typeface="Calibri"/>
              </a:rPr>
              <a:t>node</a:t>
            </a:r>
            <a:r>
              <a:rPr sz="2600" spc="-15" dirty="0">
                <a:solidFill>
                  <a:srgbClr val="3F3F3F"/>
                </a:solidFill>
                <a:latin typeface="Calibri"/>
                <a:cs typeface="Calibri"/>
              </a:rPr>
              <a:t> </a:t>
            </a:r>
            <a:r>
              <a:rPr sz="2600" dirty="0">
                <a:solidFill>
                  <a:srgbClr val="3F3F3F"/>
                </a:solidFill>
                <a:latin typeface="Calibri"/>
                <a:cs typeface="Calibri"/>
              </a:rPr>
              <a:t>F</a:t>
            </a:r>
            <a:r>
              <a:rPr sz="2600" spc="10" dirty="0">
                <a:solidFill>
                  <a:srgbClr val="3F3F3F"/>
                </a:solidFill>
                <a:latin typeface="Calibri"/>
                <a:cs typeface="Calibri"/>
              </a:rPr>
              <a:t> </a:t>
            </a:r>
            <a:r>
              <a:rPr sz="2600" spc="-5" dirty="0">
                <a:solidFill>
                  <a:srgbClr val="3F3F3F"/>
                </a:solidFill>
                <a:latin typeface="Calibri"/>
                <a:cs typeface="Calibri"/>
              </a:rPr>
              <a:t>has</a:t>
            </a:r>
            <a:r>
              <a:rPr sz="2600" spc="-15" dirty="0">
                <a:solidFill>
                  <a:srgbClr val="3F3F3F"/>
                </a:solidFill>
                <a:latin typeface="Calibri"/>
                <a:cs typeface="Calibri"/>
              </a:rPr>
              <a:t> </a:t>
            </a:r>
            <a:r>
              <a:rPr sz="2600" spc="-5" dirty="0">
                <a:solidFill>
                  <a:srgbClr val="3F3F3F"/>
                </a:solidFill>
                <a:latin typeface="Calibri"/>
                <a:cs typeface="Calibri"/>
              </a:rPr>
              <a:t>changed</a:t>
            </a:r>
            <a:r>
              <a:rPr sz="2600" spc="-25" dirty="0">
                <a:solidFill>
                  <a:srgbClr val="3F3F3F"/>
                </a:solidFill>
                <a:latin typeface="Calibri"/>
                <a:cs typeface="Calibri"/>
              </a:rPr>
              <a:t> </a:t>
            </a:r>
            <a:r>
              <a:rPr sz="2600" spc="-10" dirty="0">
                <a:solidFill>
                  <a:srgbClr val="3F3F3F"/>
                </a:solidFill>
                <a:latin typeface="Calibri"/>
                <a:cs typeface="Calibri"/>
              </a:rPr>
              <a:t>from </a:t>
            </a:r>
            <a:r>
              <a:rPr sz="2600" spc="-5" dirty="0">
                <a:solidFill>
                  <a:srgbClr val="3F3F3F"/>
                </a:solidFill>
                <a:latin typeface="Calibri"/>
                <a:cs typeface="Calibri"/>
              </a:rPr>
              <a:t>infinity</a:t>
            </a:r>
            <a:r>
              <a:rPr sz="2600" spc="-15" dirty="0">
                <a:solidFill>
                  <a:srgbClr val="3F3F3F"/>
                </a:solidFill>
                <a:latin typeface="Calibri"/>
                <a:cs typeface="Calibri"/>
              </a:rPr>
              <a:t> to</a:t>
            </a:r>
            <a:r>
              <a:rPr sz="2600" dirty="0">
                <a:solidFill>
                  <a:srgbClr val="3F3F3F"/>
                </a:solidFill>
                <a:latin typeface="Calibri"/>
                <a:cs typeface="Calibri"/>
              </a:rPr>
              <a:t> 6 </a:t>
            </a:r>
            <a:r>
              <a:rPr sz="2600" spc="-575" dirty="0">
                <a:solidFill>
                  <a:srgbClr val="3F3F3F"/>
                </a:solidFill>
                <a:latin typeface="Calibri"/>
                <a:cs typeface="Calibri"/>
              </a:rPr>
              <a:t> </a:t>
            </a:r>
            <a:r>
              <a:rPr sz="2600" spc="-5" dirty="0">
                <a:solidFill>
                  <a:srgbClr val="3F3F3F"/>
                </a:solidFill>
                <a:latin typeface="Calibri"/>
                <a:cs typeface="Calibri"/>
              </a:rPr>
              <a:t>(via</a:t>
            </a:r>
            <a:r>
              <a:rPr sz="2600" spc="-20" dirty="0">
                <a:solidFill>
                  <a:srgbClr val="3F3F3F"/>
                </a:solidFill>
                <a:latin typeface="Calibri"/>
                <a:cs typeface="Calibri"/>
              </a:rPr>
              <a:t> </a:t>
            </a:r>
            <a:r>
              <a:rPr sz="2600" spc="-5" dirty="0">
                <a:solidFill>
                  <a:srgbClr val="3F3F3F"/>
                </a:solidFill>
                <a:latin typeface="Calibri"/>
                <a:cs typeface="Calibri"/>
              </a:rPr>
              <a:t>node</a:t>
            </a:r>
            <a:r>
              <a:rPr sz="2600" spc="-15" dirty="0">
                <a:solidFill>
                  <a:srgbClr val="3F3F3F"/>
                </a:solidFill>
                <a:latin typeface="Calibri"/>
                <a:cs typeface="Calibri"/>
              </a:rPr>
              <a:t> </a:t>
            </a:r>
            <a:r>
              <a:rPr sz="2600" spc="5" dirty="0">
                <a:solidFill>
                  <a:srgbClr val="3F3F3F"/>
                </a:solidFill>
                <a:latin typeface="Calibri"/>
                <a:cs typeface="Calibri"/>
              </a:rPr>
              <a:t>E)</a:t>
            </a:r>
            <a:endParaRPr sz="2600">
              <a:latin typeface="Calibri"/>
              <a:cs typeface="Calibri"/>
            </a:endParaRPr>
          </a:p>
          <a:p>
            <a:pPr marL="189230" marR="153035" indent="-177165">
              <a:lnSpc>
                <a:spcPct val="70000"/>
              </a:lnSpc>
              <a:spcBef>
                <a:spcPts val="1405"/>
              </a:spcBef>
              <a:buClr>
                <a:srgbClr val="1CACE4"/>
              </a:buClr>
              <a:buFont typeface="Arial MT"/>
              <a:buChar char="•"/>
              <a:tabLst>
                <a:tab pos="189865" algn="l"/>
              </a:tabLst>
            </a:pPr>
            <a:r>
              <a:rPr sz="2600" spc="-10" dirty="0">
                <a:solidFill>
                  <a:srgbClr val="3F3F3F"/>
                </a:solidFill>
                <a:latin typeface="Calibri"/>
                <a:cs typeface="Calibri"/>
              </a:rPr>
              <a:t>Exchanging </a:t>
            </a:r>
            <a:r>
              <a:rPr sz="2600" spc="-15" dirty="0">
                <a:solidFill>
                  <a:srgbClr val="3F3F3F"/>
                </a:solidFill>
                <a:latin typeface="Calibri"/>
                <a:cs typeface="Calibri"/>
              </a:rPr>
              <a:t>vectors </a:t>
            </a:r>
            <a:r>
              <a:rPr sz="2600" spc="-10" dirty="0">
                <a:solidFill>
                  <a:srgbClr val="3F3F3F"/>
                </a:solidFill>
                <a:latin typeface="Calibri"/>
                <a:cs typeface="Calibri"/>
              </a:rPr>
              <a:t>eventually </a:t>
            </a:r>
            <a:r>
              <a:rPr sz="2600" spc="-15" dirty="0">
                <a:solidFill>
                  <a:srgbClr val="3F3F3F"/>
                </a:solidFill>
                <a:latin typeface="Calibri"/>
                <a:cs typeface="Calibri"/>
              </a:rPr>
              <a:t>stabilizes </a:t>
            </a:r>
            <a:r>
              <a:rPr sz="2600" dirty="0">
                <a:solidFill>
                  <a:srgbClr val="3F3F3F"/>
                </a:solidFill>
                <a:latin typeface="Calibri"/>
                <a:cs typeface="Calibri"/>
              </a:rPr>
              <a:t>the </a:t>
            </a:r>
            <a:r>
              <a:rPr sz="2600" spc="-20" dirty="0">
                <a:solidFill>
                  <a:srgbClr val="3F3F3F"/>
                </a:solidFill>
                <a:latin typeface="Calibri"/>
                <a:cs typeface="Calibri"/>
              </a:rPr>
              <a:t>system </a:t>
            </a:r>
            <a:r>
              <a:rPr sz="2600" dirty="0">
                <a:solidFill>
                  <a:srgbClr val="3F3F3F"/>
                </a:solidFill>
                <a:latin typeface="Calibri"/>
                <a:cs typeface="Calibri"/>
              </a:rPr>
              <a:t>and </a:t>
            </a:r>
            <a:r>
              <a:rPr sz="2600" spc="-10" dirty="0">
                <a:solidFill>
                  <a:srgbClr val="3F3F3F"/>
                </a:solidFill>
                <a:latin typeface="Calibri"/>
                <a:cs typeface="Calibri"/>
              </a:rPr>
              <a:t>allows </a:t>
            </a:r>
            <a:r>
              <a:rPr sz="2600" spc="-575" dirty="0">
                <a:solidFill>
                  <a:srgbClr val="3F3F3F"/>
                </a:solidFill>
                <a:latin typeface="Calibri"/>
                <a:cs typeface="Calibri"/>
              </a:rPr>
              <a:t> </a:t>
            </a:r>
            <a:r>
              <a:rPr sz="2600" dirty="0">
                <a:solidFill>
                  <a:srgbClr val="3F3F3F"/>
                </a:solidFill>
                <a:latin typeface="Calibri"/>
                <a:cs typeface="Calibri"/>
              </a:rPr>
              <a:t>all </a:t>
            </a:r>
            <a:r>
              <a:rPr sz="2600" spc="-5" dirty="0">
                <a:solidFill>
                  <a:srgbClr val="3F3F3F"/>
                </a:solidFill>
                <a:latin typeface="Calibri"/>
                <a:cs typeface="Calibri"/>
              </a:rPr>
              <a:t>nodes </a:t>
            </a:r>
            <a:r>
              <a:rPr sz="2600" spc="-15" dirty="0">
                <a:solidFill>
                  <a:srgbClr val="3F3F3F"/>
                </a:solidFill>
                <a:latin typeface="Calibri"/>
                <a:cs typeface="Calibri"/>
              </a:rPr>
              <a:t>to </a:t>
            </a:r>
            <a:r>
              <a:rPr sz="2600" spc="-5" dirty="0">
                <a:solidFill>
                  <a:srgbClr val="3F3F3F"/>
                </a:solidFill>
                <a:latin typeface="Calibri"/>
                <a:cs typeface="Calibri"/>
              </a:rPr>
              <a:t>find </a:t>
            </a:r>
            <a:r>
              <a:rPr sz="2600" dirty="0">
                <a:solidFill>
                  <a:srgbClr val="3F3F3F"/>
                </a:solidFill>
                <a:latin typeface="Calibri"/>
                <a:cs typeface="Calibri"/>
              </a:rPr>
              <a:t>the </a:t>
            </a:r>
            <a:r>
              <a:rPr sz="2600" spc="-10" dirty="0">
                <a:solidFill>
                  <a:srgbClr val="3F3F3F"/>
                </a:solidFill>
                <a:latin typeface="Calibri"/>
                <a:cs typeface="Calibri"/>
              </a:rPr>
              <a:t>ultimate least </a:t>
            </a:r>
            <a:r>
              <a:rPr sz="2600" spc="-15" dirty="0">
                <a:solidFill>
                  <a:srgbClr val="3F3F3F"/>
                </a:solidFill>
                <a:latin typeface="Calibri"/>
                <a:cs typeface="Calibri"/>
              </a:rPr>
              <a:t>cost </a:t>
            </a:r>
            <a:r>
              <a:rPr sz="2600" spc="-10" dirty="0">
                <a:solidFill>
                  <a:srgbClr val="3F3F3F"/>
                </a:solidFill>
                <a:latin typeface="Calibri"/>
                <a:cs typeface="Calibri"/>
              </a:rPr>
              <a:t>between </a:t>
            </a:r>
            <a:r>
              <a:rPr sz="2600" spc="-5" dirty="0">
                <a:solidFill>
                  <a:srgbClr val="3F3F3F"/>
                </a:solidFill>
                <a:latin typeface="Calibri"/>
                <a:cs typeface="Calibri"/>
              </a:rPr>
              <a:t>themselves </a:t>
            </a:r>
            <a:r>
              <a:rPr sz="2600" dirty="0">
                <a:solidFill>
                  <a:srgbClr val="3F3F3F"/>
                </a:solidFill>
                <a:latin typeface="Calibri"/>
                <a:cs typeface="Calibri"/>
              </a:rPr>
              <a:t> and</a:t>
            </a:r>
            <a:r>
              <a:rPr sz="2600" spc="-30" dirty="0">
                <a:solidFill>
                  <a:srgbClr val="3F3F3F"/>
                </a:solidFill>
                <a:latin typeface="Calibri"/>
                <a:cs typeface="Calibri"/>
              </a:rPr>
              <a:t> </a:t>
            </a:r>
            <a:r>
              <a:rPr sz="2600" spc="-15" dirty="0">
                <a:solidFill>
                  <a:srgbClr val="3F3F3F"/>
                </a:solidFill>
                <a:latin typeface="Calibri"/>
                <a:cs typeface="Calibri"/>
              </a:rPr>
              <a:t>any</a:t>
            </a:r>
            <a:r>
              <a:rPr sz="2600" spc="-5" dirty="0">
                <a:solidFill>
                  <a:srgbClr val="3F3F3F"/>
                </a:solidFill>
                <a:latin typeface="Calibri"/>
                <a:cs typeface="Calibri"/>
              </a:rPr>
              <a:t> other node</a:t>
            </a:r>
            <a:endParaRPr sz="2600">
              <a:latin typeface="Calibri"/>
              <a:cs typeface="Calibri"/>
            </a:endParaRPr>
          </a:p>
          <a:p>
            <a:pPr marL="189230" marR="99060" indent="-177165">
              <a:lnSpc>
                <a:spcPct val="70000"/>
              </a:lnSpc>
              <a:spcBef>
                <a:spcPts val="1405"/>
              </a:spcBef>
              <a:buClr>
                <a:srgbClr val="1CACE4"/>
              </a:buClr>
              <a:buFont typeface="Arial MT"/>
              <a:buChar char="•"/>
              <a:tabLst>
                <a:tab pos="189865" algn="l"/>
              </a:tabLst>
            </a:pPr>
            <a:r>
              <a:rPr sz="2600" spc="-10" dirty="0">
                <a:solidFill>
                  <a:srgbClr val="3F3F3F"/>
                </a:solidFill>
                <a:latin typeface="Calibri"/>
                <a:cs typeface="Calibri"/>
              </a:rPr>
              <a:t>After </a:t>
            </a:r>
            <a:r>
              <a:rPr sz="2600" spc="-5" dirty="0">
                <a:solidFill>
                  <a:srgbClr val="3F3F3F"/>
                </a:solidFill>
                <a:latin typeface="Calibri"/>
                <a:cs typeface="Calibri"/>
              </a:rPr>
              <a:t>updating </a:t>
            </a:r>
            <a:r>
              <a:rPr sz="2600" dirty="0">
                <a:solidFill>
                  <a:srgbClr val="3F3F3F"/>
                </a:solidFill>
                <a:latin typeface="Calibri"/>
                <a:cs typeface="Calibri"/>
              </a:rPr>
              <a:t>a </a:t>
            </a:r>
            <a:r>
              <a:rPr sz="2600" spc="-5" dirty="0">
                <a:solidFill>
                  <a:srgbClr val="3F3F3F"/>
                </a:solidFill>
                <a:latin typeface="Calibri"/>
                <a:cs typeface="Calibri"/>
              </a:rPr>
              <a:t>node, it </a:t>
            </a:r>
            <a:r>
              <a:rPr sz="2600" spc="-10" dirty="0">
                <a:solidFill>
                  <a:srgbClr val="3F3F3F"/>
                </a:solidFill>
                <a:latin typeface="Calibri"/>
                <a:cs typeface="Calibri"/>
              </a:rPr>
              <a:t>immediately </a:t>
            </a:r>
            <a:r>
              <a:rPr sz="2600" spc="-5" dirty="0">
                <a:solidFill>
                  <a:srgbClr val="3F3F3F"/>
                </a:solidFill>
                <a:latin typeface="Calibri"/>
                <a:cs typeface="Calibri"/>
              </a:rPr>
              <a:t>sends its </a:t>
            </a:r>
            <a:r>
              <a:rPr sz="2600" spc="-10" dirty="0">
                <a:solidFill>
                  <a:srgbClr val="3F3F3F"/>
                </a:solidFill>
                <a:latin typeface="Calibri"/>
                <a:cs typeface="Calibri"/>
              </a:rPr>
              <a:t>updated vector </a:t>
            </a:r>
            <a:r>
              <a:rPr sz="2600" spc="-575" dirty="0">
                <a:solidFill>
                  <a:srgbClr val="3F3F3F"/>
                </a:solidFill>
                <a:latin typeface="Calibri"/>
                <a:cs typeface="Calibri"/>
              </a:rPr>
              <a:t> </a:t>
            </a:r>
            <a:r>
              <a:rPr sz="2600" spc="-15" dirty="0">
                <a:solidFill>
                  <a:srgbClr val="3F3F3F"/>
                </a:solidFill>
                <a:latin typeface="Calibri"/>
                <a:cs typeface="Calibri"/>
              </a:rPr>
              <a:t>to</a:t>
            </a:r>
            <a:r>
              <a:rPr sz="2600" spc="-20" dirty="0">
                <a:solidFill>
                  <a:srgbClr val="3F3F3F"/>
                </a:solidFill>
                <a:latin typeface="Calibri"/>
                <a:cs typeface="Calibri"/>
              </a:rPr>
              <a:t> </a:t>
            </a:r>
            <a:r>
              <a:rPr sz="2600" dirty="0">
                <a:solidFill>
                  <a:srgbClr val="3F3F3F"/>
                </a:solidFill>
                <a:latin typeface="Calibri"/>
                <a:cs typeface="Calibri"/>
              </a:rPr>
              <a:t>all </a:t>
            </a:r>
            <a:r>
              <a:rPr sz="2600" spc="-10" dirty="0">
                <a:solidFill>
                  <a:srgbClr val="3F3F3F"/>
                </a:solidFill>
                <a:latin typeface="Calibri"/>
                <a:cs typeface="Calibri"/>
              </a:rPr>
              <a:t>neighbors.</a:t>
            </a:r>
            <a:endParaRPr sz="2600">
              <a:latin typeface="Calibri"/>
              <a:cs typeface="Calibri"/>
            </a:endParaRPr>
          </a:p>
          <a:p>
            <a:pPr marL="189230" marR="624205" indent="-177165">
              <a:lnSpc>
                <a:spcPct val="70000"/>
              </a:lnSpc>
              <a:spcBef>
                <a:spcPts val="1390"/>
              </a:spcBef>
              <a:buClr>
                <a:srgbClr val="1CACE4"/>
              </a:buClr>
              <a:buFont typeface="Arial MT"/>
              <a:buChar char="•"/>
              <a:tabLst>
                <a:tab pos="189865" algn="l"/>
              </a:tabLst>
            </a:pPr>
            <a:r>
              <a:rPr sz="2600" spc="-25" dirty="0">
                <a:solidFill>
                  <a:srgbClr val="3F3F3F"/>
                </a:solidFill>
                <a:latin typeface="Calibri"/>
                <a:cs typeface="Calibri"/>
              </a:rPr>
              <a:t>Even </a:t>
            </a:r>
            <a:r>
              <a:rPr sz="2600" spc="-5" dirty="0">
                <a:solidFill>
                  <a:srgbClr val="3F3F3F"/>
                </a:solidFill>
                <a:latin typeface="Calibri"/>
                <a:cs typeface="Calibri"/>
              </a:rPr>
              <a:t>if its </a:t>
            </a:r>
            <a:r>
              <a:rPr sz="2600" spc="-10" dirty="0">
                <a:solidFill>
                  <a:srgbClr val="3F3F3F"/>
                </a:solidFill>
                <a:latin typeface="Calibri"/>
                <a:cs typeface="Calibri"/>
              </a:rPr>
              <a:t>neighbors </a:t>
            </a:r>
            <a:r>
              <a:rPr sz="2600" spc="-20" dirty="0">
                <a:solidFill>
                  <a:srgbClr val="3F3F3F"/>
                </a:solidFill>
                <a:latin typeface="Calibri"/>
                <a:cs typeface="Calibri"/>
              </a:rPr>
              <a:t>have </a:t>
            </a:r>
            <a:r>
              <a:rPr sz="2600" spc="-10" dirty="0">
                <a:solidFill>
                  <a:srgbClr val="3F3F3F"/>
                </a:solidFill>
                <a:latin typeface="Calibri"/>
                <a:cs typeface="Calibri"/>
              </a:rPr>
              <a:t>received </a:t>
            </a:r>
            <a:r>
              <a:rPr sz="2600" dirty="0">
                <a:solidFill>
                  <a:srgbClr val="3F3F3F"/>
                </a:solidFill>
                <a:latin typeface="Calibri"/>
                <a:cs typeface="Calibri"/>
              </a:rPr>
              <a:t>the </a:t>
            </a:r>
            <a:r>
              <a:rPr sz="2600" spc="-10" dirty="0">
                <a:solidFill>
                  <a:srgbClr val="3F3F3F"/>
                </a:solidFill>
                <a:latin typeface="Calibri"/>
                <a:cs typeface="Calibri"/>
              </a:rPr>
              <a:t>previous </a:t>
            </a:r>
            <a:r>
              <a:rPr sz="2600" spc="-40" dirty="0">
                <a:solidFill>
                  <a:srgbClr val="3F3F3F"/>
                </a:solidFill>
                <a:latin typeface="Calibri"/>
                <a:cs typeface="Calibri"/>
              </a:rPr>
              <a:t>vector, </a:t>
            </a:r>
            <a:r>
              <a:rPr sz="2600" spc="-5" dirty="0">
                <a:solidFill>
                  <a:srgbClr val="3F3F3F"/>
                </a:solidFill>
                <a:latin typeface="Calibri"/>
                <a:cs typeface="Calibri"/>
              </a:rPr>
              <a:t>the </a:t>
            </a:r>
            <a:r>
              <a:rPr sz="2600" spc="-575" dirty="0">
                <a:solidFill>
                  <a:srgbClr val="3F3F3F"/>
                </a:solidFill>
                <a:latin typeface="Calibri"/>
                <a:cs typeface="Calibri"/>
              </a:rPr>
              <a:t> </a:t>
            </a:r>
            <a:r>
              <a:rPr sz="2600" spc="-10" dirty="0">
                <a:solidFill>
                  <a:srgbClr val="3F3F3F"/>
                </a:solidFill>
                <a:latin typeface="Calibri"/>
                <a:cs typeface="Calibri"/>
              </a:rPr>
              <a:t>updated</a:t>
            </a:r>
            <a:r>
              <a:rPr sz="2600" spc="-55" dirty="0">
                <a:solidFill>
                  <a:srgbClr val="3F3F3F"/>
                </a:solidFill>
                <a:latin typeface="Calibri"/>
                <a:cs typeface="Calibri"/>
              </a:rPr>
              <a:t> </a:t>
            </a:r>
            <a:r>
              <a:rPr sz="2600" spc="-5" dirty="0">
                <a:solidFill>
                  <a:srgbClr val="3F3F3F"/>
                </a:solidFill>
                <a:latin typeface="Calibri"/>
                <a:cs typeface="Calibri"/>
              </a:rPr>
              <a:t>one </a:t>
            </a:r>
            <a:r>
              <a:rPr sz="2600" spc="-20" dirty="0">
                <a:solidFill>
                  <a:srgbClr val="3F3F3F"/>
                </a:solidFill>
                <a:latin typeface="Calibri"/>
                <a:cs typeface="Calibri"/>
              </a:rPr>
              <a:t>may</a:t>
            </a:r>
            <a:r>
              <a:rPr sz="2600" spc="-5" dirty="0">
                <a:solidFill>
                  <a:srgbClr val="3F3F3F"/>
                </a:solidFill>
                <a:latin typeface="Calibri"/>
                <a:cs typeface="Calibri"/>
              </a:rPr>
              <a:t> help</a:t>
            </a:r>
            <a:r>
              <a:rPr sz="2600" spc="-25" dirty="0">
                <a:solidFill>
                  <a:srgbClr val="3F3F3F"/>
                </a:solidFill>
                <a:latin typeface="Calibri"/>
                <a:cs typeface="Calibri"/>
              </a:rPr>
              <a:t> </a:t>
            </a:r>
            <a:r>
              <a:rPr sz="2600" spc="-10" dirty="0">
                <a:solidFill>
                  <a:srgbClr val="3F3F3F"/>
                </a:solidFill>
                <a:latin typeface="Calibri"/>
                <a:cs typeface="Calibri"/>
              </a:rPr>
              <a:t>more.</a:t>
            </a:r>
            <a:endParaRPr sz="26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61</a:t>
            </a:fld>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19217"/>
            <a:ext cx="8248015" cy="635000"/>
          </a:xfrm>
          <a:prstGeom prst="rect">
            <a:avLst/>
          </a:prstGeom>
        </p:spPr>
        <p:txBody>
          <a:bodyPr vert="horz" wrap="square" lIns="0" tIns="12065" rIns="0" bIns="0" rtlCol="0">
            <a:spAutoFit/>
          </a:bodyPr>
          <a:lstStyle/>
          <a:p>
            <a:pPr marL="12700">
              <a:lnSpc>
                <a:spcPct val="100000"/>
              </a:lnSpc>
              <a:spcBef>
                <a:spcPts val="95"/>
              </a:spcBef>
            </a:pPr>
            <a:r>
              <a:rPr spc="-60" dirty="0"/>
              <a:t>D</a:t>
            </a:r>
            <a:r>
              <a:rPr spc="-45" dirty="0"/>
              <a:t>i</a:t>
            </a:r>
            <a:r>
              <a:rPr spc="-55" dirty="0"/>
              <a:t>s</a:t>
            </a:r>
            <a:r>
              <a:rPr spc="-50" dirty="0"/>
              <a:t>t</a:t>
            </a:r>
            <a:r>
              <a:rPr spc="-55" dirty="0"/>
              <a:t>a</a:t>
            </a:r>
            <a:r>
              <a:rPr spc="-65" dirty="0"/>
              <a:t>n</a:t>
            </a:r>
            <a:r>
              <a:rPr spc="-55" dirty="0"/>
              <a:t>c</a:t>
            </a:r>
            <a:r>
              <a:rPr spc="-65" dirty="0"/>
              <a:t>e</a:t>
            </a:r>
            <a:r>
              <a:rPr spc="-55" dirty="0"/>
              <a:t>-</a:t>
            </a:r>
            <a:r>
              <a:rPr spc="-204" dirty="0"/>
              <a:t>V</a:t>
            </a:r>
            <a:r>
              <a:rPr spc="-55" dirty="0"/>
              <a:t>ec</a:t>
            </a:r>
            <a:r>
              <a:rPr spc="-50" dirty="0"/>
              <a:t>t</a:t>
            </a:r>
            <a:r>
              <a:rPr spc="-65" dirty="0"/>
              <a:t>o</a:t>
            </a:r>
            <a:r>
              <a:rPr spc="-5" dirty="0"/>
              <a:t>r</a:t>
            </a:r>
            <a:r>
              <a:rPr spc="-85" dirty="0"/>
              <a:t> </a:t>
            </a:r>
            <a:r>
              <a:rPr spc="-60" dirty="0"/>
              <a:t>R</a:t>
            </a:r>
            <a:r>
              <a:rPr spc="-65" dirty="0"/>
              <a:t>ou</a:t>
            </a:r>
            <a:r>
              <a:rPr spc="-50" dirty="0"/>
              <a:t>t</a:t>
            </a:r>
            <a:r>
              <a:rPr spc="-45" dirty="0"/>
              <a:t>i</a:t>
            </a:r>
            <a:r>
              <a:rPr spc="-65" dirty="0"/>
              <a:t>n</a:t>
            </a:r>
            <a:r>
              <a:rPr spc="-10" dirty="0"/>
              <a:t>g</a:t>
            </a:r>
            <a:r>
              <a:rPr spc="-245" dirty="0"/>
              <a:t> </a:t>
            </a:r>
            <a:r>
              <a:rPr spc="-60" dirty="0"/>
              <a:t>A</a:t>
            </a:r>
            <a:r>
              <a:rPr spc="-45" dirty="0"/>
              <a:t>l</a:t>
            </a:r>
            <a:r>
              <a:rPr spc="-65" dirty="0"/>
              <a:t>go</a:t>
            </a:r>
            <a:r>
              <a:rPr spc="-45" dirty="0"/>
              <a:t>ri</a:t>
            </a:r>
            <a:r>
              <a:rPr spc="-50" dirty="0"/>
              <a:t>t</a:t>
            </a:r>
            <a:r>
              <a:rPr spc="-65" dirty="0"/>
              <a:t>h</a:t>
            </a:r>
            <a:r>
              <a:rPr spc="-5" dirty="0"/>
              <a:t>m</a:t>
            </a:r>
          </a:p>
        </p:txBody>
      </p:sp>
      <p:grpSp>
        <p:nvGrpSpPr>
          <p:cNvPr id="3" name="object 3"/>
          <p:cNvGrpSpPr/>
          <p:nvPr/>
        </p:nvGrpSpPr>
        <p:grpSpPr>
          <a:xfrm>
            <a:off x="457200" y="1676400"/>
            <a:ext cx="9142730" cy="5637530"/>
            <a:chOff x="457200" y="1676400"/>
            <a:chExt cx="9142730" cy="5637530"/>
          </a:xfrm>
        </p:grpSpPr>
        <p:pic>
          <p:nvPicPr>
            <p:cNvPr id="4" name="object 4"/>
            <p:cNvPicPr/>
            <p:nvPr/>
          </p:nvPicPr>
          <p:blipFill>
            <a:blip r:embed="rId2" cstate="print"/>
            <a:stretch>
              <a:fillRect/>
            </a:stretch>
          </p:blipFill>
          <p:spPr>
            <a:xfrm>
              <a:off x="457200" y="1676400"/>
              <a:ext cx="5212079" cy="2211323"/>
            </a:xfrm>
            <a:prstGeom prst="rect">
              <a:avLst/>
            </a:prstGeom>
          </p:spPr>
        </p:pic>
        <p:sp>
          <p:nvSpPr>
            <p:cNvPr id="5" name="object 5"/>
            <p:cNvSpPr/>
            <p:nvPr/>
          </p:nvSpPr>
          <p:spPr>
            <a:xfrm>
              <a:off x="457187" y="3886199"/>
              <a:ext cx="9142730" cy="2971800"/>
            </a:xfrm>
            <a:custGeom>
              <a:avLst/>
              <a:gdLst/>
              <a:ahLst/>
              <a:cxnLst/>
              <a:rect l="l" t="t" r="r" b="b"/>
              <a:pathLst>
                <a:path w="9142730" h="2971800">
                  <a:moveTo>
                    <a:pt x="9142476" y="2970276"/>
                  </a:moveTo>
                  <a:lnTo>
                    <a:pt x="0" y="2970276"/>
                  </a:lnTo>
                  <a:lnTo>
                    <a:pt x="0" y="2971800"/>
                  </a:lnTo>
                  <a:lnTo>
                    <a:pt x="9142476" y="2971800"/>
                  </a:lnTo>
                  <a:lnTo>
                    <a:pt x="9142476" y="2970276"/>
                  </a:lnTo>
                  <a:close/>
                </a:path>
                <a:path w="9142730" h="2971800">
                  <a:moveTo>
                    <a:pt x="9142476" y="0"/>
                  </a:moveTo>
                  <a:lnTo>
                    <a:pt x="0" y="0"/>
                  </a:lnTo>
                  <a:lnTo>
                    <a:pt x="0" y="2906268"/>
                  </a:lnTo>
                  <a:lnTo>
                    <a:pt x="9142476" y="2906268"/>
                  </a:lnTo>
                  <a:lnTo>
                    <a:pt x="9142476" y="0"/>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pic>
          <p:nvPicPr>
            <p:cNvPr id="8" name="object 8"/>
            <p:cNvPicPr/>
            <p:nvPr/>
          </p:nvPicPr>
          <p:blipFill>
            <a:blip r:embed="rId3" cstate="print"/>
            <a:stretch>
              <a:fillRect/>
            </a:stretch>
          </p:blipFill>
          <p:spPr>
            <a:xfrm>
              <a:off x="457200" y="3886200"/>
              <a:ext cx="5212079" cy="2895600"/>
            </a:xfrm>
            <a:prstGeom prst="rect">
              <a:avLst/>
            </a:prstGeom>
          </p:spPr>
        </p:pic>
      </p:grpSp>
      <p:sp>
        <p:nvSpPr>
          <p:cNvPr id="9" name="object 9"/>
          <p:cNvSpPr txBox="1"/>
          <p:nvPr/>
        </p:nvSpPr>
        <p:spPr>
          <a:xfrm>
            <a:off x="5641339" y="2303779"/>
            <a:ext cx="3822065" cy="4048760"/>
          </a:xfrm>
          <a:prstGeom prst="rect">
            <a:avLst/>
          </a:prstGeom>
        </p:spPr>
        <p:txBody>
          <a:bodyPr vert="horz" wrap="square" lIns="0" tIns="12700" rIns="0" bIns="0" rtlCol="0">
            <a:spAutoFit/>
          </a:bodyPr>
          <a:lstStyle/>
          <a:p>
            <a:pPr marL="12700" marR="130175">
              <a:lnSpc>
                <a:spcPct val="100000"/>
              </a:lnSpc>
              <a:spcBef>
                <a:spcPts val="100"/>
              </a:spcBef>
            </a:pPr>
            <a:r>
              <a:rPr sz="1800" spc="-5" dirty="0">
                <a:latin typeface="Calibri"/>
                <a:cs typeface="Calibri"/>
              </a:rPr>
              <a:t>Lines </a:t>
            </a:r>
            <a:r>
              <a:rPr sz="1800" dirty="0">
                <a:latin typeface="Calibri"/>
                <a:cs typeface="Calibri"/>
              </a:rPr>
              <a:t>4</a:t>
            </a:r>
            <a:r>
              <a:rPr sz="1800" spc="-5" dirty="0">
                <a:latin typeface="Calibri"/>
                <a:cs typeface="Calibri"/>
              </a:rPr>
              <a:t> </a:t>
            </a:r>
            <a:r>
              <a:rPr sz="1800" spc="-10" dirty="0">
                <a:latin typeface="Calibri"/>
                <a:cs typeface="Calibri"/>
              </a:rPr>
              <a:t>to</a:t>
            </a:r>
            <a:r>
              <a:rPr sz="1800" spc="-5" dirty="0">
                <a:latin typeface="Calibri"/>
                <a:cs typeface="Calibri"/>
              </a:rPr>
              <a:t> 11</a:t>
            </a:r>
            <a:r>
              <a:rPr sz="1800" spc="5" dirty="0">
                <a:latin typeface="Calibri"/>
                <a:cs typeface="Calibri"/>
              </a:rPr>
              <a:t> </a:t>
            </a:r>
            <a:r>
              <a:rPr sz="1800" spc="-10" dirty="0">
                <a:latin typeface="Calibri"/>
                <a:cs typeface="Calibri"/>
              </a:rPr>
              <a:t>initialize</a:t>
            </a:r>
            <a:r>
              <a:rPr sz="1800" spc="20" dirty="0">
                <a:latin typeface="Calibri"/>
                <a:cs typeface="Calibri"/>
              </a:rPr>
              <a:t> </a:t>
            </a:r>
            <a:r>
              <a:rPr sz="1800" spc="-5" dirty="0">
                <a:latin typeface="Calibri"/>
                <a:cs typeface="Calibri"/>
              </a:rPr>
              <a:t>the</a:t>
            </a:r>
            <a:r>
              <a:rPr sz="1800" spc="15" dirty="0">
                <a:latin typeface="Calibri"/>
                <a:cs typeface="Calibri"/>
              </a:rPr>
              <a:t> </a:t>
            </a:r>
            <a:r>
              <a:rPr sz="1800" spc="-10" dirty="0">
                <a:latin typeface="Calibri"/>
                <a:cs typeface="Calibri"/>
              </a:rPr>
              <a:t>vector</a:t>
            </a:r>
            <a:r>
              <a:rPr sz="1800" spc="-5" dirty="0">
                <a:latin typeface="Calibri"/>
                <a:cs typeface="Calibri"/>
              </a:rPr>
              <a:t> </a:t>
            </a:r>
            <a:r>
              <a:rPr sz="1800" spc="-15" dirty="0">
                <a:latin typeface="Calibri"/>
                <a:cs typeface="Calibri"/>
              </a:rPr>
              <a:t>for</a:t>
            </a:r>
            <a:r>
              <a:rPr sz="1800" spc="-5" dirty="0">
                <a:latin typeface="Calibri"/>
                <a:cs typeface="Calibri"/>
              </a:rPr>
              <a:t> the </a:t>
            </a:r>
            <a:r>
              <a:rPr sz="1800" spc="-395" dirty="0">
                <a:latin typeface="Calibri"/>
                <a:cs typeface="Calibri"/>
              </a:rPr>
              <a:t> </a:t>
            </a:r>
            <a:r>
              <a:rPr sz="1800" spc="-5" dirty="0">
                <a:latin typeface="Calibri"/>
                <a:cs typeface="Calibri"/>
              </a:rPr>
              <a:t>node</a:t>
            </a:r>
            <a:endParaRPr sz="1800">
              <a:latin typeface="Calibri"/>
              <a:cs typeface="Calibri"/>
            </a:endParaRPr>
          </a:p>
          <a:p>
            <a:pPr marL="12700" marR="50165">
              <a:lnSpc>
                <a:spcPct val="100000"/>
              </a:lnSpc>
              <a:spcBef>
                <a:spcPts val="1610"/>
              </a:spcBef>
            </a:pPr>
            <a:r>
              <a:rPr sz="1800" spc="-5" dirty="0">
                <a:latin typeface="Calibri"/>
                <a:cs typeface="Calibri"/>
              </a:rPr>
              <a:t>Lines 14</a:t>
            </a:r>
            <a:r>
              <a:rPr sz="1800" spc="-10" dirty="0">
                <a:latin typeface="Calibri"/>
                <a:cs typeface="Calibri"/>
              </a:rPr>
              <a:t> to </a:t>
            </a:r>
            <a:r>
              <a:rPr sz="1800" spc="-5" dirty="0">
                <a:latin typeface="Calibri"/>
                <a:cs typeface="Calibri"/>
              </a:rPr>
              <a:t>23</a:t>
            </a:r>
            <a:r>
              <a:rPr sz="1800" spc="5" dirty="0">
                <a:latin typeface="Calibri"/>
                <a:cs typeface="Calibri"/>
              </a:rPr>
              <a:t> </a:t>
            </a:r>
            <a:r>
              <a:rPr sz="1800" spc="-5" dirty="0">
                <a:latin typeface="Calibri"/>
                <a:cs typeface="Calibri"/>
              </a:rPr>
              <a:t>show</a:t>
            </a:r>
            <a:r>
              <a:rPr sz="1800" spc="25" dirty="0">
                <a:latin typeface="Calibri"/>
                <a:cs typeface="Calibri"/>
              </a:rPr>
              <a:t> </a:t>
            </a:r>
            <a:r>
              <a:rPr sz="1800" spc="-5" dirty="0">
                <a:latin typeface="Calibri"/>
                <a:cs typeface="Calibri"/>
              </a:rPr>
              <a:t>how</a:t>
            </a:r>
            <a:r>
              <a:rPr sz="1800" dirty="0">
                <a:latin typeface="Calibri"/>
                <a:cs typeface="Calibri"/>
              </a:rPr>
              <a:t> </a:t>
            </a:r>
            <a:r>
              <a:rPr sz="1800" spc="-5" dirty="0">
                <a:latin typeface="Calibri"/>
                <a:cs typeface="Calibri"/>
              </a:rPr>
              <a:t>the</a:t>
            </a:r>
            <a:r>
              <a:rPr sz="1800" spc="15" dirty="0">
                <a:latin typeface="Calibri"/>
                <a:cs typeface="Calibri"/>
              </a:rPr>
              <a:t> </a:t>
            </a:r>
            <a:r>
              <a:rPr sz="1800" spc="-10" dirty="0">
                <a:latin typeface="Calibri"/>
                <a:cs typeface="Calibri"/>
              </a:rPr>
              <a:t>vector</a:t>
            </a:r>
            <a:r>
              <a:rPr sz="1800" spc="-15" dirty="0">
                <a:latin typeface="Calibri"/>
                <a:cs typeface="Calibri"/>
              </a:rPr>
              <a:t> </a:t>
            </a:r>
            <a:r>
              <a:rPr sz="1800" spc="-10" dirty="0">
                <a:latin typeface="Calibri"/>
                <a:cs typeface="Calibri"/>
              </a:rPr>
              <a:t>can </a:t>
            </a:r>
            <a:r>
              <a:rPr sz="1800" spc="-5" dirty="0">
                <a:latin typeface="Calibri"/>
                <a:cs typeface="Calibri"/>
              </a:rPr>
              <a:t> </a:t>
            </a:r>
            <a:r>
              <a:rPr sz="1800" dirty="0">
                <a:latin typeface="Calibri"/>
                <a:cs typeface="Calibri"/>
              </a:rPr>
              <a:t>be</a:t>
            </a:r>
            <a:r>
              <a:rPr sz="1800" spc="-5" dirty="0">
                <a:latin typeface="Calibri"/>
                <a:cs typeface="Calibri"/>
              </a:rPr>
              <a:t> </a:t>
            </a:r>
            <a:r>
              <a:rPr sz="1800" spc="-10" dirty="0">
                <a:latin typeface="Calibri"/>
                <a:cs typeface="Calibri"/>
              </a:rPr>
              <a:t>updated</a:t>
            </a:r>
            <a:r>
              <a:rPr sz="1800" dirty="0">
                <a:latin typeface="Calibri"/>
                <a:cs typeface="Calibri"/>
              </a:rPr>
              <a:t> </a:t>
            </a:r>
            <a:r>
              <a:rPr sz="1800" spc="-10" dirty="0">
                <a:latin typeface="Calibri"/>
                <a:cs typeface="Calibri"/>
              </a:rPr>
              <a:t>after</a:t>
            </a:r>
            <a:r>
              <a:rPr sz="1800" spc="5" dirty="0">
                <a:latin typeface="Calibri"/>
                <a:cs typeface="Calibri"/>
              </a:rPr>
              <a:t> </a:t>
            </a:r>
            <a:r>
              <a:rPr sz="1800" spc="-10" dirty="0">
                <a:latin typeface="Calibri"/>
                <a:cs typeface="Calibri"/>
              </a:rPr>
              <a:t>receiving</a:t>
            </a:r>
            <a:r>
              <a:rPr sz="1800" spc="25" dirty="0">
                <a:latin typeface="Calibri"/>
                <a:cs typeface="Calibri"/>
              </a:rPr>
              <a:t> </a:t>
            </a:r>
            <a:r>
              <a:rPr sz="1800" dirty="0">
                <a:latin typeface="Calibri"/>
                <a:cs typeface="Calibri"/>
              </a:rPr>
              <a:t>a</a:t>
            </a:r>
            <a:r>
              <a:rPr sz="1800" spc="-5" dirty="0">
                <a:latin typeface="Calibri"/>
                <a:cs typeface="Calibri"/>
              </a:rPr>
              <a:t> </a:t>
            </a:r>
            <a:r>
              <a:rPr sz="1800" spc="-10" dirty="0">
                <a:latin typeface="Calibri"/>
                <a:cs typeface="Calibri"/>
              </a:rPr>
              <a:t>vector</a:t>
            </a:r>
            <a:r>
              <a:rPr sz="1800" spc="-5" dirty="0">
                <a:latin typeface="Calibri"/>
                <a:cs typeface="Calibri"/>
              </a:rPr>
              <a:t> </a:t>
            </a:r>
            <a:r>
              <a:rPr sz="1800" spc="-10" dirty="0">
                <a:latin typeface="Calibri"/>
                <a:cs typeface="Calibri"/>
              </a:rPr>
              <a:t>from </a:t>
            </a:r>
            <a:r>
              <a:rPr sz="1800" spc="-395" dirty="0">
                <a:latin typeface="Calibri"/>
                <a:cs typeface="Calibri"/>
              </a:rPr>
              <a:t> </a:t>
            </a:r>
            <a:r>
              <a:rPr sz="1800" spc="-5" dirty="0">
                <a:latin typeface="Calibri"/>
                <a:cs typeface="Calibri"/>
              </a:rPr>
              <a:t>the</a:t>
            </a:r>
            <a:r>
              <a:rPr sz="1800" dirty="0">
                <a:latin typeface="Calibri"/>
                <a:cs typeface="Calibri"/>
              </a:rPr>
              <a:t> </a:t>
            </a:r>
            <a:r>
              <a:rPr sz="1800" spc="-10" dirty="0">
                <a:latin typeface="Calibri"/>
                <a:cs typeface="Calibri"/>
              </a:rPr>
              <a:t>immediate</a:t>
            </a:r>
            <a:r>
              <a:rPr sz="1800" dirty="0">
                <a:latin typeface="Calibri"/>
                <a:cs typeface="Calibri"/>
              </a:rPr>
              <a:t> </a:t>
            </a:r>
            <a:r>
              <a:rPr sz="1800" spc="-5" dirty="0">
                <a:latin typeface="Calibri"/>
                <a:cs typeface="Calibri"/>
              </a:rPr>
              <a:t>neighbor</a:t>
            </a:r>
            <a:endParaRPr sz="1800">
              <a:latin typeface="Calibri"/>
              <a:cs typeface="Calibri"/>
            </a:endParaRPr>
          </a:p>
          <a:p>
            <a:pPr>
              <a:lnSpc>
                <a:spcPct val="100000"/>
              </a:lnSpc>
            </a:pPr>
            <a:endParaRPr sz="1800">
              <a:latin typeface="Calibri"/>
              <a:cs typeface="Calibri"/>
            </a:endParaRPr>
          </a:p>
          <a:p>
            <a:pPr marL="12700" marR="5080">
              <a:lnSpc>
                <a:spcPct val="100000"/>
              </a:lnSpc>
              <a:spcBef>
                <a:spcPts val="1520"/>
              </a:spcBef>
            </a:pPr>
            <a:r>
              <a:rPr sz="1800" spc="-5" dirty="0">
                <a:latin typeface="Calibri"/>
                <a:cs typeface="Calibri"/>
              </a:rPr>
              <a:t>The</a:t>
            </a:r>
            <a:r>
              <a:rPr sz="1800" spc="-15" dirty="0">
                <a:latin typeface="Calibri"/>
                <a:cs typeface="Calibri"/>
              </a:rPr>
              <a:t> </a:t>
            </a:r>
            <a:r>
              <a:rPr sz="1800" i="1" spc="-10" dirty="0">
                <a:latin typeface="Calibri"/>
                <a:cs typeface="Calibri"/>
              </a:rPr>
              <a:t>for</a:t>
            </a:r>
            <a:r>
              <a:rPr sz="1800" i="1" spc="5" dirty="0">
                <a:latin typeface="Calibri"/>
                <a:cs typeface="Calibri"/>
              </a:rPr>
              <a:t> </a:t>
            </a:r>
            <a:r>
              <a:rPr sz="1800" i="1" spc="-5" dirty="0">
                <a:latin typeface="Calibri"/>
                <a:cs typeface="Calibri"/>
              </a:rPr>
              <a:t>loop</a:t>
            </a:r>
            <a:r>
              <a:rPr sz="1800" i="1" spc="5" dirty="0">
                <a:latin typeface="Calibri"/>
                <a:cs typeface="Calibri"/>
              </a:rPr>
              <a:t> </a:t>
            </a:r>
            <a:r>
              <a:rPr sz="1800" i="1" spc="-5" dirty="0">
                <a:latin typeface="Calibri"/>
                <a:cs typeface="Calibri"/>
              </a:rPr>
              <a:t>in</a:t>
            </a:r>
            <a:r>
              <a:rPr sz="1800" i="1" spc="10" dirty="0">
                <a:latin typeface="Calibri"/>
                <a:cs typeface="Calibri"/>
              </a:rPr>
              <a:t> </a:t>
            </a:r>
            <a:r>
              <a:rPr sz="1800" i="1" spc="-5" dirty="0">
                <a:latin typeface="Calibri"/>
                <a:cs typeface="Calibri"/>
              </a:rPr>
              <a:t>lines</a:t>
            </a:r>
            <a:r>
              <a:rPr sz="1800" i="1" dirty="0">
                <a:latin typeface="Calibri"/>
                <a:cs typeface="Calibri"/>
              </a:rPr>
              <a:t> </a:t>
            </a:r>
            <a:r>
              <a:rPr sz="1800" i="1" spc="-5" dirty="0">
                <a:latin typeface="Calibri"/>
                <a:cs typeface="Calibri"/>
              </a:rPr>
              <a:t>17</a:t>
            </a:r>
            <a:r>
              <a:rPr sz="1800" i="1" spc="5" dirty="0">
                <a:latin typeface="Calibri"/>
                <a:cs typeface="Calibri"/>
              </a:rPr>
              <a:t> </a:t>
            </a:r>
            <a:r>
              <a:rPr sz="1800" i="1" spc="-15" dirty="0">
                <a:latin typeface="Calibri"/>
                <a:cs typeface="Calibri"/>
              </a:rPr>
              <a:t>to</a:t>
            </a:r>
            <a:r>
              <a:rPr sz="1800" i="1" spc="-5" dirty="0">
                <a:latin typeface="Calibri"/>
                <a:cs typeface="Calibri"/>
              </a:rPr>
              <a:t> 20</a:t>
            </a:r>
            <a:r>
              <a:rPr sz="1800" i="1" dirty="0">
                <a:latin typeface="Calibri"/>
                <a:cs typeface="Calibri"/>
              </a:rPr>
              <a:t> </a:t>
            </a:r>
            <a:r>
              <a:rPr sz="1800" i="1" spc="-10" dirty="0">
                <a:latin typeface="Calibri"/>
                <a:cs typeface="Calibri"/>
              </a:rPr>
              <a:t>allows</a:t>
            </a:r>
            <a:r>
              <a:rPr sz="1800" i="1" spc="15" dirty="0">
                <a:latin typeface="Calibri"/>
                <a:cs typeface="Calibri"/>
              </a:rPr>
              <a:t> </a:t>
            </a:r>
            <a:r>
              <a:rPr sz="1800" i="1" spc="-5" dirty="0">
                <a:latin typeface="Calibri"/>
                <a:cs typeface="Calibri"/>
              </a:rPr>
              <a:t>all </a:t>
            </a:r>
            <a:r>
              <a:rPr sz="1800" i="1" dirty="0">
                <a:latin typeface="Calibri"/>
                <a:cs typeface="Calibri"/>
              </a:rPr>
              <a:t> </a:t>
            </a:r>
            <a:r>
              <a:rPr sz="1800" i="1" spc="-5" dirty="0">
                <a:latin typeface="Calibri"/>
                <a:cs typeface="Calibri"/>
              </a:rPr>
              <a:t>entries</a:t>
            </a:r>
            <a:r>
              <a:rPr sz="1800" i="1" spc="-20" dirty="0">
                <a:latin typeface="Calibri"/>
                <a:cs typeface="Calibri"/>
              </a:rPr>
              <a:t> </a:t>
            </a:r>
            <a:r>
              <a:rPr sz="1800" i="1" spc="-10" dirty="0">
                <a:latin typeface="Calibri"/>
                <a:cs typeface="Calibri"/>
              </a:rPr>
              <a:t>(cells)</a:t>
            </a:r>
            <a:r>
              <a:rPr sz="1800" i="1" spc="45" dirty="0">
                <a:latin typeface="Calibri"/>
                <a:cs typeface="Calibri"/>
              </a:rPr>
              <a:t> </a:t>
            </a:r>
            <a:r>
              <a:rPr sz="1800" i="1" spc="-5" dirty="0">
                <a:latin typeface="Calibri"/>
                <a:cs typeface="Calibri"/>
              </a:rPr>
              <a:t>in</a:t>
            </a:r>
            <a:r>
              <a:rPr sz="1800" i="1" dirty="0">
                <a:latin typeface="Calibri"/>
                <a:cs typeface="Calibri"/>
              </a:rPr>
              <a:t> </a:t>
            </a:r>
            <a:r>
              <a:rPr sz="1800" i="1" spc="-5" dirty="0">
                <a:latin typeface="Calibri"/>
                <a:cs typeface="Calibri"/>
              </a:rPr>
              <a:t>the </a:t>
            </a:r>
            <a:r>
              <a:rPr sz="1800" spc="-10" dirty="0">
                <a:latin typeface="Calibri"/>
                <a:cs typeface="Calibri"/>
              </a:rPr>
              <a:t>vector</a:t>
            </a:r>
            <a:r>
              <a:rPr sz="1800" spc="-5" dirty="0">
                <a:latin typeface="Calibri"/>
                <a:cs typeface="Calibri"/>
              </a:rPr>
              <a:t> </a:t>
            </a:r>
            <a:r>
              <a:rPr sz="1800" spc="-10" dirty="0">
                <a:latin typeface="Calibri"/>
                <a:cs typeface="Calibri"/>
              </a:rPr>
              <a:t>to</a:t>
            </a:r>
            <a:r>
              <a:rPr sz="1800" spc="-5" dirty="0">
                <a:latin typeface="Calibri"/>
                <a:cs typeface="Calibri"/>
              </a:rPr>
              <a:t> </a:t>
            </a:r>
            <a:r>
              <a:rPr sz="1800" dirty="0">
                <a:latin typeface="Calibri"/>
                <a:cs typeface="Calibri"/>
              </a:rPr>
              <a:t>be</a:t>
            </a:r>
            <a:r>
              <a:rPr sz="1800" spc="15" dirty="0">
                <a:latin typeface="Calibri"/>
                <a:cs typeface="Calibri"/>
              </a:rPr>
              <a:t> </a:t>
            </a:r>
            <a:r>
              <a:rPr sz="1800" spc="-10" dirty="0">
                <a:latin typeface="Calibri"/>
                <a:cs typeface="Calibri"/>
              </a:rPr>
              <a:t>updated </a:t>
            </a:r>
            <a:r>
              <a:rPr sz="1800" spc="-395" dirty="0">
                <a:latin typeface="Calibri"/>
                <a:cs typeface="Calibri"/>
              </a:rPr>
              <a:t> </a:t>
            </a:r>
            <a:r>
              <a:rPr sz="1800" spc="-10" dirty="0">
                <a:latin typeface="Calibri"/>
                <a:cs typeface="Calibri"/>
              </a:rPr>
              <a:t>after receiving</a:t>
            </a:r>
            <a:r>
              <a:rPr sz="1800" spc="25" dirty="0">
                <a:latin typeface="Calibri"/>
                <a:cs typeface="Calibri"/>
              </a:rPr>
              <a:t> </a:t>
            </a:r>
            <a:r>
              <a:rPr sz="1800" dirty="0">
                <a:latin typeface="Calibri"/>
                <a:cs typeface="Calibri"/>
              </a:rPr>
              <a:t>a</a:t>
            </a:r>
            <a:r>
              <a:rPr sz="1800" spc="-5" dirty="0">
                <a:latin typeface="Calibri"/>
                <a:cs typeface="Calibri"/>
              </a:rPr>
              <a:t> new</a:t>
            </a:r>
            <a:r>
              <a:rPr sz="1800" spc="15" dirty="0">
                <a:latin typeface="Calibri"/>
                <a:cs typeface="Calibri"/>
              </a:rPr>
              <a:t> </a:t>
            </a:r>
            <a:r>
              <a:rPr sz="1800" spc="-35" dirty="0">
                <a:latin typeface="Calibri"/>
                <a:cs typeface="Calibri"/>
              </a:rPr>
              <a:t>vector.</a:t>
            </a:r>
            <a:endParaRPr sz="1800">
              <a:latin typeface="Calibri"/>
              <a:cs typeface="Calibri"/>
            </a:endParaRPr>
          </a:p>
          <a:p>
            <a:pPr>
              <a:lnSpc>
                <a:spcPct val="100000"/>
              </a:lnSpc>
              <a:spcBef>
                <a:spcPts val="25"/>
              </a:spcBef>
            </a:pPr>
            <a:endParaRPr sz="2100">
              <a:latin typeface="Calibri"/>
              <a:cs typeface="Calibri"/>
            </a:endParaRPr>
          </a:p>
          <a:p>
            <a:pPr marL="12700" marR="13335" algn="just">
              <a:lnSpc>
                <a:spcPct val="100000"/>
              </a:lnSpc>
              <a:spcBef>
                <a:spcPts val="5"/>
              </a:spcBef>
            </a:pPr>
            <a:r>
              <a:rPr sz="1800" spc="-5" dirty="0">
                <a:latin typeface="Calibri"/>
                <a:cs typeface="Calibri"/>
              </a:rPr>
              <a:t>the node </a:t>
            </a:r>
            <a:r>
              <a:rPr sz="1800" dirty="0">
                <a:latin typeface="Calibri"/>
                <a:cs typeface="Calibri"/>
              </a:rPr>
              <a:t>sends </a:t>
            </a:r>
            <a:r>
              <a:rPr sz="1800" spc="-5" dirty="0">
                <a:latin typeface="Calibri"/>
                <a:cs typeface="Calibri"/>
              </a:rPr>
              <a:t>its </a:t>
            </a:r>
            <a:r>
              <a:rPr sz="1800" spc="-10" dirty="0">
                <a:latin typeface="Calibri"/>
                <a:cs typeface="Calibri"/>
              </a:rPr>
              <a:t>vector </a:t>
            </a:r>
            <a:r>
              <a:rPr sz="1800" spc="-5" dirty="0">
                <a:latin typeface="Calibri"/>
                <a:cs typeface="Calibri"/>
              </a:rPr>
              <a:t>in line 12, </a:t>
            </a:r>
            <a:r>
              <a:rPr sz="1800" spc="-10" dirty="0">
                <a:latin typeface="Calibri"/>
                <a:cs typeface="Calibri"/>
              </a:rPr>
              <a:t>after </a:t>
            </a:r>
            <a:r>
              <a:rPr sz="1800" spc="-395" dirty="0">
                <a:latin typeface="Calibri"/>
                <a:cs typeface="Calibri"/>
              </a:rPr>
              <a:t> </a:t>
            </a:r>
            <a:r>
              <a:rPr sz="1800" spc="-5" dirty="0">
                <a:latin typeface="Calibri"/>
                <a:cs typeface="Calibri"/>
              </a:rPr>
              <a:t>being </a:t>
            </a:r>
            <a:r>
              <a:rPr sz="1800" spc="-10" dirty="0">
                <a:latin typeface="Calibri"/>
                <a:cs typeface="Calibri"/>
              </a:rPr>
              <a:t>initialized, </a:t>
            </a:r>
            <a:r>
              <a:rPr sz="1800" dirty="0">
                <a:latin typeface="Calibri"/>
                <a:cs typeface="Calibri"/>
              </a:rPr>
              <a:t>and </a:t>
            </a:r>
            <a:r>
              <a:rPr sz="1800" spc="-5" dirty="0">
                <a:latin typeface="Calibri"/>
                <a:cs typeface="Calibri"/>
              </a:rPr>
              <a:t>in line 22, </a:t>
            </a:r>
            <a:r>
              <a:rPr sz="1800" spc="-10" dirty="0">
                <a:latin typeface="Calibri"/>
                <a:cs typeface="Calibri"/>
              </a:rPr>
              <a:t>after </a:t>
            </a:r>
            <a:r>
              <a:rPr sz="1800" spc="-5" dirty="0">
                <a:latin typeface="Calibri"/>
                <a:cs typeface="Calibri"/>
              </a:rPr>
              <a:t>it is </a:t>
            </a:r>
            <a:r>
              <a:rPr sz="1800" dirty="0">
                <a:latin typeface="Calibri"/>
                <a:cs typeface="Calibri"/>
              </a:rPr>
              <a:t> </a:t>
            </a:r>
            <a:r>
              <a:rPr sz="1800" spc="-10" dirty="0">
                <a:latin typeface="Calibri"/>
                <a:cs typeface="Calibri"/>
              </a:rPr>
              <a:t>updated</a:t>
            </a:r>
            <a:endParaRPr sz="18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62</a:t>
            </a:fld>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81700"/>
            <a:ext cx="7553959" cy="574040"/>
          </a:xfrm>
          <a:prstGeom prst="rect">
            <a:avLst/>
          </a:prstGeom>
        </p:spPr>
        <p:txBody>
          <a:bodyPr vert="horz" wrap="square" lIns="0" tIns="12700" rIns="0" bIns="0" rtlCol="0">
            <a:spAutoFit/>
          </a:bodyPr>
          <a:lstStyle/>
          <a:p>
            <a:pPr marL="12700">
              <a:lnSpc>
                <a:spcPct val="100000"/>
              </a:lnSpc>
              <a:spcBef>
                <a:spcPts val="100"/>
              </a:spcBef>
            </a:pPr>
            <a:r>
              <a:rPr sz="3600" i="0" spc="-50" dirty="0">
                <a:latin typeface="Arial"/>
                <a:cs typeface="Arial"/>
              </a:rPr>
              <a:t>Problem</a:t>
            </a:r>
            <a:r>
              <a:rPr sz="3600" i="0" spc="-125" dirty="0">
                <a:latin typeface="Arial"/>
                <a:cs typeface="Arial"/>
              </a:rPr>
              <a:t> </a:t>
            </a:r>
            <a:r>
              <a:rPr sz="3600" i="0" spc="-45" dirty="0">
                <a:latin typeface="Arial"/>
                <a:cs typeface="Arial"/>
              </a:rPr>
              <a:t>with</a:t>
            </a:r>
            <a:r>
              <a:rPr sz="3600" i="0" spc="-95" dirty="0">
                <a:latin typeface="Arial"/>
                <a:cs typeface="Arial"/>
              </a:rPr>
              <a:t> </a:t>
            </a:r>
            <a:r>
              <a:rPr sz="3600" i="0" spc="-40" dirty="0">
                <a:latin typeface="Arial"/>
                <a:cs typeface="Arial"/>
              </a:rPr>
              <a:t>DVR-</a:t>
            </a:r>
            <a:r>
              <a:rPr sz="3600" i="0" spc="-130" dirty="0">
                <a:latin typeface="Arial"/>
                <a:cs typeface="Arial"/>
              </a:rPr>
              <a:t> </a:t>
            </a:r>
            <a:r>
              <a:rPr sz="3600" spc="-45" dirty="0"/>
              <a:t>Count</a:t>
            </a:r>
            <a:r>
              <a:rPr sz="3600" spc="-100" dirty="0"/>
              <a:t> </a:t>
            </a:r>
            <a:r>
              <a:rPr sz="3600" spc="-30" dirty="0"/>
              <a:t>to</a:t>
            </a:r>
            <a:r>
              <a:rPr sz="3600" spc="-100" dirty="0"/>
              <a:t> </a:t>
            </a:r>
            <a:r>
              <a:rPr sz="3600" spc="-50" dirty="0"/>
              <a:t>infinity</a:t>
            </a:r>
            <a:endParaRPr sz="3600">
              <a:latin typeface="Arial"/>
              <a:cs typeface="Arial"/>
            </a:endParaRPr>
          </a:p>
        </p:txBody>
      </p:sp>
      <p:sp>
        <p:nvSpPr>
          <p:cNvPr id="3" name="object 3"/>
          <p:cNvSpPr txBox="1"/>
          <p:nvPr/>
        </p:nvSpPr>
        <p:spPr>
          <a:xfrm>
            <a:off x="697667" y="1769826"/>
            <a:ext cx="8729345" cy="2166620"/>
          </a:xfrm>
          <a:prstGeom prst="rect">
            <a:avLst/>
          </a:prstGeom>
        </p:spPr>
        <p:txBody>
          <a:bodyPr vert="horz" wrap="square" lIns="0" tIns="60960" rIns="0" bIns="0" rtlCol="0">
            <a:spAutoFit/>
          </a:bodyPr>
          <a:lstStyle/>
          <a:p>
            <a:pPr marL="189230" marR="318135" indent="-177165">
              <a:lnSpc>
                <a:spcPts val="3020"/>
              </a:lnSpc>
              <a:spcBef>
                <a:spcPts val="480"/>
              </a:spcBef>
              <a:buClr>
                <a:srgbClr val="1CACE4"/>
              </a:buClr>
              <a:buFont typeface="Arial MT"/>
              <a:buChar char="•"/>
              <a:tabLst>
                <a:tab pos="189865" algn="l"/>
              </a:tabLst>
            </a:pPr>
            <a:r>
              <a:rPr sz="2800" spc="-25" dirty="0">
                <a:solidFill>
                  <a:srgbClr val="3F3F3F"/>
                </a:solidFill>
                <a:latin typeface="Calibri"/>
                <a:cs typeface="Calibri"/>
              </a:rPr>
              <a:t>Any</a:t>
            </a:r>
            <a:r>
              <a:rPr sz="2800" spc="-5" dirty="0">
                <a:solidFill>
                  <a:srgbClr val="3F3F3F"/>
                </a:solidFill>
                <a:latin typeface="Calibri"/>
                <a:cs typeface="Calibri"/>
              </a:rPr>
              <a:t> </a:t>
            </a:r>
            <a:r>
              <a:rPr sz="2800" spc="-10" dirty="0">
                <a:solidFill>
                  <a:srgbClr val="3F3F3F"/>
                </a:solidFill>
                <a:latin typeface="Calibri"/>
                <a:cs typeface="Calibri"/>
              </a:rPr>
              <a:t>decrease</a:t>
            </a:r>
            <a:r>
              <a:rPr sz="2800" spc="10"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20" dirty="0">
                <a:solidFill>
                  <a:srgbClr val="3F3F3F"/>
                </a:solidFill>
                <a:latin typeface="Calibri"/>
                <a:cs typeface="Calibri"/>
              </a:rPr>
              <a:t>cost</a:t>
            </a:r>
            <a:r>
              <a:rPr sz="2800" spc="5" dirty="0">
                <a:solidFill>
                  <a:srgbClr val="3F3F3F"/>
                </a:solidFill>
                <a:latin typeface="Calibri"/>
                <a:cs typeface="Calibri"/>
              </a:rPr>
              <a:t> </a:t>
            </a:r>
            <a:r>
              <a:rPr sz="2800" spc="-5" dirty="0">
                <a:solidFill>
                  <a:srgbClr val="3F3F3F"/>
                </a:solidFill>
                <a:latin typeface="Calibri"/>
                <a:cs typeface="Calibri"/>
              </a:rPr>
              <a:t>(good</a:t>
            </a:r>
            <a:r>
              <a:rPr sz="2800" spc="5" dirty="0">
                <a:solidFill>
                  <a:srgbClr val="3F3F3F"/>
                </a:solidFill>
                <a:latin typeface="Calibri"/>
                <a:cs typeface="Calibri"/>
              </a:rPr>
              <a:t> </a:t>
            </a:r>
            <a:r>
              <a:rPr sz="2800" spc="-10" dirty="0">
                <a:solidFill>
                  <a:srgbClr val="3F3F3F"/>
                </a:solidFill>
                <a:latin typeface="Calibri"/>
                <a:cs typeface="Calibri"/>
              </a:rPr>
              <a:t>news)</a:t>
            </a:r>
            <a:r>
              <a:rPr sz="2800" dirty="0">
                <a:solidFill>
                  <a:srgbClr val="3F3F3F"/>
                </a:solidFill>
                <a:latin typeface="Calibri"/>
                <a:cs typeface="Calibri"/>
              </a:rPr>
              <a:t> </a:t>
            </a:r>
            <a:r>
              <a:rPr sz="2800" spc="-20" dirty="0">
                <a:solidFill>
                  <a:srgbClr val="3F3F3F"/>
                </a:solidFill>
                <a:latin typeface="Calibri"/>
                <a:cs typeface="Calibri"/>
              </a:rPr>
              <a:t>propagates</a:t>
            </a:r>
            <a:r>
              <a:rPr sz="2800" spc="-5" dirty="0">
                <a:solidFill>
                  <a:srgbClr val="3F3F3F"/>
                </a:solidFill>
                <a:latin typeface="Calibri"/>
                <a:cs typeface="Calibri"/>
              </a:rPr>
              <a:t> </a:t>
            </a:r>
            <a:r>
              <a:rPr sz="2800" spc="-35" dirty="0">
                <a:solidFill>
                  <a:srgbClr val="3F3F3F"/>
                </a:solidFill>
                <a:latin typeface="Calibri"/>
                <a:cs typeface="Calibri"/>
              </a:rPr>
              <a:t>quickly,</a:t>
            </a:r>
            <a:r>
              <a:rPr sz="2800" spc="45" dirty="0">
                <a:solidFill>
                  <a:srgbClr val="3F3F3F"/>
                </a:solidFill>
                <a:latin typeface="Calibri"/>
                <a:cs typeface="Calibri"/>
              </a:rPr>
              <a:t> </a:t>
            </a:r>
            <a:r>
              <a:rPr sz="2800" spc="-10" dirty="0">
                <a:solidFill>
                  <a:srgbClr val="3F3F3F"/>
                </a:solidFill>
                <a:latin typeface="Calibri"/>
                <a:cs typeface="Calibri"/>
              </a:rPr>
              <a:t>but </a:t>
            </a:r>
            <a:r>
              <a:rPr sz="2800" spc="-615" dirty="0">
                <a:solidFill>
                  <a:srgbClr val="3F3F3F"/>
                </a:solidFill>
                <a:latin typeface="Calibri"/>
                <a:cs typeface="Calibri"/>
              </a:rPr>
              <a:t> </a:t>
            </a:r>
            <a:r>
              <a:rPr sz="2800" spc="-25" dirty="0">
                <a:solidFill>
                  <a:srgbClr val="3F3F3F"/>
                </a:solidFill>
                <a:latin typeface="Calibri"/>
                <a:cs typeface="Calibri"/>
              </a:rPr>
              <a:t>any</a:t>
            </a:r>
            <a:r>
              <a:rPr sz="2800" spc="-15" dirty="0">
                <a:solidFill>
                  <a:srgbClr val="3F3F3F"/>
                </a:solidFill>
                <a:latin typeface="Calibri"/>
                <a:cs typeface="Calibri"/>
              </a:rPr>
              <a:t> </a:t>
            </a:r>
            <a:r>
              <a:rPr sz="2800" spc="-10" dirty="0">
                <a:solidFill>
                  <a:srgbClr val="3F3F3F"/>
                </a:solidFill>
                <a:latin typeface="Calibri"/>
                <a:cs typeface="Calibri"/>
              </a:rPr>
              <a:t>increase</a:t>
            </a:r>
            <a:r>
              <a:rPr sz="2800" spc="10"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20" dirty="0">
                <a:solidFill>
                  <a:srgbClr val="3F3F3F"/>
                </a:solidFill>
                <a:latin typeface="Calibri"/>
                <a:cs typeface="Calibri"/>
              </a:rPr>
              <a:t>cost</a:t>
            </a:r>
            <a:r>
              <a:rPr sz="2800" spc="5" dirty="0">
                <a:solidFill>
                  <a:srgbClr val="3F3F3F"/>
                </a:solidFill>
                <a:latin typeface="Calibri"/>
                <a:cs typeface="Calibri"/>
              </a:rPr>
              <a:t> </a:t>
            </a:r>
            <a:r>
              <a:rPr sz="2800" spc="-5" dirty="0">
                <a:solidFill>
                  <a:srgbClr val="3F3F3F"/>
                </a:solidFill>
                <a:latin typeface="Calibri"/>
                <a:cs typeface="Calibri"/>
              </a:rPr>
              <a:t>(bad</a:t>
            </a:r>
            <a:r>
              <a:rPr sz="2800" spc="20" dirty="0">
                <a:solidFill>
                  <a:srgbClr val="3F3F3F"/>
                </a:solidFill>
                <a:latin typeface="Calibri"/>
                <a:cs typeface="Calibri"/>
              </a:rPr>
              <a:t> </a:t>
            </a:r>
            <a:r>
              <a:rPr sz="2800" spc="-10" dirty="0">
                <a:solidFill>
                  <a:srgbClr val="3F3F3F"/>
                </a:solidFill>
                <a:latin typeface="Calibri"/>
                <a:cs typeface="Calibri"/>
              </a:rPr>
              <a:t>news)</a:t>
            </a:r>
            <a:r>
              <a:rPr sz="2800" dirty="0">
                <a:solidFill>
                  <a:srgbClr val="3F3F3F"/>
                </a:solidFill>
                <a:latin typeface="Calibri"/>
                <a:cs typeface="Calibri"/>
              </a:rPr>
              <a:t> </a:t>
            </a:r>
            <a:r>
              <a:rPr sz="2800" spc="-10" dirty="0">
                <a:solidFill>
                  <a:srgbClr val="3F3F3F"/>
                </a:solidFill>
                <a:latin typeface="Calibri"/>
                <a:cs typeface="Calibri"/>
              </a:rPr>
              <a:t>will</a:t>
            </a:r>
            <a:r>
              <a:rPr sz="2800" spc="45" dirty="0">
                <a:solidFill>
                  <a:srgbClr val="3F3F3F"/>
                </a:solidFill>
                <a:latin typeface="Calibri"/>
                <a:cs typeface="Calibri"/>
              </a:rPr>
              <a:t> </a:t>
            </a:r>
            <a:r>
              <a:rPr sz="2800" spc="-25" dirty="0">
                <a:solidFill>
                  <a:srgbClr val="3F3F3F"/>
                </a:solidFill>
                <a:latin typeface="Calibri"/>
                <a:cs typeface="Calibri"/>
              </a:rPr>
              <a:t>propagate</a:t>
            </a:r>
            <a:r>
              <a:rPr sz="2800" spc="-10" dirty="0">
                <a:solidFill>
                  <a:srgbClr val="3F3F3F"/>
                </a:solidFill>
                <a:latin typeface="Calibri"/>
                <a:cs typeface="Calibri"/>
              </a:rPr>
              <a:t> </a:t>
            </a:r>
            <a:r>
              <a:rPr sz="2800" spc="-35" dirty="0">
                <a:solidFill>
                  <a:srgbClr val="3F3F3F"/>
                </a:solidFill>
                <a:latin typeface="Calibri"/>
                <a:cs typeface="Calibri"/>
              </a:rPr>
              <a:t>slowly.</a:t>
            </a:r>
            <a:endParaRPr sz="2800">
              <a:latin typeface="Calibri"/>
              <a:cs typeface="Calibri"/>
            </a:endParaRPr>
          </a:p>
          <a:p>
            <a:pPr marL="189230" marR="5080" indent="-177165">
              <a:lnSpc>
                <a:spcPts val="3020"/>
              </a:lnSpc>
              <a:spcBef>
                <a:spcPts val="1410"/>
              </a:spcBef>
              <a:buClr>
                <a:srgbClr val="1CACE4"/>
              </a:buClr>
              <a:buFont typeface="Arial MT"/>
              <a:buChar char="•"/>
              <a:tabLst>
                <a:tab pos="189865" algn="l"/>
              </a:tabLst>
            </a:pPr>
            <a:r>
              <a:rPr sz="2800" spc="-20" dirty="0">
                <a:solidFill>
                  <a:srgbClr val="3F3F3F"/>
                </a:solidFill>
                <a:latin typeface="Calibri"/>
                <a:cs typeface="Calibri"/>
              </a:rPr>
              <a:t>For</a:t>
            </a:r>
            <a:r>
              <a:rPr sz="2800" spc="-15" dirty="0">
                <a:solidFill>
                  <a:srgbClr val="3F3F3F"/>
                </a:solidFill>
                <a:latin typeface="Calibri"/>
                <a:cs typeface="Calibri"/>
              </a:rPr>
              <a:t> </a:t>
            </a:r>
            <a:r>
              <a:rPr sz="2800" spc="-5" dirty="0">
                <a:solidFill>
                  <a:srgbClr val="3F3F3F"/>
                </a:solidFill>
                <a:latin typeface="Calibri"/>
                <a:cs typeface="Calibri"/>
              </a:rPr>
              <a:t>a</a:t>
            </a:r>
            <a:r>
              <a:rPr sz="2800" dirty="0">
                <a:solidFill>
                  <a:srgbClr val="3F3F3F"/>
                </a:solidFill>
                <a:latin typeface="Calibri"/>
                <a:cs typeface="Calibri"/>
              </a:rPr>
              <a:t> </a:t>
            </a:r>
            <a:r>
              <a:rPr sz="2800" spc="-15" dirty="0">
                <a:solidFill>
                  <a:srgbClr val="3F3F3F"/>
                </a:solidFill>
                <a:latin typeface="Calibri"/>
                <a:cs typeface="Calibri"/>
              </a:rPr>
              <a:t>routing</a:t>
            </a:r>
            <a:r>
              <a:rPr sz="2800" spc="20" dirty="0">
                <a:solidFill>
                  <a:srgbClr val="3F3F3F"/>
                </a:solidFill>
                <a:latin typeface="Calibri"/>
                <a:cs typeface="Calibri"/>
              </a:rPr>
              <a:t> </a:t>
            </a:r>
            <a:r>
              <a:rPr sz="2800" spc="-20" dirty="0">
                <a:solidFill>
                  <a:srgbClr val="3F3F3F"/>
                </a:solidFill>
                <a:latin typeface="Calibri"/>
                <a:cs typeface="Calibri"/>
              </a:rPr>
              <a:t>protocol</a:t>
            </a:r>
            <a:r>
              <a:rPr sz="2800" spc="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work</a:t>
            </a:r>
            <a:r>
              <a:rPr sz="2800" spc="-5" dirty="0">
                <a:solidFill>
                  <a:srgbClr val="3F3F3F"/>
                </a:solidFill>
                <a:latin typeface="Calibri"/>
                <a:cs typeface="Calibri"/>
              </a:rPr>
              <a:t> </a:t>
            </a:r>
            <a:r>
              <a:rPr sz="2800" spc="-35" dirty="0">
                <a:solidFill>
                  <a:srgbClr val="3F3F3F"/>
                </a:solidFill>
                <a:latin typeface="Calibri"/>
                <a:cs typeface="Calibri"/>
              </a:rPr>
              <a:t>properly,</a:t>
            </a:r>
            <a:r>
              <a:rPr sz="2800" spc="35" dirty="0">
                <a:solidFill>
                  <a:srgbClr val="3F3F3F"/>
                </a:solidFill>
                <a:latin typeface="Calibri"/>
                <a:cs typeface="Calibri"/>
              </a:rPr>
              <a:t> </a:t>
            </a:r>
            <a:r>
              <a:rPr sz="2800" spc="-10" dirty="0">
                <a:solidFill>
                  <a:srgbClr val="3F3F3F"/>
                </a:solidFill>
                <a:latin typeface="Calibri"/>
                <a:cs typeface="Calibri"/>
              </a:rPr>
              <a:t>if</a:t>
            </a:r>
            <a:r>
              <a:rPr sz="2800" spc="10" dirty="0">
                <a:solidFill>
                  <a:srgbClr val="3F3F3F"/>
                </a:solidFill>
                <a:latin typeface="Calibri"/>
                <a:cs typeface="Calibri"/>
              </a:rPr>
              <a:t> </a:t>
            </a:r>
            <a:r>
              <a:rPr sz="2800" spc="-5" dirty="0">
                <a:solidFill>
                  <a:srgbClr val="3F3F3F"/>
                </a:solidFill>
                <a:latin typeface="Calibri"/>
                <a:cs typeface="Calibri"/>
              </a:rPr>
              <a:t>a </a:t>
            </a:r>
            <a:r>
              <a:rPr sz="2800" spc="-10" dirty="0">
                <a:solidFill>
                  <a:srgbClr val="3F3F3F"/>
                </a:solidFill>
                <a:latin typeface="Calibri"/>
                <a:cs typeface="Calibri"/>
              </a:rPr>
              <a:t>link</a:t>
            </a:r>
            <a:r>
              <a:rPr sz="2800" spc="1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30" dirty="0">
                <a:solidFill>
                  <a:srgbClr val="3F3F3F"/>
                </a:solidFill>
                <a:latin typeface="Calibri"/>
                <a:cs typeface="Calibri"/>
              </a:rPr>
              <a:t>broken </a:t>
            </a:r>
            <a:r>
              <a:rPr sz="2800" spc="-25" dirty="0">
                <a:solidFill>
                  <a:srgbClr val="3F3F3F"/>
                </a:solidFill>
                <a:latin typeface="Calibri"/>
                <a:cs typeface="Calibri"/>
              </a:rPr>
              <a:t> </a:t>
            </a:r>
            <a:r>
              <a:rPr sz="2800" spc="-15" dirty="0">
                <a:solidFill>
                  <a:srgbClr val="3F3F3F"/>
                </a:solidFill>
                <a:latin typeface="Calibri"/>
                <a:cs typeface="Calibri"/>
              </a:rPr>
              <a:t>(cost</a:t>
            </a:r>
            <a:r>
              <a:rPr sz="2800" spc="90" dirty="0">
                <a:solidFill>
                  <a:srgbClr val="3F3F3F"/>
                </a:solidFill>
                <a:latin typeface="Calibri"/>
                <a:cs typeface="Calibri"/>
              </a:rPr>
              <a:t> </a:t>
            </a:r>
            <a:r>
              <a:rPr sz="2800" spc="-10" dirty="0">
                <a:solidFill>
                  <a:srgbClr val="3F3F3F"/>
                </a:solidFill>
                <a:latin typeface="Calibri"/>
                <a:cs typeface="Calibri"/>
              </a:rPr>
              <a:t>becomes</a:t>
            </a:r>
            <a:r>
              <a:rPr sz="2800" spc="120" dirty="0">
                <a:solidFill>
                  <a:srgbClr val="3F3F3F"/>
                </a:solidFill>
                <a:latin typeface="Calibri"/>
                <a:cs typeface="Calibri"/>
              </a:rPr>
              <a:t> </a:t>
            </a:r>
            <a:r>
              <a:rPr sz="2800" spc="-10" dirty="0">
                <a:solidFill>
                  <a:srgbClr val="3F3F3F"/>
                </a:solidFill>
                <a:latin typeface="Calibri"/>
                <a:cs typeface="Calibri"/>
              </a:rPr>
              <a:t>infinity),</a:t>
            </a:r>
            <a:r>
              <a:rPr sz="2800" spc="135" dirty="0">
                <a:solidFill>
                  <a:srgbClr val="3F3F3F"/>
                </a:solidFill>
                <a:latin typeface="Calibri"/>
                <a:cs typeface="Calibri"/>
              </a:rPr>
              <a:t> </a:t>
            </a:r>
            <a:r>
              <a:rPr sz="2800" spc="-10" dirty="0">
                <a:solidFill>
                  <a:srgbClr val="3F3F3F"/>
                </a:solidFill>
                <a:latin typeface="Calibri"/>
                <a:cs typeface="Calibri"/>
              </a:rPr>
              <a:t>every</a:t>
            </a:r>
            <a:r>
              <a:rPr sz="2800" spc="90" dirty="0">
                <a:solidFill>
                  <a:srgbClr val="3F3F3F"/>
                </a:solidFill>
                <a:latin typeface="Calibri"/>
                <a:cs typeface="Calibri"/>
              </a:rPr>
              <a:t> </a:t>
            </a:r>
            <a:r>
              <a:rPr sz="2800" spc="-10" dirty="0">
                <a:solidFill>
                  <a:srgbClr val="3F3F3F"/>
                </a:solidFill>
                <a:latin typeface="Calibri"/>
                <a:cs typeface="Calibri"/>
              </a:rPr>
              <a:t>other</a:t>
            </a:r>
            <a:r>
              <a:rPr sz="2800" spc="90" dirty="0">
                <a:solidFill>
                  <a:srgbClr val="3F3F3F"/>
                </a:solidFill>
                <a:latin typeface="Calibri"/>
                <a:cs typeface="Calibri"/>
              </a:rPr>
              <a:t> </a:t>
            </a:r>
            <a:r>
              <a:rPr sz="2800" spc="-20" dirty="0">
                <a:solidFill>
                  <a:srgbClr val="3F3F3F"/>
                </a:solidFill>
                <a:latin typeface="Calibri"/>
                <a:cs typeface="Calibri"/>
              </a:rPr>
              <a:t>router</a:t>
            </a:r>
            <a:r>
              <a:rPr sz="2800" spc="105" dirty="0">
                <a:solidFill>
                  <a:srgbClr val="3F3F3F"/>
                </a:solidFill>
                <a:latin typeface="Calibri"/>
                <a:cs typeface="Calibri"/>
              </a:rPr>
              <a:t> </a:t>
            </a:r>
            <a:r>
              <a:rPr sz="2800" spc="-10" dirty="0">
                <a:solidFill>
                  <a:srgbClr val="3F3F3F"/>
                </a:solidFill>
                <a:latin typeface="Calibri"/>
                <a:cs typeface="Calibri"/>
              </a:rPr>
              <a:t>should</a:t>
            </a:r>
            <a:r>
              <a:rPr sz="2800" spc="140" dirty="0">
                <a:solidFill>
                  <a:srgbClr val="3F3F3F"/>
                </a:solidFill>
                <a:latin typeface="Calibri"/>
                <a:cs typeface="Calibri"/>
              </a:rPr>
              <a:t> </a:t>
            </a:r>
            <a:r>
              <a:rPr sz="2800" spc="-5" dirty="0">
                <a:solidFill>
                  <a:srgbClr val="3F3F3F"/>
                </a:solidFill>
                <a:latin typeface="Calibri"/>
                <a:cs typeface="Calibri"/>
              </a:rPr>
              <a:t>be </a:t>
            </a:r>
            <a:r>
              <a:rPr sz="2800" dirty="0">
                <a:solidFill>
                  <a:srgbClr val="3F3F3F"/>
                </a:solidFill>
                <a:latin typeface="Calibri"/>
                <a:cs typeface="Calibri"/>
              </a:rPr>
              <a:t> </a:t>
            </a:r>
            <a:r>
              <a:rPr sz="2800" spc="-25" dirty="0">
                <a:solidFill>
                  <a:srgbClr val="3F3F3F"/>
                </a:solidFill>
                <a:latin typeface="Calibri"/>
                <a:cs typeface="Calibri"/>
              </a:rPr>
              <a:t>aware </a:t>
            </a:r>
            <a:r>
              <a:rPr sz="2800" spc="-5" dirty="0">
                <a:solidFill>
                  <a:srgbClr val="3F3F3F"/>
                </a:solidFill>
                <a:latin typeface="Calibri"/>
                <a:cs typeface="Calibri"/>
              </a:rPr>
              <a:t>of</a:t>
            </a:r>
            <a:r>
              <a:rPr sz="2800" dirty="0">
                <a:solidFill>
                  <a:srgbClr val="3F3F3F"/>
                </a:solidFill>
                <a:latin typeface="Calibri"/>
                <a:cs typeface="Calibri"/>
              </a:rPr>
              <a:t> </a:t>
            </a:r>
            <a:r>
              <a:rPr sz="2800" spc="-10" dirty="0">
                <a:solidFill>
                  <a:srgbClr val="3F3F3F"/>
                </a:solidFill>
                <a:latin typeface="Calibri"/>
                <a:cs typeface="Calibri"/>
              </a:rPr>
              <a:t>it</a:t>
            </a:r>
            <a:r>
              <a:rPr sz="2800" spc="5" dirty="0">
                <a:solidFill>
                  <a:srgbClr val="3F3F3F"/>
                </a:solidFill>
                <a:latin typeface="Calibri"/>
                <a:cs typeface="Calibri"/>
              </a:rPr>
              <a:t> </a:t>
            </a:r>
            <a:r>
              <a:rPr sz="2800" spc="-30" dirty="0">
                <a:solidFill>
                  <a:srgbClr val="3F3F3F"/>
                </a:solidFill>
                <a:latin typeface="Calibri"/>
                <a:cs typeface="Calibri"/>
              </a:rPr>
              <a:t>immediately,</a:t>
            </a:r>
            <a:r>
              <a:rPr sz="2800" spc="40" dirty="0">
                <a:solidFill>
                  <a:srgbClr val="3F3F3F"/>
                </a:solidFill>
                <a:latin typeface="Calibri"/>
                <a:cs typeface="Calibri"/>
              </a:rPr>
              <a:t> </a:t>
            </a:r>
            <a:r>
              <a:rPr sz="2800" spc="-10" dirty="0">
                <a:solidFill>
                  <a:srgbClr val="3F3F3F"/>
                </a:solidFill>
                <a:latin typeface="Calibri"/>
                <a:cs typeface="Calibri"/>
              </a:rPr>
              <a:t>but</a:t>
            </a:r>
            <a:r>
              <a:rPr sz="2800" spc="25" dirty="0">
                <a:solidFill>
                  <a:srgbClr val="3F3F3F"/>
                </a:solidFill>
                <a:latin typeface="Calibri"/>
                <a:cs typeface="Calibri"/>
              </a:rPr>
              <a:t> </a:t>
            </a:r>
            <a:r>
              <a:rPr sz="2800" spc="-10" dirty="0">
                <a:solidFill>
                  <a:srgbClr val="3F3F3F"/>
                </a:solidFill>
                <a:latin typeface="Calibri"/>
                <a:cs typeface="Calibri"/>
              </a:rPr>
              <a:t>in</a:t>
            </a:r>
            <a:r>
              <a:rPr sz="2800" spc="5" dirty="0">
                <a:solidFill>
                  <a:srgbClr val="3F3F3F"/>
                </a:solidFill>
                <a:latin typeface="Calibri"/>
                <a:cs typeface="Calibri"/>
              </a:rPr>
              <a:t> </a:t>
            </a:r>
            <a:r>
              <a:rPr sz="2800" spc="-15" dirty="0">
                <a:solidFill>
                  <a:srgbClr val="3F3F3F"/>
                </a:solidFill>
                <a:latin typeface="Calibri"/>
                <a:cs typeface="Calibri"/>
              </a:rPr>
              <a:t>distance-vector</a:t>
            </a:r>
            <a:r>
              <a:rPr sz="2800" spc="40" dirty="0">
                <a:solidFill>
                  <a:srgbClr val="3F3F3F"/>
                </a:solidFill>
                <a:latin typeface="Calibri"/>
                <a:cs typeface="Calibri"/>
              </a:rPr>
              <a:t> </a:t>
            </a:r>
            <a:r>
              <a:rPr sz="2800" spc="-10" dirty="0">
                <a:solidFill>
                  <a:srgbClr val="3F3F3F"/>
                </a:solidFill>
                <a:latin typeface="Calibri"/>
                <a:cs typeface="Calibri"/>
              </a:rPr>
              <a:t>routing,</a:t>
            </a:r>
            <a:r>
              <a:rPr sz="2800" spc="20" dirty="0">
                <a:solidFill>
                  <a:srgbClr val="3F3F3F"/>
                </a:solidFill>
                <a:latin typeface="Calibri"/>
                <a:cs typeface="Calibri"/>
              </a:rPr>
              <a:t> </a:t>
            </a:r>
            <a:r>
              <a:rPr sz="2800" spc="-10" dirty="0">
                <a:solidFill>
                  <a:srgbClr val="3F3F3F"/>
                </a:solidFill>
                <a:latin typeface="Calibri"/>
                <a:cs typeface="Calibri"/>
              </a:rPr>
              <a:t>this</a:t>
            </a:r>
            <a:endParaRPr sz="28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97667" y="3732129"/>
            <a:ext cx="8198484" cy="2095500"/>
          </a:xfrm>
          <a:prstGeom prst="rect">
            <a:avLst/>
          </a:prstGeom>
        </p:spPr>
        <p:txBody>
          <a:bodyPr vert="horz" wrap="square" lIns="0" tIns="147955" rIns="0" bIns="0" rtlCol="0">
            <a:spAutoFit/>
          </a:bodyPr>
          <a:lstStyle/>
          <a:p>
            <a:pPr marL="189230">
              <a:lnSpc>
                <a:spcPct val="100000"/>
              </a:lnSpc>
              <a:spcBef>
                <a:spcPts val="1165"/>
              </a:spcBef>
            </a:pPr>
            <a:r>
              <a:rPr sz="2800" spc="-30" dirty="0">
                <a:solidFill>
                  <a:srgbClr val="3F3F3F"/>
                </a:solidFill>
                <a:latin typeface="Calibri"/>
                <a:cs typeface="Calibri"/>
              </a:rPr>
              <a:t>takes </a:t>
            </a:r>
            <a:r>
              <a:rPr sz="2800" spc="-10" dirty="0">
                <a:solidFill>
                  <a:srgbClr val="3F3F3F"/>
                </a:solidFill>
                <a:latin typeface="Calibri"/>
                <a:cs typeface="Calibri"/>
              </a:rPr>
              <a:t>some</a:t>
            </a:r>
            <a:r>
              <a:rPr sz="2800" dirty="0">
                <a:solidFill>
                  <a:srgbClr val="3F3F3F"/>
                </a:solidFill>
                <a:latin typeface="Calibri"/>
                <a:cs typeface="Calibri"/>
              </a:rPr>
              <a:t> </a:t>
            </a:r>
            <a:r>
              <a:rPr sz="2800" spc="-10" dirty="0">
                <a:solidFill>
                  <a:srgbClr val="3F3F3F"/>
                </a:solidFill>
                <a:latin typeface="Calibri"/>
                <a:cs typeface="Calibri"/>
              </a:rPr>
              <a:t>time</a:t>
            </a:r>
            <a:endParaRPr sz="2800">
              <a:latin typeface="Calibri"/>
              <a:cs typeface="Calibri"/>
            </a:endParaRPr>
          </a:p>
          <a:p>
            <a:pPr marL="189230" indent="-177165">
              <a:lnSpc>
                <a:spcPts val="3190"/>
              </a:lnSpc>
              <a:spcBef>
                <a:spcPts val="1070"/>
              </a:spcBef>
              <a:buClr>
                <a:srgbClr val="1CACE4"/>
              </a:buClr>
              <a:buFont typeface="Arial MT"/>
              <a:buChar char="•"/>
              <a:tabLst>
                <a:tab pos="189865" algn="l"/>
              </a:tabLst>
            </a:pPr>
            <a:r>
              <a:rPr sz="2800" i="1" spc="-5" dirty="0">
                <a:solidFill>
                  <a:srgbClr val="3F3F3F"/>
                </a:solidFill>
                <a:latin typeface="Calibri"/>
                <a:cs typeface="Calibri"/>
              </a:rPr>
              <a:t>It</a:t>
            </a:r>
            <a:r>
              <a:rPr sz="2800" i="1" spc="-10" dirty="0">
                <a:solidFill>
                  <a:srgbClr val="3F3F3F"/>
                </a:solidFill>
                <a:latin typeface="Calibri"/>
                <a:cs typeface="Calibri"/>
              </a:rPr>
              <a:t> sometimes</a:t>
            </a:r>
            <a:r>
              <a:rPr sz="2800" i="1" spc="5" dirty="0">
                <a:solidFill>
                  <a:srgbClr val="3F3F3F"/>
                </a:solidFill>
                <a:latin typeface="Calibri"/>
                <a:cs typeface="Calibri"/>
              </a:rPr>
              <a:t> </a:t>
            </a:r>
            <a:r>
              <a:rPr sz="2800" i="1" spc="-35" dirty="0">
                <a:solidFill>
                  <a:srgbClr val="3F3F3F"/>
                </a:solidFill>
                <a:latin typeface="Calibri"/>
                <a:cs typeface="Calibri"/>
              </a:rPr>
              <a:t>takes</a:t>
            </a:r>
            <a:r>
              <a:rPr sz="2800" i="1" spc="20" dirty="0">
                <a:solidFill>
                  <a:srgbClr val="3F3F3F"/>
                </a:solidFill>
                <a:latin typeface="Calibri"/>
                <a:cs typeface="Calibri"/>
              </a:rPr>
              <a:t> </a:t>
            </a:r>
            <a:r>
              <a:rPr sz="2800" i="1" spc="-10" dirty="0">
                <a:solidFill>
                  <a:srgbClr val="3F3F3F"/>
                </a:solidFill>
                <a:latin typeface="Calibri"/>
                <a:cs typeface="Calibri"/>
              </a:rPr>
              <a:t>several updates</a:t>
            </a:r>
            <a:r>
              <a:rPr sz="2800" i="1" dirty="0">
                <a:solidFill>
                  <a:srgbClr val="3F3F3F"/>
                </a:solidFill>
                <a:latin typeface="Calibri"/>
                <a:cs typeface="Calibri"/>
              </a:rPr>
              <a:t> </a:t>
            </a:r>
            <a:r>
              <a:rPr sz="2800" i="1" spc="-15" dirty="0">
                <a:solidFill>
                  <a:srgbClr val="3F3F3F"/>
                </a:solidFill>
                <a:latin typeface="Calibri"/>
                <a:cs typeface="Calibri"/>
              </a:rPr>
              <a:t>before</a:t>
            </a:r>
            <a:r>
              <a:rPr sz="2800" i="1" spc="10" dirty="0">
                <a:solidFill>
                  <a:srgbClr val="3F3F3F"/>
                </a:solidFill>
                <a:latin typeface="Calibri"/>
                <a:cs typeface="Calibri"/>
              </a:rPr>
              <a:t> </a:t>
            </a:r>
            <a:r>
              <a:rPr sz="2800" i="1" spc="-10" dirty="0">
                <a:solidFill>
                  <a:srgbClr val="3F3F3F"/>
                </a:solidFill>
                <a:latin typeface="Calibri"/>
                <a:cs typeface="Calibri"/>
              </a:rPr>
              <a:t>the</a:t>
            </a:r>
            <a:r>
              <a:rPr sz="2800" i="1" spc="-5" dirty="0">
                <a:solidFill>
                  <a:srgbClr val="3F3F3F"/>
                </a:solidFill>
                <a:latin typeface="Calibri"/>
                <a:cs typeface="Calibri"/>
              </a:rPr>
              <a:t> </a:t>
            </a:r>
            <a:r>
              <a:rPr sz="2800" i="1" spc="-20" dirty="0">
                <a:solidFill>
                  <a:srgbClr val="3F3F3F"/>
                </a:solidFill>
                <a:latin typeface="Calibri"/>
                <a:cs typeface="Calibri"/>
              </a:rPr>
              <a:t>cost</a:t>
            </a:r>
            <a:r>
              <a:rPr sz="2800" i="1" dirty="0">
                <a:solidFill>
                  <a:srgbClr val="3F3F3F"/>
                </a:solidFill>
                <a:latin typeface="Calibri"/>
                <a:cs typeface="Calibri"/>
              </a:rPr>
              <a:t> </a:t>
            </a:r>
            <a:r>
              <a:rPr sz="2800" i="1" spc="-15" dirty="0">
                <a:solidFill>
                  <a:srgbClr val="3F3F3F"/>
                </a:solidFill>
                <a:latin typeface="Calibri"/>
                <a:cs typeface="Calibri"/>
              </a:rPr>
              <a:t>for</a:t>
            </a:r>
            <a:r>
              <a:rPr sz="2800" i="1" spc="100" dirty="0">
                <a:solidFill>
                  <a:srgbClr val="3F3F3F"/>
                </a:solidFill>
                <a:latin typeface="Calibri"/>
                <a:cs typeface="Calibri"/>
              </a:rPr>
              <a:t> </a:t>
            </a:r>
            <a:r>
              <a:rPr sz="2800" i="1" spc="-5" dirty="0">
                <a:solidFill>
                  <a:srgbClr val="3F3F3F"/>
                </a:solidFill>
                <a:latin typeface="Calibri"/>
                <a:cs typeface="Calibri"/>
              </a:rPr>
              <a:t>a</a:t>
            </a:r>
            <a:endParaRPr sz="2800">
              <a:latin typeface="Calibri"/>
              <a:cs typeface="Calibri"/>
            </a:endParaRPr>
          </a:p>
          <a:p>
            <a:pPr marL="189230">
              <a:lnSpc>
                <a:spcPts val="3190"/>
              </a:lnSpc>
            </a:pPr>
            <a:r>
              <a:rPr sz="2800" spc="-30" dirty="0">
                <a:solidFill>
                  <a:srgbClr val="3F3F3F"/>
                </a:solidFill>
                <a:latin typeface="Calibri"/>
                <a:cs typeface="Calibri"/>
              </a:rPr>
              <a:t>broken</a:t>
            </a:r>
            <a:r>
              <a:rPr sz="2800" spc="10" dirty="0">
                <a:solidFill>
                  <a:srgbClr val="3F3F3F"/>
                </a:solidFill>
                <a:latin typeface="Calibri"/>
                <a:cs typeface="Calibri"/>
              </a:rPr>
              <a:t> </a:t>
            </a:r>
            <a:r>
              <a:rPr sz="2800" spc="-10" dirty="0">
                <a:solidFill>
                  <a:srgbClr val="3F3F3F"/>
                </a:solidFill>
                <a:latin typeface="Calibri"/>
                <a:cs typeface="Calibri"/>
              </a:rPr>
              <a:t>link</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20" dirty="0">
                <a:solidFill>
                  <a:srgbClr val="3F3F3F"/>
                </a:solidFill>
                <a:latin typeface="Calibri"/>
                <a:cs typeface="Calibri"/>
              </a:rPr>
              <a:t>recorded</a:t>
            </a:r>
            <a:r>
              <a:rPr sz="2800" spc="15" dirty="0">
                <a:solidFill>
                  <a:srgbClr val="3F3F3F"/>
                </a:solidFill>
                <a:latin typeface="Calibri"/>
                <a:cs typeface="Calibri"/>
              </a:rPr>
              <a:t> </a:t>
            </a:r>
            <a:r>
              <a:rPr sz="2800" spc="-5" dirty="0">
                <a:solidFill>
                  <a:srgbClr val="3F3F3F"/>
                </a:solidFill>
                <a:latin typeface="Calibri"/>
                <a:cs typeface="Calibri"/>
              </a:rPr>
              <a:t>as</a:t>
            </a:r>
            <a:r>
              <a:rPr sz="2800" dirty="0">
                <a:solidFill>
                  <a:srgbClr val="3F3F3F"/>
                </a:solidFill>
                <a:latin typeface="Calibri"/>
                <a:cs typeface="Calibri"/>
              </a:rPr>
              <a:t> </a:t>
            </a:r>
            <a:r>
              <a:rPr sz="2800" spc="-10" dirty="0">
                <a:solidFill>
                  <a:srgbClr val="3F3F3F"/>
                </a:solidFill>
                <a:latin typeface="Calibri"/>
                <a:cs typeface="Calibri"/>
              </a:rPr>
              <a:t>infinity</a:t>
            </a:r>
            <a:r>
              <a:rPr sz="2800" spc="15"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5" dirty="0">
                <a:solidFill>
                  <a:srgbClr val="3F3F3F"/>
                </a:solidFill>
                <a:latin typeface="Calibri"/>
                <a:cs typeface="Calibri"/>
              </a:rPr>
              <a:t>all</a:t>
            </a:r>
            <a:r>
              <a:rPr sz="2800" spc="-10" dirty="0">
                <a:solidFill>
                  <a:srgbClr val="3F3F3F"/>
                </a:solidFill>
                <a:latin typeface="Calibri"/>
                <a:cs typeface="Calibri"/>
              </a:rPr>
              <a:t> </a:t>
            </a:r>
            <a:r>
              <a:rPr sz="2800" spc="-20" dirty="0">
                <a:solidFill>
                  <a:srgbClr val="3F3F3F"/>
                </a:solidFill>
                <a:latin typeface="Calibri"/>
                <a:cs typeface="Calibri"/>
              </a:rPr>
              <a:t>routers.</a:t>
            </a:r>
            <a:endParaRPr sz="2800">
              <a:latin typeface="Calibri"/>
              <a:cs typeface="Calibri"/>
            </a:endParaRPr>
          </a:p>
          <a:p>
            <a:pPr marL="189230" indent="-177165">
              <a:lnSpc>
                <a:spcPct val="100000"/>
              </a:lnSpc>
              <a:spcBef>
                <a:spcPts val="1055"/>
              </a:spcBef>
              <a:buClr>
                <a:srgbClr val="1CACE4"/>
              </a:buClr>
              <a:buFont typeface="Arial MT"/>
              <a:buChar char="•"/>
              <a:tabLst>
                <a:tab pos="189865" algn="l"/>
              </a:tabLst>
            </a:pPr>
            <a:r>
              <a:rPr sz="2800" spc="-15" dirty="0">
                <a:solidFill>
                  <a:srgbClr val="3F3F3F"/>
                </a:solidFill>
                <a:latin typeface="Calibri"/>
                <a:cs typeface="Calibri"/>
              </a:rPr>
              <a:t>Example </a:t>
            </a:r>
            <a:r>
              <a:rPr sz="2800" spc="-5" dirty="0">
                <a:solidFill>
                  <a:srgbClr val="3F3F3F"/>
                </a:solidFill>
                <a:latin typeface="Calibri"/>
                <a:cs typeface="Calibri"/>
              </a:rPr>
              <a:t>of</a:t>
            </a:r>
            <a:r>
              <a:rPr sz="2800" spc="-10" dirty="0">
                <a:solidFill>
                  <a:srgbClr val="3F3F3F"/>
                </a:solidFill>
                <a:latin typeface="Calibri"/>
                <a:cs typeface="Calibri"/>
              </a:rPr>
              <a:t> </a:t>
            </a:r>
            <a:r>
              <a:rPr sz="2800" spc="-15" dirty="0">
                <a:solidFill>
                  <a:srgbClr val="3F3F3F"/>
                </a:solidFill>
                <a:latin typeface="Calibri"/>
                <a:cs typeface="Calibri"/>
              </a:rPr>
              <a:t>count</a:t>
            </a:r>
            <a:r>
              <a:rPr sz="2800" spc="10" dirty="0">
                <a:solidFill>
                  <a:srgbClr val="3F3F3F"/>
                </a:solidFill>
                <a:latin typeface="Calibri"/>
                <a:cs typeface="Calibri"/>
              </a:rPr>
              <a:t> </a:t>
            </a:r>
            <a:r>
              <a:rPr sz="2800" spc="-20" dirty="0">
                <a:solidFill>
                  <a:srgbClr val="3F3F3F"/>
                </a:solidFill>
                <a:latin typeface="Calibri"/>
                <a:cs typeface="Calibri"/>
              </a:rPr>
              <a:t>to</a:t>
            </a:r>
            <a:r>
              <a:rPr sz="2800" spc="-10" dirty="0">
                <a:solidFill>
                  <a:srgbClr val="3F3F3F"/>
                </a:solidFill>
                <a:latin typeface="Calibri"/>
                <a:cs typeface="Calibri"/>
              </a:rPr>
              <a:t> infinity</a:t>
            </a:r>
            <a:r>
              <a:rPr sz="2800" spc="40" dirty="0">
                <a:solidFill>
                  <a:srgbClr val="3F3F3F"/>
                </a:solidFill>
                <a:latin typeface="Calibri"/>
                <a:cs typeface="Calibri"/>
              </a:rPr>
              <a:t> </a:t>
            </a:r>
            <a:r>
              <a:rPr sz="2800" spc="-5" dirty="0">
                <a:solidFill>
                  <a:srgbClr val="3F3F3F"/>
                </a:solidFill>
                <a:latin typeface="Calibri"/>
                <a:cs typeface="Calibri"/>
              </a:rPr>
              <a:t>-</a:t>
            </a:r>
            <a:r>
              <a:rPr sz="2800" spc="5" dirty="0">
                <a:solidFill>
                  <a:srgbClr val="3F3F3F"/>
                </a:solidFill>
                <a:latin typeface="Calibri"/>
                <a:cs typeface="Calibri"/>
              </a:rPr>
              <a:t> </a:t>
            </a:r>
            <a:r>
              <a:rPr sz="2800" b="1" i="1" spc="-15" dirty="0">
                <a:solidFill>
                  <a:srgbClr val="3F3F3F"/>
                </a:solidFill>
                <a:latin typeface="Calibri"/>
                <a:cs typeface="Calibri"/>
              </a:rPr>
              <a:t>Two-Node</a:t>
            </a:r>
            <a:r>
              <a:rPr sz="2800" b="1" i="1" spc="20" dirty="0">
                <a:solidFill>
                  <a:srgbClr val="3F3F3F"/>
                </a:solidFill>
                <a:latin typeface="Calibri"/>
                <a:cs typeface="Calibri"/>
              </a:rPr>
              <a:t> </a:t>
            </a:r>
            <a:r>
              <a:rPr sz="2800" b="1" i="1" spc="-10" dirty="0">
                <a:solidFill>
                  <a:srgbClr val="3F3F3F"/>
                </a:solidFill>
                <a:latin typeface="Calibri"/>
                <a:cs typeface="Calibri"/>
              </a:rPr>
              <a:t>Loop</a:t>
            </a:r>
            <a:endParaRPr sz="28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63</a:t>
            </a:fld>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8602345" cy="680720"/>
          </a:xfrm>
          <a:prstGeom prst="rect">
            <a:avLst/>
          </a:prstGeom>
        </p:spPr>
        <p:txBody>
          <a:bodyPr vert="horz" wrap="square" lIns="0" tIns="12065" rIns="0" bIns="0" rtlCol="0">
            <a:spAutoFit/>
          </a:bodyPr>
          <a:lstStyle/>
          <a:p>
            <a:pPr marL="12700">
              <a:lnSpc>
                <a:spcPct val="100000"/>
              </a:lnSpc>
              <a:spcBef>
                <a:spcPts val="95"/>
              </a:spcBef>
            </a:pPr>
            <a:r>
              <a:rPr sz="4300" i="0" spc="-40" dirty="0">
                <a:latin typeface="Arial"/>
                <a:cs typeface="Arial"/>
              </a:rPr>
              <a:t>Count</a:t>
            </a:r>
            <a:r>
              <a:rPr sz="4300" i="0" spc="-145" dirty="0">
                <a:latin typeface="Arial"/>
                <a:cs typeface="Arial"/>
              </a:rPr>
              <a:t> </a:t>
            </a:r>
            <a:r>
              <a:rPr sz="4300" i="0" spc="-30" dirty="0">
                <a:latin typeface="Arial"/>
                <a:cs typeface="Arial"/>
              </a:rPr>
              <a:t>to</a:t>
            </a:r>
            <a:r>
              <a:rPr sz="4300" i="0" spc="-105" dirty="0">
                <a:latin typeface="Arial"/>
                <a:cs typeface="Arial"/>
              </a:rPr>
              <a:t> </a:t>
            </a:r>
            <a:r>
              <a:rPr sz="4300" i="0" spc="-50" dirty="0">
                <a:latin typeface="Arial"/>
                <a:cs typeface="Arial"/>
              </a:rPr>
              <a:t>infinity</a:t>
            </a:r>
            <a:r>
              <a:rPr sz="4300" i="0" spc="-70" dirty="0">
                <a:latin typeface="Arial"/>
                <a:cs typeface="Arial"/>
              </a:rPr>
              <a:t> </a:t>
            </a:r>
            <a:r>
              <a:rPr sz="4300" i="0" spc="-5" dirty="0">
                <a:latin typeface="Arial"/>
                <a:cs typeface="Arial"/>
              </a:rPr>
              <a:t>-</a:t>
            </a:r>
            <a:r>
              <a:rPr sz="4300" i="0" spc="-110" dirty="0">
                <a:latin typeface="Arial"/>
                <a:cs typeface="Arial"/>
              </a:rPr>
              <a:t> </a:t>
            </a:r>
            <a:r>
              <a:rPr sz="4300" spc="-65" dirty="0"/>
              <a:t>Two-Node</a:t>
            </a:r>
            <a:r>
              <a:rPr sz="4300" spc="-120" dirty="0"/>
              <a:t> </a:t>
            </a:r>
            <a:r>
              <a:rPr sz="4300" spc="-40" dirty="0"/>
              <a:t>Loop</a:t>
            </a:r>
            <a:endParaRPr sz="4300">
              <a:latin typeface="Arial"/>
              <a:cs typeface="Arial"/>
            </a:endParaRPr>
          </a:p>
        </p:txBody>
      </p:sp>
      <p:sp>
        <p:nvSpPr>
          <p:cNvPr id="3" name="object 3"/>
          <p:cNvSpPr txBox="1"/>
          <p:nvPr/>
        </p:nvSpPr>
        <p:spPr>
          <a:xfrm>
            <a:off x="697667" y="1740871"/>
            <a:ext cx="5025390" cy="330835"/>
          </a:xfrm>
          <a:prstGeom prst="rect">
            <a:avLst/>
          </a:prstGeom>
        </p:spPr>
        <p:txBody>
          <a:bodyPr vert="horz" wrap="square" lIns="0" tIns="13335" rIns="0" bIns="0" rtlCol="0">
            <a:spAutoFit/>
          </a:bodyPr>
          <a:lstStyle/>
          <a:p>
            <a:pPr marL="189230" indent="-177165">
              <a:lnSpc>
                <a:spcPct val="100000"/>
              </a:lnSpc>
              <a:spcBef>
                <a:spcPts val="105"/>
              </a:spcBef>
              <a:buClr>
                <a:srgbClr val="1CACE4"/>
              </a:buClr>
              <a:buFont typeface="Arial MT"/>
              <a:buChar char="•"/>
              <a:tabLst>
                <a:tab pos="189865" algn="l"/>
              </a:tabLst>
            </a:pPr>
            <a:r>
              <a:rPr sz="2000" spc="-5" dirty="0">
                <a:solidFill>
                  <a:srgbClr val="3F3F3F"/>
                </a:solidFill>
                <a:latin typeface="Calibri"/>
                <a:cs typeface="Calibri"/>
              </a:rPr>
              <a:t>Both</a:t>
            </a:r>
            <a:r>
              <a:rPr sz="2000" spc="-30" dirty="0">
                <a:solidFill>
                  <a:srgbClr val="3F3F3F"/>
                </a:solidFill>
                <a:latin typeface="Calibri"/>
                <a:cs typeface="Calibri"/>
              </a:rPr>
              <a:t> </a:t>
            </a:r>
            <a:r>
              <a:rPr sz="2000" dirty="0">
                <a:solidFill>
                  <a:srgbClr val="3F3F3F"/>
                </a:solidFill>
                <a:latin typeface="Calibri"/>
                <a:cs typeface="Calibri"/>
              </a:rPr>
              <a:t>nodes</a:t>
            </a:r>
            <a:r>
              <a:rPr sz="2000" spc="-2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dirty="0">
                <a:solidFill>
                  <a:srgbClr val="3F3F3F"/>
                </a:solidFill>
                <a:latin typeface="Calibri"/>
                <a:cs typeface="Calibri"/>
              </a:rPr>
              <a:t>and</a:t>
            </a:r>
            <a:r>
              <a:rPr sz="2000" spc="-25" dirty="0">
                <a:solidFill>
                  <a:srgbClr val="3F3F3F"/>
                </a:solidFill>
                <a:latin typeface="Calibri"/>
                <a:cs typeface="Calibri"/>
              </a:rPr>
              <a:t> </a:t>
            </a:r>
            <a:r>
              <a:rPr sz="2000" dirty="0">
                <a:solidFill>
                  <a:srgbClr val="3F3F3F"/>
                </a:solidFill>
                <a:latin typeface="Calibri"/>
                <a:cs typeface="Calibri"/>
              </a:rPr>
              <a:t>B</a:t>
            </a:r>
            <a:r>
              <a:rPr sz="2000" spc="-5" dirty="0">
                <a:solidFill>
                  <a:srgbClr val="3F3F3F"/>
                </a:solidFill>
                <a:latin typeface="Calibri"/>
                <a:cs typeface="Calibri"/>
              </a:rPr>
              <a:t> know</a:t>
            </a:r>
            <a:r>
              <a:rPr sz="2000" spc="-30" dirty="0">
                <a:solidFill>
                  <a:srgbClr val="3F3F3F"/>
                </a:solidFill>
                <a:latin typeface="Calibri"/>
                <a:cs typeface="Calibri"/>
              </a:rPr>
              <a:t> </a:t>
            </a:r>
            <a:r>
              <a:rPr sz="2000" spc="-5" dirty="0">
                <a:solidFill>
                  <a:srgbClr val="3F3F3F"/>
                </a:solidFill>
                <a:latin typeface="Calibri"/>
                <a:cs typeface="Calibri"/>
              </a:rPr>
              <a:t>how</a:t>
            </a:r>
            <a:r>
              <a:rPr sz="2000" spc="-15" dirty="0">
                <a:solidFill>
                  <a:srgbClr val="3F3F3F"/>
                </a:solidFill>
                <a:latin typeface="Calibri"/>
                <a:cs typeface="Calibri"/>
              </a:rPr>
              <a:t> to </a:t>
            </a:r>
            <a:r>
              <a:rPr sz="2000" spc="-10" dirty="0">
                <a:solidFill>
                  <a:srgbClr val="3F3F3F"/>
                </a:solidFill>
                <a:latin typeface="Calibri"/>
                <a:cs typeface="Calibri"/>
              </a:rPr>
              <a:t>reach</a:t>
            </a:r>
            <a:r>
              <a:rPr sz="2000" dirty="0">
                <a:solidFill>
                  <a:srgbClr val="3F3F3F"/>
                </a:solidFill>
                <a:latin typeface="Calibri"/>
                <a:cs typeface="Calibri"/>
              </a:rPr>
              <a:t> node X</a:t>
            </a:r>
            <a:endParaRPr sz="2000">
              <a:latin typeface="Calibri"/>
              <a:cs typeface="Calibri"/>
            </a:endParaRPr>
          </a:p>
        </p:txBody>
      </p:sp>
      <p:sp>
        <p:nvSpPr>
          <p:cNvPr id="4" name="object 4"/>
          <p:cNvSpPr txBox="1"/>
          <p:nvPr/>
        </p:nvSpPr>
        <p:spPr>
          <a:xfrm>
            <a:off x="697667" y="2914350"/>
            <a:ext cx="4971415" cy="544195"/>
          </a:xfrm>
          <a:prstGeom prst="rect">
            <a:avLst/>
          </a:prstGeom>
        </p:spPr>
        <p:txBody>
          <a:bodyPr vert="horz" wrap="square" lIns="0" tIns="104775" rIns="0" bIns="0" rtlCol="0">
            <a:spAutoFit/>
          </a:bodyPr>
          <a:lstStyle/>
          <a:p>
            <a:pPr marL="189230" marR="5080" indent="-177165">
              <a:lnSpc>
                <a:spcPct val="70000"/>
              </a:lnSpc>
              <a:spcBef>
                <a:spcPts val="825"/>
              </a:spcBef>
              <a:buClr>
                <a:srgbClr val="1CACE4"/>
              </a:buClr>
              <a:buFont typeface="Arial MT"/>
              <a:buChar char="•"/>
              <a:tabLst>
                <a:tab pos="189865" algn="l"/>
              </a:tabLst>
            </a:pPr>
            <a:r>
              <a:rPr sz="2000" spc="-5" dirty="0">
                <a:latin typeface="Calibri"/>
                <a:cs typeface="Calibri"/>
              </a:rPr>
              <a:t>Link </a:t>
            </a:r>
            <a:r>
              <a:rPr sz="2000" spc="-10" dirty="0">
                <a:latin typeface="Calibri"/>
                <a:cs typeface="Calibri"/>
              </a:rPr>
              <a:t>between </a:t>
            </a:r>
            <a:r>
              <a:rPr sz="2000" dirty="0">
                <a:latin typeface="Calibri"/>
                <a:cs typeface="Calibri"/>
              </a:rPr>
              <a:t>A and X </a:t>
            </a:r>
            <a:r>
              <a:rPr sz="2000" spc="-10" dirty="0">
                <a:latin typeface="Calibri"/>
                <a:cs typeface="Calibri"/>
              </a:rPr>
              <a:t>fails. </a:t>
            </a:r>
            <a:r>
              <a:rPr sz="2000" dirty="0">
                <a:solidFill>
                  <a:srgbClr val="3F3F3F"/>
                </a:solidFill>
                <a:latin typeface="Calibri"/>
                <a:cs typeface="Calibri"/>
              </a:rPr>
              <a:t>Node A </a:t>
            </a:r>
            <a:r>
              <a:rPr sz="2000" spc="-5" dirty="0">
                <a:solidFill>
                  <a:srgbClr val="3F3F3F"/>
                </a:solidFill>
                <a:latin typeface="Calibri"/>
                <a:cs typeface="Calibri"/>
              </a:rPr>
              <a:t>changes its </a:t>
            </a:r>
            <a:r>
              <a:rPr sz="2000" spc="-440" dirty="0">
                <a:solidFill>
                  <a:srgbClr val="3F3F3F"/>
                </a:solidFill>
                <a:latin typeface="Calibri"/>
                <a:cs typeface="Calibri"/>
              </a:rPr>
              <a:t> </a:t>
            </a:r>
            <a:r>
              <a:rPr sz="2000" spc="-5" dirty="0">
                <a:solidFill>
                  <a:srgbClr val="3F3F3F"/>
                </a:solidFill>
                <a:latin typeface="Calibri"/>
                <a:cs typeface="Calibri"/>
              </a:rPr>
              <a:t>table.</a:t>
            </a:r>
            <a:endParaRPr sz="2000">
              <a:latin typeface="Calibri"/>
              <a:cs typeface="Calibri"/>
            </a:endParaRPr>
          </a:p>
        </p:txBody>
      </p:sp>
      <p:pic>
        <p:nvPicPr>
          <p:cNvPr id="5" name="object 5"/>
          <p:cNvPicPr/>
          <p:nvPr/>
        </p:nvPicPr>
        <p:blipFill>
          <a:blip r:embed="rId2" cstate="print"/>
          <a:stretch>
            <a:fillRect/>
          </a:stretch>
        </p:blipFill>
        <p:spPr>
          <a:xfrm>
            <a:off x="6858000" y="1752599"/>
            <a:ext cx="2590800" cy="1158908"/>
          </a:xfrm>
          <a:prstGeom prst="rect">
            <a:avLst/>
          </a:prstGeom>
        </p:spPr>
      </p:pic>
      <p:grpSp>
        <p:nvGrpSpPr>
          <p:cNvPr id="6" name="object 6"/>
          <p:cNvGrpSpPr/>
          <p:nvPr/>
        </p:nvGrpSpPr>
        <p:grpSpPr>
          <a:xfrm>
            <a:off x="457200" y="6792467"/>
            <a:ext cx="9142730" cy="521334"/>
            <a:chOff x="457200" y="6792467"/>
            <a:chExt cx="9142730" cy="521334"/>
          </a:xfrm>
        </p:grpSpPr>
        <p:sp>
          <p:nvSpPr>
            <p:cNvPr id="7" name="object 7"/>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697667" y="4692858"/>
            <a:ext cx="5415280" cy="1758950"/>
          </a:xfrm>
          <a:prstGeom prst="rect">
            <a:avLst/>
          </a:prstGeom>
        </p:spPr>
        <p:txBody>
          <a:bodyPr vert="horz" wrap="square" lIns="0" tIns="104139" rIns="0" bIns="0" rtlCol="0">
            <a:spAutoFit/>
          </a:bodyPr>
          <a:lstStyle/>
          <a:p>
            <a:pPr marL="189230" marR="5080" indent="-177165">
              <a:lnSpc>
                <a:spcPct val="70000"/>
              </a:lnSpc>
              <a:spcBef>
                <a:spcPts val="819"/>
              </a:spcBef>
              <a:buClr>
                <a:srgbClr val="1CACE4"/>
              </a:buClr>
              <a:buFont typeface="Arial MT"/>
              <a:buChar char="•"/>
              <a:tabLst>
                <a:tab pos="189865" algn="l"/>
              </a:tabLst>
            </a:pPr>
            <a:r>
              <a:rPr sz="2000" spc="-5" dirty="0">
                <a:solidFill>
                  <a:srgbClr val="3F3F3F"/>
                </a:solidFill>
                <a:latin typeface="Calibri"/>
                <a:cs typeface="Calibri"/>
              </a:rPr>
              <a:t>If</a:t>
            </a:r>
            <a:r>
              <a:rPr sz="2000" spc="-2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5" dirty="0">
                <a:solidFill>
                  <a:srgbClr val="3F3F3F"/>
                </a:solidFill>
                <a:latin typeface="Calibri"/>
                <a:cs typeface="Calibri"/>
              </a:rPr>
              <a:t>can</a:t>
            </a:r>
            <a:r>
              <a:rPr sz="2000" spc="-20" dirty="0">
                <a:solidFill>
                  <a:srgbClr val="3F3F3F"/>
                </a:solidFill>
                <a:latin typeface="Calibri"/>
                <a:cs typeface="Calibri"/>
              </a:rPr>
              <a:t> </a:t>
            </a:r>
            <a:r>
              <a:rPr sz="2000" spc="-5" dirty="0">
                <a:solidFill>
                  <a:srgbClr val="3F3F3F"/>
                </a:solidFill>
                <a:latin typeface="Calibri"/>
                <a:cs typeface="Calibri"/>
              </a:rPr>
              <a:t>send</a:t>
            </a:r>
            <a:r>
              <a:rPr sz="2000" spc="5" dirty="0">
                <a:solidFill>
                  <a:srgbClr val="3F3F3F"/>
                </a:solidFill>
                <a:latin typeface="Calibri"/>
                <a:cs typeface="Calibri"/>
              </a:rPr>
              <a:t> </a:t>
            </a:r>
            <a:r>
              <a:rPr sz="2000" spc="-5" dirty="0">
                <a:solidFill>
                  <a:srgbClr val="3F3F3F"/>
                </a:solidFill>
                <a:latin typeface="Calibri"/>
                <a:cs typeface="Calibri"/>
              </a:rPr>
              <a:t>its</a:t>
            </a:r>
            <a:r>
              <a:rPr sz="2000" spc="10" dirty="0">
                <a:solidFill>
                  <a:srgbClr val="3F3F3F"/>
                </a:solidFill>
                <a:latin typeface="Calibri"/>
                <a:cs typeface="Calibri"/>
              </a:rPr>
              <a:t> </a:t>
            </a:r>
            <a:r>
              <a:rPr sz="2000" spc="-5" dirty="0">
                <a:solidFill>
                  <a:srgbClr val="3F3F3F"/>
                </a:solidFill>
                <a:latin typeface="Calibri"/>
                <a:cs typeface="Calibri"/>
              </a:rPr>
              <a:t>table</a:t>
            </a:r>
            <a:r>
              <a:rPr sz="2000" dirty="0">
                <a:solidFill>
                  <a:srgbClr val="3F3F3F"/>
                </a:solidFill>
                <a:latin typeface="Calibri"/>
                <a:cs typeface="Calibri"/>
              </a:rPr>
              <a:t> </a:t>
            </a:r>
            <a:r>
              <a:rPr sz="2000" spc="-15" dirty="0">
                <a:solidFill>
                  <a:srgbClr val="3F3F3F"/>
                </a:solidFill>
                <a:latin typeface="Calibri"/>
                <a:cs typeface="Calibri"/>
              </a:rPr>
              <a:t>to</a:t>
            </a:r>
            <a:r>
              <a:rPr sz="2000" spc="25" dirty="0">
                <a:solidFill>
                  <a:srgbClr val="3F3F3F"/>
                </a:solidFill>
                <a:latin typeface="Calibri"/>
                <a:cs typeface="Calibri"/>
              </a:rPr>
              <a:t> </a:t>
            </a:r>
            <a:r>
              <a:rPr sz="2000" dirty="0">
                <a:solidFill>
                  <a:srgbClr val="3F3F3F"/>
                </a:solidFill>
                <a:latin typeface="Calibri"/>
                <a:cs typeface="Calibri"/>
              </a:rPr>
              <a:t>B</a:t>
            </a:r>
            <a:r>
              <a:rPr sz="2000" spc="-15" dirty="0">
                <a:solidFill>
                  <a:srgbClr val="3F3F3F"/>
                </a:solidFill>
                <a:latin typeface="Calibri"/>
                <a:cs typeface="Calibri"/>
              </a:rPr>
              <a:t> </a:t>
            </a:r>
            <a:r>
              <a:rPr sz="2000" spc="-20" dirty="0">
                <a:solidFill>
                  <a:srgbClr val="3F3F3F"/>
                </a:solidFill>
                <a:latin typeface="Calibri"/>
                <a:cs typeface="Calibri"/>
              </a:rPr>
              <a:t>immediately,</a:t>
            </a:r>
            <a:r>
              <a:rPr sz="2000" spc="25" dirty="0">
                <a:solidFill>
                  <a:srgbClr val="3F3F3F"/>
                </a:solidFill>
                <a:latin typeface="Calibri"/>
                <a:cs typeface="Calibri"/>
              </a:rPr>
              <a:t> </a:t>
            </a:r>
            <a:r>
              <a:rPr sz="2000" spc="-5" dirty="0">
                <a:solidFill>
                  <a:srgbClr val="3F3F3F"/>
                </a:solidFill>
                <a:latin typeface="Calibri"/>
                <a:cs typeface="Calibri"/>
              </a:rPr>
              <a:t>everything </a:t>
            </a:r>
            <a:r>
              <a:rPr sz="2000" spc="-434" dirty="0">
                <a:solidFill>
                  <a:srgbClr val="3F3F3F"/>
                </a:solidFill>
                <a:latin typeface="Calibri"/>
                <a:cs typeface="Calibri"/>
              </a:rPr>
              <a:t> </a:t>
            </a:r>
            <a:r>
              <a:rPr sz="2000" spc="-5" dirty="0">
                <a:solidFill>
                  <a:srgbClr val="3F3F3F"/>
                </a:solidFill>
                <a:latin typeface="Calibri"/>
                <a:cs typeface="Calibri"/>
              </a:rPr>
              <a:t>is fine.</a:t>
            </a:r>
            <a:endParaRPr sz="2000">
              <a:latin typeface="Calibri"/>
              <a:cs typeface="Calibri"/>
            </a:endParaRPr>
          </a:p>
          <a:p>
            <a:pPr marL="419100" marR="372745" lvl="1" indent="-182880" algn="just">
              <a:lnSpc>
                <a:spcPct val="70000"/>
              </a:lnSpc>
              <a:spcBef>
                <a:spcPts val="400"/>
              </a:spcBef>
              <a:buClr>
                <a:srgbClr val="1CACE4"/>
              </a:buClr>
              <a:buChar char="◦"/>
              <a:tabLst>
                <a:tab pos="419734" algn="l"/>
              </a:tabLst>
            </a:pPr>
            <a:r>
              <a:rPr sz="1700" spc="-25" dirty="0">
                <a:solidFill>
                  <a:srgbClr val="3F3F3F"/>
                </a:solidFill>
                <a:latin typeface="Calibri"/>
                <a:cs typeface="Calibri"/>
              </a:rPr>
              <a:t>However, </a:t>
            </a:r>
            <a:r>
              <a:rPr sz="1700" dirty="0">
                <a:solidFill>
                  <a:srgbClr val="3F3F3F"/>
                </a:solidFill>
                <a:latin typeface="Calibri"/>
                <a:cs typeface="Calibri"/>
              </a:rPr>
              <a:t>the </a:t>
            </a:r>
            <a:r>
              <a:rPr sz="1700" spc="-15" dirty="0">
                <a:solidFill>
                  <a:srgbClr val="3F3F3F"/>
                </a:solidFill>
                <a:latin typeface="Calibri"/>
                <a:cs typeface="Calibri"/>
              </a:rPr>
              <a:t>system </a:t>
            </a:r>
            <a:r>
              <a:rPr sz="1700" spc="-5" dirty="0">
                <a:solidFill>
                  <a:srgbClr val="3F3F3F"/>
                </a:solidFill>
                <a:latin typeface="Calibri"/>
                <a:cs typeface="Calibri"/>
              </a:rPr>
              <a:t>becomes unstable </a:t>
            </a:r>
            <a:r>
              <a:rPr sz="1700" dirty="0">
                <a:solidFill>
                  <a:srgbClr val="3F3F3F"/>
                </a:solidFill>
                <a:latin typeface="Calibri"/>
                <a:cs typeface="Calibri"/>
              </a:rPr>
              <a:t>if B sends its </a:t>
            </a:r>
            <a:r>
              <a:rPr sz="1700" spc="-370" dirty="0">
                <a:solidFill>
                  <a:srgbClr val="3F3F3F"/>
                </a:solidFill>
                <a:latin typeface="Calibri"/>
                <a:cs typeface="Calibri"/>
              </a:rPr>
              <a:t> </a:t>
            </a:r>
            <a:r>
              <a:rPr sz="1700" spc="-10" dirty="0">
                <a:solidFill>
                  <a:srgbClr val="3F3F3F"/>
                </a:solidFill>
                <a:latin typeface="Calibri"/>
                <a:cs typeface="Calibri"/>
              </a:rPr>
              <a:t>forwarding </a:t>
            </a:r>
            <a:r>
              <a:rPr sz="1700" spc="-5" dirty="0">
                <a:solidFill>
                  <a:srgbClr val="3F3F3F"/>
                </a:solidFill>
                <a:latin typeface="Calibri"/>
                <a:cs typeface="Calibri"/>
              </a:rPr>
              <a:t>table to </a:t>
            </a:r>
            <a:r>
              <a:rPr sz="1700" dirty="0">
                <a:solidFill>
                  <a:srgbClr val="3F3F3F"/>
                </a:solidFill>
                <a:latin typeface="Calibri"/>
                <a:cs typeface="Calibri"/>
              </a:rPr>
              <a:t>A </a:t>
            </a:r>
            <a:r>
              <a:rPr sz="1700" spc="-15" dirty="0">
                <a:solidFill>
                  <a:srgbClr val="3F3F3F"/>
                </a:solidFill>
                <a:latin typeface="Calibri"/>
                <a:cs typeface="Calibri"/>
              </a:rPr>
              <a:t>before </a:t>
            </a:r>
            <a:r>
              <a:rPr sz="1700" spc="-5" dirty="0">
                <a:solidFill>
                  <a:srgbClr val="3F3F3F"/>
                </a:solidFill>
                <a:latin typeface="Calibri"/>
                <a:cs typeface="Calibri"/>
              </a:rPr>
              <a:t>receiving </a:t>
            </a:r>
            <a:r>
              <a:rPr sz="1700" spc="-60" dirty="0">
                <a:solidFill>
                  <a:srgbClr val="3F3F3F"/>
                </a:solidFill>
                <a:latin typeface="Calibri"/>
                <a:cs typeface="Calibri"/>
              </a:rPr>
              <a:t>A’s </a:t>
            </a:r>
            <a:r>
              <a:rPr sz="1700" spc="-10" dirty="0">
                <a:solidFill>
                  <a:srgbClr val="3F3F3F"/>
                </a:solidFill>
                <a:latin typeface="Calibri"/>
                <a:cs typeface="Calibri"/>
              </a:rPr>
              <a:t>forwarding </a:t>
            </a:r>
            <a:r>
              <a:rPr sz="1700" spc="-370" dirty="0">
                <a:solidFill>
                  <a:srgbClr val="3F3F3F"/>
                </a:solidFill>
                <a:latin typeface="Calibri"/>
                <a:cs typeface="Calibri"/>
              </a:rPr>
              <a:t> </a:t>
            </a:r>
            <a:r>
              <a:rPr sz="1700" spc="-5" dirty="0">
                <a:solidFill>
                  <a:srgbClr val="3F3F3F"/>
                </a:solidFill>
                <a:latin typeface="Calibri"/>
                <a:cs typeface="Calibri"/>
              </a:rPr>
              <a:t>table.</a:t>
            </a:r>
            <a:endParaRPr sz="1700">
              <a:latin typeface="Calibri"/>
              <a:cs typeface="Calibri"/>
            </a:endParaRPr>
          </a:p>
          <a:p>
            <a:pPr marL="419100" marR="339725" lvl="1" indent="-182880">
              <a:lnSpc>
                <a:spcPct val="70000"/>
              </a:lnSpc>
              <a:spcBef>
                <a:spcPts val="600"/>
              </a:spcBef>
              <a:buClr>
                <a:srgbClr val="1CACE4"/>
              </a:buClr>
              <a:buChar char="◦"/>
              <a:tabLst>
                <a:tab pos="419734" algn="l"/>
              </a:tabLst>
            </a:pPr>
            <a:r>
              <a:rPr sz="1700" dirty="0">
                <a:solidFill>
                  <a:srgbClr val="3F3F3F"/>
                </a:solidFill>
                <a:latin typeface="Calibri"/>
                <a:cs typeface="Calibri"/>
              </a:rPr>
              <a:t>Node</a:t>
            </a:r>
            <a:r>
              <a:rPr sz="1700" spc="-30" dirty="0">
                <a:solidFill>
                  <a:srgbClr val="3F3F3F"/>
                </a:solidFill>
                <a:latin typeface="Calibri"/>
                <a:cs typeface="Calibri"/>
              </a:rPr>
              <a:t> </a:t>
            </a:r>
            <a:r>
              <a:rPr sz="1700" dirty="0">
                <a:solidFill>
                  <a:srgbClr val="3F3F3F"/>
                </a:solidFill>
                <a:latin typeface="Calibri"/>
                <a:cs typeface="Calibri"/>
              </a:rPr>
              <a:t>A</a:t>
            </a:r>
            <a:r>
              <a:rPr sz="1700" spc="-5" dirty="0">
                <a:solidFill>
                  <a:srgbClr val="3F3F3F"/>
                </a:solidFill>
                <a:latin typeface="Calibri"/>
                <a:cs typeface="Calibri"/>
              </a:rPr>
              <a:t> receives</a:t>
            </a:r>
            <a:r>
              <a:rPr sz="1700" spc="-40" dirty="0">
                <a:solidFill>
                  <a:srgbClr val="3F3F3F"/>
                </a:solidFill>
                <a:latin typeface="Calibri"/>
                <a:cs typeface="Calibri"/>
              </a:rPr>
              <a:t> </a:t>
            </a:r>
            <a:r>
              <a:rPr sz="1700" dirty="0">
                <a:solidFill>
                  <a:srgbClr val="3F3F3F"/>
                </a:solidFill>
                <a:latin typeface="Calibri"/>
                <a:cs typeface="Calibri"/>
              </a:rPr>
              <a:t>the</a:t>
            </a:r>
            <a:r>
              <a:rPr sz="1700" spc="-15" dirty="0">
                <a:solidFill>
                  <a:srgbClr val="3F3F3F"/>
                </a:solidFill>
                <a:latin typeface="Calibri"/>
                <a:cs typeface="Calibri"/>
              </a:rPr>
              <a:t> </a:t>
            </a:r>
            <a:r>
              <a:rPr sz="1700" spc="-5" dirty="0">
                <a:solidFill>
                  <a:srgbClr val="3F3F3F"/>
                </a:solidFill>
                <a:latin typeface="Calibri"/>
                <a:cs typeface="Calibri"/>
              </a:rPr>
              <a:t>update</a:t>
            </a:r>
            <a:r>
              <a:rPr sz="1700" spc="-35" dirty="0">
                <a:solidFill>
                  <a:srgbClr val="3F3F3F"/>
                </a:solidFill>
                <a:latin typeface="Calibri"/>
                <a:cs typeface="Calibri"/>
              </a:rPr>
              <a:t> </a:t>
            </a:r>
            <a:r>
              <a:rPr sz="1700" dirty="0">
                <a:solidFill>
                  <a:srgbClr val="3F3F3F"/>
                </a:solidFill>
                <a:latin typeface="Calibri"/>
                <a:cs typeface="Calibri"/>
              </a:rPr>
              <a:t>and,</a:t>
            </a:r>
            <a:r>
              <a:rPr sz="1700" spc="-35" dirty="0">
                <a:solidFill>
                  <a:srgbClr val="3F3F3F"/>
                </a:solidFill>
                <a:latin typeface="Calibri"/>
                <a:cs typeface="Calibri"/>
              </a:rPr>
              <a:t> </a:t>
            </a:r>
            <a:r>
              <a:rPr sz="1700" dirty="0">
                <a:solidFill>
                  <a:srgbClr val="3F3F3F"/>
                </a:solidFill>
                <a:latin typeface="Calibri"/>
                <a:cs typeface="Calibri"/>
              </a:rPr>
              <a:t>assuming</a:t>
            </a:r>
            <a:r>
              <a:rPr sz="1700" spc="-55" dirty="0">
                <a:solidFill>
                  <a:srgbClr val="3F3F3F"/>
                </a:solidFill>
                <a:latin typeface="Calibri"/>
                <a:cs typeface="Calibri"/>
              </a:rPr>
              <a:t> </a:t>
            </a:r>
            <a:r>
              <a:rPr sz="1700" spc="-5" dirty="0">
                <a:solidFill>
                  <a:srgbClr val="3F3F3F"/>
                </a:solidFill>
                <a:latin typeface="Calibri"/>
                <a:cs typeface="Calibri"/>
              </a:rPr>
              <a:t>that</a:t>
            </a:r>
            <a:r>
              <a:rPr sz="1700" spc="-15" dirty="0">
                <a:solidFill>
                  <a:srgbClr val="3F3F3F"/>
                </a:solidFill>
                <a:latin typeface="Calibri"/>
                <a:cs typeface="Calibri"/>
              </a:rPr>
              <a:t> </a:t>
            </a:r>
            <a:r>
              <a:rPr sz="1700" dirty="0">
                <a:solidFill>
                  <a:srgbClr val="3F3F3F"/>
                </a:solidFill>
                <a:latin typeface="Calibri"/>
                <a:cs typeface="Calibri"/>
              </a:rPr>
              <a:t>B</a:t>
            </a:r>
            <a:r>
              <a:rPr sz="1700" spc="-10" dirty="0">
                <a:solidFill>
                  <a:srgbClr val="3F3F3F"/>
                </a:solidFill>
                <a:latin typeface="Calibri"/>
                <a:cs typeface="Calibri"/>
              </a:rPr>
              <a:t> </a:t>
            </a:r>
            <a:r>
              <a:rPr sz="1700" dirty="0">
                <a:solidFill>
                  <a:srgbClr val="3F3F3F"/>
                </a:solidFill>
                <a:latin typeface="Calibri"/>
                <a:cs typeface="Calibri"/>
              </a:rPr>
              <a:t>has </a:t>
            </a:r>
            <a:r>
              <a:rPr sz="1700" spc="-365" dirty="0">
                <a:solidFill>
                  <a:srgbClr val="3F3F3F"/>
                </a:solidFill>
                <a:latin typeface="Calibri"/>
                <a:cs typeface="Calibri"/>
              </a:rPr>
              <a:t> </a:t>
            </a:r>
            <a:r>
              <a:rPr sz="1700" spc="-10" dirty="0">
                <a:solidFill>
                  <a:srgbClr val="3F3F3F"/>
                </a:solidFill>
                <a:latin typeface="Calibri"/>
                <a:cs typeface="Calibri"/>
              </a:rPr>
              <a:t>found </a:t>
            </a:r>
            <a:r>
              <a:rPr sz="1700" dirty="0">
                <a:solidFill>
                  <a:srgbClr val="3F3F3F"/>
                </a:solidFill>
                <a:latin typeface="Calibri"/>
                <a:cs typeface="Calibri"/>
              </a:rPr>
              <a:t>a </a:t>
            </a:r>
            <a:r>
              <a:rPr sz="1700" spc="-20" dirty="0">
                <a:solidFill>
                  <a:srgbClr val="3F3F3F"/>
                </a:solidFill>
                <a:latin typeface="Calibri"/>
                <a:cs typeface="Calibri"/>
              </a:rPr>
              <a:t>way </a:t>
            </a:r>
            <a:r>
              <a:rPr sz="1700" spc="-5" dirty="0">
                <a:solidFill>
                  <a:srgbClr val="3F3F3F"/>
                </a:solidFill>
                <a:latin typeface="Calibri"/>
                <a:cs typeface="Calibri"/>
              </a:rPr>
              <a:t>to reach </a:t>
            </a:r>
            <a:r>
              <a:rPr sz="1700" dirty="0">
                <a:solidFill>
                  <a:srgbClr val="3F3F3F"/>
                </a:solidFill>
                <a:latin typeface="Calibri"/>
                <a:cs typeface="Calibri"/>
              </a:rPr>
              <a:t>X, </a:t>
            </a:r>
            <a:r>
              <a:rPr sz="1700" spc="-5" dirty="0">
                <a:solidFill>
                  <a:srgbClr val="3F3F3F"/>
                </a:solidFill>
                <a:latin typeface="Calibri"/>
                <a:cs typeface="Calibri"/>
              </a:rPr>
              <a:t>immediately updates </a:t>
            </a:r>
            <a:r>
              <a:rPr sz="1700" dirty="0">
                <a:solidFill>
                  <a:srgbClr val="3F3F3F"/>
                </a:solidFill>
                <a:latin typeface="Calibri"/>
                <a:cs typeface="Calibri"/>
              </a:rPr>
              <a:t>its </a:t>
            </a:r>
            <a:r>
              <a:rPr sz="1700" spc="5" dirty="0">
                <a:solidFill>
                  <a:srgbClr val="3F3F3F"/>
                </a:solidFill>
                <a:latin typeface="Calibri"/>
                <a:cs typeface="Calibri"/>
              </a:rPr>
              <a:t> </a:t>
            </a:r>
            <a:r>
              <a:rPr sz="1700" spc="-10" dirty="0">
                <a:solidFill>
                  <a:srgbClr val="3F3F3F"/>
                </a:solidFill>
                <a:latin typeface="Calibri"/>
                <a:cs typeface="Calibri"/>
              </a:rPr>
              <a:t>forwarding</a:t>
            </a:r>
            <a:r>
              <a:rPr sz="1700" spc="-55" dirty="0">
                <a:solidFill>
                  <a:srgbClr val="3F3F3F"/>
                </a:solidFill>
                <a:latin typeface="Calibri"/>
                <a:cs typeface="Calibri"/>
              </a:rPr>
              <a:t> </a:t>
            </a:r>
            <a:r>
              <a:rPr sz="1700" spc="-5" dirty="0">
                <a:solidFill>
                  <a:srgbClr val="3F3F3F"/>
                </a:solidFill>
                <a:latin typeface="Calibri"/>
                <a:cs typeface="Calibri"/>
              </a:rPr>
              <a:t>table.</a:t>
            </a:r>
            <a:endParaRPr sz="1700">
              <a:latin typeface="Calibri"/>
              <a:cs typeface="Calibri"/>
            </a:endParaRPr>
          </a:p>
        </p:txBody>
      </p:sp>
      <p:pic>
        <p:nvPicPr>
          <p:cNvPr id="10" name="object 10"/>
          <p:cNvPicPr/>
          <p:nvPr/>
        </p:nvPicPr>
        <p:blipFill>
          <a:blip r:embed="rId3" cstate="print"/>
          <a:stretch>
            <a:fillRect/>
          </a:stretch>
        </p:blipFill>
        <p:spPr>
          <a:xfrm>
            <a:off x="6547103" y="3048000"/>
            <a:ext cx="2644139" cy="1295399"/>
          </a:xfrm>
          <a:prstGeom prst="rect">
            <a:avLst/>
          </a:prstGeom>
        </p:spPr>
      </p:pic>
      <p:pic>
        <p:nvPicPr>
          <p:cNvPr id="11" name="object 11"/>
          <p:cNvPicPr/>
          <p:nvPr/>
        </p:nvPicPr>
        <p:blipFill>
          <a:blip r:embed="rId4" cstate="print"/>
          <a:stretch>
            <a:fillRect/>
          </a:stretch>
        </p:blipFill>
        <p:spPr>
          <a:xfrm>
            <a:off x="6435851" y="5105400"/>
            <a:ext cx="2828544" cy="1295400"/>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64</a:t>
            </a:fld>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8602345" cy="680720"/>
          </a:xfrm>
          <a:prstGeom prst="rect">
            <a:avLst/>
          </a:prstGeom>
        </p:spPr>
        <p:txBody>
          <a:bodyPr vert="horz" wrap="square" lIns="0" tIns="12065" rIns="0" bIns="0" rtlCol="0">
            <a:spAutoFit/>
          </a:bodyPr>
          <a:lstStyle/>
          <a:p>
            <a:pPr marL="12700">
              <a:lnSpc>
                <a:spcPct val="100000"/>
              </a:lnSpc>
              <a:spcBef>
                <a:spcPts val="95"/>
              </a:spcBef>
            </a:pPr>
            <a:r>
              <a:rPr sz="4300" i="0" spc="-40" dirty="0">
                <a:latin typeface="Arial"/>
                <a:cs typeface="Arial"/>
              </a:rPr>
              <a:t>Count</a:t>
            </a:r>
            <a:r>
              <a:rPr sz="4300" i="0" spc="-145" dirty="0">
                <a:latin typeface="Arial"/>
                <a:cs typeface="Arial"/>
              </a:rPr>
              <a:t> </a:t>
            </a:r>
            <a:r>
              <a:rPr sz="4300" i="0" spc="-30" dirty="0">
                <a:latin typeface="Arial"/>
                <a:cs typeface="Arial"/>
              </a:rPr>
              <a:t>to</a:t>
            </a:r>
            <a:r>
              <a:rPr sz="4300" i="0" spc="-105" dirty="0">
                <a:latin typeface="Arial"/>
                <a:cs typeface="Arial"/>
              </a:rPr>
              <a:t> </a:t>
            </a:r>
            <a:r>
              <a:rPr sz="4300" i="0" spc="-50" dirty="0">
                <a:latin typeface="Arial"/>
                <a:cs typeface="Arial"/>
              </a:rPr>
              <a:t>infinity</a:t>
            </a:r>
            <a:r>
              <a:rPr sz="4300" i="0" spc="-70" dirty="0">
                <a:latin typeface="Arial"/>
                <a:cs typeface="Arial"/>
              </a:rPr>
              <a:t> </a:t>
            </a:r>
            <a:r>
              <a:rPr sz="4300" i="0" spc="-5" dirty="0">
                <a:latin typeface="Arial"/>
                <a:cs typeface="Arial"/>
              </a:rPr>
              <a:t>-</a:t>
            </a:r>
            <a:r>
              <a:rPr sz="4300" i="0" spc="-110" dirty="0">
                <a:latin typeface="Arial"/>
                <a:cs typeface="Arial"/>
              </a:rPr>
              <a:t> </a:t>
            </a:r>
            <a:r>
              <a:rPr sz="4300" spc="-65" dirty="0"/>
              <a:t>Two-Node</a:t>
            </a:r>
            <a:r>
              <a:rPr sz="4300" spc="-120" dirty="0"/>
              <a:t> </a:t>
            </a:r>
            <a:r>
              <a:rPr sz="4300" spc="-40" dirty="0"/>
              <a:t>Loop</a:t>
            </a:r>
            <a:endParaRPr sz="4300">
              <a:latin typeface="Arial"/>
              <a:cs typeface="Arial"/>
            </a:endParaRPr>
          </a:p>
        </p:txBody>
      </p:sp>
      <p:sp>
        <p:nvSpPr>
          <p:cNvPr id="3" name="object 3"/>
          <p:cNvSpPr txBox="1"/>
          <p:nvPr/>
        </p:nvSpPr>
        <p:spPr>
          <a:xfrm>
            <a:off x="575563" y="3273044"/>
            <a:ext cx="4332605" cy="391160"/>
          </a:xfrm>
          <a:prstGeom prst="rect">
            <a:avLst/>
          </a:prstGeom>
        </p:spPr>
        <p:txBody>
          <a:bodyPr vert="horz" wrap="square" lIns="0" tIns="12700" rIns="0" bIns="0" rtlCol="0">
            <a:spAutoFit/>
          </a:bodyPr>
          <a:lstStyle/>
          <a:p>
            <a:pPr marL="189230" indent="-177165">
              <a:lnSpc>
                <a:spcPct val="100000"/>
              </a:lnSpc>
              <a:spcBef>
                <a:spcPts val="100"/>
              </a:spcBef>
              <a:buClr>
                <a:srgbClr val="1CACE4"/>
              </a:buClr>
              <a:buFont typeface="Arial MT"/>
              <a:buChar char="•"/>
              <a:tabLst>
                <a:tab pos="189865" algn="l"/>
              </a:tabLst>
            </a:pPr>
            <a:r>
              <a:rPr sz="2400" spc="-10" dirty="0">
                <a:solidFill>
                  <a:srgbClr val="3F3F3F"/>
                </a:solidFill>
                <a:latin typeface="Calibri"/>
                <a:cs typeface="Calibri"/>
              </a:rPr>
              <a:t>Now</a:t>
            </a:r>
            <a:r>
              <a:rPr sz="2400" spc="-30" dirty="0">
                <a:solidFill>
                  <a:srgbClr val="3F3F3F"/>
                </a:solidFill>
                <a:latin typeface="Calibri"/>
                <a:cs typeface="Calibri"/>
              </a:rPr>
              <a:t> </a:t>
            </a:r>
            <a:r>
              <a:rPr sz="2400" dirty="0">
                <a:solidFill>
                  <a:srgbClr val="3F3F3F"/>
                </a:solidFill>
                <a:latin typeface="Calibri"/>
                <a:cs typeface="Calibri"/>
              </a:rPr>
              <a:t>A</a:t>
            </a:r>
            <a:r>
              <a:rPr sz="2400" spc="-20" dirty="0">
                <a:solidFill>
                  <a:srgbClr val="3F3F3F"/>
                </a:solidFill>
                <a:latin typeface="Calibri"/>
                <a:cs typeface="Calibri"/>
              </a:rPr>
              <a:t> </a:t>
            </a:r>
            <a:r>
              <a:rPr sz="2400" spc="-5" dirty="0">
                <a:solidFill>
                  <a:srgbClr val="3F3F3F"/>
                </a:solidFill>
                <a:latin typeface="Calibri"/>
                <a:cs typeface="Calibri"/>
              </a:rPr>
              <a:t>sends</a:t>
            </a:r>
            <a:r>
              <a:rPr sz="2400" spc="-10" dirty="0">
                <a:solidFill>
                  <a:srgbClr val="3F3F3F"/>
                </a:solidFill>
                <a:latin typeface="Calibri"/>
                <a:cs typeface="Calibri"/>
              </a:rPr>
              <a:t> </a:t>
            </a:r>
            <a:r>
              <a:rPr sz="2400" spc="-5" dirty="0">
                <a:solidFill>
                  <a:srgbClr val="3F3F3F"/>
                </a:solidFill>
                <a:latin typeface="Calibri"/>
                <a:cs typeface="Calibri"/>
              </a:rPr>
              <a:t>its</a:t>
            </a:r>
            <a:r>
              <a:rPr sz="2400" spc="-25" dirty="0">
                <a:solidFill>
                  <a:srgbClr val="3F3F3F"/>
                </a:solidFill>
                <a:latin typeface="Calibri"/>
                <a:cs typeface="Calibri"/>
              </a:rPr>
              <a:t> </a:t>
            </a:r>
            <a:r>
              <a:rPr sz="2400" spc="-5" dirty="0">
                <a:solidFill>
                  <a:srgbClr val="3F3F3F"/>
                </a:solidFill>
                <a:latin typeface="Calibri"/>
                <a:cs typeface="Calibri"/>
              </a:rPr>
              <a:t>new</a:t>
            </a:r>
            <a:r>
              <a:rPr sz="2400" spc="-15" dirty="0">
                <a:solidFill>
                  <a:srgbClr val="3F3F3F"/>
                </a:solidFill>
                <a:latin typeface="Calibri"/>
                <a:cs typeface="Calibri"/>
              </a:rPr>
              <a:t> update</a:t>
            </a:r>
            <a:r>
              <a:rPr sz="2400" spc="-10" dirty="0">
                <a:solidFill>
                  <a:srgbClr val="3F3F3F"/>
                </a:solidFill>
                <a:latin typeface="Calibri"/>
                <a:cs typeface="Calibri"/>
              </a:rPr>
              <a:t> </a:t>
            </a:r>
            <a:r>
              <a:rPr sz="2400" spc="-15" dirty="0">
                <a:solidFill>
                  <a:srgbClr val="3F3F3F"/>
                </a:solidFill>
                <a:latin typeface="Calibri"/>
                <a:cs typeface="Calibri"/>
              </a:rPr>
              <a:t>to </a:t>
            </a:r>
            <a:r>
              <a:rPr sz="2400" dirty="0">
                <a:solidFill>
                  <a:srgbClr val="3F3F3F"/>
                </a:solidFill>
                <a:latin typeface="Calibri"/>
                <a:cs typeface="Calibri"/>
              </a:rPr>
              <a:t>B.</a:t>
            </a:r>
            <a:endParaRPr sz="2400">
              <a:latin typeface="Calibri"/>
              <a:cs typeface="Calibri"/>
            </a:endParaRPr>
          </a:p>
        </p:txBody>
      </p:sp>
      <p:sp>
        <p:nvSpPr>
          <p:cNvPr id="4" name="object 4"/>
          <p:cNvSpPr txBox="1"/>
          <p:nvPr/>
        </p:nvSpPr>
        <p:spPr>
          <a:xfrm>
            <a:off x="799591" y="3597655"/>
            <a:ext cx="7749540" cy="330835"/>
          </a:xfrm>
          <a:prstGeom prst="rect">
            <a:avLst/>
          </a:prstGeom>
        </p:spPr>
        <p:txBody>
          <a:bodyPr vert="horz" wrap="square" lIns="0" tIns="13335" rIns="0" bIns="0" rtlCol="0">
            <a:spAutoFit/>
          </a:bodyPr>
          <a:lstStyle/>
          <a:p>
            <a:pPr marL="195580" indent="-182880">
              <a:lnSpc>
                <a:spcPct val="100000"/>
              </a:lnSpc>
              <a:spcBef>
                <a:spcPts val="105"/>
              </a:spcBef>
              <a:buClr>
                <a:srgbClr val="1CACE4"/>
              </a:buClr>
              <a:buChar char="◦"/>
              <a:tabLst>
                <a:tab pos="195580" algn="l"/>
              </a:tabLst>
            </a:pPr>
            <a:r>
              <a:rPr sz="2000" spc="-5" dirty="0">
                <a:solidFill>
                  <a:srgbClr val="3F3F3F"/>
                </a:solidFill>
                <a:latin typeface="Calibri"/>
                <a:cs typeface="Calibri"/>
              </a:rPr>
              <a:t>Now</a:t>
            </a:r>
            <a:r>
              <a:rPr sz="2000" spc="-35" dirty="0">
                <a:solidFill>
                  <a:srgbClr val="3F3F3F"/>
                </a:solidFill>
                <a:latin typeface="Calibri"/>
                <a:cs typeface="Calibri"/>
              </a:rPr>
              <a:t> </a:t>
            </a:r>
            <a:r>
              <a:rPr sz="2000" dirty="0">
                <a:solidFill>
                  <a:srgbClr val="3F3F3F"/>
                </a:solidFill>
                <a:latin typeface="Calibri"/>
                <a:cs typeface="Calibri"/>
              </a:rPr>
              <a:t>B</a:t>
            </a:r>
            <a:r>
              <a:rPr sz="2000" spc="-10" dirty="0">
                <a:solidFill>
                  <a:srgbClr val="3F3F3F"/>
                </a:solidFill>
                <a:latin typeface="Calibri"/>
                <a:cs typeface="Calibri"/>
              </a:rPr>
              <a:t> </a:t>
            </a:r>
            <a:r>
              <a:rPr sz="2000" spc="-5" dirty="0">
                <a:solidFill>
                  <a:srgbClr val="3F3F3F"/>
                </a:solidFill>
                <a:latin typeface="Calibri"/>
                <a:cs typeface="Calibri"/>
              </a:rPr>
              <a:t>thinks</a:t>
            </a:r>
            <a:r>
              <a:rPr sz="2000" spc="15" dirty="0">
                <a:solidFill>
                  <a:srgbClr val="3F3F3F"/>
                </a:solidFill>
                <a:latin typeface="Calibri"/>
                <a:cs typeface="Calibri"/>
              </a:rPr>
              <a:t> </a:t>
            </a:r>
            <a:r>
              <a:rPr sz="2000" spc="-10" dirty="0">
                <a:solidFill>
                  <a:srgbClr val="3F3F3F"/>
                </a:solidFill>
                <a:latin typeface="Calibri"/>
                <a:cs typeface="Calibri"/>
              </a:rPr>
              <a:t>that</a:t>
            </a:r>
            <a:r>
              <a:rPr sz="2000" dirty="0">
                <a:solidFill>
                  <a:srgbClr val="3F3F3F"/>
                </a:solidFill>
                <a:latin typeface="Calibri"/>
                <a:cs typeface="Calibri"/>
              </a:rPr>
              <a:t> </a:t>
            </a:r>
            <a:r>
              <a:rPr sz="2000" spc="-5" dirty="0">
                <a:solidFill>
                  <a:srgbClr val="3F3F3F"/>
                </a:solidFill>
                <a:latin typeface="Calibri"/>
                <a:cs typeface="Calibri"/>
              </a:rPr>
              <a:t>something</a:t>
            </a:r>
            <a:r>
              <a:rPr sz="2000" spc="5" dirty="0">
                <a:solidFill>
                  <a:srgbClr val="3F3F3F"/>
                </a:solidFill>
                <a:latin typeface="Calibri"/>
                <a:cs typeface="Calibri"/>
              </a:rPr>
              <a:t> </a:t>
            </a:r>
            <a:r>
              <a:rPr sz="2000" dirty="0">
                <a:solidFill>
                  <a:srgbClr val="3F3F3F"/>
                </a:solidFill>
                <a:latin typeface="Calibri"/>
                <a:cs typeface="Calibri"/>
              </a:rPr>
              <a:t>has</a:t>
            </a:r>
            <a:r>
              <a:rPr sz="2000" spc="5" dirty="0">
                <a:solidFill>
                  <a:srgbClr val="3F3F3F"/>
                </a:solidFill>
                <a:latin typeface="Calibri"/>
                <a:cs typeface="Calibri"/>
              </a:rPr>
              <a:t> </a:t>
            </a:r>
            <a:r>
              <a:rPr sz="2000" spc="-5" dirty="0">
                <a:solidFill>
                  <a:srgbClr val="3F3F3F"/>
                </a:solidFill>
                <a:latin typeface="Calibri"/>
                <a:cs typeface="Calibri"/>
              </a:rPr>
              <a:t>been changed</a:t>
            </a:r>
            <a:r>
              <a:rPr sz="2000" spc="-15" dirty="0">
                <a:solidFill>
                  <a:srgbClr val="3F3F3F"/>
                </a:solidFill>
                <a:latin typeface="Calibri"/>
                <a:cs typeface="Calibri"/>
              </a:rPr>
              <a:t> </a:t>
            </a:r>
            <a:r>
              <a:rPr sz="2000" spc="-10" dirty="0">
                <a:solidFill>
                  <a:srgbClr val="3F3F3F"/>
                </a:solidFill>
                <a:latin typeface="Calibri"/>
                <a:cs typeface="Calibri"/>
              </a:rPr>
              <a:t>around </a:t>
            </a:r>
            <a:r>
              <a:rPr sz="2000" dirty="0">
                <a:solidFill>
                  <a:srgbClr val="3F3F3F"/>
                </a:solidFill>
                <a:latin typeface="Calibri"/>
                <a:cs typeface="Calibri"/>
              </a:rPr>
              <a:t>A and</a:t>
            </a:r>
            <a:r>
              <a:rPr sz="2000" spc="-5" dirty="0">
                <a:solidFill>
                  <a:srgbClr val="3F3F3F"/>
                </a:solidFill>
                <a:latin typeface="Calibri"/>
                <a:cs typeface="Calibri"/>
              </a:rPr>
              <a:t> </a:t>
            </a:r>
            <a:r>
              <a:rPr sz="2000" spc="-10" dirty="0">
                <a:solidFill>
                  <a:srgbClr val="3F3F3F"/>
                </a:solidFill>
                <a:latin typeface="Calibri"/>
                <a:cs typeface="Calibri"/>
              </a:rPr>
              <a:t>updates</a:t>
            </a:r>
            <a:r>
              <a:rPr sz="2000" spc="60" dirty="0">
                <a:solidFill>
                  <a:srgbClr val="3F3F3F"/>
                </a:solidFill>
                <a:latin typeface="Calibri"/>
                <a:cs typeface="Calibri"/>
              </a:rPr>
              <a:t> </a:t>
            </a:r>
            <a:r>
              <a:rPr sz="2000" spc="-5" dirty="0">
                <a:solidFill>
                  <a:srgbClr val="3F3F3F"/>
                </a:solidFill>
                <a:latin typeface="Calibri"/>
                <a:cs typeface="Calibri"/>
              </a:rPr>
              <a:t>its</a:t>
            </a:r>
            <a:endParaRPr sz="2000">
              <a:latin typeface="Calibri"/>
              <a:cs typeface="Calibri"/>
            </a:endParaRPr>
          </a:p>
        </p:txBody>
      </p:sp>
      <p:pic>
        <p:nvPicPr>
          <p:cNvPr id="5" name="object 5"/>
          <p:cNvPicPr/>
          <p:nvPr/>
        </p:nvPicPr>
        <p:blipFill>
          <a:blip r:embed="rId2" cstate="print"/>
          <a:stretch>
            <a:fillRect/>
          </a:stretch>
        </p:blipFill>
        <p:spPr>
          <a:xfrm>
            <a:off x="457200" y="1752600"/>
            <a:ext cx="9144000" cy="1272539"/>
          </a:xfrm>
          <a:prstGeom prst="rect">
            <a:avLst/>
          </a:prstGeom>
        </p:spPr>
      </p:pic>
      <p:grpSp>
        <p:nvGrpSpPr>
          <p:cNvPr id="6" name="object 6"/>
          <p:cNvGrpSpPr/>
          <p:nvPr/>
        </p:nvGrpSpPr>
        <p:grpSpPr>
          <a:xfrm>
            <a:off x="457200" y="3886200"/>
            <a:ext cx="9142730" cy="3427729"/>
            <a:chOff x="457200" y="3886200"/>
            <a:chExt cx="9142730" cy="3427729"/>
          </a:xfrm>
        </p:grpSpPr>
        <p:sp>
          <p:nvSpPr>
            <p:cNvPr id="7" name="object 7"/>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8" name="object 8"/>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9" name="object 9"/>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10" name="object 10"/>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11" name="object 11"/>
          <p:cNvSpPr txBox="1"/>
          <p:nvPr/>
        </p:nvSpPr>
        <p:spPr>
          <a:xfrm>
            <a:off x="575563" y="3811015"/>
            <a:ext cx="8939530" cy="2639695"/>
          </a:xfrm>
          <a:prstGeom prst="rect">
            <a:avLst/>
          </a:prstGeom>
        </p:spPr>
        <p:txBody>
          <a:bodyPr vert="horz" wrap="square" lIns="0" tIns="13335" rIns="0" bIns="0" rtlCol="0">
            <a:spAutoFit/>
          </a:bodyPr>
          <a:lstStyle/>
          <a:p>
            <a:pPr marL="419100">
              <a:lnSpc>
                <a:spcPts val="2340"/>
              </a:lnSpc>
              <a:spcBef>
                <a:spcPts val="105"/>
              </a:spcBef>
            </a:pPr>
            <a:r>
              <a:rPr sz="2000" spc="-10" dirty="0">
                <a:solidFill>
                  <a:srgbClr val="3F3F3F"/>
                </a:solidFill>
                <a:latin typeface="Calibri"/>
                <a:cs typeface="Calibri"/>
              </a:rPr>
              <a:t>forwarding</a:t>
            </a:r>
            <a:r>
              <a:rPr sz="2000" spc="-50" dirty="0">
                <a:solidFill>
                  <a:srgbClr val="3F3F3F"/>
                </a:solidFill>
                <a:latin typeface="Calibri"/>
                <a:cs typeface="Calibri"/>
              </a:rPr>
              <a:t> </a:t>
            </a:r>
            <a:r>
              <a:rPr sz="2000" spc="-10" dirty="0">
                <a:solidFill>
                  <a:srgbClr val="3F3F3F"/>
                </a:solidFill>
                <a:latin typeface="Calibri"/>
                <a:cs typeface="Calibri"/>
              </a:rPr>
              <a:t>table.</a:t>
            </a:r>
            <a:endParaRPr sz="2000">
              <a:latin typeface="Calibri"/>
              <a:cs typeface="Calibri"/>
            </a:endParaRPr>
          </a:p>
          <a:p>
            <a:pPr marL="419100" marR="97155" indent="-182880">
              <a:lnSpc>
                <a:spcPct val="70000"/>
              </a:lnSpc>
              <a:spcBef>
                <a:spcPts val="655"/>
              </a:spcBef>
              <a:buClr>
                <a:srgbClr val="1CACE4"/>
              </a:buClr>
              <a:buChar char="◦"/>
              <a:tabLst>
                <a:tab pos="419734" algn="l"/>
              </a:tabLst>
            </a:pPr>
            <a:r>
              <a:rPr sz="2000" dirty="0">
                <a:solidFill>
                  <a:srgbClr val="3F3F3F"/>
                </a:solidFill>
                <a:latin typeface="Calibri"/>
                <a:cs typeface="Calibri"/>
              </a:rPr>
              <a:t>The</a:t>
            </a:r>
            <a:r>
              <a:rPr sz="2000" spc="-10" dirty="0">
                <a:solidFill>
                  <a:srgbClr val="3F3F3F"/>
                </a:solidFill>
                <a:latin typeface="Calibri"/>
                <a:cs typeface="Calibri"/>
              </a:rPr>
              <a:t> cost </a:t>
            </a:r>
            <a:r>
              <a:rPr sz="2000" spc="-5" dirty="0">
                <a:solidFill>
                  <a:srgbClr val="3F3F3F"/>
                </a:solidFill>
                <a:latin typeface="Calibri"/>
                <a:cs typeface="Calibri"/>
              </a:rPr>
              <a:t>of reaching</a:t>
            </a:r>
            <a:r>
              <a:rPr sz="2000" dirty="0">
                <a:solidFill>
                  <a:srgbClr val="3F3F3F"/>
                </a:solidFill>
                <a:latin typeface="Calibri"/>
                <a:cs typeface="Calibri"/>
              </a:rPr>
              <a:t> X</a:t>
            </a:r>
            <a:r>
              <a:rPr sz="2000" spc="-5" dirty="0">
                <a:solidFill>
                  <a:srgbClr val="3F3F3F"/>
                </a:solidFill>
                <a:latin typeface="Calibri"/>
                <a:cs typeface="Calibri"/>
              </a:rPr>
              <a:t> increases</a:t>
            </a:r>
            <a:r>
              <a:rPr sz="2000" spc="15" dirty="0">
                <a:solidFill>
                  <a:srgbClr val="3F3F3F"/>
                </a:solidFill>
                <a:latin typeface="Calibri"/>
                <a:cs typeface="Calibri"/>
              </a:rPr>
              <a:t> </a:t>
            </a:r>
            <a:r>
              <a:rPr sz="2000" spc="-5" dirty="0">
                <a:solidFill>
                  <a:srgbClr val="3F3F3F"/>
                </a:solidFill>
                <a:latin typeface="Calibri"/>
                <a:cs typeface="Calibri"/>
              </a:rPr>
              <a:t>gradually</a:t>
            </a:r>
            <a:r>
              <a:rPr sz="2000" spc="-20" dirty="0">
                <a:solidFill>
                  <a:srgbClr val="3F3F3F"/>
                </a:solidFill>
                <a:latin typeface="Calibri"/>
                <a:cs typeface="Calibri"/>
              </a:rPr>
              <a:t> </a:t>
            </a:r>
            <a:r>
              <a:rPr sz="2000" spc="-10" dirty="0">
                <a:solidFill>
                  <a:srgbClr val="3F3F3F"/>
                </a:solidFill>
                <a:latin typeface="Calibri"/>
                <a:cs typeface="Calibri"/>
              </a:rPr>
              <a:t>until</a:t>
            </a:r>
            <a:r>
              <a:rPr sz="2000" spc="15" dirty="0">
                <a:solidFill>
                  <a:srgbClr val="3F3F3F"/>
                </a:solidFill>
                <a:latin typeface="Calibri"/>
                <a:cs typeface="Calibri"/>
              </a:rPr>
              <a:t> </a:t>
            </a:r>
            <a:r>
              <a:rPr sz="2000" spc="-5" dirty="0">
                <a:solidFill>
                  <a:srgbClr val="3F3F3F"/>
                </a:solidFill>
                <a:latin typeface="Calibri"/>
                <a:cs typeface="Calibri"/>
              </a:rPr>
              <a:t>it</a:t>
            </a:r>
            <a:r>
              <a:rPr sz="2000" spc="35" dirty="0">
                <a:solidFill>
                  <a:srgbClr val="3F3F3F"/>
                </a:solidFill>
                <a:latin typeface="Calibri"/>
                <a:cs typeface="Calibri"/>
              </a:rPr>
              <a:t> </a:t>
            </a:r>
            <a:r>
              <a:rPr sz="2000" spc="-5" dirty="0">
                <a:solidFill>
                  <a:srgbClr val="3F3F3F"/>
                </a:solidFill>
                <a:latin typeface="Calibri"/>
                <a:cs typeface="Calibri"/>
              </a:rPr>
              <a:t>reaches</a:t>
            </a:r>
            <a:r>
              <a:rPr sz="2000" dirty="0">
                <a:solidFill>
                  <a:srgbClr val="3F3F3F"/>
                </a:solidFill>
                <a:latin typeface="Calibri"/>
                <a:cs typeface="Calibri"/>
              </a:rPr>
              <a:t> </a:t>
            </a:r>
            <a:r>
              <a:rPr sz="2000" spc="-20" dirty="0">
                <a:solidFill>
                  <a:srgbClr val="3F3F3F"/>
                </a:solidFill>
                <a:latin typeface="Calibri"/>
                <a:cs typeface="Calibri"/>
              </a:rPr>
              <a:t>infinity.</a:t>
            </a:r>
            <a:r>
              <a:rPr sz="2000" spc="5" dirty="0">
                <a:solidFill>
                  <a:srgbClr val="3F3F3F"/>
                </a:solidFill>
                <a:latin typeface="Calibri"/>
                <a:cs typeface="Calibri"/>
              </a:rPr>
              <a:t> </a:t>
            </a:r>
            <a:r>
              <a:rPr sz="2000" spc="-25" dirty="0">
                <a:solidFill>
                  <a:srgbClr val="3F3F3F"/>
                </a:solidFill>
                <a:latin typeface="Calibri"/>
                <a:cs typeface="Calibri"/>
              </a:rPr>
              <a:t>At</a:t>
            </a:r>
            <a:r>
              <a:rPr sz="2000" spc="-10" dirty="0">
                <a:solidFill>
                  <a:srgbClr val="3F3F3F"/>
                </a:solidFill>
                <a:latin typeface="Calibri"/>
                <a:cs typeface="Calibri"/>
              </a:rPr>
              <a:t> </a:t>
            </a:r>
            <a:r>
              <a:rPr sz="2000" spc="-5" dirty="0">
                <a:solidFill>
                  <a:srgbClr val="3F3F3F"/>
                </a:solidFill>
                <a:latin typeface="Calibri"/>
                <a:cs typeface="Calibri"/>
              </a:rPr>
              <a:t>this</a:t>
            </a:r>
            <a:r>
              <a:rPr sz="2000" dirty="0">
                <a:solidFill>
                  <a:srgbClr val="3F3F3F"/>
                </a:solidFill>
                <a:latin typeface="Calibri"/>
                <a:cs typeface="Calibri"/>
              </a:rPr>
              <a:t> </a:t>
            </a:r>
            <a:r>
              <a:rPr sz="2000" spc="-10" dirty="0">
                <a:solidFill>
                  <a:srgbClr val="3F3F3F"/>
                </a:solidFill>
                <a:latin typeface="Calibri"/>
                <a:cs typeface="Calibri"/>
              </a:rPr>
              <a:t>moment, </a:t>
            </a:r>
            <a:r>
              <a:rPr sz="2000" spc="-434" dirty="0">
                <a:solidFill>
                  <a:srgbClr val="3F3F3F"/>
                </a:solidFill>
                <a:latin typeface="Calibri"/>
                <a:cs typeface="Calibri"/>
              </a:rPr>
              <a:t> </a:t>
            </a:r>
            <a:r>
              <a:rPr sz="2000" spc="-5" dirty="0">
                <a:solidFill>
                  <a:srgbClr val="3F3F3F"/>
                </a:solidFill>
                <a:latin typeface="Calibri"/>
                <a:cs typeface="Calibri"/>
              </a:rPr>
              <a:t>both</a:t>
            </a:r>
            <a:r>
              <a:rPr sz="2000" spc="-3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dirty="0">
                <a:solidFill>
                  <a:srgbClr val="3F3F3F"/>
                </a:solidFill>
                <a:latin typeface="Calibri"/>
                <a:cs typeface="Calibri"/>
              </a:rPr>
              <a:t>and</a:t>
            </a:r>
            <a:r>
              <a:rPr sz="2000" spc="-20" dirty="0">
                <a:solidFill>
                  <a:srgbClr val="3F3F3F"/>
                </a:solidFill>
                <a:latin typeface="Calibri"/>
                <a:cs typeface="Calibri"/>
              </a:rPr>
              <a:t> </a:t>
            </a:r>
            <a:r>
              <a:rPr sz="2000" dirty="0">
                <a:solidFill>
                  <a:srgbClr val="3F3F3F"/>
                </a:solidFill>
                <a:latin typeface="Calibri"/>
                <a:cs typeface="Calibri"/>
              </a:rPr>
              <a:t>B</a:t>
            </a:r>
            <a:r>
              <a:rPr sz="2000" spc="-15" dirty="0">
                <a:solidFill>
                  <a:srgbClr val="3F3F3F"/>
                </a:solidFill>
                <a:latin typeface="Calibri"/>
                <a:cs typeface="Calibri"/>
              </a:rPr>
              <a:t> </a:t>
            </a:r>
            <a:r>
              <a:rPr sz="2000" spc="-5" dirty="0">
                <a:solidFill>
                  <a:srgbClr val="3F3F3F"/>
                </a:solidFill>
                <a:latin typeface="Calibri"/>
                <a:cs typeface="Calibri"/>
              </a:rPr>
              <a:t>know</a:t>
            </a:r>
            <a:r>
              <a:rPr sz="2000" spc="-15" dirty="0">
                <a:solidFill>
                  <a:srgbClr val="3F3F3F"/>
                </a:solidFill>
                <a:latin typeface="Calibri"/>
                <a:cs typeface="Calibri"/>
              </a:rPr>
              <a:t> </a:t>
            </a:r>
            <a:r>
              <a:rPr sz="2000" spc="-10" dirty="0">
                <a:solidFill>
                  <a:srgbClr val="3F3F3F"/>
                </a:solidFill>
                <a:latin typeface="Calibri"/>
                <a:cs typeface="Calibri"/>
              </a:rPr>
              <a:t>that</a:t>
            </a:r>
            <a:r>
              <a:rPr sz="2000" spc="-5" dirty="0">
                <a:solidFill>
                  <a:srgbClr val="3F3F3F"/>
                </a:solidFill>
                <a:latin typeface="Calibri"/>
                <a:cs typeface="Calibri"/>
              </a:rPr>
              <a:t> </a:t>
            </a:r>
            <a:r>
              <a:rPr sz="2000" dirty="0">
                <a:solidFill>
                  <a:srgbClr val="3F3F3F"/>
                </a:solidFill>
                <a:latin typeface="Calibri"/>
                <a:cs typeface="Calibri"/>
              </a:rPr>
              <a:t>X</a:t>
            </a:r>
            <a:r>
              <a:rPr sz="2000" spc="-10" dirty="0">
                <a:solidFill>
                  <a:srgbClr val="3F3F3F"/>
                </a:solidFill>
                <a:latin typeface="Calibri"/>
                <a:cs typeface="Calibri"/>
              </a:rPr>
              <a:t> </a:t>
            </a:r>
            <a:r>
              <a:rPr sz="2000" spc="-5" dirty="0">
                <a:solidFill>
                  <a:srgbClr val="3F3F3F"/>
                </a:solidFill>
                <a:latin typeface="Calibri"/>
                <a:cs typeface="Calibri"/>
              </a:rPr>
              <a:t>cannot</a:t>
            </a:r>
            <a:r>
              <a:rPr sz="2000" spc="-25" dirty="0">
                <a:solidFill>
                  <a:srgbClr val="3F3F3F"/>
                </a:solidFill>
                <a:latin typeface="Calibri"/>
                <a:cs typeface="Calibri"/>
              </a:rPr>
              <a:t> </a:t>
            </a:r>
            <a:r>
              <a:rPr sz="2000" dirty="0">
                <a:solidFill>
                  <a:srgbClr val="3F3F3F"/>
                </a:solidFill>
                <a:latin typeface="Calibri"/>
                <a:cs typeface="Calibri"/>
              </a:rPr>
              <a:t>be</a:t>
            </a:r>
            <a:r>
              <a:rPr sz="2000" spc="-10" dirty="0">
                <a:solidFill>
                  <a:srgbClr val="3F3F3F"/>
                </a:solidFill>
                <a:latin typeface="Calibri"/>
                <a:cs typeface="Calibri"/>
              </a:rPr>
              <a:t> </a:t>
            </a:r>
            <a:r>
              <a:rPr sz="2000" spc="-5" dirty="0">
                <a:solidFill>
                  <a:srgbClr val="3F3F3F"/>
                </a:solidFill>
                <a:latin typeface="Calibri"/>
                <a:cs typeface="Calibri"/>
              </a:rPr>
              <a:t>reached.</a:t>
            </a:r>
            <a:endParaRPr sz="2000">
              <a:latin typeface="Calibri"/>
              <a:cs typeface="Calibri"/>
            </a:endParaRPr>
          </a:p>
          <a:p>
            <a:pPr marL="189230" indent="-177165">
              <a:lnSpc>
                <a:spcPts val="2720"/>
              </a:lnSpc>
              <a:spcBef>
                <a:spcPts val="745"/>
              </a:spcBef>
              <a:buClr>
                <a:srgbClr val="1CACE4"/>
              </a:buClr>
              <a:buFont typeface="Arial MT"/>
              <a:buChar char="•"/>
              <a:tabLst>
                <a:tab pos="189865" algn="l"/>
              </a:tabLst>
            </a:pPr>
            <a:r>
              <a:rPr sz="2400" spc="-5" dirty="0">
                <a:solidFill>
                  <a:srgbClr val="3F3F3F"/>
                </a:solidFill>
                <a:latin typeface="Calibri"/>
                <a:cs typeface="Calibri"/>
              </a:rPr>
              <a:t>During</a:t>
            </a:r>
            <a:r>
              <a:rPr sz="2400" spc="-30" dirty="0">
                <a:solidFill>
                  <a:srgbClr val="3F3F3F"/>
                </a:solidFill>
                <a:latin typeface="Calibri"/>
                <a:cs typeface="Calibri"/>
              </a:rPr>
              <a:t> </a:t>
            </a:r>
            <a:r>
              <a:rPr sz="2400" spc="-5" dirty="0">
                <a:solidFill>
                  <a:srgbClr val="3F3F3F"/>
                </a:solidFill>
                <a:latin typeface="Calibri"/>
                <a:cs typeface="Calibri"/>
              </a:rPr>
              <a:t>this</a:t>
            </a:r>
            <a:r>
              <a:rPr sz="2400" spc="-15" dirty="0">
                <a:solidFill>
                  <a:srgbClr val="3F3F3F"/>
                </a:solidFill>
                <a:latin typeface="Calibri"/>
                <a:cs typeface="Calibri"/>
              </a:rPr>
              <a:t> </a:t>
            </a:r>
            <a:r>
              <a:rPr sz="2400" spc="-5" dirty="0">
                <a:solidFill>
                  <a:srgbClr val="3F3F3F"/>
                </a:solidFill>
                <a:latin typeface="Calibri"/>
                <a:cs typeface="Calibri"/>
              </a:rPr>
              <a:t>time</a:t>
            </a:r>
            <a:r>
              <a:rPr sz="2400" spc="-2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25" dirty="0">
                <a:solidFill>
                  <a:srgbClr val="3F3F3F"/>
                </a:solidFill>
                <a:latin typeface="Calibri"/>
                <a:cs typeface="Calibri"/>
              </a:rPr>
              <a:t>system</a:t>
            </a:r>
            <a:r>
              <a:rPr sz="2400" spc="-20" dirty="0">
                <a:solidFill>
                  <a:srgbClr val="3F3F3F"/>
                </a:solidFill>
                <a:latin typeface="Calibri"/>
                <a:cs typeface="Calibri"/>
              </a:rPr>
              <a:t> </a:t>
            </a:r>
            <a:r>
              <a:rPr sz="2400" spc="-5" dirty="0">
                <a:solidFill>
                  <a:srgbClr val="3F3F3F"/>
                </a:solidFill>
                <a:latin typeface="Calibri"/>
                <a:cs typeface="Calibri"/>
              </a:rPr>
              <a:t>is</a:t>
            </a:r>
            <a:r>
              <a:rPr sz="2400" spc="-15" dirty="0">
                <a:solidFill>
                  <a:srgbClr val="3F3F3F"/>
                </a:solidFill>
                <a:latin typeface="Calibri"/>
                <a:cs typeface="Calibri"/>
              </a:rPr>
              <a:t> </a:t>
            </a:r>
            <a:r>
              <a:rPr sz="2400" spc="-5" dirty="0">
                <a:solidFill>
                  <a:srgbClr val="3F3F3F"/>
                </a:solidFill>
                <a:latin typeface="Calibri"/>
                <a:cs typeface="Calibri"/>
              </a:rPr>
              <a:t>not</a:t>
            </a:r>
            <a:r>
              <a:rPr sz="2400" spc="-10" dirty="0">
                <a:solidFill>
                  <a:srgbClr val="3F3F3F"/>
                </a:solidFill>
                <a:latin typeface="Calibri"/>
                <a:cs typeface="Calibri"/>
              </a:rPr>
              <a:t> stable.</a:t>
            </a:r>
            <a:endParaRPr sz="2400">
              <a:latin typeface="Calibri"/>
              <a:cs typeface="Calibri"/>
            </a:endParaRPr>
          </a:p>
          <a:p>
            <a:pPr marL="419100" lvl="1" indent="-183515">
              <a:lnSpc>
                <a:spcPts val="2180"/>
              </a:lnSpc>
              <a:buClr>
                <a:srgbClr val="1CACE4"/>
              </a:buClr>
              <a:buChar char="◦"/>
              <a:tabLst>
                <a:tab pos="419734" algn="l"/>
              </a:tabLst>
            </a:pPr>
            <a:r>
              <a:rPr sz="2000" dirty="0">
                <a:solidFill>
                  <a:srgbClr val="3F3F3F"/>
                </a:solidFill>
                <a:latin typeface="Calibri"/>
                <a:cs typeface="Calibri"/>
              </a:rPr>
              <a:t>Node</a:t>
            </a:r>
            <a:r>
              <a:rPr sz="2000" spc="-3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thinks</a:t>
            </a:r>
            <a:r>
              <a:rPr sz="2000" spc="15" dirty="0">
                <a:solidFill>
                  <a:srgbClr val="3F3F3F"/>
                </a:solidFill>
                <a:latin typeface="Calibri"/>
                <a:cs typeface="Calibri"/>
              </a:rPr>
              <a:t> </a:t>
            </a:r>
            <a:r>
              <a:rPr sz="2000" spc="-10" dirty="0">
                <a:solidFill>
                  <a:srgbClr val="3F3F3F"/>
                </a:solidFill>
                <a:latin typeface="Calibri"/>
                <a:cs typeface="Calibri"/>
              </a:rPr>
              <a:t>that</a:t>
            </a:r>
            <a:r>
              <a:rPr sz="2000" spc="15" dirty="0">
                <a:solidFill>
                  <a:srgbClr val="3F3F3F"/>
                </a:solidFill>
                <a:latin typeface="Calibri"/>
                <a:cs typeface="Calibri"/>
              </a:rPr>
              <a:t> </a:t>
            </a:r>
            <a:r>
              <a:rPr sz="2000" dirty="0">
                <a:solidFill>
                  <a:srgbClr val="3F3F3F"/>
                </a:solidFill>
                <a:latin typeface="Calibri"/>
                <a:cs typeface="Calibri"/>
              </a:rPr>
              <a:t>the </a:t>
            </a:r>
            <a:r>
              <a:rPr sz="2000" spc="-15" dirty="0">
                <a:solidFill>
                  <a:srgbClr val="3F3F3F"/>
                </a:solidFill>
                <a:latin typeface="Calibri"/>
                <a:cs typeface="Calibri"/>
              </a:rPr>
              <a:t>route</a:t>
            </a:r>
            <a:r>
              <a:rPr sz="2000" spc="15"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X</a:t>
            </a:r>
            <a:r>
              <a:rPr sz="2000" spc="-5" dirty="0">
                <a:solidFill>
                  <a:srgbClr val="3F3F3F"/>
                </a:solidFill>
                <a:latin typeface="Calibri"/>
                <a:cs typeface="Calibri"/>
              </a:rPr>
              <a:t> is</a:t>
            </a:r>
            <a:r>
              <a:rPr sz="2000" spc="10" dirty="0">
                <a:solidFill>
                  <a:srgbClr val="3F3F3F"/>
                </a:solidFill>
                <a:latin typeface="Calibri"/>
                <a:cs typeface="Calibri"/>
              </a:rPr>
              <a:t> </a:t>
            </a:r>
            <a:r>
              <a:rPr sz="2000" spc="-5" dirty="0">
                <a:solidFill>
                  <a:srgbClr val="3F3F3F"/>
                </a:solidFill>
                <a:latin typeface="Calibri"/>
                <a:cs typeface="Calibri"/>
              </a:rPr>
              <a:t>via</a:t>
            </a:r>
            <a:r>
              <a:rPr sz="2000" dirty="0">
                <a:solidFill>
                  <a:srgbClr val="3F3F3F"/>
                </a:solidFill>
                <a:latin typeface="Calibri"/>
                <a:cs typeface="Calibri"/>
              </a:rPr>
              <a:t> </a:t>
            </a:r>
            <a:r>
              <a:rPr sz="2000" spc="-5" dirty="0">
                <a:solidFill>
                  <a:srgbClr val="3F3F3F"/>
                </a:solidFill>
                <a:latin typeface="Calibri"/>
                <a:cs typeface="Calibri"/>
              </a:rPr>
              <a:t>B; </a:t>
            </a:r>
            <a:r>
              <a:rPr sz="2000" dirty="0">
                <a:solidFill>
                  <a:srgbClr val="3F3F3F"/>
                </a:solidFill>
                <a:latin typeface="Calibri"/>
                <a:cs typeface="Calibri"/>
              </a:rPr>
              <a:t>node</a:t>
            </a:r>
            <a:r>
              <a:rPr sz="2000" spc="-25" dirty="0">
                <a:solidFill>
                  <a:srgbClr val="3F3F3F"/>
                </a:solidFill>
                <a:latin typeface="Calibri"/>
                <a:cs typeface="Calibri"/>
              </a:rPr>
              <a:t> </a:t>
            </a:r>
            <a:r>
              <a:rPr sz="2000" dirty="0">
                <a:solidFill>
                  <a:srgbClr val="3F3F3F"/>
                </a:solidFill>
                <a:latin typeface="Calibri"/>
                <a:cs typeface="Calibri"/>
              </a:rPr>
              <a:t>B</a:t>
            </a:r>
            <a:r>
              <a:rPr sz="2000" spc="-5" dirty="0">
                <a:solidFill>
                  <a:srgbClr val="3F3F3F"/>
                </a:solidFill>
                <a:latin typeface="Calibri"/>
                <a:cs typeface="Calibri"/>
              </a:rPr>
              <a:t> thinks</a:t>
            </a:r>
            <a:r>
              <a:rPr sz="2000" spc="5" dirty="0">
                <a:solidFill>
                  <a:srgbClr val="3F3F3F"/>
                </a:solidFill>
                <a:latin typeface="Calibri"/>
                <a:cs typeface="Calibri"/>
              </a:rPr>
              <a:t> </a:t>
            </a:r>
            <a:r>
              <a:rPr sz="2000" spc="-10" dirty="0">
                <a:solidFill>
                  <a:srgbClr val="3F3F3F"/>
                </a:solidFill>
                <a:latin typeface="Calibri"/>
                <a:cs typeface="Calibri"/>
              </a:rPr>
              <a:t>that</a:t>
            </a:r>
            <a:r>
              <a:rPr sz="2000" spc="-5" dirty="0">
                <a:solidFill>
                  <a:srgbClr val="3F3F3F"/>
                </a:solidFill>
                <a:latin typeface="Calibri"/>
                <a:cs typeface="Calibri"/>
              </a:rPr>
              <a:t> </a:t>
            </a:r>
            <a:r>
              <a:rPr sz="2000" dirty="0">
                <a:solidFill>
                  <a:srgbClr val="3F3F3F"/>
                </a:solidFill>
                <a:latin typeface="Calibri"/>
                <a:cs typeface="Calibri"/>
              </a:rPr>
              <a:t>the </a:t>
            </a:r>
            <a:r>
              <a:rPr sz="2000" spc="-15" dirty="0">
                <a:solidFill>
                  <a:srgbClr val="3F3F3F"/>
                </a:solidFill>
                <a:latin typeface="Calibri"/>
                <a:cs typeface="Calibri"/>
              </a:rPr>
              <a:t>route</a:t>
            </a:r>
            <a:r>
              <a:rPr sz="2000" spc="5"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X</a:t>
            </a:r>
            <a:r>
              <a:rPr sz="2000" spc="-5" dirty="0">
                <a:solidFill>
                  <a:srgbClr val="3F3F3F"/>
                </a:solidFill>
                <a:latin typeface="Calibri"/>
                <a:cs typeface="Calibri"/>
              </a:rPr>
              <a:t> is</a:t>
            </a:r>
            <a:r>
              <a:rPr sz="2000" spc="10" dirty="0">
                <a:solidFill>
                  <a:srgbClr val="3F3F3F"/>
                </a:solidFill>
                <a:latin typeface="Calibri"/>
                <a:cs typeface="Calibri"/>
              </a:rPr>
              <a:t> </a:t>
            </a:r>
            <a:r>
              <a:rPr sz="2000" spc="-5" dirty="0">
                <a:solidFill>
                  <a:srgbClr val="3F3F3F"/>
                </a:solidFill>
                <a:latin typeface="Calibri"/>
                <a:cs typeface="Calibri"/>
              </a:rPr>
              <a:t>via</a:t>
            </a:r>
            <a:r>
              <a:rPr sz="2000" dirty="0">
                <a:solidFill>
                  <a:srgbClr val="3F3F3F"/>
                </a:solidFill>
                <a:latin typeface="Calibri"/>
                <a:cs typeface="Calibri"/>
              </a:rPr>
              <a:t> </a:t>
            </a:r>
            <a:r>
              <a:rPr sz="2000" spc="30" dirty="0">
                <a:solidFill>
                  <a:srgbClr val="3F3F3F"/>
                </a:solidFill>
                <a:latin typeface="Calibri"/>
                <a:cs typeface="Calibri"/>
              </a:rPr>
              <a:t>A.</a:t>
            </a:r>
            <a:endParaRPr sz="2000">
              <a:latin typeface="Calibri"/>
              <a:cs typeface="Calibri"/>
            </a:endParaRPr>
          </a:p>
          <a:p>
            <a:pPr marL="419100" marR="128270" lvl="1" indent="-182880">
              <a:lnSpc>
                <a:spcPct val="70000"/>
              </a:lnSpc>
              <a:spcBef>
                <a:spcPts val="660"/>
              </a:spcBef>
              <a:buClr>
                <a:srgbClr val="1CACE4"/>
              </a:buClr>
              <a:buChar char="◦"/>
              <a:tabLst>
                <a:tab pos="419734" algn="l"/>
              </a:tabLst>
            </a:pPr>
            <a:r>
              <a:rPr sz="2000" spc="-5" dirty="0">
                <a:solidFill>
                  <a:srgbClr val="3F3F3F"/>
                </a:solidFill>
                <a:latin typeface="Calibri"/>
                <a:cs typeface="Calibri"/>
              </a:rPr>
              <a:t>If</a:t>
            </a:r>
            <a:r>
              <a:rPr sz="2000" spc="-2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10" dirty="0">
                <a:solidFill>
                  <a:srgbClr val="3F3F3F"/>
                </a:solidFill>
                <a:latin typeface="Calibri"/>
                <a:cs typeface="Calibri"/>
              </a:rPr>
              <a:t>receives</a:t>
            </a:r>
            <a:r>
              <a:rPr sz="2000" spc="3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15" dirty="0">
                <a:solidFill>
                  <a:srgbClr val="3F3F3F"/>
                </a:solidFill>
                <a:latin typeface="Calibri"/>
                <a:cs typeface="Calibri"/>
              </a:rPr>
              <a:t>packet</a:t>
            </a:r>
            <a:r>
              <a:rPr sz="2000" spc="10" dirty="0">
                <a:solidFill>
                  <a:srgbClr val="3F3F3F"/>
                </a:solidFill>
                <a:latin typeface="Calibri"/>
                <a:cs typeface="Calibri"/>
              </a:rPr>
              <a:t> </a:t>
            </a:r>
            <a:r>
              <a:rPr sz="2000" spc="-5" dirty="0">
                <a:solidFill>
                  <a:srgbClr val="3F3F3F"/>
                </a:solidFill>
                <a:latin typeface="Calibri"/>
                <a:cs typeface="Calibri"/>
              </a:rPr>
              <a:t>destined</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a:t>
            </a:r>
            <a:r>
              <a:rPr sz="2000" dirty="0">
                <a:solidFill>
                  <a:srgbClr val="3F3F3F"/>
                </a:solidFill>
                <a:latin typeface="Calibri"/>
                <a:cs typeface="Calibri"/>
              </a:rPr>
              <a:t>X,</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packet</a:t>
            </a:r>
            <a:r>
              <a:rPr sz="2000" spc="-10" dirty="0">
                <a:solidFill>
                  <a:srgbClr val="3F3F3F"/>
                </a:solidFill>
                <a:latin typeface="Calibri"/>
                <a:cs typeface="Calibri"/>
              </a:rPr>
              <a:t> </a:t>
            </a:r>
            <a:r>
              <a:rPr sz="2000" spc="-5" dirty="0">
                <a:solidFill>
                  <a:srgbClr val="3F3F3F"/>
                </a:solidFill>
                <a:latin typeface="Calibri"/>
                <a:cs typeface="Calibri"/>
              </a:rPr>
              <a:t>goes</a:t>
            </a:r>
            <a:r>
              <a:rPr sz="2000" spc="-10"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B</a:t>
            </a:r>
            <a:r>
              <a:rPr sz="2000" spc="-10" dirty="0">
                <a:solidFill>
                  <a:srgbClr val="3F3F3F"/>
                </a:solidFill>
                <a:latin typeface="Calibri"/>
                <a:cs typeface="Calibri"/>
              </a:rPr>
              <a:t> </a:t>
            </a:r>
            <a:r>
              <a:rPr sz="2000" dirty="0">
                <a:solidFill>
                  <a:srgbClr val="3F3F3F"/>
                </a:solidFill>
                <a:latin typeface="Calibri"/>
                <a:cs typeface="Calibri"/>
              </a:rPr>
              <a:t>and</a:t>
            </a:r>
            <a:r>
              <a:rPr sz="2000" spc="-5" dirty="0">
                <a:solidFill>
                  <a:srgbClr val="3F3F3F"/>
                </a:solidFill>
                <a:latin typeface="Calibri"/>
                <a:cs typeface="Calibri"/>
              </a:rPr>
              <a:t> then</a:t>
            </a:r>
            <a:r>
              <a:rPr sz="2000" spc="-10" dirty="0">
                <a:solidFill>
                  <a:srgbClr val="3F3F3F"/>
                </a:solidFill>
                <a:latin typeface="Calibri"/>
                <a:cs typeface="Calibri"/>
              </a:rPr>
              <a:t> </a:t>
            </a:r>
            <a:r>
              <a:rPr sz="2000" spc="-5" dirty="0">
                <a:solidFill>
                  <a:srgbClr val="3F3F3F"/>
                </a:solidFill>
                <a:latin typeface="Calibri"/>
                <a:cs typeface="Calibri"/>
              </a:rPr>
              <a:t>comes</a:t>
            </a:r>
            <a:r>
              <a:rPr sz="2000" dirty="0">
                <a:solidFill>
                  <a:srgbClr val="3F3F3F"/>
                </a:solidFill>
                <a:latin typeface="Calibri"/>
                <a:cs typeface="Calibri"/>
              </a:rPr>
              <a:t> back</a:t>
            </a:r>
            <a:r>
              <a:rPr sz="2000" spc="-5" dirty="0">
                <a:solidFill>
                  <a:srgbClr val="3F3F3F"/>
                </a:solidFill>
                <a:latin typeface="Calibri"/>
                <a:cs typeface="Calibri"/>
              </a:rPr>
              <a:t> </a:t>
            </a:r>
            <a:r>
              <a:rPr sz="2000" spc="-15" dirty="0">
                <a:solidFill>
                  <a:srgbClr val="3F3F3F"/>
                </a:solidFill>
                <a:latin typeface="Calibri"/>
                <a:cs typeface="Calibri"/>
              </a:rPr>
              <a:t>to </a:t>
            </a:r>
            <a:r>
              <a:rPr sz="2000" spc="-440" dirty="0">
                <a:solidFill>
                  <a:srgbClr val="3F3F3F"/>
                </a:solidFill>
                <a:latin typeface="Calibri"/>
                <a:cs typeface="Calibri"/>
              </a:rPr>
              <a:t> </a:t>
            </a:r>
            <a:r>
              <a:rPr sz="2000" spc="5" dirty="0">
                <a:solidFill>
                  <a:srgbClr val="3F3F3F"/>
                </a:solidFill>
                <a:latin typeface="Calibri"/>
                <a:cs typeface="Calibri"/>
              </a:rPr>
              <a:t>A.</a:t>
            </a:r>
            <a:endParaRPr sz="2000">
              <a:latin typeface="Calibri"/>
              <a:cs typeface="Calibri"/>
            </a:endParaRPr>
          </a:p>
          <a:p>
            <a:pPr marL="419100" lvl="1" indent="-183515">
              <a:lnSpc>
                <a:spcPts val="2220"/>
              </a:lnSpc>
              <a:buClr>
                <a:srgbClr val="1CACE4"/>
              </a:buClr>
              <a:buChar char="◦"/>
              <a:tabLst>
                <a:tab pos="419734" algn="l"/>
              </a:tabLst>
            </a:pPr>
            <a:r>
              <a:rPr sz="2000" spc="-20" dirty="0">
                <a:solidFill>
                  <a:srgbClr val="3F3F3F"/>
                </a:solidFill>
                <a:latin typeface="Calibri"/>
                <a:cs typeface="Calibri"/>
              </a:rPr>
              <a:t>Similarly,</a:t>
            </a:r>
            <a:r>
              <a:rPr sz="2000" dirty="0">
                <a:solidFill>
                  <a:srgbClr val="3F3F3F"/>
                </a:solidFill>
                <a:latin typeface="Calibri"/>
                <a:cs typeface="Calibri"/>
              </a:rPr>
              <a:t> </a:t>
            </a:r>
            <a:r>
              <a:rPr sz="2000" spc="-5" dirty="0">
                <a:solidFill>
                  <a:srgbClr val="3F3F3F"/>
                </a:solidFill>
                <a:latin typeface="Calibri"/>
                <a:cs typeface="Calibri"/>
              </a:rPr>
              <a:t>if</a:t>
            </a:r>
            <a:r>
              <a:rPr sz="2000" spc="10" dirty="0">
                <a:solidFill>
                  <a:srgbClr val="3F3F3F"/>
                </a:solidFill>
                <a:latin typeface="Calibri"/>
                <a:cs typeface="Calibri"/>
              </a:rPr>
              <a:t> </a:t>
            </a:r>
            <a:r>
              <a:rPr sz="2000" dirty="0">
                <a:solidFill>
                  <a:srgbClr val="3F3F3F"/>
                </a:solidFill>
                <a:latin typeface="Calibri"/>
                <a:cs typeface="Calibri"/>
              </a:rPr>
              <a:t>B </a:t>
            </a:r>
            <a:r>
              <a:rPr sz="2000" spc="-10" dirty="0">
                <a:solidFill>
                  <a:srgbClr val="3F3F3F"/>
                </a:solidFill>
                <a:latin typeface="Calibri"/>
                <a:cs typeface="Calibri"/>
              </a:rPr>
              <a:t>receives</a:t>
            </a:r>
            <a:r>
              <a:rPr sz="2000" spc="3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5" dirty="0">
                <a:solidFill>
                  <a:srgbClr val="3F3F3F"/>
                </a:solidFill>
                <a:latin typeface="Calibri"/>
                <a:cs typeface="Calibri"/>
              </a:rPr>
              <a:t>packet</a:t>
            </a:r>
            <a:r>
              <a:rPr sz="2000" dirty="0">
                <a:solidFill>
                  <a:srgbClr val="3F3F3F"/>
                </a:solidFill>
                <a:latin typeface="Calibri"/>
                <a:cs typeface="Calibri"/>
              </a:rPr>
              <a:t> </a:t>
            </a:r>
            <a:r>
              <a:rPr sz="2000" spc="-5" dirty="0">
                <a:solidFill>
                  <a:srgbClr val="3F3F3F"/>
                </a:solidFill>
                <a:latin typeface="Calibri"/>
                <a:cs typeface="Calibri"/>
              </a:rPr>
              <a:t>destined</a:t>
            </a:r>
            <a:r>
              <a:rPr sz="2000"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a:t>
            </a:r>
            <a:r>
              <a:rPr sz="2000" dirty="0">
                <a:solidFill>
                  <a:srgbClr val="3F3F3F"/>
                </a:solidFill>
                <a:latin typeface="Calibri"/>
                <a:cs typeface="Calibri"/>
              </a:rPr>
              <a:t>X,</a:t>
            </a:r>
            <a:r>
              <a:rPr sz="2000" spc="-15" dirty="0">
                <a:solidFill>
                  <a:srgbClr val="3F3F3F"/>
                </a:solidFill>
                <a:latin typeface="Calibri"/>
                <a:cs typeface="Calibri"/>
              </a:rPr>
              <a:t> </a:t>
            </a:r>
            <a:r>
              <a:rPr sz="2000" spc="-5" dirty="0">
                <a:solidFill>
                  <a:srgbClr val="3F3F3F"/>
                </a:solidFill>
                <a:latin typeface="Calibri"/>
                <a:cs typeface="Calibri"/>
              </a:rPr>
              <a:t>it</a:t>
            </a:r>
            <a:r>
              <a:rPr sz="2000" spc="10" dirty="0">
                <a:solidFill>
                  <a:srgbClr val="3F3F3F"/>
                </a:solidFill>
                <a:latin typeface="Calibri"/>
                <a:cs typeface="Calibri"/>
              </a:rPr>
              <a:t> </a:t>
            </a:r>
            <a:r>
              <a:rPr sz="2000" spc="-5" dirty="0">
                <a:solidFill>
                  <a:srgbClr val="3F3F3F"/>
                </a:solidFill>
                <a:latin typeface="Calibri"/>
                <a:cs typeface="Calibri"/>
              </a:rPr>
              <a:t>goes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dirty="0">
                <a:solidFill>
                  <a:srgbClr val="3F3F3F"/>
                </a:solidFill>
                <a:latin typeface="Calibri"/>
                <a:cs typeface="Calibri"/>
              </a:rPr>
              <a:t>and</a:t>
            </a:r>
            <a:r>
              <a:rPr sz="2000" spc="-15" dirty="0">
                <a:solidFill>
                  <a:srgbClr val="3F3F3F"/>
                </a:solidFill>
                <a:latin typeface="Calibri"/>
                <a:cs typeface="Calibri"/>
              </a:rPr>
              <a:t> </a:t>
            </a:r>
            <a:r>
              <a:rPr sz="2000" spc="-5" dirty="0">
                <a:solidFill>
                  <a:srgbClr val="3F3F3F"/>
                </a:solidFill>
                <a:latin typeface="Calibri"/>
                <a:cs typeface="Calibri"/>
              </a:rPr>
              <a:t>comes</a:t>
            </a:r>
            <a:r>
              <a:rPr sz="2000" spc="30" dirty="0">
                <a:solidFill>
                  <a:srgbClr val="3F3F3F"/>
                </a:solidFill>
                <a:latin typeface="Calibri"/>
                <a:cs typeface="Calibri"/>
              </a:rPr>
              <a:t> </a:t>
            </a:r>
            <a:r>
              <a:rPr sz="2000" dirty="0">
                <a:solidFill>
                  <a:srgbClr val="3F3F3F"/>
                </a:solidFill>
                <a:latin typeface="Calibri"/>
                <a:cs typeface="Calibri"/>
              </a:rPr>
              <a:t>back</a:t>
            </a:r>
            <a:r>
              <a:rPr sz="2000" spc="-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5" dirty="0">
                <a:solidFill>
                  <a:srgbClr val="3F3F3F"/>
                </a:solidFill>
                <a:latin typeface="Calibri"/>
                <a:cs typeface="Calibri"/>
              </a:rPr>
              <a:t>B.</a:t>
            </a:r>
            <a:endParaRPr sz="2000">
              <a:latin typeface="Calibri"/>
              <a:cs typeface="Calibri"/>
            </a:endParaRPr>
          </a:p>
          <a:p>
            <a:pPr marL="419100" lvl="1" indent="-183515">
              <a:lnSpc>
                <a:spcPts val="2340"/>
              </a:lnSpc>
              <a:buClr>
                <a:srgbClr val="1CACE4"/>
              </a:buClr>
              <a:buChar char="◦"/>
              <a:tabLst>
                <a:tab pos="419734" algn="l"/>
              </a:tabLst>
            </a:pPr>
            <a:r>
              <a:rPr sz="2000" spc="-20" dirty="0">
                <a:solidFill>
                  <a:srgbClr val="3F3F3F"/>
                </a:solidFill>
                <a:latin typeface="Calibri"/>
                <a:cs typeface="Calibri"/>
              </a:rPr>
              <a:t>Packets</a:t>
            </a:r>
            <a:r>
              <a:rPr sz="2000" dirty="0">
                <a:solidFill>
                  <a:srgbClr val="3F3F3F"/>
                </a:solidFill>
                <a:latin typeface="Calibri"/>
                <a:cs typeface="Calibri"/>
              </a:rPr>
              <a:t> bounce</a:t>
            </a:r>
            <a:r>
              <a:rPr sz="2000" spc="-25" dirty="0">
                <a:solidFill>
                  <a:srgbClr val="3F3F3F"/>
                </a:solidFill>
                <a:latin typeface="Calibri"/>
                <a:cs typeface="Calibri"/>
              </a:rPr>
              <a:t> </a:t>
            </a:r>
            <a:r>
              <a:rPr sz="2000" spc="-10" dirty="0">
                <a:solidFill>
                  <a:srgbClr val="3F3F3F"/>
                </a:solidFill>
                <a:latin typeface="Calibri"/>
                <a:cs typeface="Calibri"/>
              </a:rPr>
              <a:t>between </a:t>
            </a:r>
            <a:r>
              <a:rPr sz="2000" dirty="0">
                <a:solidFill>
                  <a:srgbClr val="3F3F3F"/>
                </a:solidFill>
                <a:latin typeface="Calibri"/>
                <a:cs typeface="Calibri"/>
              </a:rPr>
              <a:t>A</a:t>
            </a:r>
            <a:r>
              <a:rPr sz="2000" spc="10" dirty="0">
                <a:solidFill>
                  <a:srgbClr val="3F3F3F"/>
                </a:solidFill>
                <a:latin typeface="Calibri"/>
                <a:cs typeface="Calibri"/>
              </a:rPr>
              <a:t> </a:t>
            </a:r>
            <a:r>
              <a:rPr sz="2000" dirty="0">
                <a:solidFill>
                  <a:srgbClr val="3F3F3F"/>
                </a:solidFill>
                <a:latin typeface="Calibri"/>
                <a:cs typeface="Calibri"/>
              </a:rPr>
              <a:t>and</a:t>
            </a:r>
            <a:r>
              <a:rPr sz="2000" spc="-20" dirty="0">
                <a:solidFill>
                  <a:srgbClr val="3F3F3F"/>
                </a:solidFill>
                <a:latin typeface="Calibri"/>
                <a:cs typeface="Calibri"/>
              </a:rPr>
              <a:t> </a:t>
            </a:r>
            <a:r>
              <a:rPr sz="2000" spc="-15" dirty="0">
                <a:solidFill>
                  <a:srgbClr val="3F3F3F"/>
                </a:solidFill>
                <a:latin typeface="Calibri"/>
                <a:cs typeface="Calibri"/>
              </a:rPr>
              <a:t>B,</a:t>
            </a:r>
            <a:r>
              <a:rPr sz="2000" spc="-10" dirty="0">
                <a:solidFill>
                  <a:srgbClr val="3F3F3F"/>
                </a:solidFill>
                <a:latin typeface="Calibri"/>
                <a:cs typeface="Calibri"/>
              </a:rPr>
              <a:t> creating</a:t>
            </a:r>
            <a:r>
              <a:rPr sz="2000" spc="1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dirty="0">
                <a:solidFill>
                  <a:srgbClr val="3F3F3F"/>
                </a:solidFill>
                <a:latin typeface="Calibri"/>
                <a:cs typeface="Calibri"/>
              </a:rPr>
              <a:t>two-node</a:t>
            </a:r>
            <a:r>
              <a:rPr sz="2000" spc="-10" dirty="0">
                <a:solidFill>
                  <a:srgbClr val="3F3F3F"/>
                </a:solidFill>
                <a:latin typeface="Calibri"/>
                <a:cs typeface="Calibri"/>
              </a:rPr>
              <a:t> </a:t>
            </a:r>
            <a:r>
              <a:rPr sz="2000" spc="-5" dirty="0">
                <a:solidFill>
                  <a:srgbClr val="3F3F3F"/>
                </a:solidFill>
                <a:latin typeface="Calibri"/>
                <a:cs typeface="Calibri"/>
              </a:rPr>
              <a:t>loop</a:t>
            </a:r>
            <a:r>
              <a:rPr sz="2000" spc="-15" dirty="0">
                <a:solidFill>
                  <a:srgbClr val="3F3F3F"/>
                </a:solidFill>
                <a:latin typeface="Calibri"/>
                <a:cs typeface="Calibri"/>
              </a:rPr>
              <a:t> </a:t>
            </a:r>
            <a:r>
              <a:rPr sz="2000" spc="-5" dirty="0">
                <a:solidFill>
                  <a:srgbClr val="3F3F3F"/>
                </a:solidFill>
                <a:latin typeface="Calibri"/>
                <a:cs typeface="Calibri"/>
              </a:rPr>
              <a:t>problem.</a:t>
            </a:r>
            <a:endParaRPr sz="2000">
              <a:latin typeface="Calibri"/>
              <a:cs typeface="Calibri"/>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65</a:t>
            </a:fld>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19217"/>
            <a:ext cx="8416290" cy="635000"/>
          </a:xfrm>
          <a:prstGeom prst="rect">
            <a:avLst/>
          </a:prstGeom>
        </p:spPr>
        <p:txBody>
          <a:bodyPr vert="horz" wrap="square" lIns="0" tIns="12065" rIns="0" bIns="0" rtlCol="0">
            <a:spAutoFit/>
          </a:bodyPr>
          <a:lstStyle/>
          <a:p>
            <a:pPr marL="12700">
              <a:lnSpc>
                <a:spcPct val="100000"/>
              </a:lnSpc>
              <a:spcBef>
                <a:spcPts val="95"/>
              </a:spcBef>
            </a:pPr>
            <a:r>
              <a:rPr i="0" spc="-50" dirty="0">
                <a:latin typeface="Arial"/>
                <a:cs typeface="Arial"/>
              </a:rPr>
              <a:t>Solution</a:t>
            </a:r>
            <a:r>
              <a:rPr i="0" spc="-114" dirty="0">
                <a:latin typeface="Arial"/>
                <a:cs typeface="Arial"/>
              </a:rPr>
              <a:t> </a:t>
            </a:r>
            <a:r>
              <a:rPr i="0" spc="-30" dirty="0">
                <a:latin typeface="Arial"/>
                <a:cs typeface="Arial"/>
              </a:rPr>
              <a:t>to</a:t>
            </a:r>
            <a:r>
              <a:rPr i="0" spc="-95" dirty="0">
                <a:latin typeface="Arial"/>
                <a:cs typeface="Arial"/>
              </a:rPr>
              <a:t> </a:t>
            </a:r>
            <a:r>
              <a:rPr i="0" spc="-50" dirty="0">
                <a:latin typeface="Arial"/>
                <a:cs typeface="Arial"/>
              </a:rPr>
              <a:t>instability</a:t>
            </a:r>
            <a:r>
              <a:rPr i="0" spc="-95" dirty="0">
                <a:latin typeface="Arial"/>
                <a:cs typeface="Arial"/>
              </a:rPr>
              <a:t> </a:t>
            </a:r>
            <a:r>
              <a:rPr i="0" spc="-5" dirty="0">
                <a:latin typeface="Arial"/>
                <a:cs typeface="Arial"/>
              </a:rPr>
              <a:t>-</a:t>
            </a:r>
            <a:r>
              <a:rPr i="0" spc="-85" dirty="0">
                <a:latin typeface="Arial"/>
                <a:cs typeface="Arial"/>
              </a:rPr>
              <a:t> </a:t>
            </a:r>
            <a:r>
              <a:rPr spc="-45" dirty="0"/>
              <a:t>split</a:t>
            </a:r>
            <a:r>
              <a:rPr spc="-100" dirty="0"/>
              <a:t> </a:t>
            </a:r>
            <a:r>
              <a:rPr spc="-50" dirty="0"/>
              <a:t>horizon</a:t>
            </a: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42395"/>
            <a:ext cx="8740775" cy="4395470"/>
          </a:xfrm>
          <a:prstGeom prst="rect">
            <a:avLst/>
          </a:prstGeom>
        </p:spPr>
        <p:txBody>
          <a:bodyPr vert="horz" wrap="square" lIns="0" tIns="92075" rIns="0" bIns="0" rtlCol="0">
            <a:spAutoFit/>
          </a:bodyPr>
          <a:lstStyle/>
          <a:p>
            <a:pPr marL="189230" marR="93345" indent="-177165">
              <a:lnSpc>
                <a:spcPct val="80000"/>
              </a:lnSpc>
              <a:spcBef>
                <a:spcPts val="725"/>
              </a:spcBef>
              <a:buClr>
                <a:srgbClr val="1CACE4"/>
              </a:buClr>
              <a:buFont typeface="Arial MT"/>
              <a:buChar char="•"/>
              <a:tabLst>
                <a:tab pos="189865" algn="l"/>
              </a:tabLst>
            </a:pPr>
            <a:r>
              <a:rPr sz="2600" spc="-10" dirty="0">
                <a:solidFill>
                  <a:srgbClr val="3F3F3F"/>
                </a:solidFill>
                <a:latin typeface="Calibri"/>
                <a:cs typeface="Calibri"/>
              </a:rPr>
              <a:t>Instead </a:t>
            </a:r>
            <a:r>
              <a:rPr sz="2600" spc="-5" dirty="0">
                <a:solidFill>
                  <a:srgbClr val="3F3F3F"/>
                </a:solidFill>
                <a:latin typeface="Calibri"/>
                <a:cs typeface="Calibri"/>
              </a:rPr>
              <a:t>of flooding </a:t>
            </a:r>
            <a:r>
              <a:rPr sz="2600" dirty="0">
                <a:solidFill>
                  <a:srgbClr val="3F3F3F"/>
                </a:solidFill>
                <a:latin typeface="Calibri"/>
                <a:cs typeface="Calibri"/>
              </a:rPr>
              <a:t>the </a:t>
            </a:r>
            <a:r>
              <a:rPr sz="2600" spc="-10" dirty="0">
                <a:solidFill>
                  <a:srgbClr val="3F3F3F"/>
                </a:solidFill>
                <a:latin typeface="Calibri"/>
                <a:cs typeface="Calibri"/>
              </a:rPr>
              <a:t>table through </a:t>
            </a:r>
            <a:r>
              <a:rPr sz="2600" spc="-5" dirty="0">
                <a:solidFill>
                  <a:srgbClr val="3F3F3F"/>
                </a:solidFill>
                <a:latin typeface="Calibri"/>
                <a:cs typeface="Calibri"/>
              </a:rPr>
              <a:t>each </a:t>
            </a:r>
            <a:r>
              <a:rPr sz="2600" spc="-10" dirty="0">
                <a:solidFill>
                  <a:srgbClr val="3F3F3F"/>
                </a:solidFill>
                <a:latin typeface="Calibri"/>
                <a:cs typeface="Calibri"/>
              </a:rPr>
              <a:t>interface, </a:t>
            </a:r>
            <a:r>
              <a:rPr sz="2600" spc="-5" dirty="0">
                <a:solidFill>
                  <a:srgbClr val="3F3F3F"/>
                </a:solidFill>
                <a:latin typeface="Calibri"/>
                <a:cs typeface="Calibri"/>
              </a:rPr>
              <a:t>each node </a:t>
            </a:r>
            <a:r>
              <a:rPr sz="2600" spc="-575" dirty="0">
                <a:solidFill>
                  <a:srgbClr val="3F3F3F"/>
                </a:solidFill>
                <a:latin typeface="Calibri"/>
                <a:cs typeface="Calibri"/>
              </a:rPr>
              <a:t> </a:t>
            </a:r>
            <a:r>
              <a:rPr sz="2600" spc="-5" dirty="0">
                <a:solidFill>
                  <a:srgbClr val="3F3F3F"/>
                </a:solidFill>
                <a:latin typeface="Calibri"/>
                <a:cs typeface="Calibri"/>
              </a:rPr>
              <a:t>sends</a:t>
            </a:r>
            <a:r>
              <a:rPr sz="2600" spc="-50" dirty="0">
                <a:solidFill>
                  <a:srgbClr val="3F3F3F"/>
                </a:solidFill>
                <a:latin typeface="Calibri"/>
                <a:cs typeface="Calibri"/>
              </a:rPr>
              <a:t> </a:t>
            </a:r>
            <a:r>
              <a:rPr sz="2600" spc="-5" dirty="0">
                <a:solidFill>
                  <a:srgbClr val="3F3F3F"/>
                </a:solidFill>
                <a:latin typeface="Calibri"/>
                <a:cs typeface="Calibri"/>
              </a:rPr>
              <a:t>only part</a:t>
            </a:r>
            <a:r>
              <a:rPr sz="2600" spc="5" dirty="0">
                <a:solidFill>
                  <a:srgbClr val="3F3F3F"/>
                </a:solidFill>
                <a:latin typeface="Calibri"/>
                <a:cs typeface="Calibri"/>
              </a:rPr>
              <a:t> </a:t>
            </a:r>
            <a:r>
              <a:rPr sz="2600" spc="-5" dirty="0">
                <a:solidFill>
                  <a:srgbClr val="3F3F3F"/>
                </a:solidFill>
                <a:latin typeface="Calibri"/>
                <a:cs typeface="Calibri"/>
              </a:rPr>
              <a:t>of</a:t>
            </a:r>
            <a:r>
              <a:rPr sz="2600" spc="15" dirty="0">
                <a:solidFill>
                  <a:srgbClr val="3F3F3F"/>
                </a:solidFill>
                <a:latin typeface="Calibri"/>
                <a:cs typeface="Calibri"/>
              </a:rPr>
              <a:t> </a:t>
            </a:r>
            <a:r>
              <a:rPr sz="2600" spc="-5" dirty="0">
                <a:solidFill>
                  <a:srgbClr val="3F3F3F"/>
                </a:solidFill>
                <a:latin typeface="Calibri"/>
                <a:cs typeface="Calibri"/>
              </a:rPr>
              <a:t>its</a:t>
            </a:r>
            <a:r>
              <a:rPr sz="2600" spc="-15" dirty="0">
                <a:solidFill>
                  <a:srgbClr val="3F3F3F"/>
                </a:solidFill>
                <a:latin typeface="Calibri"/>
                <a:cs typeface="Calibri"/>
              </a:rPr>
              <a:t> </a:t>
            </a:r>
            <a:r>
              <a:rPr sz="2600" spc="-10" dirty="0">
                <a:solidFill>
                  <a:srgbClr val="3F3F3F"/>
                </a:solidFill>
                <a:latin typeface="Calibri"/>
                <a:cs typeface="Calibri"/>
              </a:rPr>
              <a:t>table</a:t>
            </a:r>
            <a:r>
              <a:rPr sz="2600" dirty="0">
                <a:solidFill>
                  <a:srgbClr val="3F3F3F"/>
                </a:solidFill>
                <a:latin typeface="Calibri"/>
                <a:cs typeface="Calibri"/>
              </a:rPr>
              <a:t> </a:t>
            </a:r>
            <a:r>
              <a:rPr sz="2600" spc="-10" dirty="0">
                <a:solidFill>
                  <a:srgbClr val="3F3F3F"/>
                </a:solidFill>
                <a:latin typeface="Calibri"/>
                <a:cs typeface="Calibri"/>
              </a:rPr>
              <a:t>through</a:t>
            </a:r>
            <a:r>
              <a:rPr sz="2600" spc="-15" dirty="0">
                <a:solidFill>
                  <a:srgbClr val="3F3F3F"/>
                </a:solidFill>
                <a:latin typeface="Calibri"/>
                <a:cs typeface="Calibri"/>
              </a:rPr>
              <a:t> </a:t>
            </a:r>
            <a:r>
              <a:rPr sz="2600" spc="-5" dirty="0">
                <a:solidFill>
                  <a:srgbClr val="3F3F3F"/>
                </a:solidFill>
                <a:latin typeface="Calibri"/>
                <a:cs typeface="Calibri"/>
              </a:rPr>
              <a:t>each</a:t>
            </a:r>
            <a:r>
              <a:rPr sz="2600" spc="-10" dirty="0">
                <a:solidFill>
                  <a:srgbClr val="3F3F3F"/>
                </a:solidFill>
                <a:latin typeface="Calibri"/>
                <a:cs typeface="Calibri"/>
              </a:rPr>
              <a:t> </a:t>
            </a:r>
            <a:r>
              <a:rPr sz="2600" spc="-15" dirty="0">
                <a:solidFill>
                  <a:srgbClr val="3F3F3F"/>
                </a:solidFill>
                <a:latin typeface="Calibri"/>
                <a:cs typeface="Calibri"/>
              </a:rPr>
              <a:t>interface.</a:t>
            </a:r>
            <a:endParaRPr sz="2600">
              <a:latin typeface="Calibri"/>
              <a:cs typeface="Calibri"/>
            </a:endParaRPr>
          </a:p>
          <a:p>
            <a:pPr marL="189230" marR="182245" indent="-177165">
              <a:lnSpc>
                <a:spcPts val="2500"/>
              </a:lnSpc>
              <a:spcBef>
                <a:spcPts val="1380"/>
              </a:spcBef>
              <a:buClr>
                <a:srgbClr val="1CACE4"/>
              </a:buClr>
              <a:buFont typeface="Arial MT"/>
              <a:buChar char="•"/>
              <a:tabLst>
                <a:tab pos="189865" algn="l"/>
              </a:tabLst>
            </a:pPr>
            <a:r>
              <a:rPr sz="2600" spc="-55" dirty="0">
                <a:solidFill>
                  <a:srgbClr val="3F3F3F"/>
                </a:solidFill>
                <a:latin typeface="Calibri"/>
                <a:cs typeface="Calibri"/>
              </a:rPr>
              <a:t>If,</a:t>
            </a:r>
            <a:r>
              <a:rPr sz="2600" spc="-30" dirty="0">
                <a:solidFill>
                  <a:srgbClr val="3F3F3F"/>
                </a:solidFill>
                <a:latin typeface="Calibri"/>
                <a:cs typeface="Calibri"/>
              </a:rPr>
              <a:t> </a:t>
            </a:r>
            <a:r>
              <a:rPr sz="2600" spc="-10" dirty="0">
                <a:solidFill>
                  <a:srgbClr val="3F3F3F"/>
                </a:solidFill>
                <a:latin typeface="Calibri"/>
                <a:cs typeface="Calibri"/>
              </a:rPr>
              <a:t>according </a:t>
            </a:r>
            <a:r>
              <a:rPr sz="2600" spc="-15" dirty="0">
                <a:solidFill>
                  <a:srgbClr val="3F3F3F"/>
                </a:solidFill>
                <a:latin typeface="Calibri"/>
                <a:cs typeface="Calibri"/>
              </a:rPr>
              <a:t>to</a:t>
            </a:r>
            <a:r>
              <a:rPr sz="2600" spc="-5" dirty="0">
                <a:solidFill>
                  <a:srgbClr val="3F3F3F"/>
                </a:solidFill>
                <a:latin typeface="Calibri"/>
                <a:cs typeface="Calibri"/>
              </a:rPr>
              <a:t> its</a:t>
            </a:r>
            <a:r>
              <a:rPr sz="2600" spc="5" dirty="0">
                <a:solidFill>
                  <a:srgbClr val="3F3F3F"/>
                </a:solidFill>
                <a:latin typeface="Calibri"/>
                <a:cs typeface="Calibri"/>
              </a:rPr>
              <a:t> </a:t>
            </a:r>
            <a:r>
              <a:rPr sz="2600" spc="-5" dirty="0">
                <a:solidFill>
                  <a:srgbClr val="3F3F3F"/>
                </a:solidFill>
                <a:latin typeface="Calibri"/>
                <a:cs typeface="Calibri"/>
              </a:rPr>
              <a:t>table, node</a:t>
            </a:r>
            <a:r>
              <a:rPr sz="2600" spc="-15" dirty="0">
                <a:solidFill>
                  <a:srgbClr val="3F3F3F"/>
                </a:solidFill>
                <a:latin typeface="Calibri"/>
                <a:cs typeface="Calibri"/>
              </a:rPr>
              <a:t> </a:t>
            </a:r>
            <a:r>
              <a:rPr sz="2600" dirty="0">
                <a:solidFill>
                  <a:srgbClr val="3F3F3F"/>
                </a:solidFill>
                <a:latin typeface="Calibri"/>
                <a:cs typeface="Calibri"/>
              </a:rPr>
              <a:t>B </a:t>
            </a:r>
            <a:r>
              <a:rPr sz="2600" spc="-5" dirty="0">
                <a:solidFill>
                  <a:srgbClr val="3F3F3F"/>
                </a:solidFill>
                <a:latin typeface="Calibri"/>
                <a:cs typeface="Calibri"/>
              </a:rPr>
              <a:t>thinks</a:t>
            </a:r>
            <a:r>
              <a:rPr sz="2600" spc="-20" dirty="0">
                <a:solidFill>
                  <a:srgbClr val="3F3F3F"/>
                </a:solidFill>
                <a:latin typeface="Calibri"/>
                <a:cs typeface="Calibri"/>
              </a:rPr>
              <a:t> </a:t>
            </a:r>
            <a:r>
              <a:rPr sz="2600" spc="-10" dirty="0">
                <a:solidFill>
                  <a:srgbClr val="3F3F3F"/>
                </a:solidFill>
                <a:latin typeface="Calibri"/>
                <a:cs typeface="Calibri"/>
              </a:rPr>
              <a:t>that</a:t>
            </a:r>
            <a:r>
              <a:rPr sz="2600" spc="25" dirty="0">
                <a:solidFill>
                  <a:srgbClr val="3F3F3F"/>
                </a:solidFill>
                <a:latin typeface="Calibri"/>
                <a:cs typeface="Calibri"/>
              </a:rPr>
              <a:t> </a:t>
            </a:r>
            <a:r>
              <a:rPr sz="2600" dirty="0">
                <a:solidFill>
                  <a:srgbClr val="3F3F3F"/>
                </a:solidFill>
                <a:latin typeface="Calibri"/>
                <a:cs typeface="Calibri"/>
              </a:rPr>
              <a:t>the</a:t>
            </a:r>
            <a:r>
              <a:rPr sz="2600" spc="-10" dirty="0">
                <a:solidFill>
                  <a:srgbClr val="3F3F3F"/>
                </a:solidFill>
                <a:latin typeface="Calibri"/>
                <a:cs typeface="Calibri"/>
              </a:rPr>
              <a:t> </a:t>
            </a:r>
            <a:r>
              <a:rPr sz="2600" spc="-5" dirty="0">
                <a:solidFill>
                  <a:srgbClr val="3F3F3F"/>
                </a:solidFill>
                <a:latin typeface="Calibri"/>
                <a:cs typeface="Calibri"/>
              </a:rPr>
              <a:t>optimum</a:t>
            </a:r>
            <a:r>
              <a:rPr sz="2600" spc="10" dirty="0">
                <a:solidFill>
                  <a:srgbClr val="3F3F3F"/>
                </a:solidFill>
                <a:latin typeface="Calibri"/>
                <a:cs typeface="Calibri"/>
              </a:rPr>
              <a:t> </a:t>
            </a:r>
            <a:r>
              <a:rPr sz="2600" spc="-15" dirty="0">
                <a:solidFill>
                  <a:srgbClr val="3F3F3F"/>
                </a:solidFill>
                <a:latin typeface="Calibri"/>
                <a:cs typeface="Calibri"/>
              </a:rPr>
              <a:t>route </a:t>
            </a:r>
            <a:r>
              <a:rPr sz="2600" spc="-575" dirty="0">
                <a:solidFill>
                  <a:srgbClr val="3F3F3F"/>
                </a:solidFill>
                <a:latin typeface="Calibri"/>
                <a:cs typeface="Calibri"/>
              </a:rPr>
              <a:t> </a:t>
            </a:r>
            <a:r>
              <a:rPr sz="2600" spc="-15" dirty="0">
                <a:solidFill>
                  <a:srgbClr val="3F3F3F"/>
                </a:solidFill>
                <a:latin typeface="Calibri"/>
                <a:cs typeface="Calibri"/>
              </a:rPr>
              <a:t>to </a:t>
            </a:r>
            <a:r>
              <a:rPr sz="2600" spc="-10" dirty="0">
                <a:solidFill>
                  <a:srgbClr val="3F3F3F"/>
                </a:solidFill>
                <a:latin typeface="Calibri"/>
                <a:cs typeface="Calibri"/>
              </a:rPr>
              <a:t>reach </a:t>
            </a:r>
            <a:r>
              <a:rPr sz="2600" dirty="0">
                <a:solidFill>
                  <a:srgbClr val="3F3F3F"/>
                </a:solidFill>
                <a:latin typeface="Calibri"/>
                <a:cs typeface="Calibri"/>
              </a:rPr>
              <a:t>X</a:t>
            </a:r>
            <a:r>
              <a:rPr sz="2600" spc="5"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5" dirty="0">
                <a:solidFill>
                  <a:srgbClr val="3F3F3F"/>
                </a:solidFill>
                <a:latin typeface="Calibri"/>
                <a:cs typeface="Calibri"/>
              </a:rPr>
              <a:t>via</a:t>
            </a:r>
            <a:r>
              <a:rPr sz="2600" dirty="0">
                <a:solidFill>
                  <a:srgbClr val="3F3F3F"/>
                </a:solidFill>
                <a:latin typeface="Calibri"/>
                <a:cs typeface="Calibri"/>
              </a:rPr>
              <a:t> </a:t>
            </a:r>
            <a:r>
              <a:rPr sz="2600" spc="10" dirty="0">
                <a:solidFill>
                  <a:srgbClr val="3F3F3F"/>
                </a:solidFill>
                <a:latin typeface="Calibri"/>
                <a:cs typeface="Calibri"/>
              </a:rPr>
              <a:t>A,</a:t>
            </a:r>
            <a:r>
              <a:rPr sz="2600" spc="-10" dirty="0">
                <a:solidFill>
                  <a:srgbClr val="3F3F3F"/>
                </a:solidFill>
                <a:latin typeface="Calibri"/>
                <a:cs typeface="Calibri"/>
              </a:rPr>
              <a:t> </a:t>
            </a:r>
            <a:r>
              <a:rPr sz="2600" spc="-5" dirty="0">
                <a:solidFill>
                  <a:srgbClr val="3F3F3F"/>
                </a:solidFill>
                <a:latin typeface="Calibri"/>
                <a:cs typeface="Calibri"/>
              </a:rPr>
              <a:t>it</a:t>
            </a:r>
            <a:r>
              <a:rPr sz="2600" spc="5" dirty="0">
                <a:solidFill>
                  <a:srgbClr val="3F3F3F"/>
                </a:solidFill>
                <a:latin typeface="Calibri"/>
                <a:cs typeface="Calibri"/>
              </a:rPr>
              <a:t> </a:t>
            </a:r>
            <a:r>
              <a:rPr sz="2600" spc="-5" dirty="0">
                <a:solidFill>
                  <a:srgbClr val="3F3F3F"/>
                </a:solidFill>
                <a:latin typeface="Calibri"/>
                <a:cs typeface="Calibri"/>
              </a:rPr>
              <a:t>does</a:t>
            </a:r>
            <a:r>
              <a:rPr sz="2600" spc="-30" dirty="0">
                <a:solidFill>
                  <a:srgbClr val="3F3F3F"/>
                </a:solidFill>
                <a:latin typeface="Calibri"/>
                <a:cs typeface="Calibri"/>
              </a:rPr>
              <a:t> </a:t>
            </a:r>
            <a:r>
              <a:rPr sz="2600" spc="-5" dirty="0">
                <a:solidFill>
                  <a:srgbClr val="3F3F3F"/>
                </a:solidFill>
                <a:latin typeface="Calibri"/>
                <a:cs typeface="Calibri"/>
              </a:rPr>
              <a:t>not</a:t>
            </a:r>
            <a:r>
              <a:rPr sz="2600" spc="5" dirty="0">
                <a:solidFill>
                  <a:srgbClr val="3F3F3F"/>
                </a:solidFill>
                <a:latin typeface="Calibri"/>
                <a:cs typeface="Calibri"/>
              </a:rPr>
              <a:t> </a:t>
            </a:r>
            <a:r>
              <a:rPr sz="2600" spc="-5" dirty="0">
                <a:solidFill>
                  <a:srgbClr val="3F3F3F"/>
                </a:solidFill>
                <a:latin typeface="Calibri"/>
                <a:cs typeface="Calibri"/>
              </a:rPr>
              <a:t>need</a:t>
            </a:r>
            <a:r>
              <a:rPr sz="2600" spc="-20"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advertise</a:t>
            </a:r>
            <a:r>
              <a:rPr sz="2600" spc="-25" dirty="0">
                <a:solidFill>
                  <a:srgbClr val="3F3F3F"/>
                </a:solidFill>
                <a:latin typeface="Calibri"/>
                <a:cs typeface="Calibri"/>
              </a:rPr>
              <a:t> </a:t>
            </a:r>
            <a:r>
              <a:rPr sz="2600" spc="-5" dirty="0">
                <a:solidFill>
                  <a:srgbClr val="3F3F3F"/>
                </a:solidFill>
                <a:latin typeface="Calibri"/>
                <a:cs typeface="Calibri"/>
              </a:rPr>
              <a:t>this</a:t>
            </a:r>
            <a:r>
              <a:rPr sz="2600" spc="-20" dirty="0">
                <a:solidFill>
                  <a:srgbClr val="3F3F3F"/>
                </a:solidFill>
                <a:latin typeface="Calibri"/>
                <a:cs typeface="Calibri"/>
              </a:rPr>
              <a:t> </a:t>
            </a:r>
            <a:r>
              <a:rPr sz="2600" spc="-5" dirty="0">
                <a:solidFill>
                  <a:srgbClr val="3F3F3F"/>
                </a:solidFill>
                <a:latin typeface="Calibri"/>
                <a:cs typeface="Calibri"/>
              </a:rPr>
              <a:t>piece</a:t>
            </a:r>
            <a:r>
              <a:rPr sz="2600" spc="65" dirty="0">
                <a:solidFill>
                  <a:srgbClr val="3F3F3F"/>
                </a:solidFill>
                <a:latin typeface="Calibri"/>
                <a:cs typeface="Calibri"/>
              </a:rPr>
              <a:t> </a:t>
            </a:r>
            <a:r>
              <a:rPr sz="2600" spc="-5" dirty="0">
                <a:solidFill>
                  <a:srgbClr val="3F3F3F"/>
                </a:solidFill>
                <a:latin typeface="Calibri"/>
                <a:cs typeface="Calibri"/>
              </a:rPr>
              <a:t>of </a:t>
            </a:r>
            <a:r>
              <a:rPr sz="2600" dirty="0">
                <a:solidFill>
                  <a:srgbClr val="3F3F3F"/>
                </a:solidFill>
                <a:latin typeface="Calibri"/>
                <a:cs typeface="Calibri"/>
              </a:rPr>
              <a:t> </a:t>
            </a:r>
            <a:r>
              <a:rPr sz="2600" spc="-15" dirty="0">
                <a:solidFill>
                  <a:srgbClr val="3F3F3F"/>
                </a:solidFill>
                <a:latin typeface="Calibri"/>
                <a:cs typeface="Calibri"/>
              </a:rPr>
              <a:t>information</a:t>
            </a:r>
            <a:r>
              <a:rPr sz="2600" spc="-10"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dirty="0">
                <a:solidFill>
                  <a:srgbClr val="3F3F3F"/>
                </a:solidFill>
                <a:latin typeface="Calibri"/>
                <a:cs typeface="Calibri"/>
              </a:rPr>
              <a:t>A</a:t>
            </a:r>
            <a:endParaRPr sz="2600">
              <a:latin typeface="Calibri"/>
              <a:cs typeface="Calibri"/>
            </a:endParaRPr>
          </a:p>
          <a:p>
            <a:pPr marL="419100" lvl="1" indent="-183515">
              <a:lnSpc>
                <a:spcPts val="2535"/>
              </a:lnSpc>
              <a:buClr>
                <a:srgbClr val="1CACE4"/>
              </a:buClr>
              <a:buChar char="◦"/>
              <a:tabLst>
                <a:tab pos="419734"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15" dirty="0">
                <a:solidFill>
                  <a:srgbClr val="3F3F3F"/>
                </a:solidFill>
                <a:latin typeface="Calibri"/>
                <a:cs typeface="Calibri"/>
              </a:rPr>
              <a:t>information</a:t>
            </a:r>
            <a:r>
              <a:rPr sz="2200" spc="-10" dirty="0">
                <a:solidFill>
                  <a:srgbClr val="3F3F3F"/>
                </a:solidFill>
                <a:latin typeface="Calibri"/>
                <a:cs typeface="Calibri"/>
              </a:rPr>
              <a:t> </a:t>
            </a:r>
            <a:r>
              <a:rPr sz="2200" spc="-5" dirty="0">
                <a:solidFill>
                  <a:srgbClr val="3F3F3F"/>
                </a:solidFill>
                <a:latin typeface="Calibri"/>
                <a:cs typeface="Calibri"/>
              </a:rPr>
              <a:t>has </a:t>
            </a:r>
            <a:r>
              <a:rPr sz="2200" spc="-15" dirty="0">
                <a:solidFill>
                  <a:srgbClr val="3F3F3F"/>
                </a:solidFill>
                <a:latin typeface="Calibri"/>
                <a:cs typeface="Calibri"/>
              </a:rPr>
              <a:t>come</a:t>
            </a:r>
            <a:r>
              <a:rPr sz="2200" spc="30" dirty="0">
                <a:solidFill>
                  <a:srgbClr val="3F3F3F"/>
                </a:solidFill>
                <a:latin typeface="Calibri"/>
                <a:cs typeface="Calibri"/>
              </a:rPr>
              <a:t> </a:t>
            </a:r>
            <a:r>
              <a:rPr sz="2200" spc="-15" dirty="0">
                <a:solidFill>
                  <a:srgbClr val="3F3F3F"/>
                </a:solidFill>
                <a:latin typeface="Calibri"/>
                <a:cs typeface="Calibri"/>
              </a:rPr>
              <a:t>from</a:t>
            </a:r>
            <a:r>
              <a:rPr sz="2200" dirty="0">
                <a:solidFill>
                  <a:srgbClr val="3F3F3F"/>
                </a:solidFill>
                <a:latin typeface="Calibri"/>
                <a:cs typeface="Calibri"/>
              </a:rPr>
              <a:t> </a:t>
            </a:r>
            <a:r>
              <a:rPr sz="2200" spc="-5" dirty="0">
                <a:solidFill>
                  <a:srgbClr val="3F3F3F"/>
                </a:solidFill>
                <a:latin typeface="Calibri"/>
                <a:cs typeface="Calibri"/>
              </a:rPr>
              <a:t>A</a:t>
            </a:r>
            <a:r>
              <a:rPr sz="2200" dirty="0">
                <a:solidFill>
                  <a:srgbClr val="3F3F3F"/>
                </a:solidFill>
                <a:latin typeface="Calibri"/>
                <a:cs typeface="Calibri"/>
              </a:rPr>
              <a:t> </a:t>
            </a:r>
            <a:r>
              <a:rPr sz="2200" spc="-5" dirty="0">
                <a:solidFill>
                  <a:srgbClr val="3F3F3F"/>
                </a:solidFill>
                <a:latin typeface="Calibri"/>
                <a:cs typeface="Calibri"/>
              </a:rPr>
              <a:t>(A</a:t>
            </a:r>
            <a:r>
              <a:rPr sz="2200" dirty="0">
                <a:solidFill>
                  <a:srgbClr val="3F3F3F"/>
                </a:solidFill>
                <a:latin typeface="Calibri"/>
                <a:cs typeface="Calibri"/>
              </a:rPr>
              <a:t> </a:t>
            </a:r>
            <a:r>
              <a:rPr sz="2200" spc="-10" dirty="0">
                <a:solidFill>
                  <a:srgbClr val="3F3F3F"/>
                </a:solidFill>
                <a:latin typeface="Calibri"/>
                <a:cs typeface="Calibri"/>
              </a:rPr>
              <a:t>already</a:t>
            </a:r>
            <a:r>
              <a:rPr sz="2200" spc="-15" dirty="0">
                <a:solidFill>
                  <a:srgbClr val="3F3F3F"/>
                </a:solidFill>
                <a:latin typeface="Calibri"/>
                <a:cs typeface="Calibri"/>
              </a:rPr>
              <a:t> </a:t>
            </a:r>
            <a:r>
              <a:rPr sz="2200" spc="-10" dirty="0">
                <a:solidFill>
                  <a:srgbClr val="3F3F3F"/>
                </a:solidFill>
                <a:latin typeface="Calibri"/>
                <a:cs typeface="Calibri"/>
              </a:rPr>
              <a:t>knows).</a:t>
            </a:r>
            <a:endParaRPr sz="2200">
              <a:latin typeface="Calibri"/>
              <a:cs typeface="Calibri"/>
            </a:endParaRPr>
          </a:p>
          <a:p>
            <a:pPr marL="640080" marR="102235" lvl="2" indent="-182880">
              <a:lnSpc>
                <a:spcPts val="1630"/>
              </a:lnSpc>
              <a:spcBef>
                <a:spcPts val="610"/>
              </a:spcBef>
              <a:buClr>
                <a:srgbClr val="1CACE4"/>
              </a:buClr>
              <a:buChar char="◦"/>
              <a:tabLst>
                <a:tab pos="640715" algn="l"/>
              </a:tabLst>
            </a:pPr>
            <a:r>
              <a:rPr sz="1700" spc="-20" dirty="0">
                <a:solidFill>
                  <a:srgbClr val="3F3F3F"/>
                </a:solidFill>
                <a:latin typeface="Calibri"/>
                <a:cs typeface="Calibri"/>
              </a:rPr>
              <a:t>Taking </a:t>
            </a:r>
            <a:r>
              <a:rPr sz="1700" spc="-10" dirty="0">
                <a:solidFill>
                  <a:srgbClr val="3F3F3F"/>
                </a:solidFill>
                <a:latin typeface="Calibri"/>
                <a:cs typeface="Calibri"/>
              </a:rPr>
              <a:t>information from </a:t>
            </a:r>
            <a:r>
              <a:rPr sz="1700" dirty="0">
                <a:solidFill>
                  <a:srgbClr val="3F3F3F"/>
                </a:solidFill>
                <a:latin typeface="Calibri"/>
                <a:cs typeface="Calibri"/>
              </a:rPr>
              <a:t>node A, modifying it, and sending it back </a:t>
            </a:r>
            <a:r>
              <a:rPr sz="1700" spc="-5" dirty="0">
                <a:solidFill>
                  <a:srgbClr val="3F3F3F"/>
                </a:solidFill>
                <a:latin typeface="Calibri"/>
                <a:cs typeface="Calibri"/>
              </a:rPr>
              <a:t>to </a:t>
            </a:r>
            <a:r>
              <a:rPr sz="1700" dirty="0">
                <a:solidFill>
                  <a:srgbClr val="3F3F3F"/>
                </a:solidFill>
                <a:latin typeface="Calibri"/>
                <a:cs typeface="Calibri"/>
              </a:rPr>
              <a:t>node A is </a:t>
            </a:r>
            <a:r>
              <a:rPr sz="1700" spc="-5" dirty="0">
                <a:solidFill>
                  <a:srgbClr val="3F3F3F"/>
                </a:solidFill>
                <a:latin typeface="Calibri"/>
                <a:cs typeface="Calibri"/>
              </a:rPr>
              <a:t>what </a:t>
            </a:r>
            <a:r>
              <a:rPr sz="1700" spc="-10" dirty="0">
                <a:solidFill>
                  <a:srgbClr val="3F3F3F"/>
                </a:solidFill>
                <a:latin typeface="Calibri"/>
                <a:cs typeface="Calibri"/>
              </a:rPr>
              <a:t>creates </a:t>
            </a:r>
            <a:r>
              <a:rPr sz="1700" spc="-370" dirty="0">
                <a:solidFill>
                  <a:srgbClr val="3F3F3F"/>
                </a:solidFill>
                <a:latin typeface="Calibri"/>
                <a:cs typeface="Calibri"/>
              </a:rPr>
              <a:t> </a:t>
            </a:r>
            <a:r>
              <a:rPr sz="1700" dirty="0">
                <a:solidFill>
                  <a:srgbClr val="3F3F3F"/>
                </a:solidFill>
                <a:latin typeface="Calibri"/>
                <a:cs typeface="Calibri"/>
              </a:rPr>
              <a:t>the</a:t>
            </a:r>
            <a:r>
              <a:rPr sz="1700" spc="-30" dirty="0">
                <a:solidFill>
                  <a:srgbClr val="3F3F3F"/>
                </a:solidFill>
                <a:latin typeface="Calibri"/>
                <a:cs typeface="Calibri"/>
              </a:rPr>
              <a:t> </a:t>
            </a:r>
            <a:r>
              <a:rPr sz="1700" spc="-5" dirty="0">
                <a:solidFill>
                  <a:srgbClr val="3F3F3F"/>
                </a:solidFill>
                <a:latin typeface="Calibri"/>
                <a:cs typeface="Calibri"/>
              </a:rPr>
              <a:t>confusion.</a:t>
            </a:r>
            <a:endParaRPr sz="1700">
              <a:latin typeface="Calibri"/>
              <a:cs typeface="Calibri"/>
            </a:endParaRPr>
          </a:p>
          <a:p>
            <a:pPr marL="419100" marR="64769" lvl="1" indent="-182880">
              <a:lnSpc>
                <a:spcPct val="80000"/>
              </a:lnSpc>
              <a:spcBef>
                <a:spcPts val="595"/>
              </a:spcBef>
              <a:buClr>
                <a:srgbClr val="1CACE4"/>
              </a:buClr>
              <a:buChar char="◦"/>
              <a:tabLst>
                <a:tab pos="419734" algn="l"/>
              </a:tabLst>
            </a:pPr>
            <a:r>
              <a:rPr sz="2200" spc="-5" dirty="0">
                <a:solidFill>
                  <a:srgbClr val="3F3F3F"/>
                </a:solidFill>
                <a:latin typeface="Calibri"/>
                <a:cs typeface="Calibri"/>
              </a:rPr>
              <a:t>Node</a:t>
            </a:r>
            <a:r>
              <a:rPr sz="2200" spc="5" dirty="0">
                <a:solidFill>
                  <a:srgbClr val="3F3F3F"/>
                </a:solidFill>
                <a:latin typeface="Calibri"/>
                <a:cs typeface="Calibri"/>
              </a:rPr>
              <a:t> </a:t>
            </a:r>
            <a:r>
              <a:rPr sz="2200" spc="-5" dirty="0">
                <a:solidFill>
                  <a:srgbClr val="3F3F3F"/>
                </a:solidFill>
                <a:latin typeface="Calibri"/>
                <a:cs typeface="Calibri"/>
              </a:rPr>
              <a:t>A</a:t>
            </a:r>
            <a:r>
              <a:rPr sz="2200" spc="5" dirty="0">
                <a:solidFill>
                  <a:srgbClr val="3F3F3F"/>
                </a:solidFill>
                <a:latin typeface="Calibri"/>
                <a:cs typeface="Calibri"/>
              </a:rPr>
              <a:t> </a:t>
            </a:r>
            <a:r>
              <a:rPr sz="2200" spc="-25" dirty="0">
                <a:solidFill>
                  <a:srgbClr val="3F3F3F"/>
                </a:solidFill>
                <a:latin typeface="Calibri"/>
                <a:cs typeface="Calibri"/>
              </a:rPr>
              <a:t>keeps</a:t>
            </a:r>
            <a:r>
              <a:rPr sz="2200" spc="35" dirty="0">
                <a:solidFill>
                  <a:srgbClr val="3F3F3F"/>
                </a:solidFill>
                <a:latin typeface="Calibri"/>
                <a:cs typeface="Calibri"/>
              </a:rPr>
              <a: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5" dirty="0">
                <a:solidFill>
                  <a:srgbClr val="3F3F3F"/>
                </a:solidFill>
                <a:latin typeface="Calibri"/>
                <a:cs typeface="Calibri"/>
              </a:rPr>
              <a:t>value</a:t>
            </a:r>
            <a:r>
              <a:rPr sz="2200" spc="5" dirty="0">
                <a:solidFill>
                  <a:srgbClr val="3F3F3F"/>
                </a:solidFill>
                <a:latin typeface="Calibri"/>
                <a:cs typeface="Calibri"/>
              </a:rPr>
              <a:t> </a:t>
            </a:r>
            <a:r>
              <a:rPr sz="2200" spc="-5" dirty="0">
                <a:solidFill>
                  <a:srgbClr val="3F3F3F"/>
                </a:solidFill>
                <a:latin typeface="Calibri"/>
                <a:cs typeface="Calibri"/>
              </a:rPr>
              <a:t>of </a:t>
            </a:r>
            <a:r>
              <a:rPr sz="2200" spc="-10" dirty="0">
                <a:solidFill>
                  <a:srgbClr val="3F3F3F"/>
                </a:solidFill>
                <a:latin typeface="Calibri"/>
                <a:cs typeface="Calibri"/>
              </a:rPr>
              <a:t>infinity</a:t>
            </a:r>
            <a:r>
              <a:rPr sz="2200" spc="5" dirty="0">
                <a:solidFill>
                  <a:srgbClr val="3F3F3F"/>
                </a:solidFill>
                <a:latin typeface="Calibri"/>
                <a:cs typeface="Calibri"/>
              </a:rPr>
              <a:t> </a:t>
            </a:r>
            <a:r>
              <a:rPr sz="2200" spc="-5" dirty="0">
                <a:solidFill>
                  <a:srgbClr val="3F3F3F"/>
                </a:solidFill>
                <a:latin typeface="Calibri"/>
                <a:cs typeface="Calibri"/>
              </a:rPr>
              <a:t>as</a:t>
            </a:r>
            <a:r>
              <a:rPr sz="2200" dirty="0">
                <a:solidFill>
                  <a:srgbClr val="3F3F3F"/>
                </a:solidFill>
                <a:latin typeface="Calibri"/>
                <a:cs typeface="Calibri"/>
              </a:rPr>
              <a:t> </a:t>
            </a:r>
            <a:r>
              <a:rPr sz="2200" spc="-10" dirty="0">
                <a:solidFill>
                  <a:srgbClr val="3F3F3F"/>
                </a:solidFill>
                <a:latin typeface="Calibri"/>
                <a:cs typeface="Calibri"/>
              </a:rPr>
              <a:t>the</a:t>
            </a:r>
            <a:r>
              <a:rPr sz="2200" spc="5" dirty="0">
                <a:solidFill>
                  <a:srgbClr val="3F3F3F"/>
                </a:solidFill>
                <a:latin typeface="Calibri"/>
                <a:cs typeface="Calibri"/>
              </a:rPr>
              <a:t> </a:t>
            </a:r>
            <a:r>
              <a:rPr sz="2200" spc="-15" dirty="0">
                <a:solidFill>
                  <a:srgbClr val="3F3F3F"/>
                </a:solidFill>
                <a:latin typeface="Calibri"/>
                <a:cs typeface="Calibri"/>
              </a:rPr>
              <a:t>distance</a:t>
            </a:r>
            <a:r>
              <a:rPr sz="2200" spc="5" dirty="0">
                <a:solidFill>
                  <a:srgbClr val="3F3F3F"/>
                </a:solidFill>
                <a:latin typeface="Calibri"/>
                <a:cs typeface="Calibri"/>
              </a:rPr>
              <a:t> </a:t>
            </a:r>
            <a:r>
              <a:rPr sz="2200" spc="-20" dirty="0">
                <a:solidFill>
                  <a:srgbClr val="3F3F3F"/>
                </a:solidFill>
                <a:latin typeface="Calibri"/>
                <a:cs typeface="Calibri"/>
              </a:rPr>
              <a:t>to</a:t>
            </a:r>
            <a:r>
              <a:rPr sz="2200" spc="40" dirty="0">
                <a:solidFill>
                  <a:srgbClr val="3F3F3F"/>
                </a:solidFill>
                <a:latin typeface="Calibri"/>
                <a:cs typeface="Calibri"/>
              </a:rPr>
              <a:t> </a:t>
            </a:r>
            <a:r>
              <a:rPr sz="2200" spc="-5" dirty="0">
                <a:solidFill>
                  <a:srgbClr val="3F3F3F"/>
                </a:solidFill>
                <a:latin typeface="Calibri"/>
                <a:cs typeface="Calibri"/>
              </a:rPr>
              <a:t>X -</a:t>
            </a:r>
            <a:r>
              <a:rPr sz="2200" spc="10" dirty="0">
                <a:solidFill>
                  <a:srgbClr val="3F3F3F"/>
                </a:solidFill>
                <a:latin typeface="Calibri"/>
                <a:cs typeface="Calibri"/>
              </a:rPr>
              <a:t> </a:t>
            </a:r>
            <a:r>
              <a:rPr sz="2200" spc="-45" dirty="0">
                <a:solidFill>
                  <a:srgbClr val="3F3F3F"/>
                </a:solidFill>
                <a:latin typeface="Calibri"/>
                <a:cs typeface="Calibri"/>
              </a:rPr>
              <a:t>Later,</a:t>
            </a:r>
            <a:r>
              <a:rPr sz="2200" spc="20" dirty="0">
                <a:solidFill>
                  <a:srgbClr val="3F3F3F"/>
                </a:solidFill>
                <a:latin typeface="Calibri"/>
                <a:cs typeface="Calibri"/>
              </a:rPr>
              <a:t> </a:t>
            </a:r>
            <a:r>
              <a:rPr sz="2200" spc="-5" dirty="0">
                <a:solidFill>
                  <a:srgbClr val="3F3F3F"/>
                </a:solidFill>
                <a:latin typeface="Calibri"/>
                <a:cs typeface="Calibri"/>
              </a:rPr>
              <a:t>when</a:t>
            </a:r>
            <a:r>
              <a:rPr sz="2200" spc="5" dirty="0">
                <a:solidFill>
                  <a:srgbClr val="3F3F3F"/>
                </a:solidFill>
                <a:latin typeface="Calibri"/>
                <a:cs typeface="Calibri"/>
              </a:rPr>
              <a:t> </a:t>
            </a:r>
            <a:r>
              <a:rPr sz="2200" spc="-10" dirty="0">
                <a:solidFill>
                  <a:srgbClr val="3F3F3F"/>
                </a:solidFill>
                <a:latin typeface="Calibri"/>
                <a:cs typeface="Calibri"/>
              </a:rPr>
              <a:t>node </a:t>
            </a:r>
            <a:r>
              <a:rPr sz="2200" spc="-480" dirty="0">
                <a:solidFill>
                  <a:srgbClr val="3F3F3F"/>
                </a:solidFill>
                <a:latin typeface="Calibri"/>
                <a:cs typeface="Calibri"/>
              </a:rPr>
              <a:t> </a:t>
            </a:r>
            <a:r>
              <a:rPr sz="2200" spc="-5" dirty="0">
                <a:solidFill>
                  <a:srgbClr val="3F3F3F"/>
                </a:solidFill>
                <a:latin typeface="Calibri"/>
                <a:cs typeface="Calibri"/>
              </a:rPr>
              <a:t>A</a:t>
            </a:r>
            <a:r>
              <a:rPr sz="2200" spc="-10" dirty="0">
                <a:solidFill>
                  <a:srgbClr val="3F3F3F"/>
                </a:solidFill>
                <a:latin typeface="Calibri"/>
                <a:cs typeface="Calibri"/>
              </a:rPr>
              <a:t> </a:t>
            </a:r>
            <a:r>
              <a:rPr sz="2200" spc="-5" dirty="0">
                <a:solidFill>
                  <a:srgbClr val="3F3F3F"/>
                </a:solidFill>
                <a:latin typeface="Calibri"/>
                <a:cs typeface="Calibri"/>
              </a:rPr>
              <a:t>sends</a:t>
            </a:r>
            <a:r>
              <a:rPr sz="2200" spc="15" dirty="0">
                <a:solidFill>
                  <a:srgbClr val="3F3F3F"/>
                </a:solidFill>
                <a:latin typeface="Calibri"/>
                <a:cs typeface="Calibri"/>
              </a:rPr>
              <a:t> </a:t>
            </a:r>
            <a:r>
              <a:rPr sz="2200" spc="-5" dirty="0">
                <a:solidFill>
                  <a:srgbClr val="3F3F3F"/>
                </a:solidFill>
                <a:latin typeface="Calibri"/>
                <a:cs typeface="Calibri"/>
              </a:rPr>
              <a:t>its </a:t>
            </a:r>
            <a:r>
              <a:rPr sz="2200" spc="-15" dirty="0">
                <a:solidFill>
                  <a:srgbClr val="3F3F3F"/>
                </a:solidFill>
                <a:latin typeface="Calibri"/>
                <a:cs typeface="Calibri"/>
              </a:rPr>
              <a:t>forwarding </a:t>
            </a:r>
            <a:r>
              <a:rPr sz="2200" spc="-10" dirty="0">
                <a:solidFill>
                  <a:srgbClr val="3F3F3F"/>
                </a:solidFill>
                <a:latin typeface="Calibri"/>
                <a:cs typeface="Calibri"/>
              </a:rPr>
              <a:t>table</a:t>
            </a:r>
            <a:r>
              <a:rPr sz="2200" dirty="0">
                <a:solidFill>
                  <a:srgbClr val="3F3F3F"/>
                </a:solidFill>
                <a:latin typeface="Calibri"/>
                <a:cs typeface="Calibri"/>
              </a:rPr>
              <a:t> </a:t>
            </a:r>
            <a:r>
              <a:rPr sz="2200" spc="-20" dirty="0">
                <a:solidFill>
                  <a:srgbClr val="3F3F3F"/>
                </a:solidFill>
                <a:latin typeface="Calibri"/>
                <a:cs typeface="Calibri"/>
              </a:rPr>
              <a:t>to</a:t>
            </a:r>
            <a:r>
              <a:rPr sz="2200" spc="5" dirty="0">
                <a:solidFill>
                  <a:srgbClr val="3F3F3F"/>
                </a:solidFill>
                <a:latin typeface="Calibri"/>
                <a:cs typeface="Calibri"/>
              </a:rPr>
              <a:t> </a:t>
            </a:r>
            <a:r>
              <a:rPr sz="2200" spc="-15" dirty="0">
                <a:solidFill>
                  <a:srgbClr val="3F3F3F"/>
                </a:solidFill>
                <a:latin typeface="Calibri"/>
                <a:cs typeface="Calibri"/>
              </a:rPr>
              <a:t>B,</a:t>
            </a:r>
            <a:r>
              <a:rPr sz="2200" spc="-5" dirty="0">
                <a:solidFill>
                  <a:srgbClr val="3F3F3F"/>
                </a:solidFill>
                <a:latin typeface="Calibri"/>
                <a:cs typeface="Calibri"/>
              </a:rPr>
              <a:t> node</a:t>
            </a:r>
            <a:r>
              <a:rPr sz="2200" dirty="0">
                <a:solidFill>
                  <a:srgbClr val="3F3F3F"/>
                </a:solidFill>
                <a:latin typeface="Calibri"/>
                <a:cs typeface="Calibri"/>
              </a:rPr>
              <a:t> </a:t>
            </a:r>
            <a:r>
              <a:rPr sz="2200" spc="-5" dirty="0">
                <a:solidFill>
                  <a:srgbClr val="3F3F3F"/>
                </a:solidFill>
                <a:latin typeface="Calibri"/>
                <a:cs typeface="Calibri"/>
              </a:rPr>
              <a:t>B</a:t>
            </a:r>
            <a:r>
              <a:rPr sz="2200" spc="5" dirty="0">
                <a:solidFill>
                  <a:srgbClr val="3F3F3F"/>
                </a:solidFill>
                <a:latin typeface="Calibri"/>
                <a:cs typeface="Calibri"/>
              </a:rPr>
              <a:t> </a:t>
            </a:r>
            <a:r>
              <a:rPr sz="2200" spc="-5" dirty="0">
                <a:solidFill>
                  <a:srgbClr val="3F3F3F"/>
                </a:solidFill>
                <a:latin typeface="Calibri"/>
                <a:cs typeface="Calibri"/>
              </a:rPr>
              <a:t>also</a:t>
            </a:r>
            <a:r>
              <a:rPr sz="2200" spc="-15" dirty="0">
                <a:solidFill>
                  <a:srgbClr val="3F3F3F"/>
                </a:solidFill>
                <a:latin typeface="Calibri"/>
                <a:cs typeface="Calibri"/>
              </a:rPr>
              <a:t> corrects</a:t>
            </a:r>
            <a:r>
              <a:rPr sz="2200" spc="10" dirty="0">
                <a:solidFill>
                  <a:srgbClr val="3F3F3F"/>
                </a:solidFill>
                <a:latin typeface="Calibri"/>
                <a:cs typeface="Calibri"/>
              </a:rPr>
              <a:t> </a:t>
            </a:r>
            <a:r>
              <a:rPr sz="2200" spc="-5" dirty="0">
                <a:solidFill>
                  <a:srgbClr val="3F3F3F"/>
                </a:solidFill>
                <a:latin typeface="Calibri"/>
                <a:cs typeface="Calibri"/>
              </a:rPr>
              <a:t>its</a:t>
            </a:r>
            <a:r>
              <a:rPr sz="2200" spc="5" dirty="0">
                <a:solidFill>
                  <a:srgbClr val="3F3F3F"/>
                </a:solidFill>
                <a:latin typeface="Calibri"/>
                <a:cs typeface="Calibri"/>
              </a:rPr>
              <a:t> </a:t>
            </a:r>
            <a:r>
              <a:rPr sz="2200" spc="-15" dirty="0">
                <a:solidFill>
                  <a:srgbClr val="3F3F3F"/>
                </a:solidFill>
                <a:latin typeface="Calibri"/>
                <a:cs typeface="Calibri"/>
              </a:rPr>
              <a:t>forwarding </a:t>
            </a:r>
            <a:r>
              <a:rPr sz="2200" spc="-10" dirty="0">
                <a:solidFill>
                  <a:srgbClr val="3F3F3F"/>
                </a:solidFill>
                <a:latin typeface="Calibri"/>
                <a:cs typeface="Calibri"/>
              </a:rPr>
              <a:t> table.</a:t>
            </a:r>
            <a:endParaRPr sz="2200">
              <a:latin typeface="Calibri"/>
              <a:cs typeface="Calibri"/>
            </a:endParaRPr>
          </a:p>
          <a:p>
            <a:pPr marL="189230" marR="5080" indent="-177165">
              <a:lnSpc>
                <a:spcPts val="2500"/>
              </a:lnSpc>
              <a:spcBef>
                <a:spcPts val="1555"/>
              </a:spcBef>
              <a:buClr>
                <a:srgbClr val="1CACE4"/>
              </a:buClr>
              <a:buFont typeface="Arial MT"/>
              <a:buChar char="•"/>
              <a:tabLst>
                <a:tab pos="262890" algn="l"/>
              </a:tabLst>
            </a:pPr>
            <a:r>
              <a:rPr dirty="0"/>
              <a:t>	</a:t>
            </a:r>
            <a:r>
              <a:rPr sz="2600" dirty="0">
                <a:solidFill>
                  <a:srgbClr val="3F3F3F"/>
                </a:solidFill>
                <a:latin typeface="Calibri"/>
                <a:cs typeface="Calibri"/>
              </a:rPr>
              <a:t>The</a:t>
            </a:r>
            <a:r>
              <a:rPr sz="2600" spc="-30" dirty="0">
                <a:solidFill>
                  <a:srgbClr val="3F3F3F"/>
                </a:solidFill>
                <a:latin typeface="Calibri"/>
                <a:cs typeface="Calibri"/>
              </a:rPr>
              <a:t> </a:t>
            </a:r>
            <a:r>
              <a:rPr sz="2600" spc="-20" dirty="0">
                <a:solidFill>
                  <a:srgbClr val="3F3F3F"/>
                </a:solidFill>
                <a:latin typeface="Calibri"/>
                <a:cs typeface="Calibri"/>
              </a:rPr>
              <a:t>system</a:t>
            </a:r>
            <a:r>
              <a:rPr sz="2600" spc="-45" dirty="0">
                <a:solidFill>
                  <a:srgbClr val="3F3F3F"/>
                </a:solidFill>
                <a:latin typeface="Calibri"/>
                <a:cs typeface="Calibri"/>
              </a:rPr>
              <a:t> </a:t>
            </a:r>
            <a:r>
              <a:rPr sz="2600" spc="-5" dirty="0">
                <a:solidFill>
                  <a:srgbClr val="3F3F3F"/>
                </a:solidFill>
                <a:latin typeface="Calibri"/>
                <a:cs typeface="Calibri"/>
              </a:rPr>
              <a:t>becomes</a:t>
            </a:r>
            <a:r>
              <a:rPr sz="2600" spc="-20" dirty="0">
                <a:solidFill>
                  <a:srgbClr val="3F3F3F"/>
                </a:solidFill>
                <a:latin typeface="Calibri"/>
                <a:cs typeface="Calibri"/>
              </a:rPr>
              <a:t> </a:t>
            </a:r>
            <a:r>
              <a:rPr sz="2600" spc="-10" dirty="0">
                <a:solidFill>
                  <a:srgbClr val="3F3F3F"/>
                </a:solidFill>
                <a:latin typeface="Calibri"/>
                <a:cs typeface="Calibri"/>
              </a:rPr>
              <a:t>stable</a:t>
            </a:r>
            <a:r>
              <a:rPr sz="2600" spc="-25" dirty="0">
                <a:solidFill>
                  <a:srgbClr val="3F3F3F"/>
                </a:solidFill>
                <a:latin typeface="Calibri"/>
                <a:cs typeface="Calibri"/>
              </a:rPr>
              <a:t> </a:t>
            </a:r>
            <a:r>
              <a:rPr sz="2600" spc="-10" dirty="0">
                <a:solidFill>
                  <a:srgbClr val="3F3F3F"/>
                </a:solidFill>
                <a:latin typeface="Calibri"/>
                <a:cs typeface="Calibri"/>
              </a:rPr>
              <a:t>after</a:t>
            </a:r>
            <a:r>
              <a:rPr sz="2600" spc="-15" dirty="0">
                <a:solidFill>
                  <a:srgbClr val="3F3F3F"/>
                </a:solidFill>
                <a:latin typeface="Calibri"/>
                <a:cs typeface="Calibri"/>
              </a:rPr>
              <a:t> </a:t>
            </a:r>
            <a:r>
              <a:rPr sz="2600" dirty="0">
                <a:solidFill>
                  <a:srgbClr val="3F3F3F"/>
                </a:solidFill>
                <a:latin typeface="Calibri"/>
                <a:cs typeface="Calibri"/>
              </a:rPr>
              <a:t>the</a:t>
            </a:r>
            <a:r>
              <a:rPr sz="2600" spc="-30" dirty="0">
                <a:solidFill>
                  <a:srgbClr val="3F3F3F"/>
                </a:solidFill>
                <a:latin typeface="Calibri"/>
                <a:cs typeface="Calibri"/>
              </a:rPr>
              <a:t> </a:t>
            </a:r>
            <a:r>
              <a:rPr sz="2600" spc="-15" dirty="0">
                <a:solidFill>
                  <a:srgbClr val="3F3F3F"/>
                </a:solidFill>
                <a:latin typeface="Calibri"/>
                <a:cs typeface="Calibri"/>
              </a:rPr>
              <a:t>first</a:t>
            </a:r>
            <a:r>
              <a:rPr sz="2600" spc="-10" dirty="0">
                <a:solidFill>
                  <a:srgbClr val="3F3F3F"/>
                </a:solidFill>
                <a:latin typeface="Calibri"/>
                <a:cs typeface="Calibri"/>
              </a:rPr>
              <a:t> update:</a:t>
            </a:r>
            <a:r>
              <a:rPr sz="2600" spc="-35" dirty="0">
                <a:solidFill>
                  <a:srgbClr val="3F3F3F"/>
                </a:solidFill>
                <a:latin typeface="Calibri"/>
                <a:cs typeface="Calibri"/>
              </a:rPr>
              <a:t> </a:t>
            </a:r>
            <a:r>
              <a:rPr sz="2600" spc="-5" dirty="0">
                <a:solidFill>
                  <a:srgbClr val="3F3F3F"/>
                </a:solidFill>
                <a:latin typeface="Calibri"/>
                <a:cs typeface="Calibri"/>
              </a:rPr>
              <a:t>Both</a:t>
            </a:r>
            <a:r>
              <a:rPr sz="2600" spc="-10" dirty="0">
                <a:solidFill>
                  <a:srgbClr val="3F3F3F"/>
                </a:solidFill>
                <a:latin typeface="Calibri"/>
                <a:cs typeface="Calibri"/>
              </a:rPr>
              <a:t> </a:t>
            </a:r>
            <a:r>
              <a:rPr sz="2600" spc="-5" dirty="0">
                <a:solidFill>
                  <a:srgbClr val="3F3F3F"/>
                </a:solidFill>
                <a:latin typeface="Calibri"/>
                <a:cs typeface="Calibri"/>
              </a:rPr>
              <a:t>nodes</a:t>
            </a:r>
            <a:r>
              <a:rPr sz="2600" spc="-25" dirty="0">
                <a:solidFill>
                  <a:srgbClr val="3F3F3F"/>
                </a:solidFill>
                <a:latin typeface="Calibri"/>
                <a:cs typeface="Calibri"/>
              </a:rPr>
              <a:t> </a:t>
            </a:r>
            <a:r>
              <a:rPr sz="2600" dirty="0">
                <a:solidFill>
                  <a:srgbClr val="3F3F3F"/>
                </a:solidFill>
                <a:latin typeface="Calibri"/>
                <a:cs typeface="Calibri"/>
              </a:rPr>
              <a:t>A </a:t>
            </a:r>
            <a:r>
              <a:rPr sz="2600" spc="-575" dirty="0">
                <a:solidFill>
                  <a:srgbClr val="3F3F3F"/>
                </a:solidFill>
                <a:latin typeface="Calibri"/>
                <a:cs typeface="Calibri"/>
              </a:rPr>
              <a:t> </a:t>
            </a:r>
            <a:r>
              <a:rPr sz="2600" dirty="0">
                <a:solidFill>
                  <a:srgbClr val="3F3F3F"/>
                </a:solidFill>
                <a:latin typeface="Calibri"/>
                <a:cs typeface="Calibri"/>
              </a:rPr>
              <a:t>and</a:t>
            </a:r>
            <a:r>
              <a:rPr sz="2600" spc="-30" dirty="0">
                <a:solidFill>
                  <a:srgbClr val="3F3F3F"/>
                </a:solidFill>
                <a:latin typeface="Calibri"/>
                <a:cs typeface="Calibri"/>
              </a:rPr>
              <a:t> </a:t>
            </a:r>
            <a:r>
              <a:rPr sz="2600" dirty="0">
                <a:solidFill>
                  <a:srgbClr val="3F3F3F"/>
                </a:solidFill>
                <a:latin typeface="Calibri"/>
                <a:cs typeface="Calibri"/>
              </a:rPr>
              <a:t>B</a:t>
            </a:r>
            <a:r>
              <a:rPr sz="2600" spc="-5" dirty="0">
                <a:solidFill>
                  <a:srgbClr val="3F3F3F"/>
                </a:solidFill>
                <a:latin typeface="Calibri"/>
                <a:cs typeface="Calibri"/>
              </a:rPr>
              <a:t> know </a:t>
            </a:r>
            <a:r>
              <a:rPr sz="2600" spc="-10" dirty="0">
                <a:solidFill>
                  <a:srgbClr val="3F3F3F"/>
                </a:solidFill>
                <a:latin typeface="Calibri"/>
                <a:cs typeface="Calibri"/>
              </a:rPr>
              <a:t>that</a:t>
            </a:r>
            <a:r>
              <a:rPr sz="2600" dirty="0">
                <a:solidFill>
                  <a:srgbClr val="3F3F3F"/>
                </a:solidFill>
                <a:latin typeface="Calibri"/>
                <a:cs typeface="Calibri"/>
              </a:rPr>
              <a:t> X</a:t>
            </a:r>
            <a:r>
              <a:rPr sz="2600" spc="-10" dirty="0">
                <a:solidFill>
                  <a:srgbClr val="3F3F3F"/>
                </a:solidFill>
                <a:latin typeface="Calibri"/>
                <a:cs typeface="Calibri"/>
              </a:rPr>
              <a:t> </a:t>
            </a:r>
            <a:r>
              <a:rPr sz="2600" spc="-5" dirty="0">
                <a:solidFill>
                  <a:srgbClr val="3F3F3F"/>
                </a:solidFill>
                <a:latin typeface="Calibri"/>
                <a:cs typeface="Calibri"/>
              </a:rPr>
              <a:t>is</a:t>
            </a:r>
            <a:r>
              <a:rPr sz="2600" spc="20" dirty="0">
                <a:solidFill>
                  <a:srgbClr val="3F3F3F"/>
                </a:solidFill>
                <a:latin typeface="Calibri"/>
                <a:cs typeface="Calibri"/>
              </a:rPr>
              <a:t> </a:t>
            </a:r>
            <a:r>
              <a:rPr sz="2600" spc="-5" dirty="0">
                <a:solidFill>
                  <a:srgbClr val="3F3F3F"/>
                </a:solidFill>
                <a:latin typeface="Calibri"/>
                <a:cs typeface="Calibri"/>
              </a:rPr>
              <a:t>not</a:t>
            </a:r>
            <a:r>
              <a:rPr sz="2600" dirty="0">
                <a:solidFill>
                  <a:srgbClr val="3F3F3F"/>
                </a:solidFill>
                <a:latin typeface="Calibri"/>
                <a:cs typeface="Calibri"/>
              </a:rPr>
              <a:t> </a:t>
            </a:r>
            <a:r>
              <a:rPr sz="2600" spc="-5" dirty="0">
                <a:solidFill>
                  <a:srgbClr val="3F3F3F"/>
                </a:solidFill>
                <a:latin typeface="Calibri"/>
                <a:cs typeface="Calibri"/>
              </a:rPr>
              <a:t>reachable.</a:t>
            </a:r>
            <a:endParaRPr sz="26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66</a:t>
            </a:fld>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218430" cy="756920"/>
          </a:xfrm>
          <a:prstGeom prst="rect">
            <a:avLst/>
          </a:prstGeom>
        </p:spPr>
        <p:txBody>
          <a:bodyPr vert="horz" wrap="square" lIns="0" tIns="12700" rIns="0" bIns="0" rtlCol="0">
            <a:spAutoFit/>
          </a:bodyPr>
          <a:lstStyle/>
          <a:p>
            <a:pPr marL="12700">
              <a:lnSpc>
                <a:spcPct val="100000"/>
              </a:lnSpc>
              <a:spcBef>
                <a:spcPts val="100"/>
              </a:spcBef>
            </a:pPr>
            <a:r>
              <a:rPr sz="4800" spc="-50" dirty="0"/>
              <a:t>Poisoned</a:t>
            </a:r>
            <a:r>
              <a:rPr sz="4800" spc="-140" dirty="0"/>
              <a:t> </a:t>
            </a:r>
            <a:r>
              <a:rPr sz="4800" spc="-45" dirty="0"/>
              <a:t>Reverse</a:t>
            </a:r>
            <a:endParaRPr sz="4800"/>
          </a:p>
        </p:txBody>
      </p:sp>
      <p:sp>
        <p:nvSpPr>
          <p:cNvPr id="3" name="object 3"/>
          <p:cNvSpPr txBox="1"/>
          <p:nvPr/>
        </p:nvSpPr>
        <p:spPr>
          <a:xfrm>
            <a:off x="697667" y="1654002"/>
            <a:ext cx="8730615" cy="2062480"/>
          </a:xfrm>
          <a:prstGeom prst="rect">
            <a:avLst/>
          </a:prstGeom>
        </p:spPr>
        <p:txBody>
          <a:bodyPr vert="horz" wrap="square" lIns="0" tIns="81280" rIns="0" bIns="0" rtlCol="0">
            <a:spAutoFit/>
          </a:bodyPr>
          <a:lstStyle/>
          <a:p>
            <a:pPr marL="12700">
              <a:lnSpc>
                <a:spcPct val="100000"/>
              </a:lnSpc>
              <a:spcBef>
                <a:spcPts val="640"/>
              </a:spcBef>
            </a:pPr>
            <a:r>
              <a:rPr sz="2400" spc="-5" dirty="0">
                <a:solidFill>
                  <a:srgbClr val="3F3F3F"/>
                </a:solidFill>
                <a:latin typeface="Calibri"/>
                <a:cs typeface="Calibri"/>
              </a:rPr>
              <a:t>Split</a:t>
            </a:r>
            <a:r>
              <a:rPr sz="2400" spc="-45" dirty="0">
                <a:solidFill>
                  <a:srgbClr val="3F3F3F"/>
                </a:solidFill>
                <a:latin typeface="Calibri"/>
                <a:cs typeface="Calibri"/>
              </a:rPr>
              <a:t> </a:t>
            </a:r>
            <a:r>
              <a:rPr sz="2400" spc="-15" dirty="0">
                <a:solidFill>
                  <a:srgbClr val="3F3F3F"/>
                </a:solidFill>
                <a:latin typeface="Calibri"/>
                <a:cs typeface="Calibri"/>
              </a:rPr>
              <a:t>horizon</a:t>
            </a:r>
            <a:r>
              <a:rPr sz="2400" spc="-20" dirty="0">
                <a:solidFill>
                  <a:srgbClr val="3F3F3F"/>
                </a:solidFill>
                <a:latin typeface="Calibri"/>
                <a:cs typeface="Calibri"/>
              </a:rPr>
              <a:t> </a:t>
            </a:r>
            <a:r>
              <a:rPr sz="2400" spc="-10" dirty="0">
                <a:solidFill>
                  <a:srgbClr val="3F3F3F"/>
                </a:solidFill>
                <a:latin typeface="Calibri"/>
                <a:cs typeface="Calibri"/>
              </a:rPr>
              <a:t>problem:</a:t>
            </a:r>
            <a:endParaRPr sz="2400">
              <a:latin typeface="Calibri"/>
              <a:cs typeface="Calibri"/>
            </a:endParaRPr>
          </a:p>
          <a:p>
            <a:pPr marL="189230" indent="-177165">
              <a:lnSpc>
                <a:spcPct val="100000"/>
              </a:lnSpc>
              <a:spcBef>
                <a:spcPts val="540"/>
              </a:spcBef>
              <a:buClr>
                <a:srgbClr val="1CACE4"/>
              </a:buClr>
              <a:buFont typeface="Arial MT"/>
              <a:buChar char="•"/>
              <a:tabLst>
                <a:tab pos="189865" algn="l"/>
              </a:tabLst>
            </a:pPr>
            <a:r>
              <a:rPr sz="2400" spc="-20" dirty="0">
                <a:solidFill>
                  <a:srgbClr val="3F3F3F"/>
                </a:solidFill>
                <a:latin typeface="Calibri"/>
                <a:cs typeface="Calibri"/>
              </a:rPr>
              <a:t>Normally,</a:t>
            </a:r>
            <a:r>
              <a:rPr sz="2400" spc="-45"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corresponding</a:t>
            </a:r>
            <a:r>
              <a:rPr sz="2400" dirty="0">
                <a:solidFill>
                  <a:srgbClr val="3F3F3F"/>
                </a:solidFill>
                <a:latin typeface="Calibri"/>
                <a:cs typeface="Calibri"/>
              </a:rPr>
              <a:t> </a:t>
            </a:r>
            <a:r>
              <a:rPr sz="2400" spc="-15" dirty="0">
                <a:solidFill>
                  <a:srgbClr val="3F3F3F"/>
                </a:solidFill>
                <a:latin typeface="Calibri"/>
                <a:cs typeface="Calibri"/>
              </a:rPr>
              <a:t>protocol</a:t>
            </a:r>
            <a:r>
              <a:rPr sz="2400" spc="-10" dirty="0">
                <a:solidFill>
                  <a:srgbClr val="3F3F3F"/>
                </a:solidFill>
                <a:latin typeface="Calibri"/>
                <a:cs typeface="Calibri"/>
              </a:rPr>
              <a:t> </a:t>
            </a:r>
            <a:r>
              <a:rPr sz="2400" spc="-5" dirty="0">
                <a:solidFill>
                  <a:srgbClr val="3F3F3F"/>
                </a:solidFill>
                <a:latin typeface="Calibri"/>
                <a:cs typeface="Calibri"/>
              </a:rPr>
              <a:t>uses</a:t>
            </a:r>
            <a:r>
              <a:rPr sz="2400" spc="-10" dirty="0">
                <a:solidFill>
                  <a:srgbClr val="3F3F3F"/>
                </a:solidFill>
                <a:latin typeface="Calibri"/>
                <a:cs typeface="Calibri"/>
              </a:rPr>
              <a:t> </a:t>
            </a:r>
            <a:r>
              <a:rPr sz="2400" dirty="0">
                <a:solidFill>
                  <a:srgbClr val="3F3F3F"/>
                </a:solidFill>
                <a:latin typeface="Calibri"/>
                <a:cs typeface="Calibri"/>
              </a:rPr>
              <a:t>a </a:t>
            </a:r>
            <a:r>
              <a:rPr sz="2400" spc="-5" dirty="0">
                <a:solidFill>
                  <a:srgbClr val="3F3F3F"/>
                </a:solidFill>
                <a:latin typeface="Calibri"/>
                <a:cs typeface="Calibri"/>
              </a:rPr>
              <a:t>timer</a:t>
            </a:r>
            <a:endParaRPr sz="2400">
              <a:latin typeface="Calibri"/>
              <a:cs typeface="Calibri"/>
            </a:endParaRPr>
          </a:p>
          <a:p>
            <a:pPr marL="189230" marR="36195" indent="-177165">
              <a:lnSpc>
                <a:spcPct val="70000"/>
              </a:lnSpc>
              <a:spcBef>
                <a:spcPts val="1390"/>
              </a:spcBef>
              <a:buClr>
                <a:srgbClr val="1CACE4"/>
              </a:buClr>
              <a:buFont typeface="Arial MT"/>
              <a:buChar char="•"/>
              <a:tabLst>
                <a:tab pos="189865" algn="l"/>
              </a:tabLst>
            </a:pPr>
            <a:r>
              <a:rPr sz="2400" spc="-5" dirty="0">
                <a:solidFill>
                  <a:srgbClr val="3F3F3F"/>
                </a:solidFill>
                <a:latin typeface="Calibri"/>
                <a:cs typeface="Calibri"/>
              </a:rPr>
              <a:t>If</a:t>
            </a:r>
            <a:r>
              <a:rPr sz="2400" spc="-20" dirty="0">
                <a:solidFill>
                  <a:srgbClr val="3F3F3F"/>
                </a:solidFill>
                <a:latin typeface="Calibri"/>
                <a:cs typeface="Calibri"/>
              </a:rPr>
              <a:t> </a:t>
            </a:r>
            <a:r>
              <a:rPr sz="2400" spc="-10" dirty="0">
                <a:solidFill>
                  <a:srgbClr val="3F3F3F"/>
                </a:solidFill>
                <a:latin typeface="Calibri"/>
                <a:cs typeface="Calibri"/>
              </a:rPr>
              <a:t>there</a:t>
            </a:r>
            <a:r>
              <a:rPr sz="240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no</a:t>
            </a:r>
            <a:r>
              <a:rPr sz="2400" spc="-10" dirty="0">
                <a:solidFill>
                  <a:srgbClr val="3F3F3F"/>
                </a:solidFill>
                <a:latin typeface="Calibri"/>
                <a:cs typeface="Calibri"/>
              </a:rPr>
              <a:t> news </a:t>
            </a:r>
            <a:r>
              <a:rPr sz="2400" spc="-5" dirty="0">
                <a:solidFill>
                  <a:srgbClr val="3F3F3F"/>
                </a:solidFill>
                <a:latin typeface="Calibri"/>
                <a:cs typeface="Calibri"/>
              </a:rPr>
              <a:t>about </a:t>
            </a:r>
            <a:r>
              <a:rPr sz="2400" dirty="0">
                <a:solidFill>
                  <a:srgbClr val="3F3F3F"/>
                </a:solidFill>
                <a:latin typeface="Calibri"/>
                <a:cs typeface="Calibri"/>
              </a:rPr>
              <a:t>a</a:t>
            </a:r>
            <a:r>
              <a:rPr sz="2400" spc="15" dirty="0">
                <a:solidFill>
                  <a:srgbClr val="3F3F3F"/>
                </a:solidFill>
                <a:latin typeface="Calibri"/>
                <a:cs typeface="Calibri"/>
              </a:rPr>
              <a:t> </a:t>
            </a:r>
            <a:r>
              <a:rPr sz="2400" spc="-15" dirty="0">
                <a:solidFill>
                  <a:srgbClr val="3F3F3F"/>
                </a:solidFill>
                <a:latin typeface="Calibri"/>
                <a:cs typeface="Calibri"/>
              </a:rPr>
              <a:t>route,</a:t>
            </a:r>
            <a:r>
              <a:rPr sz="2400" spc="-2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5" dirty="0">
                <a:solidFill>
                  <a:srgbClr val="3F3F3F"/>
                </a:solidFill>
                <a:latin typeface="Calibri"/>
                <a:cs typeface="Calibri"/>
              </a:rPr>
              <a:t>node</a:t>
            </a:r>
            <a:r>
              <a:rPr sz="2400" dirty="0">
                <a:solidFill>
                  <a:srgbClr val="3F3F3F"/>
                </a:solidFill>
                <a:latin typeface="Calibri"/>
                <a:cs typeface="Calibri"/>
              </a:rPr>
              <a:t> </a:t>
            </a:r>
            <a:r>
              <a:rPr sz="2400" spc="-10" dirty="0">
                <a:solidFill>
                  <a:srgbClr val="3F3F3F"/>
                </a:solidFill>
                <a:latin typeface="Calibri"/>
                <a:cs typeface="Calibri"/>
              </a:rPr>
              <a:t>deletes</a:t>
            </a:r>
            <a:r>
              <a:rPr sz="2400" spc="-2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route from</a:t>
            </a:r>
            <a:r>
              <a:rPr sz="2400" spc="-5" dirty="0">
                <a:solidFill>
                  <a:srgbClr val="3F3F3F"/>
                </a:solidFill>
                <a:latin typeface="Calibri"/>
                <a:cs typeface="Calibri"/>
              </a:rPr>
              <a:t> its </a:t>
            </a:r>
            <a:r>
              <a:rPr sz="2400" spc="-530" dirty="0">
                <a:solidFill>
                  <a:srgbClr val="3F3F3F"/>
                </a:solidFill>
                <a:latin typeface="Calibri"/>
                <a:cs typeface="Calibri"/>
              </a:rPr>
              <a:t> </a:t>
            </a:r>
            <a:r>
              <a:rPr sz="2400" spc="-5" dirty="0">
                <a:solidFill>
                  <a:srgbClr val="3F3F3F"/>
                </a:solidFill>
                <a:latin typeface="Calibri"/>
                <a:cs typeface="Calibri"/>
              </a:rPr>
              <a:t>table</a:t>
            </a:r>
            <a:endParaRPr sz="2400">
              <a:latin typeface="Calibri"/>
              <a:cs typeface="Calibri"/>
            </a:endParaRPr>
          </a:p>
          <a:p>
            <a:pPr marL="419100" marR="5080" lvl="1" indent="-182880">
              <a:lnSpc>
                <a:spcPct val="70000"/>
              </a:lnSpc>
              <a:spcBef>
                <a:spcPts val="414"/>
              </a:spcBef>
              <a:buClr>
                <a:srgbClr val="1CACE4"/>
              </a:buClr>
              <a:buChar char="◦"/>
              <a:tabLst>
                <a:tab pos="419734" algn="l"/>
              </a:tabLst>
            </a:pPr>
            <a:r>
              <a:rPr sz="2000" dirty="0">
                <a:solidFill>
                  <a:srgbClr val="3F3F3F"/>
                </a:solidFill>
                <a:latin typeface="Calibri"/>
                <a:cs typeface="Calibri"/>
              </a:rPr>
              <a:t>When</a:t>
            </a:r>
            <a:r>
              <a:rPr sz="2000" spc="-25" dirty="0">
                <a:solidFill>
                  <a:srgbClr val="3F3F3F"/>
                </a:solidFill>
                <a:latin typeface="Calibri"/>
                <a:cs typeface="Calibri"/>
              </a:rPr>
              <a:t> </a:t>
            </a:r>
            <a:r>
              <a:rPr sz="2000" dirty="0">
                <a:solidFill>
                  <a:srgbClr val="3F3F3F"/>
                </a:solidFill>
                <a:latin typeface="Calibri"/>
                <a:cs typeface="Calibri"/>
              </a:rPr>
              <a:t>node</a:t>
            </a:r>
            <a:r>
              <a:rPr sz="2000" spc="-25" dirty="0">
                <a:solidFill>
                  <a:srgbClr val="3F3F3F"/>
                </a:solidFill>
                <a:latin typeface="Calibri"/>
                <a:cs typeface="Calibri"/>
              </a:rPr>
              <a:t> </a:t>
            </a:r>
            <a:r>
              <a:rPr sz="2000" dirty="0">
                <a:solidFill>
                  <a:srgbClr val="3F3F3F"/>
                </a:solidFill>
                <a:latin typeface="Calibri"/>
                <a:cs typeface="Calibri"/>
              </a:rPr>
              <a:t>B</a:t>
            </a:r>
            <a:r>
              <a:rPr sz="2000" spc="-10" dirty="0">
                <a:solidFill>
                  <a:srgbClr val="3F3F3F"/>
                </a:solidFill>
                <a:latin typeface="Calibri"/>
                <a:cs typeface="Calibri"/>
              </a:rPr>
              <a:t> </a:t>
            </a:r>
            <a:r>
              <a:rPr sz="2000" spc="-5" dirty="0">
                <a:solidFill>
                  <a:srgbClr val="3F3F3F"/>
                </a:solidFill>
                <a:latin typeface="Calibri"/>
                <a:cs typeface="Calibri"/>
              </a:rPr>
              <a:t>in</a:t>
            </a:r>
            <a:r>
              <a:rPr sz="2000" dirty="0">
                <a:solidFill>
                  <a:srgbClr val="3F3F3F"/>
                </a:solidFill>
                <a:latin typeface="Calibri"/>
                <a:cs typeface="Calibri"/>
              </a:rPr>
              <a:t> the</a:t>
            </a:r>
            <a:r>
              <a:rPr sz="2000" spc="10" dirty="0">
                <a:solidFill>
                  <a:srgbClr val="3F3F3F"/>
                </a:solidFill>
                <a:latin typeface="Calibri"/>
                <a:cs typeface="Calibri"/>
              </a:rPr>
              <a:t> </a:t>
            </a:r>
            <a:r>
              <a:rPr sz="2000" spc="-10" dirty="0">
                <a:solidFill>
                  <a:srgbClr val="3F3F3F"/>
                </a:solidFill>
                <a:latin typeface="Calibri"/>
                <a:cs typeface="Calibri"/>
              </a:rPr>
              <a:t>previous</a:t>
            </a:r>
            <a:r>
              <a:rPr sz="2000" dirty="0">
                <a:solidFill>
                  <a:srgbClr val="3F3F3F"/>
                </a:solidFill>
                <a:latin typeface="Calibri"/>
                <a:cs typeface="Calibri"/>
              </a:rPr>
              <a:t> </a:t>
            </a:r>
            <a:r>
              <a:rPr sz="2000" spc="-5" dirty="0">
                <a:solidFill>
                  <a:srgbClr val="3F3F3F"/>
                </a:solidFill>
                <a:latin typeface="Calibri"/>
                <a:cs typeface="Calibri"/>
              </a:rPr>
              <a:t>scenario</a:t>
            </a:r>
            <a:r>
              <a:rPr sz="2000" spc="15" dirty="0">
                <a:solidFill>
                  <a:srgbClr val="3F3F3F"/>
                </a:solidFill>
                <a:latin typeface="Calibri"/>
                <a:cs typeface="Calibri"/>
              </a:rPr>
              <a:t> </a:t>
            </a:r>
            <a:r>
              <a:rPr sz="2000" spc="-10" dirty="0">
                <a:solidFill>
                  <a:srgbClr val="3F3F3F"/>
                </a:solidFill>
                <a:latin typeface="Calibri"/>
                <a:cs typeface="Calibri"/>
              </a:rPr>
              <a:t>eliminates</a:t>
            </a:r>
            <a:r>
              <a:rPr sz="2000" spc="4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5" dirty="0">
                <a:solidFill>
                  <a:srgbClr val="3F3F3F"/>
                </a:solidFill>
                <a:latin typeface="Calibri"/>
                <a:cs typeface="Calibri"/>
              </a:rPr>
              <a:t>route</a:t>
            </a:r>
            <a:r>
              <a:rPr sz="2000" spc="5"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X</a:t>
            </a:r>
            <a:r>
              <a:rPr sz="2000" spc="-10" dirty="0">
                <a:solidFill>
                  <a:srgbClr val="3F3F3F"/>
                </a:solidFill>
                <a:latin typeface="Calibri"/>
                <a:cs typeface="Calibri"/>
              </a:rPr>
              <a:t> </a:t>
            </a:r>
            <a:r>
              <a:rPr sz="2000" spc="-15" dirty="0">
                <a:solidFill>
                  <a:srgbClr val="3F3F3F"/>
                </a:solidFill>
                <a:latin typeface="Calibri"/>
                <a:cs typeface="Calibri"/>
              </a:rPr>
              <a:t>from</a:t>
            </a:r>
            <a:r>
              <a:rPr sz="2000" dirty="0">
                <a:solidFill>
                  <a:srgbClr val="3F3F3F"/>
                </a:solidFill>
                <a:latin typeface="Calibri"/>
                <a:cs typeface="Calibri"/>
              </a:rPr>
              <a:t> </a:t>
            </a:r>
            <a:r>
              <a:rPr sz="2000" spc="-5" dirty="0">
                <a:solidFill>
                  <a:srgbClr val="3F3F3F"/>
                </a:solidFill>
                <a:latin typeface="Calibri"/>
                <a:cs typeface="Calibri"/>
              </a:rPr>
              <a:t>its </a:t>
            </a:r>
            <a:r>
              <a:rPr sz="2000" dirty="0">
                <a:solidFill>
                  <a:srgbClr val="3F3F3F"/>
                </a:solidFill>
                <a:latin typeface="Calibri"/>
                <a:cs typeface="Calibri"/>
              </a:rPr>
              <a:t> </a:t>
            </a:r>
            <a:r>
              <a:rPr sz="2000" spc="-10" dirty="0">
                <a:solidFill>
                  <a:srgbClr val="3F3F3F"/>
                </a:solidFill>
                <a:latin typeface="Calibri"/>
                <a:cs typeface="Calibri"/>
              </a:rPr>
              <a:t>advertisement</a:t>
            </a:r>
            <a:r>
              <a:rPr sz="2000" spc="2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a:t>
            </a:r>
            <a:r>
              <a:rPr sz="2000" spc="-5" dirty="0">
                <a:solidFill>
                  <a:srgbClr val="3F3F3F"/>
                </a:solidFill>
                <a:latin typeface="Calibri"/>
                <a:cs typeface="Calibri"/>
              </a:rPr>
              <a:t> </a:t>
            </a:r>
            <a:r>
              <a:rPr sz="2000" dirty="0">
                <a:solidFill>
                  <a:srgbClr val="3F3F3F"/>
                </a:solidFill>
                <a:latin typeface="Calibri"/>
                <a:cs typeface="Calibri"/>
              </a:rPr>
              <a:t>node</a:t>
            </a:r>
            <a:r>
              <a:rPr sz="2000" spc="-15" dirty="0">
                <a:solidFill>
                  <a:srgbClr val="3F3F3F"/>
                </a:solidFill>
                <a:latin typeface="Calibri"/>
                <a:cs typeface="Calibri"/>
              </a:rPr>
              <a:t> </a:t>
            </a:r>
            <a:r>
              <a:rPr sz="2000" dirty="0">
                <a:solidFill>
                  <a:srgbClr val="3F3F3F"/>
                </a:solidFill>
                <a:latin typeface="Calibri"/>
                <a:cs typeface="Calibri"/>
              </a:rPr>
              <a:t>A</a:t>
            </a:r>
            <a:r>
              <a:rPr sz="2000" spc="20" dirty="0">
                <a:solidFill>
                  <a:srgbClr val="3F3F3F"/>
                </a:solidFill>
                <a:latin typeface="Calibri"/>
                <a:cs typeface="Calibri"/>
              </a:rPr>
              <a:t> </a:t>
            </a:r>
            <a:r>
              <a:rPr sz="2000" spc="-5" dirty="0">
                <a:solidFill>
                  <a:srgbClr val="3F3F3F"/>
                </a:solidFill>
                <a:latin typeface="Calibri"/>
                <a:cs typeface="Calibri"/>
              </a:rPr>
              <a:t>cannot</a:t>
            </a:r>
            <a:r>
              <a:rPr sz="2000" spc="-20" dirty="0">
                <a:solidFill>
                  <a:srgbClr val="3F3F3F"/>
                </a:solidFill>
                <a:latin typeface="Calibri"/>
                <a:cs typeface="Calibri"/>
              </a:rPr>
              <a:t> </a:t>
            </a:r>
            <a:r>
              <a:rPr sz="2000" spc="-5" dirty="0">
                <a:solidFill>
                  <a:srgbClr val="3F3F3F"/>
                </a:solidFill>
                <a:latin typeface="Calibri"/>
                <a:cs typeface="Calibri"/>
              </a:rPr>
              <a:t>guess</a:t>
            </a:r>
            <a:r>
              <a:rPr sz="2000" spc="10" dirty="0">
                <a:solidFill>
                  <a:srgbClr val="3F3F3F"/>
                </a:solidFill>
                <a:latin typeface="Calibri"/>
                <a:cs typeface="Calibri"/>
              </a:rPr>
              <a:t> </a:t>
            </a:r>
            <a:r>
              <a:rPr sz="2000" spc="-5" dirty="0">
                <a:solidFill>
                  <a:srgbClr val="3F3F3F"/>
                </a:solidFill>
                <a:latin typeface="Calibri"/>
                <a:cs typeface="Calibri"/>
              </a:rPr>
              <a:t>whether</a:t>
            </a:r>
            <a:r>
              <a:rPr sz="2000" spc="5" dirty="0">
                <a:solidFill>
                  <a:srgbClr val="3F3F3F"/>
                </a:solidFill>
                <a:latin typeface="Calibri"/>
                <a:cs typeface="Calibri"/>
              </a:rPr>
              <a:t> </a:t>
            </a:r>
            <a:r>
              <a:rPr sz="2000" spc="-5" dirty="0">
                <a:solidFill>
                  <a:srgbClr val="3F3F3F"/>
                </a:solidFill>
                <a:latin typeface="Calibri"/>
                <a:cs typeface="Calibri"/>
              </a:rPr>
              <a:t>this</a:t>
            </a:r>
            <a:r>
              <a:rPr sz="2000" spc="5"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dirty="0">
                <a:solidFill>
                  <a:srgbClr val="3F3F3F"/>
                </a:solidFill>
                <a:latin typeface="Calibri"/>
                <a:cs typeface="Calibri"/>
              </a:rPr>
              <a:t>due</a:t>
            </a:r>
            <a:r>
              <a:rPr sz="2000" spc="-5"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the</a:t>
            </a:r>
            <a:r>
              <a:rPr sz="2000" spc="5" dirty="0">
                <a:solidFill>
                  <a:srgbClr val="3F3F3F"/>
                </a:solidFill>
                <a:latin typeface="Calibri"/>
                <a:cs typeface="Calibri"/>
              </a:rPr>
              <a:t> </a:t>
            </a:r>
            <a:r>
              <a:rPr sz="2000" spc="-5" dirty="0">
                <a:solidFill>
                  <a:srgbClr val="3F3F3F"/>
                </a:solidFill>
                <a:latin typeface="Calibri"/>
                <a:cs typeface="Calibri"/>
              </a:rPr>
              <a:t>split-horizon</a:t>
            </a:r>
            <a:endParaRPr sz="2000">
              <a:latin typeface="Calibri"/>
              <a:cs typeface="Calibri"/>
            </a:endParaRPr>
          </a:p>
        </p:txBody>
      </p:sp>
      <p:sp>
        <p:nvSpPr>
          <p:cNvPr id="4" name="object 4"/>
          <p:cNvSpPr txBox="1"/>
          <p:nvPr/>
        </p:nvSpPr>
        <p:spPr>
          <a:xfrm>
            <a:off x="1104575" y="3598626"/>
            <a:ext cx="7924165" cy="330835"/>
          </a:xfrm>
          <a:prstGeom prst="rect">
            <a:avLst/>
          </a:prstGeom>
        </p:spPr>
        <p:txBody>
          <a:bodyPr vert="horz" wrap="square" lIns="0" tIns="13335" rIns="0" bIns="0" rtlCol="0">
            <a:spAutoFit/>
          </a:bodyPr>
          <a:lstStyle/>
          <a:p>
            <a:pPr marL="12700">
              <a:lnSpc>
                <a:spcPct val="100000"/>
              </a:lnSpc>
              <a:spcBef>
                <a:spcPts val="105"/>
              </a:spcBef>
            </a:pPr>
            <a:r>
              <a:rPr sz="2000" spc="-15" dirty="0">
                <a:solidFill>
                  <a:srgbClr val="3F3F3F"/>
                </a:solidFill>
                <a:latin typeface="Calibri"/>
                <a:cs typeface="Calibri"/>
              </a:rPr>
              <a:t>strategy</a:t>
            </a:r>
            <a:r>
              <a:rPr sz="2000" spc="-5" dirty="0">
                <a:solidFill>
                  <a:srgbClr val="3F3F3F"/>
                </a:solidFill>
                <a:latin typeface="Calibri"/>
                <a:cs typeface="Calibri"/>
              </a:rPr>
              <a:t> (the</a:t>
            </a:r>
            <a:r>
              <a:rPr sz="2000" dirty="0">
                <a:solidFill>
                  <a:srgbClr val="3F3F3F"/>
                </a:solidFill>
                <a:latin typeface="Calibri"/>
                <a:cs typeface="Calibri"/>
              </a:rPr>
              <a:t> </a:t>
            </a:r>
            <a:r>
              <a:rPr sz="2000" spc="-5" dirty="0">
                <a:solidFill>
                  <a:srgbClr val="3F3F3F"/>
                </a:solidFill>
                <a:latin typeface="Calibri"/>
                <a:cs typeface="Calibri"/>
              </a:rPr>
              <a:t>source</a:t>
            </a:r>
            <a:r>
              <a:rPr sz="2000" spc="10" dirty="0">
                <a:solidFill>
                  <a:srgbClr val="3F3F3F"/>
                </a:solidFill>
                <a:latin typeface="Calibri"/>
                <a:cs typeface="Calibri"/>
              </a:rPr>
              <a:t> </a:t>
            </a:r>
            <a:r>
              <a:rPr sz="2000" spc="-5" dirty="0">
                <a:solidFill>
                  <a:srgbClr val="3F3F3F"/>
                </a:solidFill>
                <a:latin typeface="Calibri"/>
                <a:cs typeface="Calibri"/>
              </a:rPr>
              <a:t>of </a:t>
            </a:r>
            <a:r>
              <a:rPr sz="2000" spc="-10" dirty="0">
                <a:solidFill>
                  <a:srgbClr val="3F3F3F"/>
                </a:solidFill>
                <a:latin typeface="Calibri"/>
                <a:cs typeface="Calibri"/>
              </a:rPr>
              <a:t>information</a:t>
            </a:r>
            <a:r>
              <a:rPr sz="2000" spc="5" dirty="0">
                <a:solidFill>
                  <a:srgbClr val="3F3F3F"/>
                </a:solidFill>
                <a:latin typeface="Calibri"/>
                <a:cs typeface="Calibri"/>
              </a:rPr>
              <a:t> </a:t>
            </a:r>
            <a:r>
              <a:rPr sz="2000" spc="-10" dirty="0">
                <a:solidFill>
                  <a:srgbClr val="3F3F3F"/>
                </a:solidFill>
                <a:latin typeface="Calibri"/>
                <a:cs typeface="Calibri"/>
              </a:rPr>
              <a:t>was</a:t>
            </a:r>
            <a:r>
              <a:rPr sz="2000" dirty="0">
                <a:solidFill>
                  <a:srgbClr val="3F3F3F"/>
                </a:solidFill>
                <a:latin typeface="Calibri"/>
                <a:cs typeface="Calibri"/>
              </a:rPr>
              <a:t> A)</a:t>
            </a:r>
            <a:r>
              <a:rPr sz="2000" spc="-10" dirty="0">
                <a:solidFill>
                  <a:srgbClr val="3F3F3F"/>
                </a:solidFill>
                <a:latin typeface="Calibri"/>
                <a:cs typeface="Calibri"/>
              </a:rPr>
              <a:t> </a:t>
            </a:r>
            <a:r>
              <a:rPr sz="2000" spc="-5" dirty="0">
                <a:solidFill>
                  <a:srgbClr val="3F3F3F"/>
                </a:solidFill>
                <a:latin typeface="Calibri"/>
                <a:cs typeface="Calibri"/>
              </a:rPr>
              <a:t>or</a:t>
            </a:r>
            <a:r>
              <a:rPr sz="2000" spc="5" dirty="0">
                <a:solidFill>
                  <a:srgbClr val="3F3F3F"/>
                </a:solidFill>
                <a:latin typeface="Calibri"/>
                <a:cs typeface="Calibri"/>
              </a:rPr>
              <a:t> </a:t>
            </a:r>
            <a:r>
              <a:rPr sz="2000" spc="-5" dirty="0">
                <a:solidFill>
                  <a:srgbClr val="3F3F3F"/>
                </a:solidFill>
                <a:latin typeface="Calibri"/>
                <a:cs typeface="Calibri"/>
              </a:rPr>
              <a:t>because</a:t>
            </a:r>
            <a:r>
              <a:rPr sz="2000" spc="-10" dirty="0">
                <a:solidFill>
                  <a:srgbClr val="3F3F3F"/>
                </a:solidFill>
                <a:latin typeface="Calibri"/>
                <a:cs typeface="Calibri"/>
              </a:rPr>
              <a:t> </a:t>
            </a:r>
            <a:r>
              <a:rPr sz="2000" dirty="0">
                <a:solidFill>
                  <a:srgbClr val="3F3F3F"/>
                </a:solidFill>
                <a:latin typeface="Calibri"/>
                <a:cs typeface="Calibri"/>
              </a:rPr>
              <a:t>B</a:t>
            </a:r>
            <a:r>
              <a:rPr sz="2000" spc="-15" dirty="0">
                <a:solidFill>
                  <a:srgbClr val="3F3F3F"/>
                </a:solidFill>
                <a:latin typeface="Calibri"/>
                <a:cs typeface="Calibri"/>
              </a:rPr>
              <a:t> </a:t>
            </a:r>
            <a:r>
              <a:rPr sz="2000" dirty="0">
                <a:solidFill>
                  <a:srgbClr val="3F3F3F"/>
                </a:solidFill>
                <a:latin typeface="Calibri"/>
                <a:cs typeface="Calibri"/>
              </a:rPr>
              <a:t>has not</a:t>
            </a:r>
            <a:r>
              <a:rPr sz="2000" spc="-5" dirty="0">
                <a:solidFill>
                  <a:srgbClr val="3F3F3F"/>
                </a:solidFill>
                <a:latin typeface="Calibri"/>
                <a:cs typeface="Calibri"/>
              </a:rPr>
              <a:t> </a:t>
            </a:r>
            <a:r>
              <a:rPr sz="2000" spc="-10" dirty="0">
                <a:solidFill>
                  <a:srgbClr val="3F3F3F"/>
                </a:solidFill>
                <a:latin typeface="Calibri"/>
                <a:cs typeface="Calibri"/>
              </a:rPr>
              <a:t>received</a:t>
            </a:r>
            <a:r>
              <a:rPr sz="2000" spc="15" dirty="0">
                <a:solidFill>
                  <a:srgbClr val="3F3F3F"/>
                </a:solidFill>
                <a:latin typeface="Calibri"/>
                <a:cs typeface="Calibri"/>
              </a:rPr>
              <a:t> </a:t>
            </a:r>
            <a:r>
              <a:rPr sz="2000" spc="-10" dirty="0">
                <a:solidFill>
                  <a:srgbClr val="3F3F3F"/>
                </a:solidFill>
                <a:latin typeface="Calibri"/>
                <a:cs typeface="Calibri"/>
              </a:rPr>
              <a:t>any</a:t>
            </a:r>
            <a:endParaRPr sz="2000">
              <a:latin typeface="Calibri"/>
              <a:cs typeface="Calibri"/>
            </a:endParaRPr>
          </a:p>
        </p:txBody>
      </p:sp>
      <p:grpSp>
        <p:nvGrpSpPr>
          <p:cNvPr id="5" name="object 5"/>
          <p:cNvGrpSpPr/>
          <p:nvPr/>
        </p:nvGrpSpPr>
        <p:grpSpPr>
          <a:xfrm>
            <a:off x="457200" y="3886200"/>
            <a:ext cx="9142730" cy="3427729"/>
            <a:chOff x="457200" y="3886200"/>
            <a:chExt cx="9142730" cy="3427729"/>
          </a:xfrm>
        </p:grpSpPr>
        <p:sp>
          <p:nvSpPr>
            <p:cNvPr id="6" name="object 6"/>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7" name="object 7"/>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8" name="object 8"/>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9" name="object 9"/>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10" name="object 10"/>
          <p:cNvSpPr txBox="1"/>
          <p:nvPr/>
        </p:nvSpPr>
        <p:spPr>
          <a:xfrm>
            <a:off x="697667" y="3734871"/>
            <a:ext cx="8736330" cy="2705735"/>
          </a:xfrm>
          <a:prstGeom prst="rect">
            <a:avLst/>
          </a:prstGeom>
        </p:spPr>
        <p:txBody>
          <a:bodyPr vert="horz" wrap="square" lIns="0" tIns="90170" rIns="0" bIns="0" rtlCol="0">
            <a:spAutoFit/>
          </a:bodyPr>
          <a:lstStyle/>
          <a:p>
            <a:pPr marL="419100">
              <a:lnSpc>
                <a:spcPct val="100000"/>
              </a:lnSpc>
              <a:spcBef>
                <a:spcPts val="710"/>
              </a:spcBef>
            </a:pPr>
            <a:r>
              <a:rPr sz="2000" spc="-10" dirty="0">
                <a:solidFill>
                  <a:srgbClr val="3F3F3F"/>
                </a:solidFill>
                <a:latin typeface="Calibri"/>
                <a:cs typeface="Calibri"/>
              </a:rPr>
              <a:t>news</a:t>
            </a:r>
            <a:r>
              <a:rPr sz="2000" spc="-40" dirty="0">
                <a:solidFill>
                  <a:srgbClr val="3F3F3F"/>
                </a:solidFill>
                <a:latin typeface="Calibri"/>
                <a:cs typeface="Calibri"/>
              </a:rPr>
              <a:t> </a:t>
            </a:r>
            <a:r>
              <a:rPr sz="2000" dirty="0">
                <a:solidFill>
                  <a:srgbClr val="3F3F3F"/>
                </a:solidFill>
                <a:latin typeface="Calibri"/>
                <a:cs typeface="Calibri"/>
              </a:rPr>
              <a:t>about</a:t>
            </a:r>
            <a:r>
              <a:rPr sz="2000" spc="-30" dirty="0">
                <a:solidFill>
                  <a:srgbClr val="3F3F3F"/>
                </a:solidFill>
                <a:latin typeface="Calibri"/>
                <a:cs typeface="Calibri"/>
              </a:rPr>
              <a:t> </a:t>
            </a:r>
            <a:r>
              <a:rPr sz="2000" dirty="0">
                <a:solidFill>
                  <a:srgbClr val="3F3F3F"/>
                </a:solidFill>
                <a:latin typeface="Calibri"/>
                <a:cs typeface="Calibri"/>
              </a:rPr>
              <a:t>X</a:t>
            </a:r>
            <a:r>
              <a:rPr sz="2000" spc="-25" dirty="0">
                <a:solidFill>
                  <a:srgbClr val="3F3F3F"/>
                </a:solidFill>
                <a:latin typeface="Calibri"/>
                <a:cs typeface="Calibri"/>
              </a:rPr>
              <a:t> </a:t>
            </a:r>
            <a:r>
              <a:rPr sz="2000" spc="-10" dirty="0">
                <a:solidFill>
                  <a:srgbClr val="3F3F3F"/>
                </a:solidFill>
                <a:latin typeface="Calibri"/>
                <a:cs typeface="Calibri"/>
              </a:rPr>
              <a:t>recently</a:t>
            </a:r>
            <a:endParaRPr sz="2000">
              <a:latin typeface="Calibri"/>
              <a:cs typeface="Calibri"/>
            </a:endParaRPr>
          </a:p>
          <a:p>
            <a:pPr marL="189230" indent="-177165">
              <a:lnSpc>
                <a:spcPts val="2720"/>
              </a:lnSpc>
              <a:spcBef>
                <a:spcPts val="730"/>
              </a:spcBef>
              <a:buClr>
                <a:srgbClr val="1CACE4"/>
              </a:buClr>
              <a:buFont typeface="Arial MT"/>
              <a:buChar char="•"/>
              <a:tabLst>
                <a:tab pos="189865" algn="l"/>
              </a:tabLst>
            </a:pPr>
            <a:r>
              <a:rPr sz="2400" spc="-10" dirty="0">
                <a:solidFill>
                  <a:srgbClr val="3F3F3F"/>
                </a:solidFill>
                <a:latin typeface="Calibri"/>
                <a:cs typeface="Calibri"/>
              </a:rPr>
              <a:t>Solution:</a:t>
            </a:r>
            <a:r>
              <a:rPr sz="2400" spc="-30" dirty="0">
                <a:solidFill>
                  <a:srgbClr val="3F3F3F"/>
                </a:solidFill>
                <a:latin typeface="Calibri"/>
                <a:cs typeface="Calibri"/>
              </a:rPr>
              <a:t> </a:t>
            </a:r>
            <a:r>
              <a:rPr sz="2400" spc="-5" dirty="0">
                <a:solidFill>
                  <a:srgbClr val="3F3F3F"/>
                </a:solidFill>
                <a:latin typeface="Calibri"/>
                <a:cs typeface="Calibri"/>
              </a:rPr>
              <a:t>poisoned</a:t>
            </a:r>
            <a:r>
              <a:rPr sz="2400" spc="20" dirty="0">
                <a:solidFill>
                  <a:srgbClr val="3F3F3F"/>
                </a:solidFill>
                <a:latin typeface="Calibri"/>
                <a:cs typeface="Calibri"/>
              </a:rPr>
              <a:t> </a:t>
            </a:r>
            <a:r>
              <a:rPr sz="2400" spc="-20" dirty="0">
                <a:solidFill>
                  <a:srgbClr val="3F3F3F"/>
                </a:solidFill>
                <a:latin typeface="Calibri"/>
                <a:cs typeface="Calibri"/>
              </a:rPr>
              <a:t>reverse</a:t>
            </a:r>
            <a:r>
              <a:rPr sz="2400" dirty="0">
                <a:solidFill>
                  <a:srgbClr val="3F3F3F"/>
                </a:solidFill>
                <a:latin typeface="Calibri"/>
                <a:cs typeface="Calibri"/>
              </a:rPr>
              <a:t> </a:t>
            </a:r>
            <a:r>
              <a:rPr sz="2400" spc="-20" dirty="0">
                <a:solidFill>
                  <a:srgbClr val="3F3F3F"/>
                </a:solidFill>
                <a:latin typeface="Calibri"/>
                <a:cs typeface="Calibri"/>
              </a:rPr>
              <a:t>strategy</a:t>
            </a:r>
            <a:endParaRPr sz="2400">
              <a:latin typeface="Calibri"/>
              <a:cs typeface="Calibri"/>
            </a:endParaRPr>
          </a:p>
          <a:p>
            <a:pPr marL="419100" marR="310515" lvl="1" indent="-182880">
              <a:lnSpc>
                <a:spcPct val="70000"/>
              </a:lnSpc>
              <a:spcBef>
                <a:spcPts val="560"/>
              </a:spcBef>
              <a:buClr>
                <a:srgbClr val="1CACE4"/>
              </a:buClr>
              <a:buChar char="◦"/>
              <a:tabLst>
                <a:tab pos="419734" algn="l"/>
              </a:tabLst>
            </a:pPr>
            <a:r>
              <a:rPr sz="2000" dirty="0">
                <a:solidFill>
                  <a:srgbClr val="3F3F3F"/>
                </a:solidFill>
                <a:latin typeface="Calibri"/>
                <a:cs typeface="Calibri"/>
              </a:rPr>
              <a:t>B</a:t>
            </a:r>
            <a:r>
              <a:rPr sz="2000" spc="-20" dirty="0">
                <a:solidFill>
                  <a:srgbClr val="3F3F3F"/>
                </a:solidFill>
                <a:latin typeface="Calibri"/>
                <a:cs typeface="Calibri"/>
              </a:rPr>
              <a:t> </a:t>
            </a:r>
            <a:r>
              <a:rPr sz="2000" spc="-5" dirty="0">
                <a:solidFill>
                  <a:srgbClr val="3F3F3F"/>
                </a:solidFill>
                <a:latin typeface="Calibri"/>
                <a:cs typeface="Calibri"/>
              </a:rPr>
              <a:t>can</a:t>
            </a:r>
            <a:r>
              <a:rPr sz="2000" spc="-10" dirty="0">
                <a:solidFill>
                  <a:srgbClr val="3F3F3F"/>
                </a:solidFill>
                <a:latin typeface="Calibri"/>
                <a:cs typeface="Calibri"/>
              </a:rPr>
              <a:t> still</a:t>
            </a:r>
            <a:r>
              <a:rPr sz="2000" spc="25" dirty="0">
                <a:solidFill>
                  <a:srgbClr val="3F3F3F"/>
                </a:solidFill>
                <a:latin typeface="Calibri"/>
                <a:cs typeface="Calibri"/>
              </a:rPr>
              <a:t> </a:t>
            </a:r>
            <a:r>
              <a:rPr sz="2000" spc="-5" dirty="0">
                <a:solidFill>
                  <a:srgbClr val="3F3F3F"/>
                </a:solidFill>
                <a:latin typeface="Calibri"/>
                <a:cs typeface="Calibri"/>
              </a:rPr>
              <a:t>advertise</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value</a:t>
            </a:r>
            <a:r>
              <a:rPr sz="2000" spc="5" dirty="0">
                <a:solidFill>
                  <a:srgbClr val="3F3F3F"/>
                </a:solidFill>
                <a:latin typeface="Calibri"/>
                <a:cs typeface="Calibri"/>
              </a:rPr>
              <a:t> </a:t>
            </a:r>
            <a:r>
              <a:rPr sz="2000" spc="-15" dirty="0">
                <a:solidFill>
                  <a:srgbClr val="3F3F3F"/>
                </a:solidFill>
                <a:latin typeface="Calibri"/>
                <a:cs typeface="Calibri"/>
              </a:rPr>
              <a:t>for</a:t>
            </a:r>
            <a:r>
              <a:rPr sz="2000" spc="-10" dirty="0">
                <a:solidFill>
                  <a:srgbClr val="3F3F3F"/>
                </a:solidFill>
                <a:latin typeface="Calibri"/>
                <a:cs typeface="Calibri"/>
              </a:rPr>
              <a:t> </a:t>
            </a:r>
            <a:r>
              <a:rPr sz="2000" dirty="0">
                <a:solidFill>
                  <a:srgbClr val="3F3F3F"/>
                </a:solidFill>
                <a:latin typeface="Calibri"/>
                <a:cs typeface="Calibri"/>
              </a:rPr>
              <a:t>X,</a:t>
            </a:r>
            <a:r>
              <a:rPr sz="2000" spc="-5" dirty="0">
                <a:solidFill>
                  <a:srgbClr val="3F3F3F"/>
                </a:solidFill>
                <a:latin typeface="Calibri"/>
                <a:cs typeface="Calibri"/>
              </a:rPr>
              <a:t> </a:t>
            </a:r>
            <a:r>
              <a:rPr sz="2000" dirty="0">
                <a:solidFill>
                  <a:srgbClr val="3F3F3F"/>
                </a:solidFill>
                <a:latin typeface="Calibri"/>
                <a:cs typeface="Calibri"/>
              </a:rPr>
              <a:t>but</a:t>
            </a:r>
            <a:r>
              <a:rPr sz="2000" spc="-25" dirty="0">
                <a:solidFill>
                  <a:srgbClr val="3F3F3F"/>
                </a:solidFill>
                <a:latin typeface="Calibri"/>
                <a:cs typeface="Calibri"/>
              </a:rPr>
              <a:t> </a:t>
            </a:r>
            <a:r>
              <a:rPr sz="2000" spc="-5" dirty="0">
                <a:solidFill>
                  <a:srgbClr val="3F3F3F"/>
                </a:solidFill>
                <a:latin typeface="Calibri"/>
                <a:cs typeface="Calibri"/>
              </a:rPr>
              <a:t>if</a:t>
            </a:r>
            <a:r>
              <a:rPr sz="2000" spc="5"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source</a:t>
            </a:r>
            <a:r>
              <a:rPr sz="2000" spc="-10" dirty="0">
                <a:solidFill>
                  <a:srgbClr val="3F3F3F"/>
                </a:solidFill>
                <a:latin typeface="Calibri"/>
                <a:cs typeface="Calibri"/>
              </a:rPr>
              <a:t> </a:t>
            </a:r>
            <a:r>
              <a:rPr sz="2000" spc="-5" dirty="0">
                <a:solidFill>
                  <a:srgbClr val="3F3F3F"/>
                </a:solidFill>
                <a:latin typeface="Calibri"/>
                <a:cs typeface="Calibri"/>
              </a:rPr>
              <a:t>of </a:t>
            </a:r>
            <a:r>
              <a:rPr sz="2000" spc="-10" dirty="0">
                <a:solidFill>
                  <a:srgbClr val="3F3F3F"/>
                </a:solidFill>
                <a:latin typeface="Calibri"/>
                <a:cs typeface="Calibri"/>
              </a:rPr>
              <a:t>information</a:t>
            </a:r>
            <a:r>
              <a:rPr sz="200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spc="5" dirty="0">
                <a:solidFill>
                  <a:srgbClr val="3F3F3F"/>
                </a:solidFill>
                <a:latin typeface="Calibri"/>
                <a:cs typeface="Calibri"/>
              </a:rPr>
              <a:t>A,</a:t>
            </a:r>
            <a:r>
              <a:rPr sz="2000" spc="-10" dirty="0">
                <a:solidFill>
                  <a:srgbClr val="3F3F3F"/>
                </a:solidFill>
                <a:latin typeface="Calibri"/>
                <a:cs typeface="Calibri"/>
              </a:rPr>
              <a:t> </a:t>
            </a:r>
            <a:r>
              <a:rPr sz="2000" spc="-5" dirty="0">
                <a:solidFill>
                  <a:srgbClr val="3F3F3F"/>
                </a:solidFill>
                <a:latin typeface="Calibri"/>
                <a:cs typeface="Calibri"/>
              </a:rPr>
              <a:t>it</a:t>
            </a:r>
            <a:r>
              <a:rPr sz="2000" dirty="0">
                <a:solidFill>
                  <a:srgbClr val="3F3F3F"/>
                </a:solidFill>
                <a:latin typeface="Calibri"/>
                <a:cs typeface="Calibri"/>
              </a:rPr>
              <a:t> </a:t>
            </a:r>
            <a:r>
              <a:rPr sz="2000" spc="-5" dirty="0">
                <a:solidFill>
                  <a:srgbClr val="3F3F3F"/>
                </a:solidFill>
                <a:latin typeface="Calibri"/>
                <a:cs typeface="Calibri"/>
              </a:rPr>
              <a:t>can </a:t>
            </a:r>
            <a:r>
              <a:rPr sz="2000" spc="-440" dirty="0">
                <a:solidFill>
                  <a:srgbClr val="3F3F3F"/>
                </a:solidFill>
                <a:latin typeface="Calibri"/>
                <a:cs typeface="Calibri"/>
              </a:rPr>
              <a:t> </a:t>
            </a:r>
            <a:r>
              <a:rPr sz="2000" spc="-5" dirty="0">
                <a:solidFill>
                  <a:srgbClr val="3F3F3F"/>
                </a:solidFill>
                <a:latin typeface="Calibri"/>
                <a:cs typeface="Calibri"/>
              </a:rPr>
              <a:t>replace</a:t>
            </a:r>
            <a:r>
              <a:rPr sz="2000" spc="-1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distance</a:t>
            </a:r>
            <a:r>
              <a:rPr sz="2000" spc="15" dirty="0">
                <a:solidFill>
                  <a:srgbClr val="3F3F3F"/>
                </a:solidFill>
                <a:latin typeface="Calibri"/>
                <a:cs typeface="Calibri"/>
              </a:rPr>
              <a:t> </a:t>
            </a:r>
            <a:r>
              <a:rPr sz="2000" spc="-5" dirty="0">
                <a:solidFill>
                  <a:srgbClr val="3F3F3F"/>
                </a:solidFill>
                <a:latin typeface="Calibri"/>
                <a:cs typeface="Calibri"/>
              </a:rPr>
              <a:t>with</a:t>
            </a:r>
            <a:r>
              <a:rPr sz="2000" dirty="0">
                <a:solidFill>
                  <a:srgbClr val="3F3F3F"/>
                </a:solidFill>
                <a:latin typeface="Calibri"/>
                <a:cs typeface="Calibri"/>
              </a:rPr>
              <a:t> </a:t>
            </a:r>
            <a:r>
              <a:rPr sz="2000" spc="-5" dirty="0">
                <a:solidFill>
                  <a:srgbClr val="3F3F3F"/>
                </a:solidFill>
                <a:latin typeface="Calibri"/>
                <a:cs typeface="Calibri"/>
              </a:rPr>
              <a:t>infinity</a:t>
            </a:r>
            <a:r>
              <a:rPr sz="2000" spc="10" dirty="0">
                <a:solidFill>
                  <a:srgbClr val="3F3F3F"/>
                </a:solidFill>
                <a:latin typeface="Calibri"/>
                <a:cs typeface="Calibri"/>
              </a:rPr>
              <a:t> </a:t>
            </a:r>
            <a:r>
              <a:rPr sz="2000" dirty="0">
                <a:solidFill>
                  <a:srgbClr val="3F3F3F"/>
                </a:solidFill>
                <a:latin typeface="Calibri"/>
                <a:cs typeface="Calibri"/>
              </a:rPr>
              <a:t>as</a:t>
            </a:r>
            <a:r>
              <a:rPr sz="2000" spc="1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5" dirty="0">
                <a:solidFill>
                  <a:srgbClr val="3F3F3F"/>
                </a:solidFill>
                <a:latin typeface="Calibri"/>
                <a:cs typeface="Calibri"/>
              </a:rPr>
              <a:t>warning:</a:t>
            </a:r>
            <a:r>
              <a:rPr sz="2000" spc="-10" dirty="0">
                <a:solidFill>
                  <a:srgbClr val="3F3F3F"/>
                </a:solidFill>
                <a:latin typeface="Calibri"/>
                <a:cs typeface="Calibri"/>
              </a:rPr>
              <a:t> </a:t>
            </a:r>
            <a:r>
              <a:rPr sz="2000" dirty="0">
                <a:solidFill>
                  <a:srgbClr val="3F3F3F"/>
                </a:solidFill>
                <a:latin typeface="Calibri"/>
                <a:cs typeface="Calibri"/>
              </a:rPr>
              <a:t>“Do</a:t>
            </a:r>
            <a:r>
              <a:rPr sz="2000" spc="-25" dirty="0">
                <a:solidFill>
                  <a:srgbClr val="3F3F3F"/>
                </a:solidFill>
                <a:latin typeface="Calibri"/>
                <a:cs typeface="Calibri"/>
              </a:rPr>
              <a:t> </a:t>
            </a:r>
            <a:r>
              <a:rPr sz="2000" dirty="0">
                <a:solidFill>
                  <a:srgbClr val="3F3F3F"/>
                </a:solidFill>
                <a:latin typeface="Calibri"/>
                <a:cs typeface="Calibri"/>
              </a:rPr>
              <a:t>not</a:t>
            </a:r>
            <a:r>
              <a:rPr sz="2000" spc="-20" dirty="0">
                <a:solidFill>
                  <a:srgbClr val="3F3F3F"/>
                </a:solidFill>
                <a:latin typeface="Calibri"/>
                <a:cs typeface="Calibri"/>
              </a:rPr>
              <a:t> </a:t>
            </a:r>
            <a:r>
              <a:rPr sz="2000" dirty="0">
                <a:solidFill>
                  <a:srgbClr val="3F3F3F"/>
                </a:solidFill>
                <a:latin typeface="Calibri"/>
                <a:cs typeface="Calibri"/>
              </a:rPr>
              <a:t>use </a:t>
            </a:r>
            <a:r>
              <a:rPr sz="2000" spc="-5" dirty="0">
                <a:solidFill>
                  <a:srgbClr val="3F3F3F"/>
                </a:solidFill>
                <a:latin typeface="Calibri"/>
                <a:cs typeface="Calibri"/>
              </a:rPr>
              <a:t>this</a:t>
            </a:r>
            <a:r>
              <a:rPr sz="2000" spc="10" dirty="0">
                <a:solidFill>
                  <a:srgbClr val="3F3F3F"/>
                </a:solidFill>
                <a:latin typeface="Calibri"/>
                <a:cs typeface="Calibri"/>
              </a:rPr>
              <a:t> </a:t>
            </a:r>
            <a:r>
              <a:rPr sz="2000" spc="-5" dirty="0">
                <a:solidFill>
                  <a:srgbClr val="3F3F3F"/>
                </a:solidFill>
                <a:latin typeface="Calibri"/>
                <a:cs typeface="Calibri"/>
              </a:rPr>
              <a:t>value;</a:t>
            </a:r>
            <a:r>
              <a:rPr sz="2000" spc="-10" dirty="0">
                <a:solidFill>
                  <a:srgbClr val="3F3F3F"/>
                </a:solidFill>
                <a:latin typeface="Calibri"/>
                <a:cs typeface="Calibri"/>
              </a:rPr>
              <a:t> what</a:t>
            </a:r>
            <a:r>
              <a:rPr sz="2000" spc="-5" dirty="0">
                <a:solidFill>
                  <a:srgbClr val="3F3F3F"/>
                </a:solidFill>
                <a:latin typeface="Calibri"/>
                <a:cs typeface="Calibri"/>
              </a:rPr>
              <a:t> </a:t>
            </a:r>
            <a:r>
              <a:rPr sz="2000" dirty="0">
                <a:solidFill>
                  <a:srgbClr val="3F3F3F"/>
                </a:solidFill>
                <a:latin typeface="Calibri"/>
                <a:cs typeface="Calibri"/>
              </a:rPr>
              <a:t>I </a:t>
            </a:r>
            <a:r>
              <a:rPr sz="2000" spc="5" dirty="0">
                <a:solidFill>
                  <a:srgbClr val="3F3F3F"/>
                </a:solidFill>
                <a:latin typeface="Calibri"/>
                <a:cs typeface="Calibri"/>
              </a:rPr>
              <a:t> </a:t>
            </a:r>
            <a:r>
              <a:rPr sz="2000" spc="-5" dirty="0">
                <a:solidFill>
                  <a:srgbClr val="3F3F3F"/>
                </a:solidFill>
                <a:latin typeface="Calibri"/>
                <a:cs typeface="Calibri"/>
              </a:rPr>
              <a:t>know</a:t>
            </a:r>
            <a:r>
              <a:rPr sz="2000" spc="-30" dirty="0">
                <a:solidFill>
                  <a:srgbClr val="3F3F3F"/>
                </a:solidFill>
                <a:latin typeface="Calibri"/>
                <a:cs typeface="Calibri"/>
              </a:rPr>
              <a:t> </a:t>
            </a:r>
            <a:r>
              <a:rPr sz="2000" dirty="0">
                <a:solidFill>
                  <a:srgbClr val="3F3F3F"/>
                </a:solidFill>
                <a:latin typeface="Calibri"/>
                <a:cs typeface="Calibri"/>
              </a:rPr>
              <a:t>about</a:t>
            </a:r>
            <a:r>
              <a:rPr sz="2000" spc="-25" dirty="0">
                <a:solidFill>
                  <a:srgbClr val="3F3F3F"/>
                </a:solidFill>
                <a:latin typeface="Calibri"/>
                <a:cs typeface="Calibri"/>
              </a:rPr>
              <a:t> </a:t>
            </a:r>
            <a:r>
              <a:rPr sz="2000" spc="-5" dirty="0">
                <a:solidFill>
                  <a:srgbClr val="3F3F3F"/>
                </a:solidFill>
                <a:latin typeface="Calibri"/>
                <a:cs typeface="Calibri"/>
              </a:rPr>
              <a:t>this</a:t>
            </a:r>
            <a:r>
              <a:rPr sz="2000" spc="25" dirty="0">
                <a:solidFill>
                  <a:srgbClr val="3F3F3F"/>
                </a:solidFill>
                <a:latin typeface="Calibri"/>
                <a:cs typeface="Calibri"/>
              </a:rPr>
              <a:t> </a:t>
            </a:r>
            <a:r>
              <a:rPr sz="2000" spc="-15" dirty="0">
                <a:solidFill>
                  <a:srgbClr val="3F3F3F"/>
                </a:solidFill>
                <a:latin typeface="Calibri"/>
                <a:cs typeface="Calibri"/>
              </a:rPr>
              <a:t>route</a:t>
            </a:r>
            <a:r>
              <a:rPr sz="2000" spc="-10" dirty="0">
                <a:solidFill>
                  <a:srgbClr val="3F3F3F"/>
                </a:solidFill>
                <a:latin typeface="Calibri"/>
                <a:cs typeface="Calibri"/>
              </a:rPr>
              <a:t> </a:t>
            </a:r>
            <a:r>
              <a:rPr sz="2000" spc="-5" dirty="0">
                <a:solidFill>
                  <a:srgbClr val="3F3F3F"/>
                </a:solidFill>
                <a:latin typeface="Calibri"/>
                <a:cs typeface="Calibri"/>
              </a:rPr>
              <a:t>comes</a:t>
            </a:r>
            <a:r>
              <a:rPr sz="2000" dirty="0">
                <a:solidFill>
                  <a:srgbClr val="3F3F3F"/>
                </a:solidFill>
                <a:latin typeface="Calibri"/>
                <a:cs typeface="Calibri"/>
              </a:rPr>
              <a:t> </a:t>
            </a:r>
            <a:r>
              <a:rPr sz="2000" spc="-15" dirty="0">
                <a:solidFill>
                  <a:srgbClr val="3F3F3F"/>
                </a:solidFill>
                <a:latin typeface="Calibri"/>
                <a:cs typeface="Calibri"/>
              </a:rPr>
              <a:t>from</a:t>
            </a:r>
            <a:r>
              <a:rPr sz="2000" spc="-5" dirty="0">
                <a:solidFill>
                  <a:srgbClr val="3F3F3F"/>
                </a:solidFill>
                <a:latin typeface="Calibri"/>
                <a:cs typeface="Calibri"/>
              </a:rPr>
              <a:t> </a:t>
            </a:r>
            <a:r>
              <a:rPr sz="2000" spc="-35" dirty="0">
                <a:solidFill>
                  <a:srgbClr val="3F3F3F"/>
                </a:solidFill>
                <a:latin typeface="Calibri"/>
                <a:cs typeface="Calibri"/>
              </a:rPr>
              <a:t>you.”</a:t>
            </a:r>
            <a:endParaRPr sz="2000">
              <a:latin typeface="Calibri"/>
              <a:cs typeface="Calibri"/>
            </a:endParaRPr>
          </a:p>
          <a:p>
            <a:pPr marL="189230" marR="5080" indent="-177165">
              <a:lnSpc>
                <a:spcPct val="70000"/>
              </a:lnSpc>
              <a:spcBef>
                <a:spcPts val="1600"/>
              </a:spcBef>
              <a:buClr>
                <a:srgbClr val="1CACE4"/>
              </a:buClr>
              <a:buFont typeface="Arial MT"/>
              <a:buChar char="•"/>
              <a:tabLst>
                <a:tab pos="189865" algn="l"/>
              </a:tabLst>
            </a:pPr>
            <a:r>
              <a:rPr sz="2400" spc="-5" dirty="0">
                <a:solidFill>
                  <a:srgbClr val="3F3F3F"/>
                </a:solidFill>
                <a:latin typeface="Calibri"/>
                <a:cs typeface="Calibri"/>
              </a:rPr>
              <a:t>The</a:t>
            </a:r>
            <a:r>
              <a:rPr sz="2400" spc="5" dirty="0">
                <a:solidFill>
                  <a:srgbClr val="3F3F3F"/>
                </a:solidFill>
                <a:latin typeface="Calibri"/>
                <a:cs typeface="Calibri"/>
              </a:rPr>
              <a:t> </a:t>
            </a:r>
            <a:r>
              <a:rPr sz="2400" spc="-10" dirty="0">
                <a:solidFill>
                  <a:srgbClr val="3F3F3F"/>
                </a:solidFill>
                <a:latin typeface="Calibri"/>
                <a:cs typeface="Calibri"/>
              </a:rPr>
              <a:t>two-node</a:t>
            </a:r>
            <a:r>
              <a:rPr sz="2400" spc="20" dirty="0">
                <a:solidFill>
                  <a:srgbClr val="3F3F3F"/>
                </a:solidFill>
                <a:latin typeface="Calibri"/>
                <a:cs typeface="Calibri"/>
              </a:rPr>
              <a:t> </a:t>
            </a:r>
            <a:r>
              <a:rPr sz="2400" spc="-10" dirty="0">
                <a:solidFill>
                  <a:srgbClr val="3F3F3F"/>
                </a:solidFill>
                <a:latin typeface="Calibri"/>
                <a:cs typeface="Calibri"/>
              </a:rPr>
              <a:t>instability</a:t>
            </a:r>
            <a:r>
              <a:rPr sz="2400" spc="-30" dirty="0">
                <a:solidFill>
                  <a:srgbClr val="3F3F3F"/>
                </a:solidFill>
                <a:latin typeface="Calibri"/>
                <a:cs typeface="Calibri"/>
              </a:rPr>
              <a:t> </a:t>
            </a:r>
            <a:r>
              <a:rPr sz="2400" spc="-10" dirty="0">
                <a:solidFill>
                  <a:srgbClr val="3F3F3F"/>
                </a:solidFill>
                <a:latin typeface="Calibri"/>
                <a:cs typeface="Calibri"/>
              </a:rPr>
              <a:t>can</a:t>
            </a:r>
            <a:r>
              <a:rPr sz="2400" spc="5" dirty="0">
                <a:solidFill>
                  <a:srgbClr val="3F3F3F"/>
                </a:solidFill>
                <a:latin typeface="Calibri"/>
                <a:cs typeface="Calibri"/>
              </a:rPr>
              <a:t> </a:t>
            </a:r>
            <a:r>
              <a:rPr sz="2400" spc="-5" dirty="0">
                <a:solidFill>
                  <a:srgbClr val="3F3F3F"/>
                </a:solidFill>
                <a:latin typeface="Calibri"/>
                <a:cs typeface="Calibri"/>
              </a:rPr>
              <a:t>be</a:t>
            </a:r>
            <a:r>
              <a:rPr sz="2400" spc="5" dirty="0">
                <a:solidFill>
                  <a:srgbClr val="3F3F3F"/>
                </a:solidFill>
                <a:latin typeface="Calibri"/>
                <a:cs typeface="Calibri"/>
              </a:rPr>
              <a:t> </a:t>
            </a:r>
            <a:r>
              <a:rPr sz="2400" spc="-15" dirty="0">
                <a:solidFill>
                  <a:srgbClr val="3F3F3F"/>
                </a:solidFill>
                <a:latin typeface="Calibri"/>
                <a:cs typeface="Calibri"/>
              </a:rPr>
              <a:t>avoided</a:t>
            </a:r>
            <a:r>
              <a:rPr sz="2400" spc="5" dirty="0">
                <a:solidFill>
                  <a:srgbClr val="3F3F3F"/>
                </a:solidFill>
                <a:latin typeface="Calibri"/>
                <a:cs typeface="Calibri"/>
              </a:rPr>
              <a:t> </a:t>
            </a:r>
            <a:r>
              <a:rPr sz="2400" spc="-5" dirty="0">
                <a:solidFill>
                  <a:srgbClr val="3F3F3F"/>
                </a:solidFill>
                <a:latin typeface="Calibri"/>
                <a:cs typeface="Calibri"/>
              </a:rPr>
              <a:t>using</a:t>
            </a:r>
            <a:r>
              <a:rPr sz="2400" dirty="0">
                <a:solidFill>
                  <a:srgbClr val="3F3F3F"/>
                </a:solidFill>
                <a:latin typeface="Calibri"/>
                <a:cs typeface="Calibri"/>
              </a:rPr>
              <a:t> </a:t>
            </a:r>
            <a:r>
              <a:rPr sz="2400" spc="-5" dirty="0">
                <a:solidFill>
                  <a:srgbClr val="3F3F3F"/>
                </a:solidFill>
                <a:latin typeface="Calibri"/>
                <a:cs typeface="Calibri"/>
              </a:rPr>
              <a:t>split</a:t>
            </a:r>
            <a:r>
              <a:rPr sz="2400" spc="5" dirty="0">
                <a:solidFill>
                  <a:srgbClr val="3F3F3F"/>
                </a:solidFill>
                <a:latin typeface="Calibri"/>
                <a:cs typeface="Calibri"/>
              </a:rPr>
              <a:t> </a:t>
            </a:r>
            <a:r>
              <a:rPr sz="2400" spc="-15" dirty="0">
                <a:solidFill>
                  <a:srgbClr val="3F3F3F"/>
                </a:solidFill>
                <a:latin typeface="Calibri"/>
                <a:cs typeface="Calibri"/>
              </a:rPr>
              <a:t>horizon</a:t>
            </a:r>
            <a:r>
              <a:rPr sz="2400" dirty="0">
                <a:solidFill>
                  <a:srgbClr val="3F3F3F"/>
                </a:solidFill>
                <a:latin typeface="Calibri"/>
                <a:cs typeface="Calibri"/>
              </a:rPr>
              <a:t> </a:t>
            </a:r>
            <a:r>
              <a:rPr sz="2400" spc="-10" dirty="0">
                <a:solidFill>
                  <a:srgbClr val="3F3F3F"/>
                </a:solidFill>
                <a:latin typeface="Calibri"/>
                <a:cs typeface="Calibri"/>
              </a:rPr>
              <a:t>combined </a:t>
            </a:r>
            <a:r>
              <a:rPr sz="2400" spc="-525" dirty="0">
                <a:solidFill>
                  <a:srgbClr val="3F3F3F"/>
                </a:solidFill>
                <a:latin typeface="Calibri"/>
                <a:cs typeface="Calibri"/>
              </a:rPr>
              <a:t> </a:t>
            </a:r>
            <a:r>
              <a:rPr sz="2400" spc="-5" dirty="0">
                <a:solidFill>
                  <a:srgbClr val="3F3F3F"/>
                </a:solidFill>
                <a:latin typeface="Calibri"/>
                <a:cs typeface="Calibri"/>
              </a:rPr>
              <a:t>with</a:t>
            </a:r>
            <a:r>
              <a:rPr sz="2400" spc="-40" dirty="0">
                <a:solidFill>
                  <a:srgbClr val="3F3F3F"/>
                </a:solidFill>
                <a:latin typeface="Calibri"/>
                <a:cs typeface="Calibri"/>
              </a:rPr>
              <a:t> </a:t>
            </a:r>
            <a:r>
              <a:rPr sz="2400" spc="-5" dirty="0">
                <a:solidFill>
                  <a:srgbClr val="3F3F3F"/>
                </a:solidFill>
                <a:latin typeface="Calibri"/>
                <a:cs typeface="Calibri"/>
              </a:rPr>
              <a:t>poisoned</a:t>
            </a:r>
            <a:r>
              <a:rPr sz="2400" spc="30" dirty="0">
                <a:solidFill>
                  <a:srgbClr val="3F3F3F"/>
                </a:solidFill>
                <a:latin typeface="Calibri"/>
                <a:cs typeface="Calibri"/>
              </a:rPr>
              <a:t> </a:t>
            </a:r>
            <a:r>
              <a:rPr sz="2400" spc="-15" dirty="0">
                <a:solidFill>
                  <a:srgbClr val="3F3F3F"/>
                </a:solidFill>
                <a:latin typeface="Calibri"/>
                <a:cs typeface="Calibri"/>
              </a:rPr>
              <a:t>reverse.</a:t>
            </a:r>
            <a:endParaRPr sz="2400">
              <a:latin typeface="Calibri"/>
              <a:cs typeface="Calibri"/>
            </a:endParaRPr>
          </a:p>
          <a:p>
            <a:pPr marL="189230" indent="-177165">
              <a:lnSpc>
                <a:spcPct val="100000"/>
              </a:lnSpc>
              <a:spcBef>
                <a:spcPts val="530"/>
              </a:spcBef>
              <a:buClr>
                <a:srgbClr val="1CACE4"/>
              </a:buClr>
              <a:buFont typeface="Arial MT"/>
              <a:buChar char="•"/>
              <a:tabLst>
                <a:tab pos="189865" algn="l"/>
              </a:tabLst>
            </a:pPr>
            <a:r>
              <a:rPr sz="2400" spc="-5" dirty="0">
                <a:solidFill>
                  <a:srgbClr val="3F3F3F"/>
                </a:solidFill>
                <a:latin typeface="Calibri"/>
                <a:cs typeface="Calibri"/>
              </a:rPr>
              <a:t>If</a:t>
            </a:r>
            <a:r>
              <a:rPr sz="2400" spc="-15" dirty="0">
                <a:solidFill>
                  <a:srgbClr val="3F3F3F"/>
                </a:solidFill>
                <a:latin typeface="Calibri"/>
                <a:cs typeface="Calibri"/>
              </a:rPr>
              <a:t> </a:t>
            </a:r>
            <a:r>
              <a:rPr sz="2400" spc="-5" dirty="0">
                <a:solidFill>
                  <a:srgbClr val="3F3F3F"/>
                </a:solidFill>
                <a:latin typeface="Calibri"/>
                <a:cs typeface="Calibri"/>
              </a:rPr>
              <a:t>the</a:t>
            </a:r>
            <a:r>
              <a:rPr sz="2400" dirty="0">
                <a:solidFill>
                  <a:srgbClr val="3F3F3F"/>
                </a:solidFill>
                <a:latin typeface="Calibri"/>
                <a:cs typeface="Calibri"/>
              </a:rPr>
              <a:t> </a:t>
            </a:r>
            <a:r>
              <a:rPr sz="2400" spc="-10" dirty="0">
                <a:solidFill>
                  <a:srgbClr val="3F3F3F"/>
                </a:solidFill>
                <a:latin typeface="Calibri"/>
                <a:cs typeface="Calibri"/>
              </a:rPr>
              <a:t>instability</a:t>
            </a:r>
            <a:r>
              <a:rPr sz="2400" spc="-20" dirty="0">
                <a:solidFill>
                  <a:srgbClr val="3F3F3F"/>
                </a:solidFill>
                <a:latin typeface="Calibri"/>
                <a:cs typeface="Calibri"/>
              </a:rPr>
              <a:t> </a:t>
            </a:r>
            <a:r>
              <a:rPr sz="2400" spc="-5" dirty="0">
                <a:solidFill>
                  <a:srgbClr val="3F3F3F"/>
                </a:solidFill>
                <a:latin typeface="Calibri"/>
                <a:cs typeface="Calibri"/>
              </a:rPr>
              <a:t>is</a:t>
            </a:r>
            <a:r>
              <a:rPr sz="2400" spc="-15" dirty="0">
                <a:solidFill>
                  <a:srgbClr val="3F3F3F"/>
                </a:solidFill>
                <a:latin typeface="Calibri"/>
                <a:cs typeface="Calibri"/>
              </a:rPr>
              <a:t> </a:t>
            </a:r>
            <a:r>
              <a:rPr sz="2400" spc="-10" dirty="0">
                <a:solidFill>
                  <a:srgbClr val="3F3F3F"/>
                </a:solidFill>
                <a:latin typeface="Calibri"/>
                <a:cs typeface="Calibri"/>
              </a:rPr>
              <a:t>between</a:t>
            </a:r>
            <a:r>
              <a:rPr sz="2400" spc="-5" dirty="0">
                <a:solidFill>
                  <a:srgbClr val="3F3F3F"/>
                </a:solidFill>
                <a:latin typeface="Calibri"/>
                <a:cs typeface="Calibri"/>
              </a:rPr>
              <a:t> </a:t>
            </a:r>
            <a:r>
              <a:rPr sz="2400" spc="-10" dirty="0">
                <a:solidFill>
                  <a:srgbClr val="3F3F3F"/>
                </a:solidFill>
                <a:latin typeface="Calibri"/>
                <a:cs typeface="Calibri"/>
              </a:rPr>
              <a:t>three</a:t>
            </a:r>
            <a:r>
              <a:rPr sz="2400" spc="40" dirty="0">
                <a:solidFill>
                  <a:srgbClr val="3F3F3F"/>
                </a:solidFill>
                <a:latin typeface="Calibri"/>
                <a:cs typeface="Calibri"/>
              </a:rPr>
              <a:t> </a:t>
            </a:r>
            <a:r>
              <a:rPr sz="2400" spc="-5" dirty="0">
                <a:solidFill>
                  <a:srgbClr val="3F3F3F"/>
                </a:solidFill>
                <a:latin typeface="Calibri"/>
                <a:cs typeface="Calibri"/>
              </a:rPr>
              <a:t>nodes</a:t>
            </a:r>
            <a:r>
              <a:rPr sz="2400" spc="5"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it</a:t>
            </a:r>
            <a:r>
              <a:rPr sz="2400" dirty="0">
                <a:solidFill>
                  <a:srgbClr val="3F3F3F"/>
                </a:solidFill>
                <a:latin typeface="Calibri"/>
                <a:cs typeface="Calibri"/>
              </a:rPr>
              <a:t> </a:t>
            </a:r>
            <a:r>
              <a:rPr sz="2400" spc="-5" dirty="0">
                <a:solidFill>
                  <a:srgbClr val="3F3F3F"/>
                </a:solidFill>
                <a:latin typeface="Calibri"/>
                <a:cs typeface="Calibri"/>
              </a:rPr>
              <a:t>cannot be</a:t>
            </a:r>
            <a:r>
              <a:rPr sz="2400" dirty="0">
                <a:solidFill>
                  <a:srgbClr val="3F3F3F"/>
                </a:solidFill>
                <a:latin typeface="Calibri"/>
                <a:cs typeface="Calibri"/>
              </a:rPr>
              <a:t> </a:t>
            </a:r>
            <a:r>
              <a:rPr sz="2400" spc="-15" dirty="0">
                <a:solidFill>
                  <a:srgbClr val="3F3F3F"/>
                </a:solidFill>
                <a:latin typeface="Calibri"/>
                <a:cs typeface="Calibri"/>
              </a:rPr>
              <a:t>guaranteed</a:t>
            </a:r>
            <a:endParaRPr sz="2400">
              <a:latin typeface="Calibri"/>
              <a:cs typeface="Calibri"/>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67</a:t>
            </a:fld>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339080"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Link-State</a:t>
            </a:r>
            <a:r>
              <a:rPr sz="4800" i="0" spc="-114" dirty="0">
                <a:latin typeface="Arial"/>
                <a:cs typeface="Arial"/>
              </a:rPr>
              <a:t> </a:t>
            </a:r>
            <a:r>
              <a:rPr sz="4800" i="0" spc="-50" dirty="0">
                <a:latin typeface="Arial"/>
                <a:cs typeface="Arial"/>
              </a:rPr>
              <a:t>Routing</a:t>
            </a:r>
            <a:endParaRPr sz="4800">
              <a:latin typeface="Arial"/>
              <a:cs typeface="Arial"/>
            </a:endParaRP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69826"/>
            <a:ext cx="8745220" cy="3846195"/>
          </a:xfrm>
          <a:prstGeom prst="rect">
            <a:avLst/>
          </a:prstGeom>
        </p:spPr>
        <p:txBody>
          <a:bodyPr vert="horz" wrap="square" lIns="0" tIns="60960" rIns="0" bIns="0" rtlCol="0">
            <a:spAutoFit/>
          </a:bodyPr>
          <a:lstStyle/>
          <a:p>
            <a:pPr marL="189230" marR="168275" indent="-177165">
              <a:lnSpc>
                <a:spcPts val="3020"/>
              </a:lnSpc>
              <a:spcBef>
                <a:spcPts val="480"/>
              </a:spcBef>
              <a:buClr>
                <a:srgbClr val="1CACE4"/>
              </a:buClr>
              <a:buFont typeface="Arial MT"/>
              <a:buChar char="•"/>
              <a:tabLst>
                <a:tab pos="189865" algn="l"/>
              </a:tabLst>
            </a:pPr>
            <a:r>
              <a:rPr sz="2800" spc="-15" dirty="0">
                <a:solidFill>
                  <a:srgbClr val="3F3F3F"/>
                </a:solidFill>
                <a:latin typeface="Calibri"/>
                <a:cs typeface="Calibri"/>
              </a:rPr>
              <a:t>Directly</a:t>
            </a:r>
            <a:r>
              <a:rPr sz="2800" spc="5" dirty="0">
                <a:solidFill>
                  <a:srgbClr val="3F3F3F"/>
                </a:solidFill>
                <a:latin typeface="Calibri"/>
                <a:cs typeface="Calibri"/>
              </a:rPr>
              <a:t> </a:t>
            </a:r>
            <a:r>
              <a:rPr sz="2800" spc="-20" dirty="0">
                <a:solidFill>
                  <a:srgbClr val="3F3F3F"/>
                </a:solidFill>
                <a:latin typeface="Calibri"/>
                <a:cs typeface="Calibri"/>
              </a:rPr>
              <a:t>follows</a:t>
            </a:r>
            <a:r>
              <a:rPr sz="2800" spc="20" dirty="0">
                <a:solidFill>
                  <a:srgbClr val="3F3F3F"/>
                </a:solidFill>
                <a:latin typeface="Calibri"/>
                <a:cs typeface="Calibri"/>
              </a:rPr>
              <a:t> </a:t>
            </a:r>
            <a:r>
              <a:rPr sz="2800" spc="-15" dirty="0">
                <a:solidFill>
                  <a:srgbClr val="3F3F3F"/>
                </a:solidFill>
                <a:latin typeface="Calibri"/>
                <a:cs typeface="Calibri"/>
              </a:rPr>
              <a:t>creation</a:t>
            </a:r>
            <a:r>
              <a:rPr sz="2800"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15" dirty="0">
                <a:solidFill>
                  <a:srgbClr val="3F3F3F"/>
                </a:solidFill>
                <a:latin typeface="Calibri"/>
                <a:cs typeface="Calibri"/>
              </a:rPr>
              <a:t>least</a:t>
            </a:r>
            <a:r>
              <a:rPr sz="2800" spc="-5" dirty="0">
                <a:solidFill>
                  <a:srgbClr val="3F3F3F"/>
                </a:solidFill>
                <a:latin typeface="Calibri"/>
                <a:cs typeface="Calibri"/>
              </a:rPr>
              <a:t> </a:t>
            </a:r>
            <a:r>
              <a:rPr sz="2800" spc="-20" dirty="0">
                <a:solidFill>
                  <a:srgbClr val="3F3F3F"/>
                </a:solidFill>
                <a:latin typeface="Calibri"/>
                <a:cs typeface="Calibri"/>
              </a:rPr>
              <a:t>cost</a:t>
            </a:r>
            <a:r>
              <a:rPr sz="2800" spc="20" dirty="0">
                <a:solidFill>
                  <a:srgbClr val="3F3F3F"/>
                </a:solidFill>
                <a:latin typeface="Calibri"/>
                <a:cs typeface="Calibri"/>
              </a:rPr>
              <a:t> </a:t>
            </a:r>
            <a:r>
              <a:rPr sz="2800" spc="-15" dirty="0">
                <a:solidFill>
                  <a:srgbClr val="3F3F3F"/>
                </a:solidFill>
                <a:latin typeface="Calibri"/>
                <a:cs typeface="Calibri"/>
              </a:rPr>
              <a:t>trees</a:t>
            </a:r>
            <a:r>
              <a:rPr sz="2800" spc="50" dirty="0">
                <a:solidFill>
                  <a:srgbClr val="3F3F3F"/>
                </a:solidFill>
                <a:latin typeface="Calibri"/>
                <a:cs typeface="Calibri"/>
              </a:rPr>
              <a:t> </a:t>
            </a:r>
            <a:r>
              <a:rPr sz="2800" spc="-5" dirty="0">
                <a:solidFill>
                  <a:srgbClr val="3F3F3F"/>
                </a:solidFill>
                <a:latin typeface="Calibri"/>
                <a:cs typeface="Calibri"/>
              </a:rPr>
              <a:t>and</a:t>
            </a:r>
            <a:r>
              <a:rPr sz="2800" spc="10" dirty="0">
                <a:solidFill>
                  <a:srgbClr val="3F3F3F"/>
                </a:solidFill>
                <a:latin typeface="Calibri"/>
                <a:cs typeface="Calibri"/>
              </a:rPr>
              <a:t> </a:t>
            </a:r>
            <a:r>
              <a:rPr sz="2800" spc="-20" dirty="0">
                <a:solidFill>
                  <a:srgbClr val="3F3F3F"/>
                </a:solidFill>
                <a:latin typeface="Calibri"/>
                <a:cs typeface="Calibri"/>
              </a:rPr>
              <a:t>forwarding </a:t>
            </a:r>
            <a:r>
              <a:rPr sz="2800" spc="-620" dirty="0">
                <a:solidFill>
                  <a:srgbClr val="3F3F3F"/>
                </a:solidFill>
                <a:latin typeface="Calibri"/>
                <a:cs typeface="Calibri"/>
              </a:rPr>
              <a:t> </a:t>
            </a:r>
            <a:r>
              <a:rPr sz="2800" spc="-15" dirty="0">
                <a:solidFill>
                  <a:srgbClr val="3F3F3F"/>
                </a:solidFill>
                <a:latin typeface="Calibri"/>
                <a:cs typeface="Calibri"/>
              </a:rPr>
              <a:t>tables</a:t>
            </a:r>
            <a:endParaRPr sz="2800">
              <a:latin typeface="Calibri"/>
              <a:cs typeface="Calibri"/>
            </a:endParaRPr>
          </a:p>
          <a:p>
            <a:pPr marL="189230" indent="-177165">
              <a:lnSpc>
                <a:spcPts val="3190"/>
              </a:lnSpc>
              <a:spcBef>
                <a:spcPts val="1025"/>
              </a:spcBef>
              <a:buClr>
                <a:srgbClr val="1CACE4"/>
              </a:buClr>
              <a:buFont typeface="Arial MT"/>
              <a:buChar char="•"/>
              <a:tabLst>
                <a:tab pos="189865" algn="l"/>
              </a:tabLst>
            </a:pPr>
            <a:r>
              <a:rPr sz="2800" i="1" spc="-10" dirty="0">
                <a:solidFill>
                  <a:srgbClr val="3F3F3F"/>
                </a:solidFill>
                <a:latin typeface="Calibri"/>
                <a:cs typeface="Calibri"/>
              </a:rPr>
              <a:t>Link</a:t>
            </a:r>
            <a:r>
              <a:rPr sz="2800" i="1" spc="-5" dirty="0">
                <a:solidFill>
                  <a:srgbClr val="3F3F3F"/>
                </a:solidFill>
                <a:latin typeface="Calibri"/>
                <a:cs typeface="Calibri"/>
              </a:rPr>
              <a:t> </a:t>
            </a:r>
            <a:r>
              <a:rPr sz="2800" i="1" spc="-25" dirty="0">
                <a:solidFill>
                  <a:srgbClr val="3F3F3F"/>
                </a:solidFill>
                <a:latin typeface="Calibri"/>
                <a:cs typeface="Calibri"/>
              </a:rPr>
              <a:t>state</a:t>
            </a:r>
            <a:r>
              <a:rPr sz="2800" i="1" spc="5" dirty="0">
                <a:solidFill>
                  <a:srgbClr val="3F3F3F"/>
                </a:solidFill>
                <a:latin typeface="Calibri"/>
                <a:cs typeface="Calibri"/>
              </a:rPr>
              <a:t> </a:t>
            </a:r>
            <a:r>
              <a:rPr sz="2800" i="1" spc="-5" dirty="0">
                <a:solidFill>
                  <a:srgbClr val="3F3F3F"/>
                </a:solidFill>
                <a:latin typeface="Calibri"/>
                <a:cs typeface="Calibri"/>
              </a:rPr>
              <a:t>-</a:t>
            </a:r>
            <a:r>
              <a:rPr sz="2800" i="1" spc="10" dirty="0">
                <a:solidFill>
                  <a:srgbClr val="3F3F3F"/>
                </a:solidFill>
                <a:latin typeface="Calibri"/>
                <a:cs typeface="Calibri"/>
              </a:rPr>
              <a:t> </a:t>
            </a:r>
            <a:r>
              <a:rPr sz="2800" i="1" spc="-10" dirty="0">
                <a:solidFill>
                  <a:srgbClr val="3F3F3F"/>
                </a:solidFill>
                <a:latin typeface="Calibri"/>
                <a:cs typeface="Calibri"/>
              </a:rPr>
              <a:t>the</a:t>
            </a:r>
            <a:r>
              <a:rPr sz="2800" i="1" spc="20" dirty="0">
                <a:solidFill>
                  <a:srgbClr val="3F3F3F"/>
                </a:solidFill>
                <a:latin typeface="Calibri"/>
                <a:cs typeface="Calibri"/>
              </a:rPr>
              <a:t> </a:t>
            </a:r>
            <a:r>
              <a:rPr sz="2800" i="1" spc="-10" dirty="0">
                <a:solidFill>
                  <a:srgbClr val="3F3F3F"/>
                </a:solidFill>
                <a:latin typeface="Calibri"/>
                <a:cs typeface="Calibri"/>
              </a:rPr>
              <a:t>characteristic</a:t>
            </a:r>
            <a:r>
              <a:rPr sz="2800" i="1" spc="5" dirty="0">
                <a:solidFill>
                  <a:srgbClr val="3F3F3F"/>
                </a:solidFill>
                <a:latin typeface="Calibri"/>
                <a:cs typeface="Calibri"/>
              </a:rPr>
              <a:t> </a:t>
            </a:r>
            <a:r>
              <a:rPr sz="2800" i="1" spc="-5" dirty="0">
                <a:solidFill>
                  <a:srgbClr val="3F3F3F"/>
                </a:solidFill>
                <a:latin typeface="Calibri"/>
                <a:cs typeface="Calibri"/>
              </a:rPr>
              <a:t>of</a:t>
            </a:r>
            <a:r>
              <a:rPr sz="2800" i="1" spc="-10" dirty="0">
                <a:solidFill>
                  <a:srgbClr val="3F3F3F"/>
                </a:solidFill>
                <a:latin typeface="Calibri"/>
                <a:cs typeface="Calibri"/>
              </a:rPr>
              <a:t> </a:t>
            </a:r>
            <a:r>
              <a:rPr sz="2800" i="1" spc="-5" dirty="0">
                <a:solidFill>
                  <a:srgbClr val="3F3F3F"/>
                </a:solidFill>
                <a:latin typeface="Calibri"/>
                <a:cs typeface="Calibri"/>
              </a:rPr>
              <a:t>a</a:t>
            </a:r>
            <a:r>
              <a:rPr sz="2800" i="1" spc="5" dirty="0">
                <a:solidFill>
                  <a:srgbClr val="3F3F3F"/>
                </a:solidFill>
                <a:latin typeface="Calibri"/>
                <a:cs typeface="Calibri"/>
              </a:rPr>
              <a:t> </a:t>
            </a:r>
            <a:r>
              <a:rPr sz="2800" i="1" spc="-10" dirty="0">
                <a:solidFill>
                  <a:srgbClr val="3F3F3F"/>
                </a:solidFill>
                <a:latin typeface="Calibri"/>
                <a:cs typeface="Calibri"/>
              </a:rPr>
              <a:t>link</a:t>
            </a:r>
            <a:r>
              <a:rPr sz="2800" i="1" spc="10" dirty="0">
                <a:solidFill>
                  <a:srgbClr val="3F3F3F"/>
                </a:solidFill>
                <a:latin typeface="Calibri"/>
                <a:cs typeface="Calibri"/>
              </a:rPr>
              <a:t> </a:t>
            </a:r>
            <a:r>
              <a:rPr sz="2800" i="1" spc="-10" dirty="0">
                <a:solidFill>
                  <a:srgbClr val="3F3F3F"/>
                </a:solidFill>
                <a:latin typeface="Calibri"/>
                <a:cs typeface="Calibri"/>
              </a:rPr>
              <a:t>(an</a:t>
            </a:r>
            <a:r>
              <a:rPr sz="2800" i="1" spc="-5" dirty="0">
                <a:solidFill>
                  <a:srgbClr val="3F3F3F"/>
                </a:solidFill>
                <a:latin typeface="Calibri"/>
                <a:cs typeface="Calibri"/>
              </a:rPr>
              <a:t> </a:t>
            </a:r>
            <a:r>
              <a:rPr sz="2800" i="1" spc="-10" dirty="0">
                <a:solidFill>
                  <a:srgbClr val="3F3F3F"/>
                </a:solidFill>
                <a:latin typeface="Calibri"/>
                <a:cs typeface="Calibri"/>
              </a:rPr>
              <a:t>edge)</a:t>
            </a:r>
            <a:r>
              <a:rPr sz="2800" i="1" spc="75" dirty="0">
                <a:solidFill>
                  <a:srgbClr val="3F3F3F"/>
                </a:solidFill>
                <a:latin typeface="Calibri"/>
                <a:cs typeface="Calibri"/>
              </a:rPr>
              <a:t> </a:t>
            </a:r>
            <a:r>
              <a:rPr sz="2800" i="1" spc="-10" dirty="0">
                <a:solidFill>
                  <a:srgbClr val="3F3F3F"/>
                </a:solidFill>
                <a:latin typeface="Calibri"/>
                <a:cs typeface="Calibri"/>
              </a:rPr>
              <a:t>that</a:t>
            </a:r>
            <a:endParaRPr sz="2800">
              <a:latin typeface="Calibri"/>
              <a:cs typeface="Calibri"/>
            </a:endParaRPr>
          </a:p>
          <a:p>
            <a:pPr marL="189230">
              <a:lnSpc>
                <a:spcPts val="3190"/>
              </a:lnSpc>
            </a:pPr>
            <a:r>
              <a:rPr sz="2800" spc="-20" dirty="0">
                <a:solidFill>
                  <a:srgbClr val="3F3F3F"/>
                </a:solidFill>
                <a:latin typeface="Calibri"/>
                <a:cs typeface="Calibri"/>
              </a:rPr>
              <a:t>represents</a:t>
            </a:r>
            <a:r>
              <a:rPr sz="2800" spc="15" dirty="0">
                <a:solidFill>
                  <a:srgbClr val="3F3F3F"/>
                </a:solidFill>
                <a:latin typeface="Calibri"/>
                <a:cs typeface="Calibri"/>
              </a:rPr>
              <a:t> </a:t>
            </a:r>
            <a:r>
              <a:rPr sz="2800" spc="-5" dirty="0">
                <a:solidFill>
                  <a:srgbClr val="3F3F3F"/>
                </a:solidFill>
                <a:latin typeface="Calibri"/>
                <a:cs typeface="Calibri"/>
              </a:rPr>
              <a:t>a </a:t>
            </a:r>
            <a:r>
              <a:rPr sz="2800" spc="-10" dirty="0">
                <a:solidFill>
                  <a:srgbClr val="3F3F3F"/>
                </a:solidFill>
                <a:latin typeface="Calibri"/>
                <a:cs typeface="Calibri"/>
              </a:rPr>
              <a:t>network</a:t>
            </a:r>
            <a:r>
              <a:rPr sz="2800" spc="10" dirty="0">
                <a:solidFill>
                  <a:srgbClr val="3F3F3F"/>
                </a:solidFill>
                <a:latin typeface="Calibri"/>
                <a:cs typeface="Calibri"/>
              </a:rPr>
              <a:t> </a:t>
            </a:r>
            <a:r>
              <a:rPr sz="2800" spc="-10" dirty="0">
                <a:solidFill>
                  <a:srgbClr val="3F3F3F"/>
                </a:solidFill>
                <a:latin typeface="Calibri"/>
                <a:cs typeface="Calibri"/>
              </a:rPr>
              <a:t>in</a:t>
            </a:r>
            <a:r>
              <a:rPr sz="2800" dirty="0">
                <a:solidFill>
                  <a:srgbClr val="3F3F3F"/>
                </a:solidFill>
                <a:latin typeface="Calibri"/>
                <a:cs typeface="Calibri"/>
              </a:rPr>
              <a:t> </a:t>
            </a:r>
            <a:r>
              <a:rPr sz="2800" spc="-10" dirty="0">
                <a:solidFill>
                  <a:srgbClr val="3F3F3F"/>
                </a:solidFill>
                <a:latin typeface="Calibri"/>
                <a:cs typeface="Calibri"/>
              </a:rPr>
              <a:t>the</a:t>
            </a:r>
            <a:r>
              <a:rPr sz="2800" spc="15" dirty="0">
                <a:solidFill>
                  <a:srgbClr val="3F3F3F"/>
                </a:solidFill>
                <a:latin typeface="Calibri"/>
                <a:cs typeface="Calibri"/>
              </a:rPr>
              <a:t> </a:t>
            </a:r>
            <a:r>
              <a:rPr sz="2800" spc="-15" dirty="0">
                <a:solidFill>
                  <a:srgbClr val="3F3F3F"/>
                </a:solidFill>
                <a:latin typeface="Calibri"/>
                <a:cs typeface="Calibri"/>
              </a:rPr>
              <a:t>internet</a:t>
            </a:r>
            <a:endParaRPr sz="2800">
              <a:latin typeface="Calibri"/>
              <a:cs typeface="Calibri"/>
            </a:endParaRPr>
          </a:p>
          <a:p>
            <a:pPr marL="419100" lvl="1" indent="-183515">
              <a:lnSpc>
                <a:spcPct val="100000"/>
              </a:lnSpc>
              <a:spcBef>
                <a:spcPts val="140"/>
              </a:spcBef>
              <a:buClr>
                <a:srgbClr val="1CACE4"/>
              </a:buClr>
              <a:buChar char="◦"/>
              <a:tabLst>
                <a:tab pos="419734" algn="l"/>
              </a:tabLst>
            </a:pPr>
            <a:r>
              <a:rPr sz="2400" spc="-5" dirty="0">
                <a:solidFill>
                  <a:srgbClr val="3F3F3F"/>
                </a:solidFill>
                <a:latin typeface="Calibri"/>
                <a:cs typeface="Calibri"/>
              </a:rPr>
              <a:t>The</a:t>
            </a:r>
            <a:r>
              <a:rPr sz="2400" dirty="0">
                <a:solidFill>
                  <a:srgbClr val="3F3F3F"/>
                </a:solidFill>
                <a:latin typeface="Calibri"/>
                <a:cs typeface="Calibri"/>
              </a:rPr>
              <a:t> </a:t>
            </a:r>
            <a:r>
              <a:rPr sz="2400" spc="-15" dirty="0">
                <a:solidFill>
                  <a:srgbClr val="3F3F3F"/>
                </a:solidFill>
                <a:latin typeface="Calibri"/>
                <a:cs typeface="Calibri"/>
              </a:rPr>
              <a:t>cost</a:t>
            </a:r>
            <a:r>
              <a:rPr sz="2400" spc="-20" dirty="0">
                <a:solidFill>
                  <a:srgbClr val="3F3F3F"/>
                </a:solidFill>
                <a:latin typeface="Calibri"/>
                <a:cs typeface="Calibri"/>
              </a:rPr>
              <a:t> </a:t>
            </a:r>
            <a:r>
              <a:rPr sz="2400" spc="-10" dirty="0">
                <a:solidFill>
                  <a:srgbClr val="3F3F3F"/>
                </a:solidFill>
                <a:latin typeface="Calibri"/>
                <a:cs typeface="Calibri"/>
              </a:rPr>
              <a:t>associated</a:t>
            </a:r>
            <a:r>
              <a:rPr sz="2400" spc="-5" dirty="0">
                <a:solidFill>
                  <a:srgbClr val="3F3F3F"/>
                </a:solidFill>
                <a:latin typeface="Calibri"/>
                <a:cs typeface="Calibri"/>
              </a:rPr>
              <a:t> with</a:t>
            </a:r>
            <a:r>
              <a:rPr sz="2400" spc="-20" dirty="0">
                <a:solidFill>
                  <a:srgbClr val="3F3F3F"/>
                </a:solidFill>
                <a:latin typeface="Calibri"/>
                <a:cs typeface="Calibri"/>
              </a:rPr>
              <a:t> </a:t>
            </a:r>
            <a:r>
              <a:rPr sz="2400" dirty="0">
                <a:solidFill>
                  <a:srgbClr val="3F3F3F"/>
                </a:solidFill>
                <a:latin typeface="Calibri"/>
                <a:cs typeface="Calibri"/>
              </a:rPr>
              <a:t>an</a:t>
            </a:r>
            <a:r>
              <a:rPr sz="2400" spc="20" dirty="0">
                <a:solidFill>
                  <a:srgbClr val="3F3F3F"/>
                </a:solidFill>
                <a:latin typeface="Calibri"/>
                <a:cs typeface="Calibri"/>
              </a:rPr>
              <a:t> </a:t>
            </a:r>
            <a:r>
              <a:rPr sz="2400" spc="-10" dirty="0">
                <a:solidFill>
                  <a:srgbClr val="3F3F3F"/>
                </a:solidFill>
                <a:latin typeface="Calibri"/>
                <a:cs typeface="Calibri"/>
              </a:rPr>
              <a:t>edge</a:t>
            </a:r>
            <a:r>
              <a:rPr sz="2400" dirty="0">
                <a:solidFill>
                  <a:srgbClr val="3F3F3F"/>
                </a:solidFill>
                <a:latin typeface="Calibri"/>
                <a:cs typeface="Calibri"/>
              </a:rPr>
              <a:t> </a:t>
            </a:r>
            <a:r>
              <a:rPr sz="2400" spc="-10" dirty="0">
                <a:solidFill>
                  <a:srgbClr val="3F3F3F"/>
                </a:solidFill>
                <a:latin typeface="Calibri"/>
                <a:cs typeface="Calibri"/>
              </a:rPr>
              <a:t>defines</a:t>
            </a:r>
            <a:r>
              <a:rPr sz="2400" dirty="0">
                <a:solidFill>
                  <a:srgbClr val="3F3F3F"/>
                </a:solidFill>
                <a:latin typeface="Calibri"/>
                <a:cs typeface="Calibri"/>
              </a:rPr>
              <a:t> </a:t>
            </a:r>
            <a:r>
              <a:rPr sz="2400" spc="-5" dirty="0">
                <a:solidFill>
                  <a:srgbClr val="3F3F3F"/>
                </a:solidFill>
                <a:latin typeface="Calibri"/>
                <a:cs typeface="Calibri"/>
              </a:rPr>
              <a:t>the </a:t>
            </a:r>
            <a:r>
              <a:rPr sz="2400" spc="-25" dirty="0">
                <a:solidFill>
                  <a:srgbClr val="3F3F3F"/>
                </a:solidFill>
                <a:latin typeface="Calibri"/>
                <a:cs typeface="Calibri"/>
              </a:rPr>
              <a:t>state</a:t>
            </a:r>
            <a:r>
              <a:rPr sz="2400" spc="-2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dirty="0">
                <a:solidFill>
                  <a:srgbClr val="3F3F3F"/>
                </a:solidFill>
                <a:latin typeface="Calibri"/>
                <a:cs typeface="Calibri"/>
              </a:rPr>
              <a:t>link.</a:t>
            </a:r>
            <a:endParaRPr sz="2400">
              <a:latin typeface="Calibri"/>
              <a:cs typeface="Calibri"/>
            </a:endParaRPr>
          </a:p>
          <a:p>
            <a:pPr marL="189230" marR="497840" indent="-177165">
              <a:lnSpc>
                <a:spcPts val="3020"/>
              </a:lnSpc>
              <a:spcBef>
                <a:spcPts val="1625"/>
              </a:spcBef>
              <a:buClr>
                <a:srgbClr val="1CACE4"/>
              </a:buClr>
              <a:buFont typeface="Arial MT"/>
              <a:buChar char="•"/>
              <a:tabLst>
                <a:tab pos="269240" algn="l"/>
              </a:tabLst>
            </a:pPr>
            <a:r>
              <a:rPr dirty="0"/>
              <a:t>	</a:t>
            </a:r>
            <a:r>
              <a:rPr sz="2800" spc="-15" dirty="0">
                <a:solidFill>
                  <a:srgbClr val="3F3F3F"/>
                </a:solidFill>
                <a:latin typeface="Calibri"/>
                <a:cs typeface="Calibri"/>
              </a:rPr>
              <a:t>Links</a:t>
            </a:r>
            <a:r>
              <a:rPr sz="2800" spc="25" dirty="0">
                <a:solidFill>
                  <a:srgbClr val="3F3F3F"/>
                </a:solidFill>
                <a:latin typeface="Calibri"/>
                <a:cs typeface="Calibri"/>
              </a:rPr>
              <a:t> </a:t>
            </a:r>
            <a:r>
              <a:rPr sz="2800" spc="-10" dirty="0">
                <a:solidFill>
                  <a:srgbClr val="3F3F3F"/>
                </a:solidFill>
                <a:latin typeface="Calibri"/>
                <a:cs typeface="Calibri"/>
              </a:rPr>
              <a:t>with</a:t>
            </a:r>
            <a:r>
              <a:rPr sz="2800" spc="10" dirty="0">
                <a:solidFill>
                  <a:srgbClr val="3F3F3F"/>
                </a:solidFill>
                <a:latin typeface="Calibri"/>
                <a:cs typeface="Calibri"/>
              </a:rPr>
              <a:t> </a:t>
            </a:r>
            <a:r>
              <a:rPr sz="2800" spc="-15" dirty="0">
                <a:solidFill>
                  <a:srgbClr val="3F3F3F"/>
                </a:solidFill>
                <a:latin typeface="Calibri"/>
                <a:cs typeface="Calibri"/>
              </a:rPr>
              <a:t>lower</a:t>
            </a:r>
            <a:r>
              <a:rPr sz="2800" spc="5" dirty="0">
                <a:solidFill>
                  <a:srgbClr val="3F3F3F"/>
                </a:solidFill>
                <a:latin typeface="Calibri"/>
                <a:cs typeface="Calibri"/>
              </a:rPr>
              <a:t> </a:t>
            </a:r>
            <a:r>
              <a:rPr sz="2800" spc="-20" dirty="0">
                <a:solidFill>
                  <a:srgbClr val="3F3F3F"/>
                </a:solidFill>
                <a:latin typeface="Calibri"/>
                <a:cs typeface="Calibri"/>
              </a:rPr>
              <a:t>costs</a:t>
            </a:r>
            <a:r>
              <a:rPr sz="2800" spc="20" dirty="0">
                <a:solidFill>
                  <a:srgbClr val="3F3F3F"/>
                </a:solidFill>
                <a:latin typeface="Calibri"/>
                <a:cs typeface="Calibri"/>
              </a:rPr>
              <a:t> </a:t>
            </a:r>
            <a:r>
              <a:rPr sz="2800" spc="-20" dirty="0">
                <a:solidFill>
                  <a:srgbClr val="3F3F3F"/>
                </a:solidFill>
                <a:latin typeface="Calibri"/>
                <a:cs typeface="Calibri"/>
              </a:rPr>
              <a:t>are</a:t>
            </a:r>
            <a:r>
              <a:rPr sz="2800" spc="-5" dirty="0">
                <a:solidFill>
                  <a:srgbClr val="3F3F3F"/>
                </a:solidFill>
                <a:latin typeface="Calibri"/>
                <a:cs typeface="Calibri"/>
              </a:rPr>
              <a:t> </a:t>
            </a:r>
            <a:r>
              <a:rPr sz="2800" spc="-25" dirty="0">
                <a:solidFill>
                  <a:srgbClr val="3F3F3F"/>
                </a:solidFill>
                <a:latin typeface="Calibri"/>
                <a:cs typeface="Calibri"/>
              </a:rPr>
              <a:t>preferred</a:t>
            </a:r>
            <a:r>
              <a:rPr sz="2800" spc="60"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15" dirty="0">
                <a:solidFill>
                  <a:srgbClr val="3F3F3F"/>
                </a:solidFill>
                <a:latin typeface="Calibri"/>
                <a:cs typeface="Calibri"/>
              </a:rPr>
              <a:t>links</a:t>
            </a:r>
            <a:r>
              <a:rPr sz="2800" spc="35" dirty="0">
                <a:solidFill>
                  <a:srgbClr val="3F3F3F"/>
                </a:solidFill>
                <a:latin typeface="Calibri"/>
                <a:cs typeface="Calibri"/>
              </a:rPr>
              <a:t> </a:t>
            </a:r>
            <a:r>
              <a:rPr sz="2800" spc="-10" dirty="0">
                <a:solidFill>
                  <a:srgbClr val="3F3F3F"/>
                </a:solidFill>
                <a:latin typeface="Calibri"/>
                <a:cs typeface="Calibri"/>
              </a:rPr>
              <a:t>with</a:t>
            </a:r>
            <a:r>
              <a:rPr sz="2800" spc="15" dirty="0">
                <a:solidFill>
                  <a:srgbClr val="3F3F3F"/>
                </a:solidFill>
                <a:latin typeface="Calibri"/>
                <a:cs typeface="Calibri"/>
              </a:rPr>
              <a:t> </a:t>
            </a:r>
            <a:r>
              <a:rPr sz="2800" spc="-10" dirty="0">
                <a:solidFill>
                  <a:srgbClr val="3F3F3F"/>
                </a:solidFill>
                <a:latin typeface="Calibri"/>
                <a:cs typeface="Calibri"/>
              </a:rPr>
              <a:t>higher </a:t>
            </a:r>
            <a:r>
              <a:rPr sz="2800" spc="-620" dirty="0">
                <a:solidFill>
                  <a:srgbClr val="3F3F3F"/>
                </a:solidFill>
                <a:latin typeface="Calibri"/>
                <a:cs typeface="Calibri"/>
              </a:rPr>
              <a:t> </a:t>
            </a:r>
            <a:r>
              <a:rPr sz="2800" spc="-20" dirty="0">
                <a:solidFill>
                  <a:srgbClr val="3F3F3F"/>
                </a:solidFill>
                <a:latin typeface="Calibri"/>
                <a:cs typeface="Calibri"/>
              </a:rPr>
              <a:t>costs</a:t>
            </a:r>
            <a:endParaRPr sz="2800">
              <a:latin typeface="Calibri"/>
              <a:cs typeface="Calibri"/>
            </a:endParaRPr>
          </a:p>
          <a:p>
            <a:pPr marL="419100" marR="5080" lvl="1" indent="-182880">
              <a:lnSpc>
                <a:spcPts val="2590"/>
              </a:lnSpc>
              <a:spcBef>
                <a:spcPts val="425"/>
              </a:spcBef>
              <a:buClr>
                <a:srgbClr val="1CACE4"/>
              </a:buClr>
              <a:buChar char="◦"/>
              <a:tabLst>
                <a:tab pos="419734" algn="l"/>
              </a:tabLst>
            </a:pPr>
            <a:r>
              <a:rPr sz="2400" spc="-5" dirty="0">
                <a:solidFill>
                  <a:srgbClr val="3F3F3F"/>
                </a:solidFill>
                <a:latin typeface="Calibri"/>
                <a:cs typeface="Calibri"/>
              </a:rPr>
              <a:t>if the </a:t>
            </a:r>
            <a:r>
              <a:rPr sz="2400" spc="-15" dirty="0">
                <a:solidFill>
                  <a:srgbClr val="3F3F3F"/>
                </a:solidFill>
                <a:latin typeface="Calibri"/>
                <a:cs typeface="Calibri"/>
              </a:rPr>
              <a:t>cost </a:t>
            </a:r>
            <a:r>
              <a:rPr sz="2400" spc="-5" dirty="0">
                <a:solidFill>
                  <a:srgbClr val="3F3F3F"/>
                </a:solidFill>
                <a:latin typeface="Calibri"/>
                <a:cs typeface="Calibri"/>
              </a:rPr>
              <a:t>of </a:t>
            </a:r>
            <a:r>
              <a:rPr sz="2400" dirty="0">
                <a:solidFill>
                  <a:srgbClr val="3F3F3F"/>
                </a:solidFill>
                <a:latin typeface="Calibri"/>
                <a:cs typeface="Calibri"/>
              </a:rPr>
              <a:t>a </a:t>
            </a:r>
            <a:r>
              <a:rPr sz="2400" spc="-5" dirty="0">
                <a:solidFill>
                  <a:srgbClr val="3F3F3F"/>
                </a:solidFill>
                <a:latin typeface="Calibri"/>
                <a:cs typeface="Calibri"/>
              </a:rPr>
              <a:t>link is </a:t>
            </a:r>
            <a:r>
              <a:rPr sz="2400" spc="-25" dirty="0">
                <a:solidFill>
                  <a:srgbClr val="3F3F3F"/>
                </a:solidFill>
                <a:latin typeface="Calibri"/>
                <a:cs typeface="Calibri"/>
              </a:rPr>
              <a:t>infinity, </a:t>
            </a:r>
            <a:r>
              <a:rPr sz="2400" spc="-5" dirty="0">
                <a:solidFill>
                  <a:srgbClr val="3F3F3F"/>
                </a:solidFill>
                <a:latin typeface="Calibri"/>
                <a:cs typeface="Calibri"/>
              </a:rPr>
              <a:t>it </a:t>
            </a:r>
            <a:r>
              <a:rPr sz="2400" dirty="0">
                <a:solidFill>
                  <a:srgbClr val="3F3F3F"/>
                </a:solidFill>
                <a:latin typeface="Calibri"/>
                <a:cs typeface="Calibri"/>
              </a:rPr>
              <a:t>means </a:t>
            </a:r>
            <a:r>
              <a:rPr sz="2400" spc="-10" dirty="0">
                <a:solidFill>
                  <a:srgbClr val="3F3F3F"/>
                </a:solidFill>
                <a:latin typeface="Calibri"/>
                <a:cs typeface="Calibri"/>
              </a:rPr>
              <a:t>that </a:t>
            </a:r>
            <a:r>
              <a:rPr sz="2400" spc="-5" dirty="0">
                <a:solidFill>
                  <a:srgbClr val="3F3F3F"/>
                </a:solidFill>
                <a:latin typeface="Calibri"/>
                <a:cs typeface="Calibri"/>
              </a:rPr>
              <a:t>the link does not </a:t>
            </a:r>
            <a:r>
              <a:rPr sz="2400" spc="-15" dirty="0">
                <a:solidFill>
                  <a:srgbClr val="3F3F3F"/>
                </a:solidFill>
                <a:latin typeface="Calibri"/>
                <a:cs typeface="Calibri"/>
              </a:rPr>
              <a:t>exist </a:t>
            </a:r>
            <a:r>
              <a:rPr sz="2400" spc="-5" dirty="0">
                <a:solidFill>
                  <a:srgbClr val="3F3F3F"/>
                </a:solidFill>
                <a:latin typeface="Calibri"/>
                <a:cs typeface="Calibri"/>
              </a:rPr>
              <a:t>or </a:t>
            </a:r>
            <a:r>
              <a:rPr sz="2400" spc="-530" dirty="0">
                <a:solidFill>
                  <a:srgbClr val="3F3F3F"/>
                </a:solidFill>
                <a:latin typeface="Calibri"/>
                <a:cs typeface="Calibri"/>
              </a:rPr>
              <a:t> </a:t>
            </a:r>
            <a:r>
              <a:rPr sz="2400" spc="-5" dirty="0">
                <a:solidFill>
                  <a:srgbClr val="3F3F3F"/>
                </a:solidFill>
                <a:latin typeface="Calibri"/>
                <a:cs typeface="Calibri"/>
              </a:rPr>
              <a:t>has</a:t>
            </a:r>
            <a:r>
              <a:rPr sz="2400" spc="-25" dirty="0">
                <a:solidFill>
                  <a:srgbClr val="3F3F3F"/>
                </a:solidFill>
                <a:latin typeface="Calibri"/>
                <a:cs typeface="Calibri"/>
              </a:rPr>
              <a:t> </a:t>
            </a:r>
            <a:r>
              <a:rPr sz="2400" spc="-5" dirty="0">
                <a:solidFill>
                  <a:srgbClr val="3F3F3F"/>
                </a:solidFill>
                <a:latin typeface="Calibri"/>
                <a:cs typeface="Calibri"/>
              </a:rPr>
              <a:t>been </a:t>
            </a:r>
            <a:r>
              <a:rPr sz="2400" spc="-20" dirty="0">
                <a:solidFill>
                  <a:srgbClr val="3F3F3F"/>
                </a:solidFill>
                <a:latin typeface="Calibri"/>
                <a:cs typeface="Calibri"/>
              </a:rPr>
              <a:t>broken.</a:t>
            </a:r>
            <a:endParaRPr sz="24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68</a:t>
            </a:fld>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936865" cy="756920"/>
          </a:xfrm>
          <a:prstGeom prst="rect">
            <a:avLst/>
          </a:prstGeom>
        </p:spPr>
        <p:txBody>
          <a:bodyPr vert="horz" wrap="square" lIns="0" tIns="12700" rIns="0" bIns="0" rtlCol="0">
            <a:spAutoFit/>
          </a:bodyPr>
          <a:lstStyle/>
          <a:p>
            <a:pPr marL="12700">
              <a:lnSpc>
                <a:spcPct val="100000"/>
              </a:lnSpc>
              <a:spcBef>
                <a:spcPts val="100"/>
              </a:spcBef>
            </a:pPr>
            <a:r>
              <a:rPr sz="4800" spc="-50" dirty="0"/>
              <a:t>Link-State</a:t>
            </a:r>
            <a:r>
              <a:rPr sz="4800" spc="-90" dirty="0"/>
              <a:t> </a:t>
            </a:r>
            <a:r>
              <a:rPr sz="4800" spc="-50" dirty="0"/>
              <a:t>Database</a:t>
            </a:r>
            <a:r>
              <a:rPr sz="4800" spc="-80" dirty="0"/>
              <a:t> </a:t>
            </a:r>
            <a:r>
              <a:rPr sz="4800" spc="-45" dirty="0"/>
              <a:t>(LSDB)</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13439"/>
            <a:ext cx="8700770" cy="2809240"/>
          </a:xfrm>
          <a:prstGeom prst="rect">
            <a:avLst/>
          </a:prstGeom>
        </p:spPr>
        <p:txBody>
          <a:bodyPr vert="horz" wrap="square" lIns="0" tIns="132080" rIns="0" bIns="0" rtlCol="0">
            <a:spAutoFit/>
          </a:bodyPr>
          <a:lstStyle/>
          <a:p>
            <a:pPr marL="189230" marR="5080" indent="-177165" algn="just">
              <a:lnSpc>
                <a:spcPct val="70000"/>
              </a:lnSpc>
              <a:spcBef>
                <a:spcPts val="1040"/>
              </a:spcBef>
              <a:buClr>
                <a:srgbClr val="1CACE4"/>
              </a:buClr>
              <a:buFont typeface="Arial MT"/>
              <a:buChar char="•"/>
              <a:tabLst>
                <a:tab pos="189865" algn="l"/>
              </a:tabLst>
            </a:pPr>
            <a:r>
              <a:rPr sz="2600" spc="-114" dirty="0">
                <a:solidFill>
                  <a:srgbClr val="3F3F3F"/>
                </a:solidFill>
                <a:latin typeface="Calibri"/>
                <a:cs typeface="Calibri"/>
              </a:rPr>
              <a:t>To </a:t>
            </a:r>
            <a:r>
              <a:rPr sz="2600" spc="-15" dirty="0">
                <a:solidFill>
                  <a:srgbClr val="3F3F3F"/>
                </a:solidFill>
                <a:latin typeface="Calibri"/>
                <a:cs typeface="Calibri"/>
              </a:rPr>
              <a:t>create </a:t>
            </a:r>
            <a:r>
              <a:rPr sz="2600" dirty="0">
                <a:solidFill>
                  <a:srgbClr val="3F3F3F"/>
                </a:solidFill>
                <a:latin typeface="Calibri"/>
                <a:cs typeface="Calibri"/>
              </a:rPr>
              <a:t>a </a:t>
            </a:r>
            <a:r>
              <a:rPr sz="2600" spc="-10" dirty="0">
                <a:solidFill>
                  <a:srgbClr val="3F3F3F"/>
                </a:solidFill>
                <a:latin typeface="Calibri"/>
                <a:cs typeface="Calibri"/>
              </a:rPr>
              <a:t>least-cost tree, </a:t>
            </a:r>
            <a:r>
              <a:rPr sz="2600" spc="-5" dirty="0">
                <a:solidFill>
                  <a:srgbClr val="3F3F3F"/>
                </a:solidFill>
                <a:latin typeface="Calibri"/>
                <a:cs typeface="Calibri"/>
              </a:rPr>
              <a:t>each node needs </a:t>
            </a:r>
            <a:r>
              <a:rPr sz="2600" spc="-15" dirty="0">
                <a:solidFill>
                  <a:srgbClr val="3F3F3F"/>
                </a:solidFill>
                <a:latin typeface="Calibri"/>
                <a:cs typeface="Calibri"/>
              </a:rPr>
              <a:t>to </a:t>
            </a:r>
            <a:r>
              <a:rPr sz="2600" spc="-20" dirty="0">
                <a:solidFill>
                  <a:srgbClr val="3F3F3F"/>
                </a:solidFill>
                <a:latin typeface="Calibri"/>
                <a:cs typeface="Calibri"/>
              </a:rPr>
              <a:t>have </a:t>
            </a:r>
            <a:r>
              <a:rPr sz="2600" dirty="0">
                <a:solidFill>
                  <a:srgbClr val="3F3F3F"/>
                </a:solidFill>
                <a:latin typeface="Calibri"/>
                <a:cs typeface="Calibri"/>
              </a:rPr>
              <a:t>a </a:t>
            </a:r>
            <a:r>
              <a:rPr sz="2600" spc="-10" dirty="0">
                <a:solidFill>
                  <a:srgbClr val="3F3F3F"/>
                </a:solidFill>
                <a:latin typeface="Calibri"/>
                <a:cs typeface="Calibri"/>
              </a:rPr>
              <a:t>complete </a:t>
            </a:r>
            <a:r>
              <a:rPr sz="2600" spc="-575" dirty="0">
                <a:solidFill>
                  <a:srgbClr val="3F3F3F"/>
                </a:solidFill>
                <a:latin typeface="Calibri"/>
                <a:cs typeface="Calibri"/>
              </a:rPr>
              <a:t> </a:t>
            </a:r>
            <a:r>
              <a:rPr sz="2600" i="1" dirty="0">
                <a:solidFill>
                  <a:srgbClr val="3F3F3F"/>
                </a:solidFill>
                <a:latin typeface="Calibri"/>
                <a:cs typeface="Calibri"/>
              </a:rPr>
              <a:t>map </a:t>
            </a:r>
            <a:r>
              <a:rPr sz="2600" i="1" spc="-5" dirty="0">
                <a:solidFill>
                  <a:srgbClr val="3F3F3F"/>
                </a:solidFill>
                <a:latin typeface="Calibri"/>
                <a:cs typeface="Calibri"/>
              </a:rPr>
              <a:t>of </a:t>
            </a:r>
            <a:r>
              <a:rPr sz="2600" i="1" dirty="0">
                <a:solidFill>
                  <a:srgbClr val="3F3F3F"/>
                </a:solidFill>
                <a:latin typeface="Calibri"/>
                <a:cs typeface="Calibri"/>
              </a:rPr>
              <a:t>the </a:t>
            </a:r>
            <a:r>
              <a:rPr sz="2600" i="1" spc="-5" dirty="0">
                <a:solidFill>
                  <a:srgbClr val="3F3F3F"/>
                </a:solidFill>
                <a:latin typeface="Calibri"/>
                <a:cs typeface="Calibri"/>
              </a:rPr>
              <a:t>network, which </a:t>
            </a:r>
            <a:r>
              <a:rPr sz="2600" i="1" dirty="0">
                <a:solidFill>
                  <a:srgbClr val="3F3F3F"/>
                </a:solidFill>
                <a:latin typeface="Calibri"/>
                <a:cs typeface="Calibri"/>
              </a:rPr>
              <a:t>means </a:t>
            </a:r>
            <a:r>
              <a:rPr sz="2600" i="1" spc="-5" dirty="0">
                <a:solidFill>
                  <a:srgbClr val="3F3F3F"/>
                </a:solidFill>
                <a:latin typeface="Calibri"/>
                <a:cs typeface="Calibri"/>
              </a:rPr>
              <a:t>it </a:t>
            </a:r>
            <a:r>
              <a:rPr sz="2600" i="1" dirty="0">
                <a:solidFill>
                  <a:srgbClr val="3F3F3F"/>
                </a:solidFill>
                <a:latin typeface="Calibri"/>
                <a:cs typeface="Calibri"/>
              </a:rPr>
              <a:t>needs </a:t>
            </a:r>
            <a:r>
              <a:rPr sz="2600" i="1" spc="-20" dirty="0">
                <a:solidFill>
                  <a:srgbClr val="3F3F3F"/>
                </a:solidFill>
                <a:latin typeface="Calibri"/>
                <a:cs typeface="Calibri"/>
              </a:rPr>
              <a:t>to </a:t>
            </a:r>
            <a:r>
              <a:rPr sz="2600" i="1" spc="-5" dirty="0">
                <a:solidFill>
                  <a:srgbClr val="3F3F3F"/>
                </a:solidFill>
                <a:latin typeface="Calibri"/>
                <a:cs typeface="Calibri"/>
              </a:rPr>
              <a:t>know </a:t>
            </a:r>
            <a:r>
              <a:rPr sz="2600" i="1" dirty="0">
                <a:solidFill>
                  <a:srgbClr val="3F3F3F"/>
                </a:solidFill>
                <a:latin typeface="Calibri"/>
                <a:cs typeface="Calibri"/>
              </a:rPr>
              <a:t>the </a:t>
            </a:r>
            <a:r>
              <a:rPr sz="2600" i="1" spc="-20" dirty="0">
                <a:solidFill>
                  <a:srgbClr val="3F3F3F"/>
                </a:solidFill>
                <a:latin typeface="Calibri"/>
                <a:cs typeface="Calibri"/>
              </a:rPr>
              <a:t>state </a:t>
            </a:r>
            <a:r>
              <a:rPr sz="2600" i="1" spc="-5" dirty="0">
                <a:solidFill>
                  <a:srgbClr val="3F3F3F"/>
                </a:solidFill>
                <a:latin typeface="Calibri"/>
                <a:cs typeface="Calibri"/>
              </a:rPr>
              <a:t>of </a:t>
            </a:r>
            <a:r>
              <a:rPr sz="2600" i="1" dirty="0">
                <a:solidFill>
                  <a:srgbClr val="3F3F3F"/>
                </a:solidFill>
                <a:latin typeface="Calibri"/>
                <a:cs typeface="Calibri"/>
              </a:rPr>
              <a:t> each</a:t>
            </a:r>
            <a:r>
              <a:rPr sz="2600" i="1" spc="-20" dirty="0">
                <a:solidFill>
                  <a:srgbClr val="3F3F3F"/>
                </a:solidFill>
                <a:latin typeface="Calibri"/>
                <a:cs typeface="Calibri"/>
              </a:rPr>
              <a:t> </a:t>
            </a:r>
            <a:r>
              <a:rPr sz="2600" spc="-5" dirty="0">
                <a:solidFill>
                  <a:srgbClr val="3F3F3F"/>
                </a:solidFill>
                <a:latin typeface="Calibri"/>
                <a:cs typeface="Calibri"/>
              </a:rPr>
              <a:t>link</a:t>
            </a:r>
            <a:endParaRPr sz="2600">
              <a:latin typeface="Calibri"/>
              <a:cs typeface="Calibri"/>
            </a:endParaRPr>
          </a:p>
          <a:p>
            <a:pPr marL="189230" indent="-177165" algn="just">
              <a:lnSpc>
                <a:spcPts val="2930"/>
              </a:lnSpc>
              <a:spcBef>
                <a:spcPts val="455"/>
              </a:spcBef>
              <a:buClr>
                <a:srgbClr val="1CACE4"/>
              </a:buClr>
              <a:buFont typeface="Arial MT"/>
              <a:buChar char="•"/>
              <a:tabLst>
                <a:tab pos="189865" algn="l"/>
              </a:tabLst>
            </a:pPr>
            <a:r>
              <a:rPr sz="2600" dirty="0">
                <a:solidFill>
                  <a:srgbClr val="3F3F3F"/>
                </a:solidFill>
                <a:latin typeface="Calibri"/>
                <a:cs typeface="Calibri"/>
              </a:rPr>
              <a:t>The</a:t>
            </a:r>
            <a:r>
              <a:rPr sz="2600" spc="-40" dirty="0">
                <a:solidFill>
                  <a:srgbClr val="3F3F3F"/>
                </a:solidFill>
                <a:latin typeface="Calibri"/>
                <a:cs typeface="Calibri"/>
              </a:rPr>
              <a:t> </a:t>
            </a:r>
            <a:r>
              <a:rPr sz="2600" spc="-5" dirty="0">
                <a:solidFill>
                  <a:srgbClr val="3F3F3F"/>
                </a:solidFill>
                <a:latin typeface="Calibri"/>
                <a:cs typeface="Calibri"/>
              </a:rPr>
              <a:t>collection</a:t>
            </a:r>
            <a:r>
              <a:rPr sz="2600" spc="-15" dirty="0">
                <a:solidFill>
                  <a:srgbClr val="3F3F3F"/>
                </a:solidFill>
                <a:latin typeface="Calibri"/>
                <a:cs typeface="Calibri"/>
              </a:rPr>
              <a:t> </a:t>
            </a:r>
            <a:r>
              <a:rPr sz="2600" spc="-5" dirty="0">
                <a:solidFill>
                  <a:srgbClr val="3F3F3F"/>
                </a:solidFill>
                <a:latin typeface="Calibri"/>
                <a:cs typeface="Calibri"/>
              </a:rPr>
              <a:t>of</a:t>
            </a:r>
            <a:r>
              <a:rPr sz="2600" spc="5" dirty="0">
                <a:solidFill>
                  <a:srgbClr val="3F3F3F"/>
                </a:solidFill>
                <a:latin typeface="Calibri"/>
                <a:cs typeface="Calibri"/>
              </a:rPr>
              <a:t> </a:t>
            </a:r>
            <a:r>
              <a:rPr sz="2600" spc="-20" dirty="0">
                <a:solidFill>
                  <a:srgbClr val="3F3F3F"/>
                </a:solidFill>
                <a:latin typeface="Calibri"/>
                <a:cs typeface="Calibri"/>
              </a:rPr>
              <a:t>states</a:t>
            </a:r>
            <a:r>
              <a:rPr sz="2600" spc="-40" dirty="0">
                <a:solidFill>
                  <a:srgbClr val="3F3F3F"/>
                </a:solidFill>
                <a:latin typeface="Calibri"/>
                <a:cs typeface="Calibri"/>
              </a:rPr>
              <a:t> </a:t>
            </a:r>
            <a:r>
              <a:rPr sz="2600" spc="-25" dirty="0">
                <a:solidFill>
                  <a:srgbClr val="3F3F3F"/>
                </a:solidFill>
                <a:latin typeface="Calibri"/>
                <a:cs typeface="Calibri"/>
              </a:rPr>
              <a:t>for</a:t>
            </a:r>
            <a:r>
              <a:rPr sz="2600" spc="10" dirty="0">
                <a:solidFill>
                  <a:srgbClr val="3F3F3F"/>
                </a:solidFill>
                <a:latin typeface="Calibri"/>
                <a:cs typeface="Calibri"/>
              </a:rPr>
              <a:t> </a:t>
            </a:r>
            <a:r>
              <a:rPr sz="2600" dirty="0">
                <a:solidFill>
                  <a:srgbClr val="3F3F3F"/>
                </a:solidFill>
                <a:latin typeface="Calibri"/>
                <a:cs typeface="Calibri"/>
              </a:rPr>
              <a:t>all </a:t>
            </a:r>
            <a:r>
              <a:rPr sz="2600" spc="-10" dirty="0">
                <a:solidFill>
                  <a:srgbClr val="3F3F3F"/>
                </a:solidFill>
                <a:latin typeface="Calibri"/>
                <a:cs typeface="Calibri"/>
              </a:rPr>
              <a:t>links</a:t>
            </a:r>
            <a:r>
              <a:rPr sz="2600" spc="25" dirty="0">
                <a:solidFill>
                  <a:srgbClr val="3F3F3F"/>
                </a:solidFill>
                <a:latin typeface="Calibri"/>
                <a:cs typeface="Calibri"/>
              </a:rPr>
              <a:t> </a:t>
            </a:r>
            <a:r>
              <a:rPr sz="2600" dirty="0">
                <a:solidFill>
                  <a:srgbClr val="3F3F3F"/>
                </a:solidFill>
                <a:latin typeface="Calibri"/>
                <a:cs typeface="Calibri"/>
              </a:rPr>
              <a:t>-</a:t>
            </a:r>
            <a:r>
              <a:rPr sz="2600" spc="-5" dirty="0">
                <a:solidFill>
                  <a:srgbClr val="3F3F3F"/>
                </a:solidFill>
                <a:latin typeface="Calibri"/>
                <a:cs typeface="Calibri"/>
              </a:rPr>
              <a:t> </a:t>
            </a:r>
            <a:r>
              <a:rPr sz="2600" b="1" spc="-15" dirty="0">
                <a:solidFill>
                  <a:srgbClr val="3F3F3F"/>
                </a:solidFill>
                <a:latin typeface="Calibri"/>
                <a:cs typeface="Calibri"/>
              </a:rPr>
              <a:t>link-state</a:t>
            </a:r>
            <a:r>
              <a:rPr sz="2600" b="1" spc="15" dirty="0">
                <a:solidFill>
                  <a:srgbClr val="3F3F3F"/>
                </a:solidFill>
                <a:latin typeface="Calibri"/>
                <a:cs typeface="Calibri"/>
              </a:rPr>
              <a:t> </a:t>
            </a:r>
            <a:r>
              <a:rPr sz="2600" b="1" spc="-10" dirty="0">
                <a:solidFill>
                  <a:srgbClr val="3F3F3F"/>
                </a:solidFill>
                <a:latin typeface="Calibri"/>
                <a:cs typeface="Calibri"/>
              </a:rPr>
              <a:t>database</a:t>
            </a:r>
            <a:r>
              <a:rPr sz="2600" b="1" spc="30" dirty="0">
                <a:solidFill>
                  <a:srgbClr val="3F3F3F"/>
                </a:solidFill>
                <a:latin typeface="Calibri"/>
                <a:cs typeface="Calibri"/>
              </a:rPr>
              <a:t> </a:t>
            </a:r>
            <a:r>
              <a:rPr sz="2600" dirty="0">
                <a:solidFill>
                  <a:srgbClr val="3F3F3F"/>
                </a:solidFill>
                <a:latin typeface="Calibri"/>
                <a:cs typeface="Calibri"/>
              </a:rPr>
              <a:t>(</a:t>
            </a:r>
            <a:r>
              <a:rPr sz="2600" b="1" dirty="0">
                <a:solidFill>
                  <a:srgbClr val="3F3F3F"/>
                </a:solidFill>
                <a:latin typeface="Calibri"/>
                <a:cs typeface="Calibri"/>
              </a:rPr>
              <a:t>LSDB)</a:t>
            </a:r>
            <a:endParaRPr sz="2600">
              <a:latin typeface="Calibri"/>
              <a:cs typeface="Calibri"/>
            </a:endParaRPr>
          </a:p>
          <a:p>
            <a:pPr marL="419100" lvl="1" indent="-183515">
              <a:lnSpc>
                <a:spcPts val="2355"/>
              </a:lnSpc>
              <a:buClr>
                <a:srgbClr val="1CACE4"/>
              </a:buClr>
              <a:buChar char="◦"/>
              <a:tabLst>
                <a:tab pos="419734" algn="l"/>
              </a:tabLst>
            </a:pPr>
            <a:r>
              <a:rPr sz="2200" spc="-10" dirty="0">
                <a:solidFill>
                  <a:srgbClr val="3F3F3F"/>
                </a:solidFill>
                <a:latin typeface="Calibri"/>
                <a:cs typeface="Calibri"/>
              </a:rPr>
              <a:t>There</a:t>
            </a:r>
            <a:r>
              <a:rPr sz="2200" spc="-5" dirty="0">
                <a:solidFill>
                  <a:srgbClr val="3F3F3F"/>
                </a:solidFill>
                <a:latin typeface="Calibri"/>
                <a:cs typeface="Calibri"/>
              </a:rPr>
              <a:t> is</a:t>
            </a:r>
            <a:r>
              <a:rPr sz="2200" spc="-10" dirty="0">
                <a:solidFill>
                  <a:srgbClr val="3F3F3F"/>
                </a:solidFill>
                <a:latin typeface="Calibri"/>
                <a:cs typeface="Calibri"/>
              </a:rPr>
              <a:t> </a:t>
            </a:r>
            <a:r>
              <a:rPr sz="2200" spc="-5" dirty="0">
                <a:solidFill>
                  <a:srgbClr val="3F3F3F"/>
                </a:solidFill>
                <a:latin typeface="Calibri"/>
                <a:cs typeface="Calibri"/>
              </a:rPr>
              <a:t>only</a:t>
            </a:r>
            <a:r>
              <a:rPr sz="2200" spc="-15" dirty="0">
                <a:solidFill>
                  <a:srgbClr val="3F3F3F"/>
                </a:solidFill>
                <a:latin typeface="Calibri"/>
                <a:cs typeface="Calibri"/>
              </a:rPr>
              <a:t> </a:t>
            </a:r>
            <a:r>
              <a:rPr sz="2200" spc="-5" dirty="0">
                <a:solidFill>
                  <a:srgbClr val="3F3F3F"/>
                </a:solidFill>
                <a:latin typeface="Calibri"/>
                <a:cs typeface="Calibri"/>
              </a:rPr>
              <a:t>one LSDB</a:t>
            </a:r>
            <a:r>
              <a:rPr sz="2200" spc="5" dirty="0">
                <a:solidFill>
                  <a:srgbClr val="3F3F3F"/>
                </a:solidFill>
                <a:latin typeface="Calibri"/>
                <a:cs typeface="Calibri"/>
              </a:rPr>
              <a:t> </a:t>
            </a:r>
            <a:r>
              <a:rPr sz="2200" spc="-20" dirty="0">
                <a:solidFill>
                  <a:srgbClr val="3F3F3F"/>
                </a:solidFill>
                <a:latin typeface="Calibri"/>
                <a:cs typeface="Calibri"/>
              </a:rPr>
              <a:t>for</a:t>
            </a:r>
            <a:r>
              <a:rPr sz="2200" spc="-10" dirty="0">
                <a:solidFill>
                  <a:srgbClr val="3F3F3F"/>
                </a:solidFill>
                <a:latin typeface="Calibri"/>
                <a:cs typeface="Calibri"/>
              </a:rPr>
              <a:t> the</a:t>
            </a:r>
            <a:r>
              <a:rPr sz="2200" spc="5" dirty="0">
                <a:solidFill>
                  <a:srgbClr val="3F3F3F"/>
                </a:solidFill>
                <a:latin typeface="Calibri"/>
                <a:cs typeface="Calibri"/>
              </a:rPr>
              <a:t> </a:t>
            </a:r>
            <a:r>
              <a:rPr sz="2200" spc="-5" dirty="0">
                <a:solidFill>
                  <a:srgbClr val="3F3F3F"/>
                </a:solidFill>
                <a:latin typeface="Calibri"/>
                <a:cs typeface="Calibri"/>
              </a:rPr>
              <a:t>whole </a:t>
            </a:r>
            <a:r>
              <a:rPr sz="2200" spc="-15" dirty="0">
                <a:solidFill>
                  <a:srgbClr val="3F3F3F"/>
                </a:solidFill>
                <a:latin typeface="Calibri"/>
                <a:cs typeface="Calibri"/>
              </a:rPr>
              <a:t>internet;</a:t>
            </a:r>
            <a:endParaRPr sz="2200">
              <a:latin typeface="Calibri"/>
              <a:cs typeface="Calibri"/>
            </a:endParaRPr>
          </a:p>
          <a:p>
            <a:pPr marL="419100" marR="226695" lvl="1" indent="-182880">
              <a:lnSpc>
                <a:spcPct val="70000"/>
              </a:lnSpc>
              <a:spcBef>
                <a:spcPts val="695"/>
              </a:spcBef>
              <a:buClr>
                <a:srgbClr val="1CACE4"/>
              </a:buClr>
              <a:buChar char="◦"/>
              <a:tabLst>
                <a:tab pos="419734" algn="l"/>
              </a:tabLst>
            </a:pPr>
            <a:r>
              <a:rPr sz="2200" spc="-10" dirty="0">
                <a:solidFill>
                  <a:srgbClr val="3F3F3F"/>
                </a:solidFill>
                <a:latin typeface="Calibri"/>
                <a:cs typeface="Calibri"/>
              </a:rPr>
              <a:t>each</a:t>
            </a:r>
            <a:r>
              <a:rPr sz="2200" spc="-5" dirty="0">
                <a:solidFill>
                  <a:srgbClr val="3F3F3F"/>
                </a:solidFill>
                <a:latin typeface="Calibri"/>
                <a:cs typeface="Calibri"/>
              </a:rPr>
              <a:t> node</a:t>
            </a:r>
            <a:r>
              <a:rPr sz="2200" spc="5" dirty="0">
                <a:solidFill>
                  <a:srgbClr val="3F3F3F"/>
                </a:solidFill>
                <a:latin typeface="Calibri"/>
                <a:cs typeface="Calibri"/>
              </a:rPr>
              <a:t> </a:t>
            </a:r>
            <a:r>
              <a:rPr sz="2200" spc="-10" dirty="0">
                <a:solidFill>
                  <a:srgbClr val="3F3F3F"/>
                </a:solidFill>
                <a:latin typeface="Calibri"/>
                <a:cs typeface="Calibri"/>
              </a:rPr>
              <a:t>needs</a:t>
            </a:r>
            <a:r>
              <a:rPr sz="2200" spc="15" dirty="0">
                <a:solidFill>
                  <a:srgbClr val="3F3F3F"/>
                </a:solidFill>
                <a:latin typeface="Calibri"/>
                <a:cs typeface="Calibri"/>
              </a:rPr>
              <a:t> </a:t>
            </a:r>
            <a:r>
              <a:rPr sz="2200" spc="-20" dirty="0">
                <a:solidFill>
                  <a:srgbClr val="3F3F3F"/>
                </a:solidFill>
                <a:latin typeface="Calibri"/>
                <a:cs typeface="Calibri"/>
              </a:rPr>
              <a:t>to</a:t>
            </a:r>
            <a:r>
              <a:rPr sz="2200" spc="5" dirty="0">
                <a:solidFill>
                  <a:srgbClr val="3F3F3F"/>
                </a:solidFill>
                <a:latin typeface="Calibri"/>
                <a:cs typeface="Calibri"/>
              </a:rPr>
              <a:t> </a:t>
            </a:r>
            <a:r>
              <a:rPr sz="2200" spc="-20" dirty="0">
                <a:solidFill>
                  <a:srgbClr val="3F3F3F"/>
                </a:solidFill>
                <a:latin typeface="Calibri"/>
                <a:cs typeface="Calibri"/>
              </a:rPr>
              <a:t>have</a:t>
            </a:r>
            <a:r>
              <a:rPr sz="2200" spc="15" dirty="0">
                <a:solidFill>
                  <a:srgbClr val="3F3F3F"/>
                </a:solidFill>
                <a:latin typeface="Calibri"/>
                <a:cs typeface="Calibri"/>
              </a:rPr>
              <a:t> </a:t>
            </a:r>
            <a:r>
              <a:rPr sz="2200" spc="-5" dirty="0">
                <a:solidFill>
                  <a:srgbClr val="3F3F3F"/>
                </a:solidFill>
                <a:latin typeface="Calibri"/>
                <a:cs typeface="Calibri"/>
              </a:rPr>
              <a:t>a</a:t>
            </a:r>
            <a:r>
              <a:rPr sz="2200" dirty="0">
                <a:solidFill>
                  <a:srgbClr val="3F3F3F"/>
                </a:solidFill>
                <a:latin typeface="Calibri"/>
                <a:cs typeface="Calibri"/>
              </a:rPr>
              <a:t> </a:t>
            </a:r>
            <a:r>
              <a:rPr sz="2200" spc="-15" dirty="0">
                <a:solidFill>
                  <a:srgbClr val="3F3F3F"/>
                </a:solidFill>
                <a:latin typeface="Calibri"/>
                <a:cs typeface="Calibri"/>
              </a:rPr>
              <a:t>duplicate</a:t>
            </a:r>
            <a:r>
              <a:rPr sz="2200" dirty="0">
                <a:solidFill>
                  <a:srgbClr val="3F3F3F"/>
                </a:solidFill>
                <a:latin typeface="Calibri"/>
                <a:cs typeface="Calibri"/>
              </a:rPr>
              <a:t> </a:t>
            </a:r>
            <a:r>
              <a:rPr sz="2200" spc="-5" dirty="0">
                <a:solidFill>
                  <a:srgbClr val="3F3F3F"/>
                </a:solidFill>
                <a:latin typeface="Calibri"/>
                <a:cs typeface="Calibri"/>
              </a:rPr>
              <a:t>of it</a:t>
            </a:r>
            <a:r>
              <a:rPr sz="2200" spc="5" dirty="0">
                <a:solidFill>
                  <a:srgbClr val="3F3F3F"/>
                </a:solidFill>
                <a:latin typeface="Calibri"/>
                <a:cs typeface="Calibri"/>
              </a:rPr>
              <a:t> </a:t>
            </a:r>
            <a:r>
              <a:rPr sz="2200" spc="-20" dirty="0">
                <a:solidFill>
                  <a:srgbClr val="3F3F3F"/>
                </a:solidFill>
                <a:latin typeface="Calibri"/>
                <a:cs typeface="Calibri"/>
              </a:rPr>
              <a:t>to</a:t>
            </a:r>
            <a:r>
              <a:rPr sz="2200" spc="5" dirty="0">
                <a:solidFill>
                  <a:srgbClr val="3F3F3F"/>
                </a:solidFill>
                <a:latin typeface="Calibri"/>
                <a:cs typeface="Calibri"/>
              </a:rPr>
              <a:t> </a:t>
            </a:r>
            <a:r>
              <a:rPr sz="2200" spc="-5" dirty="0">
                <a:solidFill>
                  <a:srgbClr val="3F3F3F"/>
                </a:solidFill>
                <a:latin typeface="Calibri"/>
                <a:cs typeface="Calibri"/>
              </a:rPr>
              <a:t>be</a:t>
            </a:r>
            <a:r>
              <a:rPr sz="2200" spc="15" dirty="0">
                <a:solidFill>
                  <a:srgbClr val="3F3F3F"/>
                </a:solidFill>
                <a:latin typeface="Calibri"/>
                <a:cs typeface="Calibri"/>
              </a:rPr>
              <a:t> </a:t>
            </a:r>
            <a:r>
              <a:rPr sz="2200" spc="-5" dirty="0">
                <a:solidFill>
                  <a:srgbClr val="3F3F3F"/>
                </a:solidFill>
                <a:latin typeface="Calibri"/>
                <a:cs typeface="Calibri"/>
              </a:rPr>
              <a:t>able </a:t>
            </a:r>
            <a:r>
              <a:rPr sz="2200" spc="-20" dirty="0">
                <a:solidFill>
                  <a:srgbClr val="3F3F3F"/>
                </a:solidFill>
                <a:latin typeface="Calibri"/>
                <a:cs typeface="Calibri"/>
              </a:rPr>
              <a:t>to</a:t>
            </a:r>
            <a:r>
              <a:rPr sz="2200" spc="5" dirty="0">
                <a:solidFill>
                  <a:srgbClr val="3F3F3F"/>
                </a:solidFill>
                <a:latin typeface="Calibri"/>
                <a:cs typeface="Calibri"/>
              </a:rPr>
              <a:t> </a:t>
            </a:r>
            <a:r>
              <a:rPr sz="2200" spc="-20" dirty="0">
                <a:solidFill>
                  <a:srgbClr val="3F3F3F"/>
                </a:solidFill>
                <a:latin typeface="Calibri"/>
                <a:cs typeface="Calibri"/>
              </a:rPr>
              <a:t>create</a:t>
            </a:r>
            <a:r>
              <a:rPr sz="2200" spc="15" dirty="0">
                <a:solidFill>
                  <a:srgbClr val="3F3F3F"/>
                </a:solidFill>
                <a:latin typeface="Calibri"/>
                <a:cs typeface="Calibri"/>
              </a:rPr>
              <a:t> </a:t>
            </a:r>
            <a:r>
              <a:rPr sz="2200" spc="-10" dirty="0">
                <a:solidFill>
                  <a:srgbClr val="3F3F3F"/>
                </a:solidFill>
                <a:latin typeface="Calibri"/>
                <a:cs typeface="Calibri"/>
              </a:rPr>
              <a:t>the</a:t>
            </a:r>
            <a:r>
              <a:rPr sz="2200" spc="5" dirty="0">
                <a:solidFill>
                  <a:srgbClr val="3F3F3F"/>
                </a:solidFill>
                <a:latin typeface="Calibri"/>
                <a:cs typeface="Calibri"/>
              </a:rPr>
              <a:t> </a:t>
            </a:r>
            <a:r>
              <a:rPr sz="2200" spc="-5" dirty="0">
                <a:solidFill>
                  <a:srgbClr val="3F3F3F"/>
                </a:solidFill>
                <a:latin typeface="Calibri"/>
                <a:cs typeface="Calibri"/>
              </a:rPr>
              <a:t>least- </a:t>
            </a:r>
            <a:r>
              <a:rPr sz="2200" spc="-484" dirty="0">
                <a:solidFill>
                  <a:srgbClr val="3F3F3F"/>
                </a:solidFill>
                <a:latin typeface="Calibri"/>
                <a:cs typeface="Calibri"/>
              </a:rPr>
              <a:t> </a:t>
            </a:r>
            <a:r>
              <a:rPr sz="2200" spc="-20" dirty="0">
                <a:solidFill>
                  <a:srgbClr val="3F3F3F"/>
                </a:solidFill>
                <a:latin typeface="Calibri"/>
                <a:cs typeface="Calibri"/>
              </a:rPr>
              <a:t>cost</a:t>
            </a:r>
            <a:r>
              <a:rPr sz="2200" spc="-15" dirty="0">
                <a:solidFill>
                  <a:srgbClr val="3F3F3F"/>
                </a:solidFill>
                <a:latin typeface="Calibri"/>
                <a:cs typeface="Calibri"/>
              </a:rPr>
              <a:t> tree</a:t>
            </a:r>
            <a:endParaRPr sz="2200">
              <a:latin typeface="Calibri"/>
              <a:cs typeface="Calibri"/>
            </a:endParaRPr>
          </a:p>
          <a:p>
            <a:pPr marL="419100" marR="323850" lvl="1" indent="-182880">
              <a:lnSpc>
                <a:spcPct val="70000"/>
              </a:lnSpc>
              <a:spcBef>
                <a:spcPts val="600"/>
              </a:spcBef>
              <a:buClr>
                <a:srgbClr val="1CACE4"/>
              </a:buClr>
              <a:buChar char="◦"/>
              <a:tabLst>
                <a:tab pos="419734" algn="l"/>
              </a:tabLst>
            </a:pPr>
            <a:r>
              <a:rPr sz="2200" spc="-10" dirty="0">
                <a:solidFill>
                  <a:srgbClr val="3F3F3F"/>
                </a:solidFill>
                <a:latin typeface="Calibri"/>
                <a:cs typeface="Calibri"/>
              </a:rPr>
              <a:t>The</a:t>
            </a:r>
            <a:r>
              <a:rPr sz="2200" dirty="0">
                <a:solidFill>
                  <a:srgbClr val="3F3F3F"/>
                </a:solidFill>
                <a:latin typeface="Calibri"/>
                <a:cs typeface="Calibri"/>
              </a:rPr>
              <a:t> </a:t>
            </a:r>
            <a:r>
              <a:rPr sz="2200" spc="-5" dirty="0">
                <a:solidFill>
                  <a:srgbClr val="3F3F3F"/>
                </a:solidFill>
                <a:latin typeface="Calibri"/>
                <a:cs typeface="Calibri"/>
              </a:rPr>
              <a:t>LSDB</a:t>
            </a:r>
            <a:r>
              <a:rPr sz="2200" dirty="0">
                <a:solidFill>
                  <a:srgbClr val="3F3F3F"/>
                </a:solidFill>
                <a:latin typeface="Calibri"/>
                <a:cs typeface="Calibri"/>
              </a:rPr>
              <a:t> </a:t>
            </a:r>
            <a:r>
              <a:rPr sz="2200" spc="-15" dirty="0">
                <a:solidFill>
                  <a:srgbClr val="3F3F3F"/>
                </a:solidFill>
                <a:latin typeface="Calibri"/>
                <a:cs typeface="Calibri"/>
              </a:rPr>
              <a:t>can</a:t>
            </a:r>
            <a:r>
              <a:rPr sz="2200" spc="10" dirty="0">
                <a:solidFill>
                  <a:srgbClr val="3F3F3F"/>
                </a:solidFill>
                <a:latin typeface="Calibri"/>
                <a:cs typeface="Calibri"/>
              </a:rPr>
              <a:t> </a:t>
            </a:r>
            <a:r>
              <a:rPr sz="2200" spc="-5" dirty="0">
                <a:solidFill>
                  <a:srgbClr val="3F3F3F"/>
                </a:solidFill>
                <a:latin typeface="Calibri"/>
                <a:cs typeface="Calibri"/>
              </a:rPr>
              <a:t>be</a:t>
            </a:r>
            <a:r>
              <a:rPr sz="2200" spc="5" dirty="0">
                <a:solidFill>
                  <a:srgbClr val="3F3F3F"/>
                </a:solidFill>
                <a:latin typeface="Calibri"/>
                <a:cs typeface="Calibri"/>
              </a:rPr>
              <a:t> </a:t>
            </a:r>
            <a:r>
              <a:rPr sz="2200" spc="-15" dirty="0">
                <a:solidFill>
                  <a:srgbClr val="3F3F3F"/>
                </a:solidFill>
                <a:latin typeface="Calibri"/>
                <a:cs typeface="Calibri"/>
              </a:rPr>
              <a:t>represented</a:t>
            </a:r>
            <a:r>
              <a:rPr sz="2200" spc="20" dirty="0">
                <a:solidFill>
                  <a:srgbClr val="3F3F3F"/>
                </a:solidFill>
                <a:latin typeface="Calibri"/>
                <a:cs typeface="Calibri"/>
              </a:rPr>
              <a:t> </a:t>
            </a:r>
            <a:r>
              <a:rPr sz="2200" spc="-5" dirty="0">
                <a:solidFill>
                  <a:srgbClr val="3F3F3F"/>
                </a:solidFill>
                <a:latin typeface="Calibri"/>
                <a:cs typeface="Calibri"/>
              </a:rPr>
              <a:t>as</a:t>
            </a:r>
            <a:r>
              <a:rPr sz="2200" dirty="0">
                <a:solidFill>
                  <a:srgbClr val="3F3F3F"/>
                </a:solidFill>
                <a:latin typeface="Calibri"/>
                <a:cs typeface="Calibri"/>
              </a:rPr>
              <a:t> </a:t>
            </a:r>
            <a:r>
              <a:rPr sz="2200" spc="-5" dirty="0">
                <a:solidFill>
                  <a:srgbClr val="3F3F3F"/>
                </a:solidFill>
                <a:latin typeface="Calibri"/>
                <a:cs typeface="Calibri"/>
              </a:rPr>
              <a:t>a </a:t>
            </a:r>
            <a:r>
              <a:rPr sz="2200" spc="-10" dirty="0">
                <a:solidFill>
                  <a:srgbClr val="3F3F3F"/>
                </a:solidFill>
                <a:latin typeface="Calibri"/>
                <a:cs typeface="Calibri"/>
              </a:rPr>
              <a:t>two-dimensional</a:t>
            </a:r>
            <a:r>
              <a:rPr sz="2200" spc="5" dirty="0">
                <a:solidFill>
                  <a:srgbClr val="3F3F3F"/>
                </a:solidFill>
                <a:latin typeface="Calibri"/>
                <a:cs typeface="Calibri"/>
              </a:rPr>
              <a:t> </a:t>
            </a:r>
            <a:r>
              <a:rPr sz="2200" spc="-20" dirty="0">
                <a:solidFill>
                  <a:srgbClr val="3F3F3F"/>
                </a:solidFill>
                <a:latin typeface="Calibri"/>
                <a:cs typeface="Calibri"/>
              </a:rPr>
              <a:t>array </a:t>
            </a:r>
            <a:r>
              <a:rPr sz="2200" spc="-10" dirty="0">
                <a:solidFill>
                  <a:srgbClr val="3F3F3F"/>
                </a:solidFill>
                <a:latin typeface="Calibri"/>
                <a:cs typeface="Calibri"/>
              </a:rPr>
              <a:t>(matrix)</a:t>
            </a:r>
            <a:r>
              <a:rPr sz="2200" spc="20" dirty="0">
                <a:solidFill>
                  <a:srgbClr val="3F3F3F"/>
                </a:solidFill>
                <a:latin typeface="Calibri"/>
                <a:cs typeface="Calibri"/>
              </a:rPr>
              <a:t> </a:t>
            </a:r>
            <a:r>
              <a:rPr sz="2200" spc="-10" dirty="0">
                <a:solidFill>
                  <a:srgbClr val="3F3F3F"/>
                </a:solidFill>
                <a:latin typeface="Calibri"/>
                <a:cs typeface="Calibri"/>
              </a:rPr>
              <a:t>in </a:t>
            </a:r>
            <a:r>
              <a:rPr sz="2200" spc="-5" dirty="0">
                <a:solidFill>
                  <a:srgbClr val="3F3F3F"/>
                </a:solidFill>
                <a:latin typeface="Calibri"/>
                <a:cs typeface="Calibri"/>
              </a:rPr>
              <a:t> </a:t>
            </a:r>
            <a:r>
              <a:rPr sz="2200" spc="-10" dirty="0">
                <a:solidFill>
                  <a:srgbClr val="3F3F3F"/>
                </a:solidFill>
                <a:latin typeface="Calibri"/>
                <a:cs typeface="Calibri"/>
              </a:rPr>
              <a:t>which</a:t>
            </a:r>
            <a:r>
              <a:rPr sz="2200" spc="-15" dirty="0">
                <a:solidFill>
                  <a:srgbClr val="3F3F3F"/>
                </a:solidFill>
                <a:latin typeface="Calibri"/>
                <a:cs typeface="Calibri"/>
              </a:rPr>
              <a:t> </a:t>
            </a:r>
            <a:r>
              <a:rPr sz="2200" spc="-10" dirty="0">
                <a:solidFill>
                  <a:srgbClr val="3F3F3F"/>
                </a:solidFill>
                <a:latin typeface="Calibri"/>
                <a:cs typeface="Calibri"/>
              </a:rPr>
              <a:t>the</a:t>
            </a:r>
            <a:r>
              <a:rPr sz="2200" spc="20" dirty="0">
                <a:solidFill>
                  <a:srgbClr val="3F3F3F"/>
                </a:solidFill>
                <a:latin typeface="Calibri"/>
                <a:cs typeface="Calibri"/>
              </a:rPr>
              <a:t> </a:t>
            </a:r>
            <a:r>
              <a:rPr sz="2200" spc="-15" dirty="0">
                <a:solidFill>
                  <a:srgbClr val="3F3F3F"/>
                </a:solidFill>
                <a:latin typeface="Calibri"/>
                <a:cs typeface="Calibri"/>
              </a:rPr>
              <a:t>value</a:t>
            </a:r>
            <a:r>
              <a:rPr sz="2200" spc="-5" dirty="0">
                <a:solidFill>
                  <a:srgbClr val="3F3F3F"/>
                </a:solidFill>
                <a:latin typeface="Calibri"/>
                <a:cs typeface="Calibri"/>
              </a:rPr>
              <a:t> of</a:t>
            </a:r>
            <a:r>
              <a:rPr sz="2200" spc="30" dirty="0">
                <a:solidFill>
                  <a:srgbClr val="3F3F3F"/>
                </a:solidFill>
                <a:latin typeface="Calibri"/>
                <a:cs typeface="Calibri"/>
              </a:rPr>
              <a:t> </a:t>
            </a:r>
            <a:r>
              <a:rPr sz="2200" spc="-10" dirty="0">
                <a:solidFill>
                  <a:srgbClr val="3F3F3F"/>
                </a:solidFill>
                <a:latin typeface="Calibri"/>
                <a:cs typeface="Calibri"/>
              </a:rPr>
              <a:t>each</a:t>
            </a:r>
            <a:r>
              <a:rPr sz="2200" spc="-5" dirty="0">
                <a:solidFill>
                  <a:srgbClr val="3F3F3F"/>
                </a:solidFill>
                <a:latin typeface="Calibri"/>
                <a:cs typeface="Calibri"/>
              </a:rPr>
              <a:t> </a:t>
            </a:r>
            <a:r>
              <a:rPr sz="2200" spc="-10" dirty="0">
                <a:solidFill>
                  <a:srgbClr val="3F3F3F"/>
                </a:solidFill>
                <a:latin typeface="Calibri"/>
                <a:cs typeface="Calibri"/>
              </a:rPr>
              <a:t>cell</a:t>
            </a:r>
            <a:r>
              <a:rPr sz="2200" spc="25" dirty="0">
                <a:solidFill>
                  <a:srgbClr val="3F3F3F"/>
                </a:solidFill>
                <a:latin typeface="Calibri"/>
                <a:cs typeface="Calibri"/>
              </a:rPr>
              <a:t> </a:t>
            </a:r>
            <a:r>
              <a:rPr sz="2200" spc="-10" dirty="0">
                <a:solidFill>
                  <a:srgbClr val="3F3F3F"/>
                </a:solidFill>
                <a:latin typeface="Calibri"/>
                <a:cs typeface="Calibri"/>
              </a:rPr>
              <a:t>defines</a:t>
            </a:r>
            <a:r>
              <a:rPr sz="2200" spc="25" dirty="0">
                <a:solidFill>
                  <a:srgbClr val="3F3F3F"/>
                </a:solidFill>
                <a:latin typeface="Calibri"/>
                <a:cs typeface="Calibri"/>
              </a:rPr>
              <a:t> </a:t>
            </a:r>
            <a:r>
              <a:rPr sz="2200" spc="-10" dirty="0">
                <a:solidFill>
                  <a:srgbClr val="3F3F3F"/>
                </a:solidFill>
                <a:latin typeface="Calibri"/>
                <a:cs typeface="Calibri"/>
              </a:rPr>
              <a:t>the</a:t>
            </a:r>
            <a:r>
              <a:rPr sz="2200" spc="20" dirty="0">
                <a:solidFill>
                  <a:srgbClr val="3F3F3F"/>
                </a:solidFill>
                <a:latin typeface="Calibri"/>
                <a:cs typeface="Calibri"/>
              </a:rPr>
              <a:t> </a:t>
            </a:r>
            <a:r>
              <a:rPr sz="2200" spc="-20" dirty="0">
                <a:solidFill>
                  <a:srgbClr val="3F3F3F"/>
                </a:solidFill>
                <a:latin typeface="Calibri"/>
                <a:cs typeface="Calibri"/>
              </a:rPr>
              <a:t>cost</a:t>
            </a:r>
            <a:r>
              <a:rPr sz="2200" spc="10" dirty="0">
                <a:solidFill>
                  <a:srgbClr val="3F3F3F"/>
                </a:solidFill>
                <a:latin typeface="Calibri"/>
                <a:cs typeface="Calibri"/>
              </a:rPr>
              <a:t> </a:t>
            </a:r>
            <a:r>
              <a:rPr sz="2200" spc="-5" dirty="0">
                <a:solidFill>
                  <a:srgbClr val="3F3F3F"/>
                </a:solidFill>
                <a:latin typeface="Calibri"/>
                <a:cs typeface="Calibri"/>
              </a:rPr>
              <a:t>of</a:t>
            </a:r>
            <a:r>
              <a:rPr sz="2200" spc="5" dirty="0">
                <a:solidFill>
                  <a:srgbClr val="3F3F3F"/>
                </a:solidFill>
                <a:latin typeface="Calibri"/>
                <a:cs typeface="Calibri"/>
              </a:rPr>
              <a:t> </a:t>
            </a:r>
            <a:r>
              <a:rPr sz="2200" spc="-10" dirty="0">
                <a:solidFill>
                  <a:srgbClr val="3F3F3F"/>
                </a:solidFill>
                <a:latin typeface="Calibri"/>
                <a:cs typeface="Calibri"/>
              </a:rPr>
              <a:t>the</a:t>
            </a:r>
            <a:r>
              <a:rPr sz="2200" spc="10" dirty="0">
                <a:solidFill>
                  <a:srgbClr val="3F3F3F"/>
                </a:solidFill>
                <a:latin typeface="Calibri"/>
                <a:cs typeface="Calibri"/>
              </a:rPr>
              <a:t> </a:t>
            </a:r>
            <a:r>
              <a:rPr sz="2200" spc="-10" dirty="0">
                <a:solidFill>
                  <a:srgbClr val="3F3F3F"/>
                </a:solidFill>
                <a:latin typeface="Calibri"/>
                <a:cs typeface="Calibri"/>
              </a:rPr>
              <a:t>corresponding</a:t>
            </a:r>
            <a:r>
              <a:rPr sz="2200" spc="-5" dirty="0">
                <a:solidFill>
                  <a:srgbClr val="3F3F3F"/>
                </a:solidFill>
                <a:latin typeface="Calibri"/>
                <a:cs typeface="Calibri"/>
              </a:rPr>
              <a:t> </a:t>
            </a:r>
            <a:r>
              <a:rPr sz="2200" spc="-10" dirty="0">
                <a:solidFill>
                  <a:srgbClr val="3F3F3F"/>
                </a:solidFill>
                <a:latin typeface="Calibri"/>
                <a:cs typeface="Calibri"/>
              </a:rPr>
              <a:t>link.</a:t>
            </a:r>
            <a:endParaRPr sz="2200">
              <a:latin typeface="Calibri"/>
              <a:cs typeface="Calibri"/>
            </a:endParaRPr>
          </a:p>
        </p:txBody>
      </p:sp>
      <p:grpSp>
        <p:nvGrpSpPr>
          <p:cNvPr id="9" name="object 9"/>
          <p:cNvGrpSpPr/>
          <p:nvPr/>
        </p:nvGrpSpPr>
        <p:grpSpPr>
          <a:xfrm>
            <a:off x="2286000" y="4571999"/>
            <a:ext cx="6019800" cy="2144395"/>
            <a:chOff x="2286000" y="4571999"/>
            <a:chExt cx="6019800" cy="2144395"/>
          </a:xfrm>
        </p:grpSpPr>
        <p:pic>
          <p:nvPicPr>
            <p:cNvPr id="10" name="object 10"/>
            <p:cNvPicPr/>
            <p:nvPr/>
          </p:nvPicPr>
          <p:blipFill>
            <a:blip r:embed="rId2" cstate="print"/>
            <a:stretch>
              <a:fillRect/>
            </a:stretch>
          </p:blipFill>
          <p:spPr>
            <a:xfrm>
              <a:off x="2286000" y="5029200"/>
              <a:ext cx="2996183" cy="1447800"/>
            </a:xfrm>
            <a:prstGeom prst="rect">
              <a:avLst/>
            </a:prstGeom>
          </p:spPr>
        </p:pic>
        <p:pic>
          <p:nvPicPr>
            <p:cNvPr id="11" name="object 11"/>
            <p:cNvPicPr/>
            <p:nvPr/>
          </p:nvPicPr>
          <p:blipFill>
            <a:blip r:embed="rId3" cstate="print"/>
            <a:stretch>
              <a:fillRect/>
            </a:stretch>
          </p:blipFill>
          <p:spPr>
            <a:xfrm>
              <a:off x="5829300" y="4571999"/>
              <a:ext cx="2476500" cy="2144267"/>
            </a:xfrm>
            <a:prstGeom prst="rect">
              <a:avLst/>
            </a:prstGeom>
          </p:spPr>
        </p:pic>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69</a:t>
            </a:fld>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46550" cy="756920"/>
          </a:xfrm>
          <a:prstGeom prst="rect">
            <a:avLst/>
          </a:prstGeom>
        </p:spPr>
        <p:txBody>
          <a:bodyPr vert="horz" wrap="square" lIns="0" tIns="12700" rIns="0" bIns="0" rtlCol="0">
            <a:spAutoFit/>
          </a:bodyPr>
          <a:lstStyle/>
          <a:p>
            <a:pPr marL="12700">
              <a:lnSpc>
                <a:spcPct val="100000"/>
              </a:lnSpc>
              <a:spcBef>
                <a:spcPts val="100"/>
              </a:spcBef>
            </a:pPr>
            <a:r>
              <a:rPr sz="4800" i="0" spc="-40" dirty="0">
                <a:latin typeface="Arial"/>
                <a:cs typeface="Arial"/>
              </a:rPr>
              <a:t>LSDB</a:t>
            </a:r>
            <a:r>
              <a:rPr sz="4800" i="0" spc="-180" dirty="0">
                <a:latin typeface="Arial"/>
                <a:cs typeface="Arial"/>
              </a:rPr>
              <a:t> </a:t>
            </a:r>
            <a:r>
              <a:rPr sz="4800" i="0" spc="-50" dirty="0">
                <a:latin typeface="Arial"/>
                <a:cs typeface="Arial"/>
              </a:rPr>
              <a:t>creation</a:t>
            </a:r>
            <a:endParaRPr sz="4800">
              <a:latin typeface="Arial"/>
              <a:cs typeface="Arial"/>
            </a:endParaRPr>
          </a:p>
        </p:txBody>
      </p:sp>
      <p:grpSp>
        <p:nvGrpSpPr>
          <p:cNvPr id="3" name="object 3"/>
          <p:cNvGrpSpPr/>
          <p:nvPr/>
        </p:nvGrpSpPr>
        <p:grpSpPr>
          <a:xfrm>
            <a:off x="457200" y="6792467"/>
            <a:ext cx="9142730" cy="521334"/>
            <a:chOff x="457200" y="6792467"/>
            <a:chExt cx="9142730" cy="521334"/>
          </a:xfrm>
        </p:grpSpPr>
        <p:sp>
          <p:nvSpPr>
            <p:cNvPr id="4" name="object 4"/>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5" name="object 5"/>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4419600" y="4038600"/>
            <a:ext cx="4989576" cy="2648711"/>
          </a:xfrm>
          <a:prstGeom prst="rect">
            <a:avLst/>
          </a:prstGeom>
        </p:spPr>
      </p:pic>
      <p:sp>
        <p:nvSpPr>
          <p:cNvPr id="7" name="object 7"/>
          <p:cNvSpPr txBox="1"/>
          <p:nvPr/>
        </p:nvSpPr>
        <p:spPr>
          <a:xfrm>
            <a:off x="542036" y="1713439"/>
            <a:ext cx="8656955" cy="5031105"/>
          </a:xfrm>
          <a:prstGeom prst="rect">
            <a:avLst/>
          </a:prstGeom>
        </p:spPr>
        <p:txBody>
          <a:bodyPr vert="horz" wrap="square" lIns="0" tIns="132080" rIns="0" bIns="0" rtlCol="0">
            <a:spAutoFit/>
          </a:bodyPr>
          <a:lstStyle/>
          <a:p>
            <a:pPr marL="344805" marR="5080" indent="-177165" algn="just">
              <a:lnSpc>
                <a:spcPct val="70000"/>
              </a:lnSpc>
              <a:spcBef>
                <a:spcPts val="1040"/>
              </a:spcBef>
            </a:pPr>
            <a:r>
              <a:rPr sz="2600" spc="-10" dirty="0">
                <a:solidFill>
                  <a:srgbClr val="3F3F3F"/>
                </a:solidFill>
                <a:latin typeface="Calibri"/>
                <a:cs typeface="Calibri"/>
              </a:rPr>
              <a:t>“How</a:t>
            </a:r>
            <a:r>
              <a:rPr sz="2600" dirty="0">
                <a:solidFill>
                  <a:srgbClr val="3F3F3F"/>
                </a:solidFill>
                <a:latin typeface="Calibri"/>
                <a:cs typeface="Calibri"/>
              </a:rPr>
              <a:t> </a:t>
            </a:r>
            <a:r>
              <a:rPr sz="2600" spc="-10" dirty="0">
                <a:solidFill>
                  <a:srgbClr val="3F3F3F"/>
                </a:solidFill>
                <a:latin typeface="Calibri"/>
                <a:cs typeface="Calibri"/>
              </a:rPr>
              <a:t>can</a:t>
            </a:r>
            <a:r>
              <a:rPr sz="2600" spc="-5" dirty="0">
                <a:solidFill>
                  <a:srgbClr val="3F3F3F"/>
                </a:solidFill>
                <a:latin typeface="Calibri"/>
                <a:cs typeface="Calibri"/>
              </a:rPr>
              <a:t> each node</a:t>
            </a:r>
            <a:r>
              <a:rPr sz="2600" spc="-10" dirty="0">
                <a:solidFill>
                  <a:srgbClr val="3F3F3F"/>
                </a:solidFill>
                <a:latin typeface="Calibri"/>
                <a:cs typeface="Calibri"/>
              </a:rPr>
              <a:t> </a:t>
            </a:r>
            <a:r>
              <a:rPr sz="2600" spc="-15" dirty="0">
                <a:solidFill>
                  <a:srgbClr val="3F3F3F"/>
                </a:solidFill>
                <a:latin typeface="Calibri"/>
                <a:cs typeface="Calibri"/>
              </a:rPr>
              <a:t>create</a:t>
            </a:r>
            <a:r>
              <a:rPr sz="2600" spc="-25" dirty="0">
                <a:solidFill>
                  <a:srgbClr val="3F3F3F"/>
                </a:solidFill>
                <a:latin typeface="Calibri"/>
                <a:cs typeface="Calibri"/>
              </a:rPr>
              <a:t> </a:t>
            </a:r>
            <a:r>
              <a:rPr sz="2600" spc="-5" dirty="0">
                <a:solidFill>
                  <a:srgbClr val="3F3F3F"/>
                </a:solidFill>
                <a:latin typeface="Calibri"/>
                <a:cs typeface="Calibri"/>
              </a:rPr>
              <a:t>this </a:t>
            </a:r>
            <a:r>
              <a:rPr sz="2600" dirty="0">
                <a:solidFill>
                  <a:srgbClr val="3F3F3F"/>
                </a:solidFill>
                <a:latin typeface="Calibri"/>
                <a:cs typeface="Calibri"/>
              </a:rPr>
              <a:t>LSDB</a:t>
            </a:r>
            <a:r>
              <a:rPr sz="2600" spc="25" dirty="0">
                <a:solidFill>
                  <a:srgbClr val="3F3F3F"/>
                </a:solidFill>
                <a:latin typeface="Calibri"/>
                <a:cs typeface="Calibri"/>
              </a:rPr>
              <a:t> </a:t>
            </a:r>
            <a:r>
              <a:rPr sz="2600" spc="-10" dirty="0">
                <a:solidFill>
                  <a:srgbClr val="3F3F3F"/>
                </a:solidFill>
                <a:latin typeface="Calibri"/>
                <a:cs typeface="Calibri"/>
              </a:rPr>
              <a:t>that</a:t>
            </a:r>
            <a:r>
              <a:rPr sz="2600" dirty="0">
                <a:solidFill>
                  <a:srgbClr val="3F3F3F"/>
                </a:solidFill>
                <a:latin typeface="Calibri"/>
                <a:cs typeface="Calibri"/>
              </a:rPr>
              <a:t> </a:t>
            </a:r>
            <a:r>
              <a:rPr sz="2600" spc="-10" dirty="0">
                <a:solidFill>
                  <a:srgbClr val="3F3F3F"/>
                </a:solidFill>
                <a:latin typeface="Calibri"/>
                <a:cs typeface="Calibri"/>
              </a:rPr>
              <a:t>contains</a:t>
            </a:r>
            <a:r>
              <a:rPr sz="2600" dirty="0">
                <a:solidFill>
                  <a:srgbClr val="3F3F3F"/>
                </a:solidFill>
                <a:latin typeface="Calibri"/>
                <a:cs typeface="Calibri"/>
              </a:rPr>
              <a:t> </a:t>
            </a:r>
            <a:r>
              <a:rPr sz="2600" spc="-15" dirty="0">
                <a:solidFill>
                  <a:srgbClr val="3F3F3F"/>
                </a:solidFill>
                <a:latin typeface="Calibri"/>
                <a:cs typeface="Calibri"/>
              </a:rPr>
              <a:t>information </a:t>
            </a:r>
            <a:r>
              <a:rPr sz="2600" spc="-570" dirty="0">
                <a:solidFill>
                  <a:srgbClr val="3F3F3F"/>
                </a:solidFill>
                <a:latin typeface="Calibri"/>
                <a:cs typeface="Calibri"/>
              </a:rPr>
              <a:t> </a:t>
            </a:r>
            <a:r>
              <a:rPr sz="2600" spc="-5" dirty="0">
                <a:solidFill>
                  <a:srgbClr val="3F3F3F"/>
                </a:solidFill>
                <a:latin typeface="Calibri"/>
                <a:cs typeface="Calibri"/>
              </a:rPr>
              <a:t>about</a:t>
            </a:r>
            <a:r>
              <a:rPr sz="2600" spc="-15" dirty="0">
                <a:solidFill>
                  <a:srgbClr val="3F3F3F"/>
                </a:solidFill>
                <a:latin typeface="Calibri"/>
                <a:cs typeface="Calibri"/>
              </a:rPr>
              <a:t> </a:t>
            </a:r>
            <a:r>
              <a:rPr sz="2600" dirty="0">
                <a:solidFill>
                  <a:srgbClr val="3F3F3F"/>
                </a:solidFill>
                <a:latin typeface="Calibri"/>
                <a:cs typeface="Calibri"/>
              </a:rPr>
              <a:t>the</a:t>
            </a:r>
            <a:r>
              <a:rPr sz="2600" spc="-25" dirty="0">
                <a:solidFill>
                  <a:srgbClr val="3F3F3F"/>
                </a:solidFill>
                <a:latin typeface="Calibri"/>
                <a:cs typeface="Calibri"/>
              </a:rPr>
              <a:t> </a:t>
            </a:r>
            <a:r>
              <a:rPr sz="2600" spc="-5" dirty="0">
                <a:solidFill>
                  <a:srgbClr val="3F3F3F"/>
                </a:solidFill>
                <a:latin typeface="Calibri"/>
                <a:cs typeface="Calibri"/>
              </a:rPr>
              <a:t>whole </a:t>
            </a:r>
            <a:r>
              <a:rPr sz="2600" dirty="0">
                <a:solidFill>
                  <a:srgbClr val="3F3F3F"/>
                </a:solidFill>
                <a:latin typeface="Calibri"/>
                <a:cs typeface="Calibri"/>
              </a:rPr>
              <a:t>internet?”</a:t>
            </a:r>
            <a:endParaRPr sz="2600" dirty="0">
              <a:latin typeface="Calibri"/>
              <a:cs typeface="Calibri"/>
            </a:endParaRPr>
          </a:p>
          <a:p>
            <a:pPr marL="344805" indent="-177165" algn="just">
              <a:lnSpc>
                <a:spcPct val="100000"/>
              </a:lnSpc>
              <a:spcBef>
                <a:spcPts val="455"/>
              </a:spcBef>
              <a:buClr>
                <a:srgbClr val="1CACE4"/>
              </a:buClr>
              <a:buFont typeface="Arial MT"/>
              <a:buChar char="•"/>
              <a:tabLst>
                <a:tab pos="345440" algn="l"/>
              </a:tabLst>
            </a:pPr>
            <a:r>
              <a:rPr sz="2600" spc="-5" dirty="0">
                <a:solidFill>
                  <a:srgbClr val="3F3F3F"/>
                </a:solidFill>
                <a:latin typeface="Calibri"/>
                <a:cs typeface="Calibri"/>
              </a:rPr>
              <a:t>done</a:t>
            </a:r>
            <a:r>
              <a:rPr sz="2600" spc="-30" dirty="0">
                <a:solidFill>
                  <a:srgbClr val="3F3F3F"/>
                </a:solidFill>
                <a:latin typeface="Calibri"/>
                <a:cs typeface="Calibri"/>
              </a:rPr>
              <a:t> </a:t>
            </a:r>
            <a:r>
              <a:rPr sz="2600" spc="-10" dirty="0">
                <a:solidFill>
                  <a:srgbClr val="3F3F3F"/>
                </a:solidFill>
                <a:latin typeface="Calibri"/>
                <a:cs typeface="Calibri"/>
              </a:rPr>
              <a:t>by</a:t>
            </a:r>
            <a:r>
              <a:rPr sz="2600" spc="-20" dirty="0">
                <a:solidFill>
                  <a:srgbClr val="3F3F3F"/>
                </a:solidFill>
                <a:latin typeface="Calibri"/>
                <a:cs typeface="Calibri"/>
              </a:rPr>
              <a:t> </a:t>
            </a:r>
            <a:r>
              <a:rPr sz="2600" dirty="0">
                <a:solidFill>
                  <a:srgbClr val="3F3F3F"/>
                </a:solidFill>
                <a:latin typeface="Calibri"/>
                <a:cs typeface="Calibri"/>
              </a:rPr>
              <a:t>a </a:t>
            </a:r>
            <a:r>
              <a:rPr sz="2600" spc="-10" dirty="0">
                <a:solidFill>
                  <a:srgbClr val="3F3F3F"/>
                </a:solidFill>
                <a:latin typeface="Calibri"/>
                <a:cs typeface="Calibri"/>
              </a:rPr>
              <a:t>process</a:t>
            </a:r>
            <a:r>
              <a:rPr sz="2600" spc="-25" dirty="0">
                <a:solidFill>
                  <a:srgbClr val="3F3F3F"/>
                </a:solidFill>
                <a:latin typeface="Calibri"/>
                <a:cs typeface="Calibri"/>
              </a:rPr>
              <a:t> </a:t>
            </a:r>
            <a:r>
              <a:rPr sz="2600" spc="-5" dirty="0">
                <a:solidFill>
                  <a:srgbClr val="3F3F3F"/>
                </a:solidFill>
                <a:latin typeface="Calibri"/>
                <a:cs typeface="Calibri"/>
              </a:rPr>
              <a:t>called</a:t>
            </a:r>
            <a:r>
              <a:rPr sz="2600" spc="-10" dirty="0">
                <a:solidFill>
                  <a:srgbClr val="3F3F3F"/>
                </a:solidFill>
                <a:latin typeface="Calibri"/>
                <a:cs typeface="Calibri"/>
              </a:rPr>
              <a:t> </a:t>
            </a:r>
            <a:r>
              <a:rPr sz="2600" spc="-5" dirty="0">
                <a:solidFill>
                  <a:srgbClr val="3F3F3F"/>
                </a:solidFill>
                <a:latin typeface="Calibri"/>
                <a:cs typeface="Calibri"/>
              </a:rPr>
              <a:t>flooding</a:t>
            </a:r>
            <a:endParaRPr sz="2600" dirty="0">
              <a:latin typeface="Calibri"/>
              <a:cs typeface="Calibri"/>
            </a:endParaRPr>
          </a:p>
          <a:p>
            <a:pPr marL="344805" marR="398780" indent="-177165" algn="just">
              <a:lnSpc>
                <a:spcPct val="70000"/>
              </a:lnSpc>
              <a:spcBef>
                <a:spcPts val="1405"/>
              </a:spcBef>
              <a:buClr>
                <a:srgbClr val="1CACE4"/>
              </a:buClr>
              <a:buFont typeface="Arial MT"/>
              <a:buChar char="•"/>
              <a:tabLst>
                <a:tab pos="345440" algn="l"/>
              </a:tabLst>
            </a:pPr>
            <a:r>
              <a:rPr sz="2600" spc="-15" dirty="0">
                <a:solidFill>
                  <a:srgbClr val="3F3F3F"/>
                </a:solidFill>
                <a:latin typeface="Calibri"/>
                <a:cs typeface="Calibri"/>
              </a:rPr>
              <a:t>Each </a:t>
            </a:r>
            <a:r>
              <a:rPr sz="2600" spc="-5" dirty="0">
                <a:solidFill>
                  <a:srgbClr val="3F3F3F"/>
                </a:solidFill>
                <a:latin typeface="Calibri"/>
                <a:cs typeface="Calibri"/>
              </a:rPr>
              <a:t>node </a:t>
            </a:r>
            <a:r>
              <a:rPr sz="2600" spc="-10" dirty="0">
                <a:solidFill>
                  <a:srgbClr val="3F3F3F"/>
                </a:solidFill>
                <a:latin typeface="Calibri"/>
                <a:cs typeface="Calibri"/>
              </a:rPr>
              <a:t>can </a:t>
            </a:r>
            <a:r>
              <a:rPr sz="2600" spc="-5" dirty="0">
                <a:solidFill>
                  <a:srgbClr val="3F3F3F"/>
                </a:solidFill>
                <a:latin typeface="Calibri"/>
                <a:cs typeface="Calibri"/>
              </a:rPr>
              <a:t>send some </a:t>
            </a:r>
            <a:r>
              <a:rPr sz="2600" spc="-10" dirty="0">
                <a:solidFill>
                  <a:srgbClr val="3F3F3F"/>
                </a:solidFill>
                <a:latin typeface="Calibri"/>
                <a:cs typeface="Calibri"/>
              </a:rPr>
              <a:t>greeting </a:t>
            </a:r>
            <a:r>
              <a:rPr sz="2600" spc="-5" dirty="0">
                <a:solidFill>
                  <a:srgbClr val="3F3F3F"/>
                </a:solidFill>
                <a:latin typeface="Calibri"/>
                <a:cs typeface="Calibri"/>
              </a:rPr>
              <a:t>messages </a:t>
            </a:r>
            <a:r>
              <a:rPr sz="2600" spc="-15" dirty="0">
                <a:solidFill>
                  <a:srgbClr val="3F3F3F"/>
                </a:solidFill>
                <a:latin typeface="Calibri"/>
                <a:cs typeface="Calibri"/>
              </a:rPr>
              <a:t>to </a:t>
            </a:r>
            <a:r>
              <a:rPr sz="2600" dirty="0">
                <a:solidFill>
                  <a:srgbClr val="3F3F3F"/>
                </a:solidFill>
                <a:latin typeface="Calibri"/>
                <a:cs typeface="Calibri"/>
              </a:rPr>
              <a:t>all </a:t>
            </a:r>
            <a:r>
              <a:rPr sz="2600" spc="-5" dirty="0">
                <a:solidFill>
                  <a:srgbClr val="3F3F3F"/>
                </a:solidFill>
                <a:latin typeface="Calibri"/>
                <a:cs typeface="Calibri"/>
              </a:rPr>
              <a:t>its </a:t>
            </a:r>
            <a:r>
              <a:rPr sz="2600" dirty="0">
                <a:solidFill>
                  <a:srgbClr val="3F3F3F"/>
                </a:solidFill>
                <a:latin typeface="Calibri"/>
                <a:cs typeface="Calibri"/>
              </a:rPr>
              <a:t> </a:t>
            </a:r>
            <a:r>
              <a:rPr sz="2600" spc="-10" dirty="0">
                <a:solidFill>
                  <a:srgbClr val="3F3F3F"/>
                </a:solidFill>
                <a:latin typeface="Calibri"/>
                <a:cs typeface="Calibri"/>
              </a:rPr>
              <a:t>immediate neighbors </a:t>
            </a:r>
            <a:r>
              <a:rPr sz="2600" spc="-5" dirty="0">
                <a:solidFill>
                  <a:srgbClr val="3F3F3F"/>
                </a:solidFill>
                <a:latin typeface="Calibri"/>
                <a:cs typeface="Calibri"/>
              </a:rPr>
              <a:t>(those nodes </a:t>
            </a:r>
            <a:r>
              <a:rPr sz="2600" spc="-15" dirty="0">
                <a:solidFill>
                  <a:srgbClr val="3F3F3F"/>
                </a:solidFill>
                <a:latin typeface="Calibri"/>
                <a:cs typeface="Calibri"/>
              </a:rPr>
              <a:t>to </a:t>
            </a:r>
            <a:r>
              <a:rPr sz="2600" spc="-5" dirty="0">
                <a:solidFill>
                  <a:srgbClr val="3F3F3F"/>
                </a:solidFill>
                <a:latin typeface="Calibri"/>
                <a:cs typeface="Calibri"/>
              </a:rPr>
              <a:t>which it is </a:t>
            </a:r>
            <a:r>
              <a:rPr sz="2600" spc="-10" dirty="0">
                <a:solidFill>
                  <a:srgbClr val="3F3F3F"/>
                </a:solidFill>
                <a:latin typeface="Calibri"/>
                <a:cs typeface="Calibri"/>
              </a:rPr>
              <a:t>connected </a:t>
            </a:r>
            <a:r>
              <a:rPr sz="2600" spc="-575" dirty="0">
                <a:solidFill>
                  <a:srgbClr val="3F3F3F"/>
                </a:solidFill>
                <a:latin typeface="Calibri"/>
                <a:cs typeface="Calibri"/>
              </a:rPr>
              <a:t> </a:t>
            </a:r>
            <a:r>
              <a:rPr sz="2600" spc="-10" dirty="0">
                <a:solidFill>
                  <a:srgbClr val="3F3F3F"/>
                </a:solidFill>
                <a:latin typeface="Calibri"/>
                <a:cs typeface="Calibri"/>
              </a:rPr>
              <a:t>directly)</a:t>
            </a:r>
            <a:r>
              <a:rPr sz="2600" spc="-20" dirty="0">
                <a:solidFill>
                  <a:srgbClr val="3F3F3F"/>
                </a:solidFill>
                <a:latin typeface="Calibri"/>
                <a:cs typeface="Calibri"/>
              </a:rPr>
              <a:t> </a:t>
            </a:r>
            <a:r>
              <a:rPr sz="2600" spc="-15" dirty="0">
                <a:solidFill>
                  <a:srgbClr val="3F3F3F"/>
                </a:solidFill>
                <a:latin typeface="Calibri"/>
                <a:cs typeface="Calibri"/>
              </a:rPr>
              <a:t>to</a:t>
            </a:r>
            <a:r>
              <a:rPr sz="2600" dirty="0">
                <a:solidFill>
                  <a:srgbClr val="3F3F3F"/>
                </a:solidFill>
                <a:latin typeface="Calibri"/>
                <a:cs typeface="Calibri"/>
              </a:rPr>
              <a:t> </a:t>
            </a:r>
            <a:r>
              <a:rPr sz="2600" spc="-5" dirty="0">
                <a:solidFill>
                  <a:srgbClr val="3F3F3F"/>
                </a:solidFill>
                <a:latin typeface="Calibri"/>
                <a:cs typeface="Calibri"/>
              </a:rPr>
              <a:t>collect</a:t>
            </a:r>
            <a:r>
              <a:rPr sz="2600" spc="15" dirty="0">
                <a:solidFill>
                  <a:srgbClr val="3F3F3F"/>
                </a:solidFill>
                <a:latin typeface="Calibri"/>
                <a:cs typeface="Calibri"/>
              </a:rPr>
              <a:t> </a:t>
            </a:r>
            <a:r>
              <a:rPr sz="2600" spc="-10" dirty="0">
                <a:solidFill>
                  <a:srgbClr val="3F3F3F"/>
                </a:solidFill>
                <a:latin typeface="Calibri"/>
                <a:cs typeface="Calibri"/>
              </a:rPr>
              <a:t>two</a:t>
            </a:r>
            <a:r>
              <a:rPr sz="2600" spc="-5" dirty="0">
                <a:solidFill>
                  <a:srgbClr val="3F3F3F"/>
                </a:solidFill>
                <a:latin typeface="Calibri"/>
                <a:cs typeface="Calibri"/>
              </a:rPr>
              <a:t> pieces</a:t>
            </a:r>
            <a:r>
              <a:rPr sz="2600" spc="-25" dirty="0">
                <a:solidFill>
                  <a:srgbClr val="3F3F3F"/>
                </a:solidFill>
                <a:latin typeface="Calibri"/>
                <a:cs typeface="Calibri"/>
              </a:rPr>
              <a:t> </a:t>
            </a:r>
            <a:r>
              <a:rPr sz="2600" spc="-5" dirty="0">
                <a:solidFill>
                  <a:srgbClr val="3F3F3F"/>
                </a:solidFill>
                <a:latin typeface="Calibri"/>
                <a:cs typeface="Calibri"/>
              </a:rPr>
              <a:t>of</a:t>
            </a:r>
            <a:r>
              <a:rPr sz="2600" dirty="0">
                <a:solidFill>
                  <a:srgbClr val="3F3F3F"/>
                </a:solidFill>
                <a:latin typeface="Calibri"/>
                <a:cs typeface="Calibri"/>
              </a:rPr>
              <a:t> </a:t>
            </a:r>
            <a:r>
              <a:rPr sz="2600" spc="-15" dirty="0">
                <a:solidFill>
                  <a:srgbClr val="3F3F3F"/>
                </a:solidFill>
                <a:latin typeface="Calibri"/>
                <a:cs typeface="Calibri"/>
              </a:rPr>
              <a:t>information</a:t>
            </a:r>
            <a:r>
              <a:rPr sz="2600" dirty="0">
                <a:solidFill>
                  <a:srgbClr val="3F3F3F"/>
                </a:solidFill>
                <a:latin typeface="Calibri"/>
                <a:cs typeface="Calibri"/>
              </a:rPr>
              <a:t> </a:t>
            </a:r>
            <a:r>
              <a:rPr sz="2600" spc="-25" dirty="0">
                <a:solidFill>
                  <a:srgbClr val="3F3F3F"/>
                </a:solidFill>
                <a:latin typeface="Calibri"/>
                <a:cs typeface="Calibri"/>
              </a:rPr>
              <a:t>for</a:t>
            </a:r>
            <a:r>
              <a:rPr sz="2600" dirty="0">
                <a:solidFill>
                  <a:srgbClr val="3F3F3F"/>
                </a:solidFill>
                <a:latin typeface="Calibri"/>
                <a:cs typeface="Calibri"/>
              </a:rPr>
              <a:t> </a:t>
            </a:r>
            <a:r>
              <a:rPr sz="2600" spc="-5" dirty="0">
                <a:solidFill>
                  <a:srgbClr val="3F3F3F"/>
                </a:solidFill>
                <a:latin typeface="Calibri"/>
                <a:cs typeface="Calibri"/>
              </a:rPr>
              <a:t>each </a:t>
            </a:r>
            <a:r>
              <a:rPr sz="2600" dirty="0">
                <a:solidFill>
                  <a:srgbClr val="3F3F3F"/>
                </a:solidFill>
                <a:latin typeface="Calibri"/>
                <a:cs typeface="Calibri"/>
              </a:rPr>
              <a:t> </a:t>
            </a:r>
            <a:r>
              <a:rPr sz="2600" spc="-5" dirty="0">
                <a:solidFill>
                  <a:srgbClr val="3F3F3F"/>
                </a:solidFill>
                <a:latin typeface="Calibri"/>
                <a:cs typeface="Calibri"/>
              </a:rPr>
              <a:t>neighboring</a:t>
            </a:r>
            <a:r>
              <a:rPr sz="2600" spc="-45" dirty="0">
                <a:solidFill>
                  <a:srgbClr val="3F3F3F"/>
                </a:solidFill>
                <a:latin typeface="Calibri"/>
                <a:cs typeface="Calibri"/>
              </a:rPr>
              <a:t> </a:t>
            </a:r>
            <a:r>
              <a:rPr sz="2600" spc="-5" dirty="0">
                <a:solidFill>
                  <a:srgbClr val="3F3F3F"/>
                </a:solidFill>
                <a:latin typeface="Calibri"/>
                <a:cs typeface="Calibri"/>
              </a:rPr>
              <a:t>node:</a:t>
            </a:r>
            <a:endParaRPr sz="2600" dirty="0">
              <a:latin typeface="Calibri"/>
              <a:cs typeface="Calibri"/>
            </a:endParaRPr>
          </a:p>
          <a:p>
            <a:pPr marL="574675" lvl="1" indent="-183515" algn="just">
              <a:lnSpc>
                <a:spcPts val="2150"/>
              </a:lnSpc>
              <a:buClr>
                <a:srgbClr val="1CACE4"/>
              </a:buClr>
              <a:buChar char="◦"/>
              <a:tabLst>
                <a:tab pos="575310"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10" dirty="0">
                <a:solidFill>
                  <a:srgbClr val="3F3F3F"/>
                </a:solidFill>
                <a:latin typeface="Calibri"/>
                <a:cs typeface="Calibri"/>
              </a:rPr>
              <a:t>identity</a:t>
            </a:r>
            <a:r>
              <a:rPr sz="2200" spc="5" dirty="0">
                <a:solidFill>
                  <a:srgbClr val="3F3F3F"/>
                </a:solidFill>
                <a:latin typeface="Calibri"/>
                <a:cs typeface="Calibri"/>
              </a:rPr>
              <a:t> </a:t>
            </a:r>
            <a:r>
              <a:rPr sz="2200" spc="-5" dirty="0">
                <a:solidFill>
                  <a:srgbClr val="3F3F3F"/>
                </a:solidFill>
                <a:latin typeface="Calibri"/>
                <a:cs typeface="Calibri"/>
              </a:rPr>
              <a:t>of</a:t>
            </a:r>
            <a:r>
              <a:rPr sz="2200" spc="-10" dirty="0">
                <a:solidFill>
                  <a:srgbClr val="3F3F3F"/>
                </a:solidFill>
                <a:latin typeface="Calibri"/>
                <a:cs typeface="Calibri"/>
              </a:rPr>
              <a:t> the</a:t>
            </a:r>
            <a:r>
              <a:rPr sz="2200" spc="15" dirty="0">
                <a:solidFill>
                  <a:srgbClr val="3F3F3F"/>
                </a:solidFill>
                <a:latin typeface="Calibri"/>
                <a:cs typeface="Calibri"/>
              </a:rPr>
              <a:t> </a:t>
            </a:r>
            <a:r>
              <a:rPr sz="2200" spc="-10" dirty="0">
                <a:solidFill>
                  <a:srgbClr val="3F3F3F"/>
                </a:solidFill>
                <a:latin typeface="Calibri"/>
                <a:cs typeface="Calibri"/>
              </a:rPr>
              <a:t>node</a:t>
            </a:r>
            <a:endParaRPr sz="2200" dirty="0">
              <a:latin typeface="Calibri"/>
              <a:cs typeface="Calibri"/>
            </a:endParaRPr>
          </a:p>
          <a:p>
            <a:pPr marL="574675" lvl="1" indent="-183515" algn="just">
              <a:lnSpc>
                <a:spcPts val="2545"/>
              </a:lnSpc>
              <a:buClr>
                <a:srgbClr val="1CACE4"/>
              </a:buClr>
              <a:buChar char="◦"/>
              <a:tabLst>
                <a:tab pos="575310"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20" dirty="0">
                <a:solidFill>
                  <a:srgbClr val="3F3F3F"/>
                </a:solidFill>
                <a:latin typeface="Calibri"/>
                <a:cs typeface="Calibri"/>
              </a:rPr>
              <a:t>cost</a:t>
            </a:r>
            <a:r>
              <a:rPr sz="2200" spc="-5" dirty="0">
                <a:solidFill>
                  <a:srgbClr val="3F3F3F"/>
                </a:solidFill>
                <a:latin typeface="Calibri"/>
                <a:cs typeface="Calibri"/>
              </a:rPr>
              <a:t> of </a:t>
            </a:r>
            <a:r>
              <a:rPr sz="2200" spc="-10" dirty="0">
                <a:solidFill>
                  <a:srgbClr val="3F3F3F"/>
                </a:solidFill>
                <a:latin typeface="Calibri"/>
                <a:cs typeface="Calibri"/>
              </a:rPr>
              <a:t>the</a:t>
            </a:r>
            <a:r>
              <a:rPr sz="2200" spc="10" dirty="0">
                <a:solidFill>
                  <a:srgbClr val="3F3F3F"/>
                </a:solidFill>
                <a:latin typeface="Calibri"/>
                <a:cs typeface="Calibri"/>
              </a:rPr>
              <a:t> </a:t>
            </a:r>
            <a:r>
              <a:rPr sz="2200" spc="-10" dirty="0">
                <a:solidFill>
                  <a:srgbClr val="3F3F3F"/>
                </a:solidFill>
                <a:latin typeface="Calibri"/>
                <a:cs typeface="Calibri"/>
              </a:rPr>
              <a:t>link</a:t>
            </a:r>
            <a:endParaRPr sz="2200" dirty="0">
              <a:latin typeface="Calibri"/>
              <a:cs typeface="Calibri"/>
            </a:endParaRPr>
          </a:p>
          <a:p>
            <a:pPr marL="238125" marR="5055235" indent="-226060" algn="just">
              <a:lnSpc>
                <a:spcPct val="100000"/>
              </a:lnSpc>
              <a:spcBef>
                <a:spcPts val="1290"/>
              </a:spcBef>
              <a:buFont typeface="Arial MT"/>
              <a:buChar char="•"/>
              <a:tabLst>
                <a:tab pos="238760" algn="l"/>
              </a:tabLst>
            </a:pPr>
            <a:r>
              <a:rPr sz="2400" spc="-5" dirty="0">
                <a:latin typeface="Calibri"/>
                <a:cs typeface="Calibri"/>
              </a:rPr>
              <a:t>The </a:t>
            </a:r>
            <a:r>
              <a:rPr sz="2400" spc="-10" dirty="0">
                <a:latin typeface="Calibri"/>
                <a:cs typeface="Calibri"/>
              </a:rPr>
              <a:t>combination </a:t>
            </a:r>
            <a:r>
              <a:rPr sz="2400" spc="-5" dirty="0">
                <a:latin typeface="Calibri"/>
                <a:cs typeface="Calibri"/>
              </a:rPr>
              <a:t>of these </a:t>
            </a:r>
            <a:r>
              <a:rPr sz="2400" dirty="0">
                <a:latin typeface="Calibri"/>
                <a:cs typeface="Calibri"/>
              </a:rPr>
              <a:t> </a:t>
            </a:r>
            <a:r>
              <a:rPr sz="2400" spc="-10" dirty="0">
                <a:latin typeface="Calibri"/>
                <a:cs typeface="Calibri"/>
              </a:rPr>
              <a:t>two </a:t>
            </a:r>
            <a:r>
              <a:rPr sz="2400" spc="-5" dirty="0">
                <a:latin typeface="Calibri"/>
                <a:cs typeface="Calibri"/>
              </a:rPr>
              <a:t>pieces</a:t>
            </a:r>
            <a:r>
              <a:rPr sz="2400" spc="15" dirty="0">
                <a:latin typeface="Calibri"/>
                <a:cs typeface="Calibri"/>
              </a:rPr>
              <a:t> </a:t>
            </a:r>
            <a:r>
              <a:rPr sz="2400" spc="-5" dirty="0">
                <a:latin typeface="Calibri"/>
                <a:cs typeface="Calibri"/>
              </a:rPr>
              <a:t>of</a:t>
            </a:r>
            <a:r>
              <a:rPr sz="2400" spc="25" dirty="0">
                <a:latin typeface="Calibri"/>
                <a:cs typeface="Calibri"/>
              </a:rPr>
              <a:t> </a:t>
            </a:r>
            <a:r>
              <a:rPr sz="2400" spc="-15" dirty="0">
                <a:latin typeface="Calibri"/>
                <a:cs typeface="Calibri"/>
              </a:rPr>
              <a:t>information </a:t>
            </a:r>
            <a:r>
              <a:rPr sz="2400" spc="-10" dirty="0">
                <a:latin typeface="Calibri"/>
                <a:cs typeface="Calibri"/>
              </a:rPr>
              <a:t> </a:t>
            </a:r>
            <a:r>
              <a:rPr sz="2400" spc="-5" dirty="0">
                <a:latin typeface="Calibri"/>
                <a:cs typeface="Calibri"/>
              </a:rPr>
              <a:t>is</a:t>
            </a:r>
            <a:r>
              <a:rPr sz="2400" spc="-35" dirty="0">
                <a:latin typeface="Calibri"/>
                <a:cs typeface="Calibri"/>
              </a:rPr>
              <a:t> </a:t>
            </a:r>
            <a:r>
              <a:rPr sz="2400" spc="-5" dirty="0">
                <a:latin typeface="Calibri"/>
                <a:cs typeface="Calibri"/>
              </a:rPr>
              <a:t>called</a:t>
            </a:r>
            <a:r>
              <a:rPr sz="2400" spc="-30" dirty="0">
                <a:latin typeface="Calibri"/>
                <a:cs typeface="Calibri"/>
              </a:rPr>
              <a:t> </a:t>
            </a:r>
            <a:r>
              <a:rPr sz="2400" spc="-5" dirty="0">
                <a:latin typeface="Calibri"/>
                <a:cs typeface="Calibri"/>
              </a:rPr>
              <a:t>the</a:t>
            </a:r>
            <a:r>
              <a:rPr sz="2400" dirty="0">
                <a:latin typeface="Calibri"/>
                <a:cs typeface="Calibri"/>
              </a:rPr>
              <a:t> </a:t>
            </a:r>
            <a:r>
              <a:rPr sz="2400" i="1" spc="-5" dirty="0">
                <a:latin typeface="Calibri"/>
                <a:cs typeface="Calibri"/>
              </a:rPr>
              <a:t>LS</a:t>
            </a:r>
            <a:r>
              <a:rPr sz="2400" i="1" spc="-25" dirty="0">
                <a:latin typeface="Calibri"/>
                <a:cs typeface="Calibri"/>
              </a:rPr>
              <a:t> </a:t>
            </a:r>
            <a:r>
              <a:rPr sz="2400" i="1" spc="-20" dirty="0">
                <a:latin typeface="Calibri"/>
                <a:cs typeface="Calibri"/>
              </a:rPr>
              <a:t>packet </a:t>
            </a:r>
            <a:r>
              <a:rPr sz="2400" i="1" spc="-5" dirty="0">
                <a:latin typeface="Calibri"/>
                <a:cs typeface="Calibri"/>
              </a:rPr>
              <a:t>(LSP)</a:t>
            </a:r>
            <a:endParaRPr sz="2400" dirty="0">
              <a:latin typeface="Calibri"/>
              <a:cs typeface="Calibri"/>
            </a:endParaRPr>
          </a:p>
          <a:p>
            <a:pPr marL="238125" indent="-226060" algn="just">
              <a:lnSpc>
                <a:spcPct val="100000"/>
              </a:lnSpc>
              <a:buFont typeface="Arial MT"/>
              <a:buChar char="•"/>
              <a:tabLst>
                <a:tab pos="238760" algn="l"/>
              </a:tabLst>
            </a:pPr>
            <a:r>
              <a:rPr sz="2400" i="1" spc="-5" dirty="0">
                <a:latin typeface="Calibri"/>
                <a:cs typeface="Calibri"/>
              </a:rPr>
              <a:t>LSP</a:t>
            </a:r>
            <a:r>
              <a:rPr sz="2400" i="1" spc="-20" dirty="0">
                <a:latin typeface="Calibri"/>
                <a:cs typeface="Calibri"/>
              </a:rPr>
              <a:t> </a:t>
            </a:r>
            <a:r>
              <a:rPr sz="2400" i="1" spc="-5" dirty="0">
                <a:latin typeface="Calibri"/>
                <a:cs typeface="Calibri"/>
              </a:rPr>
              <a:t>is</a:t>
            </a:r>
            <a:r>
              <a:rPr sz="2400" i="1" spc="-20" dirty="0">
                <a:latin typeface="Calibri"/>
                <a:cs typeface="Calibri"/>
              </a:rPr>
              <a:t> </a:t>
            </a:r>
            <a:r>
              <a:rPr sz="2400" i="1" spc="-10" dirty="0">
                <a:latin typeface="Calibri"/>
                <a:cs typeface="Calibri"/>
              </a:rPr>
              <a:t>sent</a:t>
            </a:r>
            <a:r>
              <a:rPr sz="2400" i="1" spc="-25" dirty="0">
                <a:latin typeface="Calibri"/>
                <a:cs typeface="Calibri"/>
              </a:rPr>
              <a:t> </a:t>
            </a:r>
            <a:r>
              <a:rPr sz="2400" i="1" spc="-5" dirty="0">
                <a:latin typeface="Calibri"/>
                <a:cs typeface="Calibri"/>
              </a:rPr>
              <a:t>out</a:t>
            </a:r>
            <a:r>
              <a:rPr sz="2400" i="1" spc="-15" dirty="0">
                <a:latin typeface="Calibri"/>
                <a:cs typeface="Calibri"/>
              </a:rPr>
              <a:t> </a:t>
            </a:r>
            <a:r>
              <a:rPr sz="2400" i="1" dirty="0">
                <a:latin typeface="Calibri"/>
                <a:cs typeface="Calibri"/>
              </a:rPr>
              <a:t>of</a:t>
            </a:r>
            <a:r>
              <a:rPr sz="2400" i="1" spc="-15" dirty="0">
                <a:latin typeface="Calibri"/>
                <a:cs typeface="Calibri"/>
              </a:rPr>
              <a:t> </a:t>
            </a:r>
            <a:r>
              <a:rPr sz="2400" i="1" spc="-5" dirty="0">
                <a:latin typeface="Calibri"/>
                <a:cs typeface="Calibri"/>
              </a:rPr>
              <a:t>each</a:t>
            </a:r>
            <a:endParaRPr sz="2400" dirty="0">
              <a:latin typeface="Calibri"/>
              <a:cs typeface="Calibri"/>
            </a:endParaRPr>
          </a:p>
          <a:p>
            <a:pPr marL="238125" algn="just">
              <a:lnSpc>
                <a:spcPct val="100000"/>
              </a:lnSpc>
            </a:pPr>
            <a:r>
              <a:rPr sz="2400" spc="-15" dirty="0">
                <a:latin typeface="Calibri"/>
                <a:cs typeface="Calibri"/>
              </a:rPr>
              <a:t>interface</a:t>
            </a:r>
            <a:endParaRPr sz="2400" dirty="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70</a:t>
            </a:fld>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146550" cy="756920"/>
          </a:xfrm>
          <a:prstGeom prst="rect">
            <a:avLst/>
          </a:prstGeom>
        </p:spPr>
        <p:txBody>
          <a:bodyPr vert="horz" wrap="square" lIns="0" tIns="12700" rIns="0" bIns="0" rtlCol="0">
            <a:spAutoFit/>
          </a:bodyPr>
          <a:lstStyle/>
          <a:p>
            <a:pPr marL="12700">
              <a:lnSpc>
                <a:spcPct val="100000"/>
              </a:lnSpc>
              <a:spcBef>
                <a:spcPts val="100"/>
              </a:spcBef>
            </a:pPr>
            <a:r>
              <a:rPr sz="4800" i="0" spc="-40" dirty="0">
                <a:latin typeface="Arial"/>
                <a:cs typeface="Arial"/>
              </a:rPr>
              <a:t>LSDB</a:t>
            </a:r>
            <a:r>
              <a:rPr sz="4800" i="0" spc="-180" dirty="0">
                <a:latin typeface="Arial"/>
                <a:cs typeface="Arial"/>
              </a:rPr>
              <a:t> </a:t>
            </a:r>
            <a:r>
              <a:rPr sz="4800" i="0" spc="-50" dirty="0">
                <a:latin typeface="Arial"/>
                <a:cs typeface="Arial"/>
              </a:rPr>
              <a:t>creation</a:t>
            </a:r>
            <a:endParaRPr sz="4800">
              <a:latin typeface="Arial"/>
              <a:cs typeface="Arial"/>
            </a:endParaRPr>
          </a:p>
        </p:txBody>
      </p:sp>
      <p:sp>
        <p:nvSpPr>
          <p:cNvPr id="3" name="object 3"/>
          <p:cNvSpPr txBox="1"/>
          <p:nvPr/>
        </p:nvSpPr>
        <p:spPr>
          <a:xfrm>
            <a:off x="697667" y="1792686"/>
            <a:ext cx="8727440" cy="3498850"/>
          </a:xfrm>
          <a:prstGeom prst="rect">
            <a:avLst/>
          </a:prstGeom>
        </p:spPr>
        <p:txBody>
          <a:bodyPr vert="horz" wrap="square" lIns="0" tIns="43815" rIns="0" bIns="0" rtlCol="0">
            <a:spAutoFit/>
          </a:bodyPr>
          <a:lstStyle/>
          <a:p>
            <a:pPr marL="189230" marR="5080" indent="-177165">
              <a:lnSpc>
                <a:spcPts val="1939"/>
              </a:lnSpc>
              <a:spcBef>
                <a:spcPts val="345"/>
              </a:spcBef>
              <a:buClr>
                <a:srgbClr val="1CACE4"/>
              </a:buClr>
              <a:buFont typeface="Arial MT"/>
              <a:buChar char="•"/>
              <a:tabLst>
                <a:tab pos="189865" algn="l"/>
              </a:tabLst>
            </a:pPr>
            <a:r>
              <a:rPr sz="1800" spc="-5" dirty="0">
                <a:solidFill>
                  <a:srgbClr val="3F3F3F"/>
                </a:solidFill>
                <a:latin typeface="Calibri"/>
                <a:cs typeface="Calibri"/>
              </a:rPr>
              <a:t>When</a:t>
            </a:r>
            <a:r>
              <a:rPr sz="1800" dirty="0">
                <a:solidFill>
                  <a:srgbClr val="3F3F3F"/>
                </a:solidFill>
                <a:latin typeface="Calibri"/>
                <a:cs typeface="Calibri"/>
              </a:rPr>
              <a:t> a </a:t>
            </a:r>
            <a:r>
              <a:rPr sz="1800" spc="-5" dirty="0">
                <a:solidFill>
                  <a:srgbClr val="3F3F3F"/>
                </a:solidFill>
                <a:latin typeface="Calibri"/>
                <a:cs typeface="Calibri"/>
              </a:rPr>
              <a:t>node</a:t>
            </a:r>
            <a:r>
              <a:rPr sz="1800" spc="20" dirty="0">
                <a:solidFill>
                  <a:srgbClr val="3F3F3F"/>
                </a:solidFill>
                <a:latin typeface="Calibri"/>
                <a:cs typeface="Calibri"/>
              </a:rPr>
              <a:t> </a:t>
            </a:r>
            <a:r>
              <a:rPr sz="1800" spc="-10" dirty="0">
                <a:solidFill>
                  <a:srgbClr val="3F3F3F"/>
                </a:solidFill>
                <a:latin typeface="Calibri"/>
                <a:cs typeface="Calibri"/>
              </a:rPr>
              <a:t>receives</a:t>
            </a:r>
            <a:r>
              <a:rPr sz="1800" spc="5" dirty="0">
                <a:solidFill>
                  <a:srgbClr val="3F3F3F"/>
                </a:solidFill>
                <a:latin typeface="Calibri"/>
                <a:cs typeface="Calibri"/>
              </a:rPr>
              <a:t> </a:t>
            </a:r>
            <a:r>
              <a:rPr sz="1800" dirty="0">
                <a:solidFill>
                  <a:srgbClr val="3F3F3F"/>
                </a:solidFill>
                <a:latin typeface="Calibri"/>
                <a:cs typeface="Calibri"/>
              </a:rPr>
              <a:t>an</a:t>
            </a:r>
            <a:r>
              <a:rPr sz="1800" spc="15" dirty="0">
                <a:solidFill>
                  <a:srgbClr val="3F3F3F"/>
                </a:solidFill>
                <a:latin typeface="Calibri"/>
                <a:cs typeface="Calibri"/>
              </a:rPr>
              <a:t> </a:t>
            </a:r>
            <a:r>
              <a:rPr sz="1800" spc="-5" dirty="0">
                <a:solidFill>
                  <a:srgbClr val="3F3F3F"/>
                </a:solidFill>
                <a:latin typeface="Calibri"/>
                <a:cs typeface="Calibri"/>
              </a:rPr>
              <a:t>LSP</a:t>
            </a:r>
            <a:r>
              <a:rPr sz="1800" spc="-10" dirty="0">
                <a:solidFill>
                  <a:srgbClr val="3F3F3F"/>
                </a:solidFill>
                <a:latin typeface="Calibri"/>
                <a:cs typeface="Calibri"/>
              </a:rPr>
              <a:t> from</a:t>
            </a:r>
            <a:r>
              <a:rPr sz="1800" spc="5" dirty="0">
                <a:solidFill>
                  <a:srgbClr val="3F3F3F"/>
                </a:solidFill>
                <a:latin typeface="Calibri"/>
                <a:cs typeface="Calibri"/>
              </a:rPr>
              <a:t> </a:t>
            </a:r>
            <a:r>
              <a:rPr sz="1800" spc="-5" dirty="0">
                <a:solidFill>
                  <a:srgbClr val="3F3F3F"/>
                </a:solidFill>
                <a:latin typeface="Calibri"/>
                <a:cs typeface="Calibri"/>
              </a:rPr>
              <a:t>one</a:t>
            </a:r>
            <a:r>
              <a:rPr sz="1800" spc="20" dirty="0">
                <a:solidFill>
                  <a:srgbClr val="3F3F3F"/>
                </a:solidFill>
                <a:latin typeface="Calibri"/>
                <a:cs typeface="Calibri"/>
              </a:rPr>
              <a:t> </a:t>
            </a:r>
            <a:r>
              <a:rPr sz="1800" spc="-5" dirty="0">
                <a:solidFill>
                  <a:srgbClr val="3F3F3F"/>
                </a:solidFill>
                <a:latin typeface="Calibri"/>
                <a:cs typeface="Calibri"/>
              </a:rPr>
              <a:t>of</a:t>
            </a:r>
            <a:r>
              <a:rPr sz="1800" spc="5" dirty="0">
                <a:solidFill>
                  <a:srgbClr val="3F3F3F"/>
                </a:solidFill>
                <a:latin typeface="Calibri"/>
                <a:cs typeface="Calibri"/>
              </a:rPr>
              <a:t> </a:t>
            </a:r>
            <a:r>
              <a:rPr sz="1800" spc="-5" dirty="0">
                <a:solidFill>
                  <a:srgbClr val="3F3F3F"/>
                </a:solidFill>
                <a:latin typeface="Calibri"/>
                <a:cs typeface="Calibri"/>
              </a:rPr>
              <a:t>its</a:t>
            </a:r>
            <a:r>
              <a:rPr sz="1800" spc="5" dirty="0">
                <a:solidFill>
                  <a:srgbClr val="3F3F3F"/>
                </a:solidFill>
                <a:latin typeface="Calibri"/>
                <a:cs typeface="Calibri"/>
              </a:rPr>
              <a:t> </a:t>
            </a:r>
            <a:r>
              <a:rPr sz="1800" spc="-10" dirty="0">
                <a:solidFill>
                  <a:srgbClr val="3F3F3F"/>
                </a:solidFill>
                <a:latin typeface="Calibri"/>
                <a:cs typeface="Calibri"/>
              </a:rPr>
              <a:t>interfaces,</a:t>
            </a:r>
            <a:r>
              <a:rPr sz="1800" spc="15" dirty="0">
                <a:solidFill>
                  <a:srgbClr val="3F3F3F"/>
                </a:solidFill>
                <a:latin typeface="Calibri"/>
                <a:cs typeface="Calibri"/>
              </a:rPr>
              <a:t> </a:t>
            </a:r>
            <a:r>
              <a:rPr sz="1800" spc="-5" dirty="0">
                <a:solidFill>
                  <a:srgbClr val="3F3F3F"/>
                </a:solidFill>
                <a:latin typeface="Calibri"/>
                <a:cs typeface="Calibri"/>
              </a:rPr>
              <a:t>it</a:t>
            </a:r>
            <a:r>
              <a:rPr sz="1800" dirty="0">
                <a:solidFill>
                  <a:srgbClr val="3F3F3F"/>
                </a:solidFill>
                <a:latin typeface="Calibri"/>
                <a:cs typeface="Calibri"/>
              </a:rPr>
              <a:t> </a:t>
            </a:r>
            <a:r>
              <a:rPr sz="1800" spc="-10" dirty="0">
                <a:solidFill>
                  <a:srgbClr val="3F3F3F"/>
                </a:solidFill>
                <a:latin typeface="Calibri"/>
                <a:cs typeface="Calibri"/>
              </a:rPr>
              <a:t>compares</a:t>
            </a:r>
            <a:r>
              <a:rPr sz="1800" spc="5"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5" dirty="0">
                <a:solidFill>
                  <a:srgbClr val="3F3F3F"/>
                </a:solidFill>
                <a:latin typeface="Calibri"/>
                <a:cs typeface="Calibri"/>
              </a:rPr>
              <a:t>LSP</a:t>
            </a:r>
            <a:r>
              <a:rPr sz="1800" spc="10" dirty="0">
                <a:solidFill>
                  <a:srgbClr val="3F3F3F"/>
                </a:solidFill>
                <a:latin typeface="Calibri"/>
                <a:cs typeface="Calibri"/>
              </a:rPr>
              <a:t> </a:t>
            </a:r>
            <a:r>
              <a:rPr sz="1800" spc="-5" dirty="0">
                <a:solidFill>
                  <a:srgbClr val="3F3F3F"/>
                </a:solidFill>
                <a:latin typeface="Calibri"/>
                <a:cs typeface="Calibri"/>
              </a:rPr>
              <a:t>with</a:t>
            </a:r>
            <a:r>
              <a:rPr sz="1800" spc="15"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a:t>
            </a:r>
            <a:r>
              <a:rPr sz="1800" spc="-10" dirty="0">
                <a:solidFill>
                  <a:srgbClr val="3F3F3F"/>
                </a:solidFill>
                <a:latin typeface="Calibri"/>
                <a:cs typeface="Calibri"/>
              </a:rPr>
              <a:t>copy</a:t>
            </a:r>
            <a:r>
              <a:rPr sz="1800" spc="15" dirty="0">
                <a:solidFill>
                  <a:srgbClr val="3F3F3F"/>
                </a:solidFill>
                <a:latin typeface="Calibri"/>
                <a:cs typeface="Calibri"/>
              </a:rPr>
              <a:t> </a:t>
            </a:r>
            <a:r>
              <a:rPr sz="1800" spc="-5" dirty="0">
                <a:solidFill>
                  <a:srgbClr val="3F3F3F"/>
                </a:solidFill>
                <a:latin typeface="Calibri"/>
                <a:cs typeface="Calibri"/>
              </a:rPr>
              <a:t>it </a:t>
            </a:r>
            <a:r>
              <a:rPr sz="1800" spc="-390" dirty="0">
                <a:solidFill>
                  <a:srgbClr val="3F3F3F"/>
                </a:solidFill>
                <a:latin typeface="Calibri"/>
                <a:cs typeface="Calibri"/>
              </a:rPr>
              <a:t> </a:t>
            </a:r>
            <a:r>
              <a:rPr sz="1800" spc="-15" dirty="0">
                <a:solidFill>
                  <a:srgbClr val="3F3F3F"/>
                </a:solidFill>
                <a:latin typeface="Calibri"/>
                <a:cs typeface="Calibri"/>
              </a:rPr>
              <a:t>may</a:t>
            </a:r>
            <a:r>
              <a:rPr sz="1800" spc="-20" dirty="0">
                <a:solidFill>
                  <a:srgbClr val="3F3F3F"/>
                </a:solidFill>
                <a:latin typeface="Calibri"/>
                <a:cs typeface="Calibri"/>
              </a:rPr>
              <a:t> </a:t>
            </a:r>
            <a:r>
              <a:rPr sz="1800" spc="-5" dirty="0">
                <a:solidFill>
                  <a:srgbClr val="3F3F3F"/>
                </a:solidFill>
                <a:latin typeface="Calibri"/>
                <a:cs typeface="Calibri"/>
              </a:rPr>
              <a:t>already </a:t>
            </a:r>
            <a:r>
              <a:rPr sz="1800" spc="-10" dirty="0">
                <a:solidFill>
                  <a:srgbClr val="3F3F3F"/>
                </a:solidFill>
                <a:latin typeface="Calibri"/>
                <a:cs typeface="Calibri"/>
              </a:rPr>
              <a:t>have.</a:t>
            </a:r>
            <a:endParaRPr sz="1800">
              <a:latin typeface="Calibri"/>
              <a:cs typeface="Calibri"/>
            </a:endParaRPr>
          </a:p>
          <a:p>
            <a:pPr marL="419100" marR="481330" lvl="1" indent="-182880">
              <a:lnSpc>
                <a:spcPts val="1939"/>
              </a:lnSpc>
              <a:spcBef>
                <a:spcPts val="420"/>
              </a:spcBef>
              <a:buClr>
                <a:srgbClr val="1CACE4"/>
              </a:buClr>
              <a:buChar char="◦"/>
              <a:tabLst>
                <a:tab pos="419734" algn="l"/>
              </a:tabLst>
            </a:pPr>
            <a:r>
              <a:rPr sz="1800" dirty="0">
                <a:solidFill>
                  <a:srgbClr val="3F3F3F"/>
                </a:solidFill>
                <a:latin typeface="Calibri"/>
                <a:cs typeface="Calibri"/>
              </a:rPr>
              <a:t>If</a:t>
            </a:r>
            <a:r>
              <a:rPr sz="1800" spc="-10" dirty="0">
                <a:solidFill>
                  <a:srgbClr val="3F3F3F"/>
                </a:solidFill>
                <a:latin typeface="Calibri"/>
                <a:cs typeface="Calibri"/>
              </a:rPr>
              <a:t> </a:t>
            </a:r>
            <a:r>
              <a:rPr sz="1800" spc="-5" dirty="0">
                <a:solidFill>
                  <a:srgbClr val="3F3F3F"/>
                </a:solidFill>
                <a:latin typeface="Calibri"/>
                <a:cs typeface="Calibri"/>
              </a:rPr>
              <a:t>the</a:t>
            </a:r>
            <a:r>
              <a:rPr sz="1800" spc="5" dirty="0">
                <a:solidFill>
                  <a:srgbClr val="3F3F3F"/>
                </a:solidFill>
                <a:latin typeface="Calibri"/>
                <a:cs typeface="Calibri"/>
              </a:rPr>
              <a:t> </a:t>
            </a:r>
            <a:r>
              <a:rPr sz="1800" spc="-5" dirty="0">
                <a:solidFill>
                  <a:srgbClr val="3F3F3F"/>
                </a:solidFill>
                <a:latin typeface="Calibri"/>
                <a:cs typeface="Calibri"/>
              </a:rPr>
              <a:t>newly</a:t>
            </a:r>
            <a:r>
              <a:rPr sz="1800" spc="15" dirty="0">
                <a:solidFill>
                  <a:srgbClr val="3F3F3F"/>
                </a:solidFill>
                <a:latin typeface="Calibri"/>
                <a:cs typeface="Calibri"/>
              </a:rPr>
              <a:t> </a:t>
            </a:r>
            <a:r>
              <a:rPr sz="1800" spc="-5" dirty="0">
                <a:solidFill>
                  <a:srgbClr val="3F3F3F"/>
                </a:solidFill>
                <a:latin typeface="Calibri"/>
                <a:cs typeface="Calibri"/>
              </a:rPr>
              <a:t>arrived</a:t>
            </a:r>
            <a:r>
              <a:rPr sz="1800" spc="10" dirty="0">
                <a:solidFill>
                  <a:srgbClr val="3F3F3F"/>
                </a:solidFill>
                <a:latin typeface="Calibri"/>
                <a:cs typeface="Calibri"/>
              </a:rPr>
              <a:t> </a:t>
            </a:r>
            <a:r>
              <a:rPr sz="1800" spc="-5" dirty="0">
                <a:solidFill>
                  <a:srgbClr val="3F3F3F"/>
                </a:solidFill>
                <a:latin typeface="Calibri"/>
                <a:cs typeface="Calibri"/>
              </a:rPr>
              <a:t>LSP is</a:t>
            </a:r>
            <a:r>
              <a:rPr sz="1800" dirty="0">
                <a:solidFill>
                  <a:srgbClr val="3F3F3F"/>
                </a:solidFill>
                <a:latin typeface="Calibri"/>
                <a:cs typeface="Calibri"/>
              </a:rPr>
              <a:t> </a:t>
            </a:r>
            <a:r>
              <a:rPr sz="1800" spc="-5" dirty="0">
                <a:solidFill>
                  <a:srgbClr val="3F3F3F"/>
                </a:solidFill>
                <a:latin typeface="Calibri"/>
                <a:cs typeface="Calibri"/>
              </a:rPr>
              <a:t>older</a:t>
            </a:r>
            <a:r>
              <a:rPr sz="1800" spc="25" dirty="0">
                <a:solidFill>
                  <a:srgbClr val="3F3F3F"/>
                </a:solidFill>
                <a:latin typeface="Calibri"/>
                <a:cs typeface="Calibri"/>
              </a:rPr>
              <a:t> </a:t>
            </a:r>
            <a:r>
              <a:rPr sz="1800" spc="-5" dirty="0">
                <a:solidFill>
                  <a:srgbClr val="3F3F3F"/>
                </a:solidFill>
                <a:latin typeface="Calibri"/>
                <a:cs typeface="Calibri"/>
              </a:rPr>
              <a:t>than</a:t>
            </a:r>
            <a:r>
              <a:rPr sz="1800" spc="5"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5" dirty="0">
                <a:solidFill>
                  <a:srgbClr val="3F3F3F"/>
                </a:solidFill>
                <a:latin typeface="Calibri"/>
                <a:cs typeface="Calibri"/>
              </a:rPr>
              <a:t>one</a:t>
            </a:r>
            <a:r>
              <a:rPr sz="1800" dirty="0">
                <a:solidFill>
                  <a:srgbClr val="3F3F3F"/>
                </a:solidFill>
                <a:latin typeface="Calibri"/>
                <a:cs typeface="Calibri"/>
              </a:rPr>
              <a:t> </a:t>
            </a:r>
            <a:r>
              <a:rPr sz="1800" spc="-5" dirty="0">
                <a:solidFill>
                  <a:srgbClr val="3F3F3F"/>
                </a:solidFill>
                <a:latin typeface="Calibri"/>
                <a:cs typeface="Calibri"/>
              </a:rPr>
              <a:t>it</a:t>
            </a:r>
            <a:r>
              <a:rPr sz="1800" spc="10" dirty="0">
                <a:solidFill>
                  <a:srgbClr val="3F3F3F"/>
                </a:solidFill>
                <a:latin typeface="Calibri"/>
                <a:cs typeface="Calibri"/>
              </a:rPr>
              <a:t> </a:t>
            </a:r>
            <a:r>
              <a:rPr sz="1800" dirty="0">
                <a:solidFill>
                  <a:srgbClr val="3F3F3F"/>
                </a:solidFill>
                <a:latin typeface="Calibri"/>
                <a:cs typeface="Calibri"/>
              </a:rPr>
              <a:t>has</a:t>
            </a:r>
            <a:r>
              <a:rPr sz="1800" spc="5" dirty="0">
                <a:solidFill>
                  <a:srgbClr val="3F3F3F"/>
                </a:solidFill>
                <a:latin typeface="Calibri"/>
                <a:cs typeface="Calibri"/>
              </a:rPr>
              <a:t> </a:t>
            </a:r>
            <a:r>
              <a:rPr sz="1800" spc="-10" dirty="0">
                <a:solidFill>
                  <a:srgbClr val="3F3F3F"/>
                </a:solidFill>
                <a:latin typeface="Calibri"/>
                <a:cs typeface="Calibri"/>
              </a:rPr>
              <a:t>(found</a:t>
            </a:r>
            <a:r>
              <a:rPr sz="1800" spc="20" dirty="0">
                <a:solidFill>
                  <a:srgbClr val="3F3F3F"/>
                </a:solidFill>
                <a:latin typeface="Calibri"/>
                <a:cs typeface="Calibri"/>
              </a:rPr>
              <a:t> </a:t>
            </a:r>
            <a:r>
              <a:rPr sz="1800" spc="-5" dirty="0">
                <a:solidFill>
                  <a:srgbClr val="3F3F3F"/>
                </a:solidFill>
                <a:latin typeface="Calibri"/>
                <a:cs typeface="Calibri"/>
              </a:rPr>
              <a:t>by</a:t>
            </a:r>
            <a:r>
              <a:rPr sz="1800" dirty="0">
                <a:solidFill>
                  <a:srgbClr val="3F3F3F"/>
                </a:solidFill>
                <a:latin typeface="Calibri"/>
                <a:cs typeface="Calibri"/>
              </a:rPr>
              <a:t> </a:t>
            </a:r>
            <a:r>
              <a:rPr sz="1800" spc="-5" dirty="0">
                <a:solidFill>
                  <a:srgbClr val="3F3F3F"/>
                </a:solidFill>
                <a:latin typeface="Calibri"/>
                <a:cs typeface="Calibri"/>
              </a:rPr>
              <a:t>checking</a:t>
            </a:r>
            <a:r>
              <a:rPr sz="1800" spc="30"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a:t>
            </a:r>
            <a:r>
              <a:rPr sz="1800" spc="-5" dirty="0">
                <a:solidFill>
                  <a:srgbClr val="3F3F3F"/>
                </a:solidFill>
                <a:latin typeface="Calibri"/>
                <a:cs typeface="Calibri"/>
              </a:rPr>
              <a:t>sequence </a:t>
            </a:r>
            <a:r>
              <a:rPr sz="1800" spc="-390" dirty="0">
                <a:solidFill>
                  <a:srgbClr val="3F3F3F"/>
                </a:solidFill>
                <a:latin typeface="Calibri"/>
                <a:cs typeface="Calibri"/>
              </a:rPr>
              <a:t> </a:t>
            </a:r>
            <a:r>
              <a:rPr sz="1800" spc="-5" dirty="0">
                <a:solidFill>
                  <a:srgbClr val="3F3F3F"/>
                </a:solidFill>
                <a:latin typeface="Calibri"/>
                <a:cs typeface="Calibri"/>
              </a:rPr>
              <a:t>number),</a:t>
            </a:r>
            <a:r>
              <a:rPr sz="1800" dirty="0">
                <a:solidFill>
                  <a:srgbClr val="3F3F3F"/>
                </a:solidFill>
                <a:latin typeface="Calibri"/>
                <a:cs typeface="Calibri"/>
              </a:rPr>
              <a:t> </a:t>
            </a:r>
            <a:r>
              <a:rPr sz="1800" spc="-5" dirty="0">
                <a:solidFill>
                  <a:srgbClr val="3F3F3F"/>
                </a:solidFill>
                <a:latin typeface="Calibri"/>
                <a:cs typeface="Calibri"/>
              </a:rPr>
              <a:t>it</a:t>
            </a:r>
            <a:r>
              <a:rPr sz="1800" spc="5" dirty="0">
                <a:solidFill>
                  <a:srgbClr val="3F3F3F"/>
                </a:solidFill>
                <a:latin typeface="Calibri"/>
                <a:cs typeface="Calibri"/>
              </a:rPr>
              <a:t> </a:t>
            </a:r>
            <a:r>
              <a:rPr sz="1800" spc="-10" dirty="0">
                <a:solidFill>
                  <a:srgbClr val="3F3F3F"/>
                </a:solidFill>
                <a:latin typeface="Calibri"/>
                <a:cs typeface="Calibri"/>
              </a:rPr>
              <a:t>discards</a:t>
            </a:r>
            <a:r>
              <a:rPr sz="1800"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a:t>
            </a:r>
            <a:r>
              <a:rPr sz="1800" spc="-65" dirty="0">
                <a:solidFill>
                  <a:srgbClr val="3F3F3F"/>
                </a:solidFill>
                <a:latin typeface="Calibri"/>
                <a:cs typeface="Calibri"/>
              </a:rPr>
              <a:t>LSP.</a:t>
            </a:r>
            <a:endParaRPr sz="1800">
              <a:latin typeface="Calibri"/>
              <a:cs typeface="Calibri"/>
            </a:endParaRPr>
          </a:p>
          <a:p>
            <a:pPr marL="419100" marR="177800" lvl="1" indent="-182880">
              <a:lnSpc>
                <a:spcPts val="1939"/>
              </a:lnSpc>
              <a:spcBef>
                <a:spcPts val="605"/>
              </a:spcBef>
              <a:buClr>
                <a:srgbClr val="1CACE4"/>
              </a:buClr>
              <a:buChar char="◦"/>
              <a:tabLst>
                <a:tab pos="419734" algn="l"/>
              </a:tabLst>
            </a:pPr>
            <a:r>
              <a:rPr sz="1800" dirty="0">
                <a:solidFill>
                  <a:srgbClr val="3F3F3F"/>
                </a:solidFill>
                <a:latin typeface="Calibri"/>
                <a:cs typeface="Calibri"/>
              </a:rPr>
              <a:t>If</a:t>
            </a:r>
            <a:r>
              <a:rPr sz="1800" spc="-5" dirty="0">
                <a:solidFill>
                  <a:srgbClr val="3F3F3F"/>
                </a:solidFill>
                <a:latin typeface="Calibri"/>
                <a:cs typeface="Calibri"/>
              </a:rPr>
              <a:t> it</a:t>
            </a:r>
            <a:r>
              <a:rPr sz="1800" dirty="0">
                <a:solidFill>
                  <a:srgbClr val="3F3F3F"/>
                </a:solidFill>
                <a:latin typeface="Calibri"/>
                <a:cs typeface="Calibri"/>
              </a:rPr>
              <a:t> </a:t>
            </a:r>
            <a:r>
              <a:rPr sz="1800" spc="-5" dirty="0">
                <a:solidFill>
                  <a:srgbClr val="3F3F3F"/>
                </a:solidFill>
                <a:latin typeface="Calibri"/>
                <a:cs typeface="Calibri"/>
              </a:rPr>
              <a:t>is</a:t>
            </a:r>
            <a:r>
              <a:rPr sz="1800" spc="20" dirty="0">
                <a:solidFill>
                  <a:srgbClr val="3F3F3F"/>
                </a:solidFill>
                <a:latin typeface="Calibri"/>
                <a:cs typeface="Calibri"/>
              </a:rPr>
              <a:t> </a:t>
            </a:r>
            <a:r>
              <a:rPr sz="1800" spc="-10" dirty="0">
                <a:solidFill>
                  <a:srgbClr val="3F3F3F"/>
                </a:solidFill>
                <a:latin typeface="Calibri"/>
                <a:cs typeface="Calibri"/>
              </a:rPr>
              <a:t>newer</a:t>
            </a:r>
            <a:r>
              <a:rPr sz="1800" dirty="0">
                <a:solidFill>
                  <a:srgbClr val="3F3F3F"/>
                </a:solidFill>
                <a:latin typeface="Calibri"/>
                <a:cs typeface="Calibri"/>
              </a:rPr>
              <a:t> </a:t>
            </a:r>
            <a:r>
              <a:rPr sz="1800" spc="-5" dirty="0">
                <a:solidFill>
                  <a:srgbClr val="3F3F3F"/>
                </a:solidFill>
                <a:latin typeface="Calibri"/>
                <a:cs typeface="Calibri"/>
              </a:rPr>
              <a:t>or</a:t>
            </a:r>
            <a:r>
              <a:rPr sz="1800" spc="15"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15" dirty="0">
                <a:solidFill>
                  <a:srgbClr val="3F3F3F"/>
                </a:solidFill>
                <a:latin typeface="Calibri"/>
                <a:cs typeface="Calibri"/>
              </a:rPr>
              <a:t>first</a:t>
            </a:r>
            <a:r>
              <a:rPr sz="1800" dirty="0">
                <a:solidFill>
                  <a:srgbClr val="3F3F3F"/>
                </a:solidFill>
                <a:latin typeface="Calibri"/>
                <a:cs typeface="Calibri"/>
              </a:rPr>
              <a:t> </a:t>
            </a:r>
            <a:r>
              <a:rPr sz="1800" spc="-5" dirty="0">
                <a:solidFill>
                  <a:srgbClr val="3F3F3F"/>
                </a:solidFill>
                <a:latin typeface="Calibri"/>
                <a:cs typeface="Calibri"/>
              </a:rPr>
              <a:t>one</a:t>
            </a:r>
            <a:r>
              <a:rPr sz="1800" spc="25" dirty="0">
                <a:solidFill>
                  <a:srgbClr val="3F3F3F"/>
                </a:solidFill>
                <a:latin typeface="Calibri"/>
                <a:cs typeface="Calibri"/>
              </a:rPr>
              <a:t> </a:t>
            </a:r>
            <a:r>
              <a:rPr sz="1800" spc="-10" dirty="0">
                <a:solidFill>
                  <a:srgbClr val="3F3F3F"/>
                </a:solidFill>
                <a:latin typeface="Calibri"/>
                <a:cs typeface="Calibri"/>
              </a:rPr>
              <a:t>received,</a:t>
            </a:r>
            <a:r>
              <a:rPr sz="1800" spc="10"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5" dirty="0">
                <a:solidFill>
                  <a:srgbClr val="3F3F3F"/>
                </a:solidFill>
                <a:latin typeface="Calibri"/>
                <a:cs typeface="Calibri"/>
              </a:rPr>
              <a:t>node</a:t>
            </a:r>
            <a:r>
              <a:rPr sz="1800" spc="20" dirty="0">
                <a:solidFill>
                  <a:srgbClr val="3F3F3F"/>
                </a:solidFill>
                <a:latin typeface="Calibri"/>
                <a:cs typeface="Calibri"/>
              </a:rPr>
              <a:t> </a:t>
            </a:r>
            <a:r>
              <a:rPr sz="1800" spc="-10" dirty="0">
                <a:solidFill>
                  <a:srgbClr val="3F3F3F"/>
                </a:solidFill>
                <a:latin typeface="Calibri"/>
                <a:cs typeface="Calibri"/>
              </a:rPr>
              <a:t>discards</a:t>
            </a:r>
            <a:r>
              <a:rPr sz="1800" spc="5" dirty="0">
                <a:solidFill>
                  <a:srgbClr val="3F3F3F"/>
                </a:solidFill>
                <a:latin typeface="Calibri"/>
                <a:cs typeface="Calibri"/>
              </a:rPr>
              <a:t> </a:t>
            </a:r>
            <a:r>
              <a:rPr sz="1800" spc="-5" dirty="0">
                <a:solidFill>
                  <a:srgbClr val="3F3F3F"/>
                </a:solidFill>
                <a:latin typeface="Calibri"/>
                <a:cs typeface="Calibri"/>
              </a:rPr>
              <a:t>the</a:t>
            </a:r>
            <a:r>
              <a:rPr sz="1800" spc="5" dirty="0">
                <a:solidFill>
                  <a:srgbClr val="3F3F3F"/>
                </a:solidFill>
                <a:latin typeface="Calibri"/>
                <a:cs typeface="Calibri"/>
              </a:rPr>
              <a:t> </a:t>
            </a:r>
            <a:r>
              <a:rPr sz="1800" spc="-5" dirty="0">
                <a:solidFill>
                  <a:srgbClr val="3F3F3F"/>
                </a:solidFill>
                <a:latin typeface="Calibri"/>
                <a:cs typeface="Calibri"/>
              </a:rPr>
              <a:t>old</a:t>
            </a:r>
            <a:r>
              <a:rPr sz="1800" spc="15" dirty="0">
                <a:solidFill>
                  <a:srgbClr val="3F3F3F"/>
                </a:solidFill>
                <a:latin typeface="Calibri"/>
                <a:cs typeface="Calibri"/>
              </a:rPr>
              <a:t> </a:t>
            </a:r>
            <a:r>
              <a:rPr sz="1800" spc="-5" dirty="0">
                <a:solidFill>
                  <a:srgbClr val="3F3F3F"/>
                </a:solidFill>
                <a:latin typeface="Calibri"/>
                <a:cs typeface="Calibri"/>
              </a:rPr>
              <a:t>LSP</a:t>
            </a:r>
            <a:r>
              <a:rPr sz="1800" spc="15" dirty="0">
                <a:solidFill>
                  <a:srgbClr val="3F3F3F"/>
                </a:solidFill>
                <a:latin typeface="Calibri"/>
                <a:cs typeface="Calibri"/>
              </a:rPr>
              <a:t> </a:t>
            </a:r>
            <a:r>
              <a:rPr sz="1800" spc="-5" dirty="0">
                <a:solidFill>
                  <a:srgbClr val="3F3F3F"/>
                </a:solidFill>
                <a:latin typeface="Calibri"/>
                <a:cs typeface="Calibri"/>
              </a:rPr>
              <a:t>(if</a:t>
            </a:r>
            <a:r>
              <a:rPr sz="1800" spc="25" dirty="0">
                <a:solidFill>
                  <a:srgbClr val="3F3F3F"/>
                </a:solidFill>
                <a:latin typeface="Calibri"/>
                <a:cs typeface="Calibri"/>
              </a:rPr>
              <a:t> </a:t>
            </a:r>
            <a:r>
              <a:rPr sz="1800" spc="-10" dirty="0">
                <a:solidFill>
                  <a:srgbClr val="3F3F3F"/>
                </a:solidFill>
                <a:latin typeface="Calibri"/>
                <a:cs typeface="Calibri"/>
              </a:rPr>
              <a:t>there</a:t>
            </a:r>
            <a:r>
              <a:rPr sz="1800" spc="5" dirty="0">
                <a:solidFill>
                  <a:srgbClr val="3F3F3F"/>
                </a:solidFill>
                <a:latin typeface="Calibri"/>
                <a:cs typeface="Calibri"/>
              </a:rPr>
              <a:t> </a:t>
            </a:r>
            <a:r>
              <a:rPr sz="1800" spc="-5" dirty="0">
                <a:solidFill>
                  <a:srgbClr val="3F3F3F"/>
                </a:solidFill>
                <a:latin typeface="Calibri"/>
                <a:cs typeface="Calibri"/>
              </a:rPr>
              <a:t>is</a:t>
            </a:r>
            <a:r>
              <a:rPr sz="1800" spc="5" dirty="0">
                <a:solidFill>
                  <a:srgbClr val="3F3F3F"/>
                </a:solidFill>
                <a:latin typeface="Calibri"/>
                <a:cs typeface="Calibri"/>
              </a:rPr>
              <a:t> </a:t>
            </a:r>
            <a:r>
              <a:rPr sz="1800" spc="-5" dirty="0">
                <a:solidFill>
                  <a:srgbClr val="3F3F3F"/>
                </a:solidFill>
                <a:latin typeface="Calibri"/>
                <a:cs typeface="Calibri"/>
              </a:rPr>
              <a:t>one)</a:t>
            </a:r>
            <a:r>
              <a:rPr sz="1800" spc="25" dirty="0">
                <a:solidFill>
                  <a:srgbClr val="3F3F3F"/>
                </a:solidFill>
                <a:latin typeface="Calibri"/>
                <a:cs typeface="Calibri"/>
              </a:rPr>
              <a:t> </a:t>
            </a:r>
            <a:r>
              <a:rPr sz="1800" dirty="0">
                <a:solidFill>
                  <a:srgbClr val="3F3F3F"/>
                </a:solidFill>
                <a:latin typeface="Calibri"/>
                <a:cs typeface="Calibri"/>
              </a:rPr>
              <a:t>and </a:t>
            </a:r>
            <a:r>
              <a:rPr sz="1800" spc="-390" dirty="0">
                <a:solidFill>
                  <a:srgbClr val="3F3F3F"/>
                </a:solidFill>
                <a:latin typeface="Calibri"/>
                <a:cs typeface="Calibri"/>
              </a:rPr>
              <a:t> </a:t>
            </a:r>
            <a:r>
              <a:rPr sz="1800" spc="-15" dirty="0">
                <a:solidFill>
                  <a:srgbClr val="3F3F3F"/>
                </a:solidFill>
                <a:latin typeface="Calibri"/>
                <a:cs typeface="Calibri"/>
              </a:rPr>
              <a:t>keeps </a:t>
            </a: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received</a:t>
            </a:r>
            <a:r>
              <a:rPr sz="1800" dirty="0">
                <a:solidFill>
                  <a:srgbClr val="3F3F3F"/>
                </a:solidFill>
                <a:latin typeface="Calibri"/>
                <a:cs typeface="Calibri"/>
              </a:rPr>
              <a:t> </a:t>
            </a:r>
            <a:r>
              <a:rPr sz="1800" spc="-5" dirty="0">
                <a:solidFill>
                  <a:srgbClr val="3F3F3F"/>
                </a:solidFill>
                <a:latin typeface="Calibri"/>
                <a:cs typeface="Calibri"/>
              </a:rPr>
              <a:t>one.</a:t>
            </a:r>
            <a:endParaRPr sz="1800">
              <a:latin typeface="Calibri"/>
              <a:cs typeface="Calibri"/>
            </a:endParaRPr>
          </a:p>
          <a:p>
            <a:pPr marL="419100" marR="474980" lvl="1" indent="-182880">
              <a:lnSpc>
                <a:spcPts val="1939"/>
              </a:lnSpc>
              <a:spcBef>
                <a:spcPts val="610"/>
              </a:spcBef>
              <a:buClr>
                <a:srgbClr val="1CACE4"/>
              </a:buClr>
              <a:buChar char="◦"/>
              <a:tabLst>
                <a:tab pos="419734" algn="l"/>
              </a:tabLst>
            </a:pPr>
            <a:r>
              <a:rPr sz="1800" dirty="0">
                <a:solidFill>
                  <a:srgbClr val="3F3F3F"/>
                </a:solidFill>
                <a:latin typeface="Calibri"/>
                <a:cs typeface="Calibri"/>
              </a:rPr>
              <a:t>It</a:t>
            </a:r>
            <a:r>
              <a:rPr sz="1800" spc="-15" dirty="0">
                <a:solidFill>
                  <a:srgbClr val="3F3F3F"/>
                </a:solidFill>
                <a:latin typeface="Calibri"/>
                <a:cs typeface="Calibri"/>
              </a:rPr>
              <a:t> </a:t>
            </a:r>
            <a:r>
              <a:rPr sz="1800" spc="-5" dirty="0">
                <a:solidFill>
                  <a:srgbClr val="3F3F3F"/>
                </a:solidFill>
                <a:latin typeface="Calibri"/>
                <a:cs typeface="Calibri"/>
              </a:rPr>
              <a:t>then</a:t>
            </a:r>
            <a:r>
              <a:rPr sz="1800" spc="10" dirty="0">
                <a:solidFill>
                  <a:srgbClr val="3F3F3F"/>
                </a:solidFill>
                <a:latin typeface="Calibri"/>
                <a:cs typeface="Calibri"/>
              </a:rPr>
              <a:t> </a:t>
            </a:r>
            <a:r>
              <a:rPr sz="1800" dirty="0">
                <a:solidFill>
                  <a:srgbClr val="3F3F3F"/>
                </a:solidFill>
                <a:latin typeface="Calibri"/>
                <a:cs typeface="Calibri"/>
              </a:rPr>
              <a:t>sends</a:t>
            </a:r>
            <a:r>
              <a:rPr sz="1800" spc="-10" dirty="0">
                <a:solidFill>
                  <a:srgbClr val="3F3F3F"/>
                </a:solidFill>
                <a:latin typeface="Calibri"/>
                <a:cs typeface="Calibri"/>
              </a:rPr>
              <a:t> </a:t>
            </a:r>
            <a:r>
              <a:rPr sz="1800" dirty="0">
                <a:solidFill>
                  <a:srgbClr val="3F3F3F"/>
                </a:solidFill>
                <a:latin typeface="Calibri"/>
                <a:cs typeface="Calibri"/>
              </a:rPr>
              <a:t>a </a:t>
            </a:r>
            <a:r>
              <a:rPr sz="1800" spc="-10" dirty="0">
                <a:solidFill>
                  <a:srgbClr val="3F3F3F"/>
                </a:solidFill>
                <a:latin typeface="Calibri"/>
                <a:cs typeface="Calibri"/>
              </a:rPr>
              <a:t>copy</a:t>
            </a:r>
            <a:r>
              <a:rPr sz="1800" spc="10" dirty="0">
                <a:solidFill>
                  <a:srgbClr val="3F3F3F"/>
                </a:solidFill>
                <a:latin typeface="Calibri"/>
                <a:cs typeface="Calibri"/>
              </a:rPr>
              <a:t> </a:t>
            </a:r>
            <a:r>
              <a:rPr sz="1800" spc="-5" dirty="0">
                <a:solidFill>
                  <a:srgbClr val="3F3F3F"/>
                </a:solidFill>
                <a:latin typeface="Calibri"/>
                <a:cs typeface="Calibri"/>
              </a:rPr>
              <a:t>of</a:t>
            </a:r>
            <a:r>
              <a:rPr sz="1800" spc="10" dirty="0">
                <a:solidFill>
                  <a:srgbClr val="3F3F3F"/>
                </a:solidFill>
                <a:latin typeface="Calibri"/>
                <a:cs typeface="Calibri"/>
              </a:rPr>
              <a:t> </a:t>
            </a:r>
            <a:r>
              <a:rPr sz="1800" spc="-5" dirty="0">
                <a:solidFill>
                  <a:srgbClr val="3F3F3F"/>
                </a:solidFill>
                <a:latin typeface="Calibri"/>
                <a:cs typeface="Calibri"/>
              </a:rPr>
              <a:t>it out</a:t>
            </a:r>
            <a:r>
              <a:rPr sz="1800" spc="10" dirty="0">
                <a:solidFill>
                  <a:srgbClr val="3F3F3F"/>
                </a:solidFill>
                <a:latin typeface="Calibri"/>
                <a:cs typeface="Calibri"/>
              </a:rPr>
              <a:t> </a:t>
            </a:r>
            <a:r>
              <a:rPr sz="1800" spc="-5" dirty="0">
                <a:solidFill>
                  <a:srgbClr val="3F3F3F"/>
                </a:solidFill>
                <a:latin typeface="Calibri"/>
                <a:cs typeface="Calibri"/>
              </a:rPr>
              <a:t>of</a:t>
            </a:r>
            <a:r>
              <a:rPr sz="1800" dirty="0">
                <a:solidFill>
                  <a:srgbClr val="3F3F3F"/>
                </a:solidFill>
                <a:latin typeface="Calibri"/>
                <a:cs typeface="Calibri"/>
              </a:rPr>
              <a:t> </a:t>
            </a:r>
            <a:r>
              <a:rPr sz="1800" spc="-5" dirty="0">
                <a:solidFill>
                  <a:srgbClr val="3F3F3F"/>
                </a:solidFill>
                <a:latin typeface="Calibri"/>
                <a:cs typeface="Calibri"/>
              </a:rPr>
              <a:t>each</a:t>
            </a:r>
            <a:r>
              <a:rPr sz="1800" spc="10" dirty="0">
                <a:solidFill>
                  <a:srgbClr val="3F3F3F"/>
                </a:solidFill>
                <a:latin typeface="Calibri"/>
                <a:cs typeface="Calibri"/>
              </a:rPr>
              <a:t> </a:t>
            </a:r>
            <a:r>
              <a:rPr sz="1800" spc="-10" dirty="0">
                <a:solidFill>
                  <a:srgbClr val="3F3F3F"/>
                </a:solidFill>
                <a:latin typeface="Calibri"/>
                <a:cs typeface="Calibri"/>
              </a:rPr>
              <a:t>interface</a:t>
            </a:r>
            <a:r>
              <a:rPr sz="1800" spc="30" dirty="0">
                <a:solidFill>
                  <a:srgbClr val="3F3F3F"/>
                </a:solidFill>
                <a:latin typeface="Calibri"/>
                <a:cs typeface="Calibri"/>
              </a:rPr>
              <a:t> </a:t>
            </a:r>
            <a:r>
              <a:rPr sz="1800" spc="-15" dirty="0">
                <a:solidFill>
                  <a:srgbClr val="3F3F3F"/>
                </a:solidFill>
                <a:latin typeface="Calibri"/>
                <a:cs typeface="Calibri"/>
              </a:rPr>
              <a:t>except</a:t>
            </a:r>
            <a:r>
              <a:rPr sz="1800" spc="-5" dirty="0">
                <a:solidFill>
                  <a:srgbClr val="3F3F3F"/>
                </a:solidFill>
                <a:latin typeface="Calibri"/>
                <a:cs typeface="Calibri"/>
              </a:rPr>
              <a:t> the</a:t>
            </a:r>
            <a:r>
              <a:rPr sz="1800" spc="15" dirty="0">
                <a:solidFill>
                  <a:srgbClr val="3F3F3F"/>
                </a:solidFill>
                <a:latin typeface="Calibri"/>
                <a:cs typeface="Calibri"/>
              </a:rPr>
              <a:t> </a:t>
            </a:r>
            <a:r>
              <a:rPr sz="1800" spc="-5" dirty="0">
                <a:solidFill>
                  <a:srgbClr val="3F3F3F"/>
                </a:solidFill>
                <a:latin typeface="Calibri"/>
                <a:cs typeface="Calibri"/>
              </a:rPr>
              <a:t>one</a:t>
            </a:r>
            <a:r>
              <a:rPr sz="1800" spc="5" dirty="0">
                <a:solidFill>
                  <a:srgbClr val="3F3F3F"/>
                </a:solidFill>
                <a:latin typeface="Calibri"/>
                <a:cs typeface="Calibri"/>
              </a:rPr>
              <a:t> </a:t>
            </a:r>
            <a:r>
              <a:rPr sz="1800" spc="-10" dirty="0">
                <a:solidFill>
                  <a:srgbClr val="3F3F3F"/>
                </a:solidFill>
                <a:latin typeface="Calibri"/>
                <a:cs typeface="Calibri"/>
              </a:rPr>
              <a:t>from</a:t>
            </a:r>
            <a:r>
              <a:rPr sz="1800" dirty="0">
                <a:solidFill>
                  <a:srgbClr val="3F3F3F"/>
                </a:solidFill>
                <a:latin typeface="Calibri"/>
                <a:cs typeface="Calibri"/>
              </a:rPr>
              <a:t> </a:t>
            </a:r>
            <a:r>
              <a:rPr sz="1800" spc="-5" dirty="0">
                <a:solidFill>
                  <a:srgbClr val="3F3F3F"/>
                </a:solidFill>
                <a:latin typeface="Calibri"/>
                <a:cs typeface="Calibri"/>
              </a:rPr>
              <a:t>which</a:t>
            </a:r>
            <a:r>
              <a:rPr sz="1800" spc="20" dirty="0">
                <a:solidFill>
                  <a:srgbClr val="3F3F3F"/>
                </a:solidFill>
                <a:latin typeface="Calibri"/>
                <a:cs typeface="Calibri"/>
              </a:rPr>
              <a:t> </a:t>
            </a:r>
            <a:r>
              <a:rPr sz="1800" spc="-5" dirty="0">
                <a:solidFill>
                  <a:srgbClr val="3F3F3F"/>
                </a:solidFill>
                <a:latin typeface="Calibri"/>
                <a:cs typeface="Calibri"/>
              </a:rPr>
              <a:t>the</a:t>
            </a:r>
            <a:r>
              <a:rPr sz="1800" spc="15" dirty="0">
                <a:solidFill>
                  <a:srgbClr val="3F3F3F"/>
                </a:solidFill>
                <a:latin typeface="Calibri"/>
                <a:cs typeface="Calibri"/>
              </a:rPr>
              <a:t> </a:t>
            </a:r>
            <a:r>
              <a:rPr sz="1800" spc="-15" dirty="0">
                <a:solidFill>
                  <a:srgbClr val="3F3F3F"/>
                </a:solidFill>
                <a:latin typeface="Calibri"/>
                <a:cs typeface="Calibri"/>
              </a:rPr>
              <a:t>packet </a:t>
            </a:r>
            <a:r>
              <a:rPr sz="1800" spc="-390" dirty="0">
                <a:solidFill>
                  <a:srgbClr val="3F3F3F"/>
                </a:solidFill>
                <a:latin typeface="Calibri"/>
                <a:cs typeface="Calibri"/>
              </a:rPr>
              <a:t> </a:t>
            </a:r>
            <a:r>
              <a:rPr sz="1800" spc="-5" dirty="0">
                <a:solidFill>
                  <a:srgbClr val="3F3F3F"/>
                </a:solidFill>
                <a:latin typeface="Calibri"/>
                <a:cs typeface="Calibri"/>
              </a:rPr>
              <a:t>arrived.</a:t>
            </a:r>
            <a:endParaRPr sz="1800">
              <a:latin typeface="Calibri"/>
              <a:cs typeface="Calibri"/>
            </a:endParaRPr>
          </a:p>
          <a:p>
            <a:pPr marL="640080" marR="52705" lvl="2" indent="-182880">
              <a:lnSpc>
                <a:spcPts val="1939"/>
              </a:lnSpc>
              <a:spcBef>
                <a:spcPts val="605"/>
              </a:spcBef>
              <a:buClr>
                <a:srgbClr val="1CACE4"/>
              </a:buClr>
              <a:buChar char="◦"/>
              <a:tabLst>
                <a:tab pos="640715" algn="l"/>
              </a:tabLst>
            </a:pPr>
            <a:r>
              <a:rPr sz="1800" spc="-5" dirty="0">
                <a:solidFill>
                  <a:srgbClr val="3F3F3F"/>
                </a:solidFill>
                <a:latin typeface="Calibri"/>
                <a:cs typeface="Calibri"/>
              </a:rPr>
              <a:t>This </a:t>
            </a:r>
            <a:r>
              <a:rPr sz="1800" spc="-10" dirty="0">
                <a:solidFill>
                  <a:srgbClr val="3F3F3F"/>
                </a:solidFill>
                <a:latin typeface="Calibri"/>
                <a:cs typeface="Calibri"/>
              </a:rPr>
              <a:t>guarantees</a:t>
            </a:r>
            <a:r>
              <a:rPr sz="1800" spc="5" dirty="0">
                <a:solidFill>
                  <a:srgbClr val="3F3F3F"/>
                </a:solidFill>
                <a:latin typeface="Calibri"/>
                <a:cs typeface="Calibri"/>
              </a:rPr>
              <a:t> </a:t>
            </a:r>
            <a:r>
              <a:rPr sz="1800" spc="-5" dirty="0">
                <a:solidFill>
                  <a:srgbClr val="3F3F3F"/>
                </a:solidFill>
                <a:latin typeface="Calibri"/>
                <a:cs typeface="Calibri"/>
              </a:rPr>
              <a:t>that</a:t>
            </a:r>
            <a:r>
              <a:rPr sz="1800" spc="5" dirty="0">
                <a:solidFill>
                  <a:srgbClr val="3F3F3F"/>
                </a:solidFill>
                <a:latin typeface="Calibri"/>
                <a:cs typeface="Calibri"/>
              </a:rPr>
              <a:t> </a:t>
            </a:r>
            <a:r>
              <a:rPr sz="1800" spc="-5" dirty="0">
                <a:solidFill>
                  <a:srgbClr val="3F3F3F"/>
                </a:solidFill>
                <a:latin typeface="Calibri"/>
                <a:cs typeface="Calibri"/>
              </a:rPr>
              <a:t>flooding</a:t>
            </a:r>
            <a:r>
              <a:rPr sz="1800" spc="15" dirty="0">
                <a:solidFill>
                  <a:srgbClr val="3F3F3F"/>
                </a:solidFill>
                <a:latin typeface="Calibri"/>
                <a:cs typeface="Calibri"/>
              </a:rPr>
              <a:t> </a:t>
            </a:r>
            <a:r>
              <a:rPr sz="1800" spc="-15" dirty="0">
                <a:solidFill>
                  <a:srgbClr val="3F3F3F"/>
                </a:solidFill>
                <a:latin typeface="Calibri"/>
                <a:cs typeface="Calibri"/>
              </a:rPr>
              <a:t>stops</a:t>
            </a:r>
            <a:r>
              <a:rPr sz="1800" spc="10" dirty="0">
                <a:solidFill>
                  <a:srgbClr val="3F3F3F"/>
                </a:solidFill>
                <a:latin typeface="Calibri"/>
                <a:cs typeface="Calibri"/>
              </a:rPr>
              <a:t> </a:t>
            </a:r>
            <a:r>
              <a:rPr sz="1800" spc="-10" dirty="0">
                <a:solidFill>
                  <a:srgbClr val="3F3F3F"/>
                </a:solidFill>
                <a:latin typeface="Calibri"/>
                <a:cs typeface="Calibri"/>
              </a:rPr>
              <a:t>somewhere</a:t>
            </a:r>
            <a:r>
              <a:rPr sz="1800" spc="5" dirty="0">
                <a:solidFill>
                  <a:srgbClr val="3F3F3F"/>
                </a:solidFill>
                <a:latin typeface="Calibri"/>
                <a:cs typeface="Calibri"/>
              </a:rPr>
              <a:t> </a:t>
            </a:r>
            <a:r>
              <a:rPr sz="1800" spc="-5" dirty="0">
                <a:solidFill>
                  <a:srgbClr val="3F3F3F"/>
                </a:solidFill>
                <a:latin typeface="Calibri"/>
                <a:cs typeface="Calibri"/>
              </a:rPr>
              <a:t>in</a:t>
            </a:r>
            <a:r>
              <a:rPr sz="1800" spc="20"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10" dirty="0">
                <a:solidFill>
                  <a:srgbClr val="3F3F3F"/>
                </a:solidFill>
                <a:latin typeface="Calibri"/>
                <a:cs typeface="Calibri"/>
              </a:rPr>
              <a:t>network</a:t>
            </a:r>
            <a:r>
              <a:rPr sz="1800" spc="5" dirty="0">
                <a:solidFill>
                  <a:srgbClr val="3F3F3F"/>
                </a:solidFill>
                <a:latin typeface="Calibri"/>
                <a:cs typeface="Calibri"/>
              </a:rPr>
              <a:t> </a:t>
            </a:r>
            <a:r>
              <a:rPr sz="1800" spc="-10" dirty="0">
                <a:solidFill>
                  <a:srgbClr val="3F3F3F"/>
                </a:solidFill>
                <a:latin typeface="Calibri"/>
                <a:cs typeface="Calibri"/>
              </a:rPr>
              <a:t>(where</a:t>
            </a:r>
            <a:r>
              <a:rPr sz="1800" spc="30" dirty="0">
                <a:solidFill>
                  <a:srgbClr val="3F3F3F"/>
                </a:solidFill>
                <a:latin typeface="Calibri"/>
                <a:cs typeface="Calibri"/>
              </a:rPr>
              <a:t> </a:t>
            </a:r>
            <a:r>
              <a:rPr sz="1800" dirty="0">
                <a:solidFill>
                  <a:srgbClr val="3F3F3F"/>
                </a:solidFill>
                <a:latin typeface="Calibri"/>
                <a:cs typeface="Calibri"/>
              </a:rPr>
              <a:t>a</a:t>
            </a:r>
            <a:r>
              <a:rPr sz="1800" spc="5" dirty="0">
                <a:solidFill>
                  <a:srgbClr val="3F3F3F"/>
                </a:solidFill>
                <a:latin typeface="Calibri"/>
                <a:cs typeface="Calibri"/>
              </a:rPr>
              <a:t> </a:t>
            </a:r>
            <a:r>
              <a:rPr sz="1800" spc="-5" dirty="0">
                <a:solidFill>
                  <a:srgbClr val="3F3F3F"/>
                </a:solidFill>
                <a:latin typeface="Calibri"/>
                <a:cs typeface="Calibri"/>
              </a:rPr>
              <a:t>node</a:t>
            </a:r>
            <a:r>
              <a:rPr sz="1800" spc="20" dirty="0">
                <a:solidFill>
                  <a:srgbClr val="3F3F3F"/>
                </a:solidFill>
                <a:latin typeface="Calibri"/>
                <a:cs typeface="Calibri"/>
              </a:rPr>
              <a:t> </a:t>
            </a:r>
            <a:r>
              <a:rPr sz="1800" dirty="0">
                <a:solidFill>
                  <a:srgbClr val="3F3F3F"/>
                </a:solidFill>
                <a:latin typeface="Calibri"/>
                <a:cs typeface="Calibri"/>
              </a:rPr>
              <a:t>has</a:t>
            </a:r>
            <a:r>
              <a:rPr sz="1800" spc="10" dirty="0">
                <a:solidFill>
                  <a:srgbClr val="3F3F3F"/>
                </a:solidFill>
                <a:latin typeface="Calibri"/>
                <a:cs typeface="Calibri"/>
              </a:rPr>
              <a:t> </a:t>
            </a:r>
            <a:r>
              <a:rPr sz="1800" spc="-5" dirty="0">
                <a:solidFill>
                  <a:srgbClr val="3F3F3F"/>
                </a:solidFill>
                <a:latin typeface="Calibri"/>
                <a:cs typeface="Calibri"/>
              </a:rPr>
              <a:t>only </a:t>
            </a:r>
            <a:r>
              <a:rPr sz="1800" spc="-390" dirty="0">
                <a:solidFill>
                  <a:srgbClr val="3F3F3F"/>
                </a:solidFill>
                <a:latin typeface="Calibri"/>
                <a:cs typeface="Calibri"/>
              </a:rPr>
              <a:t> </a:t>
            </a:r>
            <a:r>
              <a:rPr sz="1800" spc="-5" dirty="0">
                <a:solidFill>
                  <a:srgbClr val="3F3F3F"/>
                </a:solidFill>
                <a:latin typeface="Calibri"/>
                <a:cs typeface="Calibri"/>
              </a:rPr>
              <a:t>one </a:t>
            </a:r>
            <a:r>
              <a:rPr sz="1800" spc="-10" dirty="0">
                <a:solidFill>
                  <a:srgbClr val="3F3F3F"/>
                </a:solidFill>
                <a:latin typeface="Calibri"/>
                <a:cs typeface="Calibri"/>
              </a:rPr>
              <a:t>interface)</a:t>
            </a:r>
            <a:endParaRPr sz="1800">
              <a:latin typeface="Calibri"/>
              <a:cs typeface="Calibri"/>
            </a:endParaRPr>
          </a:p>
          <a:p>
            <a:pPr marL="189230" marR="125730" indent="-177165">
              <a:lnSpc>
                <a:spcPts val="1939"/>
              </a:lnSpc>
              <a:spcBef>
                <a:spcPts val="1605"/>
              </a:spcBef>
              <a:buClr>
                <a:srgbClr val="1CACE4"/>
              </a:buClr>
              <a:buFont typeface="Arial MT"/>
              <a:buChar char="•"/>
              <a:tabLst>
                <a:tab pos="189865" algn="l"/>
              </a:tabLst>
            </a:pPr>
            <a:r>
              <a:rPr sz="1800" spc="-10" dirty="0">
                <a:solidFill>
                  <a:srgbClr val="3F3F3F"/>
                </a:solidFill>
                <a:latin typeface="Calibri"/>
                <a:cs typeface="Calibri"/>
              </a:rPr>
              <a:t>After receiving</a:t>
            </a:r>
            <a:r>
              <a:rPr sz="1800" spc="35" dirty="0">
                <a:solidFill>
                  <a:srgbClr val="3F3F3F"/>
                </a:solidFill>
                <a:latin typeface="Calibri"/>
                <a:cs typeface="Calibri"/>
              </a:rPr>
              <a:t> </a:t>
            </a:r>
            <a:r>
              <a:rPr sz="1800" spc="-5" dirty="0">
                <a:solidFill>
                  <a:srgbClr val="3F3F3F"/>
                </a:solidFill>
                <a:latin typeface="Calibri"/>
                <a:cs typeface="Calibri"/>
              </a:rPr>
              <a:t>all</a:t>
            </a:r>
            <a:r>
              <a:rPr sz="1800" spc="15" dirty="0">
                <a:solidFill>
                  <a:srgbClr val="3F3F3F"/>
                </a:solidFill>
                <a:latin typeface="Calibri"/>
                <a:cs typeface="Calibri"/>
              </a:rPr>
              <a:t> </a:t>
            </a:r>
            <a:r>
              <a:rPr sz="1800" spc="-5" dirty="0">
                <a:solidFill>
                  <a:srgbClr val="3F3F3F"/>
                </a:solidFill>
                <a:latin typeface="Calibri"/>
                <a:cs typeface="Calibri"/>
              </a:rPr>
              <a:t>new</a:t>
            </a:r>
            <a:r>
              <a:rPr sz="1800" spc="15" dirty="0">
                <a:solidFill>
                  <a:srgbClr val="3F3F3F"/>
                </a:solidFill>
                <a:latin typeface="Calibri"/>
                <a:cs typeface="Calibri"/>
              </a:rPr>
              <a:t> </a:t>
            </a:r>
            <a:r>
              <a:rPr sz="1800" spc="-10" dirty="0">
                <a:solidFill>
                  <a:srgbClr val="3F3F3F"/>
                </a:solidFill>
                <a:latin typeface="Calibri"/>
                <a:cs typeface="Calibri"/>
              </a:rPr>
              <a:t>LSPs,</a:t>
            </a:r>
            <a:r>
              <a:rPr sz="1800" spc="5" dirty="0">
                <a:solidFill>
                  <a:srgbClr val="3F3F3F"/>
                </a:solidFill>
                <a:latin typeface="Calibri"/>
                <a:cs typeface="Calibri"/>
              </a:rPr>
              <a:t> </a:t>
            </a:r>
            <a:r>
              <a:rPr sz="1800" spc="-5" dirty="0">
                <a:solidFill>
                  <a:srgbClr val="3F3F3F"/>
                </a:solidFill>
                <a:latin typeface="Calibri"/>
                <a:cs typeface="Calibri"/>
              </a:rPr>
              <a:t>each</a:t>
            </a:r>
            <a:r>
              <a:rPr sz="1800" spc="20" dirty="0">
                <a:solidFill>
                  <a:srgbClr val="3F3F3F"/>
                </a:solidFill>
                <a:latin typeface="Calibri"/>
                <a:cs typeface="Calibri"/>
              </a:rPr>
              <a:t> </a:t>
            </a:r>
            <a:r>
              <a:rPr sz="1800" spc="-5" dirty="0">
                <a:solidFill>
                  <a:srgbClr val="3F3F3F"/>
                </a:solidFill>
                <a:latin typeface="Calibri"/>
                <a:cs typeface="Calibri"/>
              </a:rPr>
              <a:t>node</a:t>
            </a:r>
            <a:r>
              <a:rPr sz="1800" spc="25" dirty="0">
                <a:solidFill>
                  <a:srgbClr val="3F3F3F"/>
                </a:solidFill>
                <a:latin typeface="Calibri"/>
                <a:cs typeface="Calibri"/>
              </a:rPr>
              <a:t> </a:t>
            </a:r>
            <a:r>
              <a:rPr sz="1800" spc="-15" dirty="0">
                <a:solidFill>
                  <a:srgbClr val="3F3F3F"/>
                </a:solidFill>
                <a:latin typeface="Calibri"/>
                <a:cs typeface="Calibri"/>
              </a:rPr>
              <a:t>creates</a:t>
            </a:r>
            <a:r>
              <a:rPr sz="1800" spc="5" dirty="0">
                <a:solidFill>
                  <a:srgbClr val="3F3F3F"/>
                </a:solidFill>
                <a:latin typeface="Calibri"/>
                <a:cs typeface="Calibri"/>
              </a:rPr>
              <a:t> </a:t>
            </a:r>
            <a:r>
              <a:rPr sz="1800" spc="-5" dirty="0">
                <a:solidFill>
                  <a:srgbClr val="3F3F3F"/>
                </a:solidFill>
                <a:latin typeface="Calibri"/>
                <a:cs typeface="Calibri"/>
              </a:rPr>
              <a:t>the</a:t>
            </a:r>
            <a:r>
              <a:rPr sz="1800" spc="25" dirty="0">
                <a:solidFill>
                  <a:srgbClr val="3F3F3F"/>
                </a:solidFill>
                <a:latin typeface="Calibri"/>
                <a:cs typeface="Calibri"/>
              </a:rPr>
              <a:t> </a:t>
            </a:r>
            <a:r>
              <a:rPr sz="1800" spc="-10" dirty="0">
                <a:solidFill>
                  <a:srgbClr val="3F3F3F"/>
                </a:solidFill>
                <a:latin typeface="Calibri"/>
                <a:cs typeface="Calibri"/>
              </a:rPr>
              <a:t>comprehensive</a:t>
            </a:r>
            <a:r>
              <a:rPr sz="1800" spc="10" dirty="0">
                <a:solidFill>
                  <a:srgbClr val="3F3F3F"/>
                </a:solidFill>
                <a:latin typeface="Calibri"/>
                <a:cs typeface="Calibri"/>
              </a:rPr>
              <a:t> </a:t>
            </a:r>
            <a:r>
              <a:rPr sz="1800" spc="-10" dirty="0">
                <a:solidFill>
                  <a:srgbClr val="3F3F3F"/>
                </a:solidFill>
                <a:latin typeface="Calibri"/>
                <a:cs typeface="Calibri"/>
              </a:rPr>
              <a:t>LSDB,</a:t>
            </a:r>
            <a:r>
              <a:rPr sz="1800" spc="15" dirty="0">
                <a:solidFill>
                  <a:srgbClr val="3F3F3F"/>
                </a:solidFill>
                <a:latin typeface="Calibri"/>
                <a:cs typeface="Calibri"/>
              </a:rPr>
              <a:t> </a:t>
            </a:r>
            <a:r>
              <a:rPr sz="1800" spc="-5" dirty="0">
                <a:solidFill>
                  <a:srgbClr val="3F3F3F"/>
                </a:solidFill>
                <a:latin typeface="Calibri"/>
                <a:cs typeface="Calibri"/>
              </a:rPr>
              <a:t>which</a:t>
            </a:r>
            <a:r>
              <a:rPr sz="1800" spc="30" dirty="0">
                <a:solidFill>
                  <a:srgbClr val="3F3F3F"/>
                </a:solidFill>
                <a:latin typeface="Calibri"/>
                <a:cs typeface="Calibri"/>
              </a:rPr>
              <a:t> </a:t>
            </a:r>
            <a:r>
              <a:rPr sz="1800" spc="-5" dirty="0">
                <a:solidFill>
                  <a:srgbClr val="3F3F3F"/>
                </a:solidFill>
                <a:latin typeface="Calibri"/>
                <a:cs typeface="Calibri"/>
              </a:rPr>
              <a:t>is</a:t>
            </a:r>
            <a:r>
              <a:rPr sz="1800" spc="10" dirty="0">
                <a:solidFill>
                  <a:srgbClr val="3F3F3F"/>
                </a:solidFill>
                <a:latin typeface="Calibri"/>
                <a:cs typeface="Calibri"/>
              </a:rPr>
              <a:t> </a:t>
            </a:r>
            <a:r>
              <a:rPr sz="1800" dirty="0">
                <a:solidFill>
                  <a:srgbClr val="3F3F3F"/>
                </a:solidFill>
                <a:latin typeface="Calibri"/>
                <a:cs typeface="Calibri"/>
              </a:rPr>
              <a:t>same </a:t>
            </a:r>
            <a:r>
              <a:rPr sz="1800" spc="-15" dirty="0">
                <a:solidFill>
                  <a:srgbClr val="3F3F3F"/>
                </a:solidFill>
                <a:latin typeface="Calibri"/>
                <a:cs typeface="Calibri"/>
              </a:rPr>
              <a:t>for </a:t>
            </a:r>
            <a:r>
              <a:rPr sz="1800" spc="-395" dirty="0">
                <a:solidFill>
                  <a:srgbClr val="3F3F3F"/>
                </a:solidFill>
                <a:latin typeface="Calibri"/>
                <a:cs typeface="Calibri"/>
              </a:rPr>
              <a:t> </a:t>
            </a:r>
            <a:r>
              <a:rPr sz="1800" spc="-5" dirty="0">
                <a:solidFill>
                  <a:srgbClr val="3F3F3F"/>
                </a:solidFill>
                <a:latin typeface="Calibri"/>
                <a:cs typeface="Calibri"/>
              </a:rPr>
              <a:t>each</a:t>
            </a:r>
            <a:r>
              <a:rPr sz="1800" dirty="0">
                <a:solidFill>
                  <a:srgbClr val="3F3F3F"/>
                </a:solidFill>
                <a:latin typeface="Calibri"/>
                <a:cs typeface="Calibri"/>
              </a:rPr>
              <a:t> </a:t>
            </a:r>
            <a:r>
              <a:rPr sz="1800" spc="-5" dirty="0">
                <a:solidFill>
                  <a:srgbClr val="3F3F3F"/>
                </a:solidFill>
                <a:latin typeface="Calibri"/>
                <a:cs typeface="Calibri"/>
              </a:rPr>
              <a:t>node</a:t>
            </a:r>
            <a:r>
              <a:rPr sz="1800" spc="15" dirty="0">
                <a:solidFill>
                  <a:srgbClr val="3F3F3F"/>
                </a:solidFill>
                <a:latin typeface="Calibri"/>
                <a:cs typeface="Calibri"/>
              </a:rPr>
              <a:t> </a:t>
            </a:r>
            <a:r>
              <a:rPr sz="1800" dirty="0">
                <a:solidFill>
                  <a:srgbClr val="3F3F3F"/>
                </a:solidFill>
                <a:latin typeface="Calibri"/>
                <a:cs typeface="Calibri"/>
              </a:rPr>
              <a:t>and </a:t>
            </a:r>
            <a:r>
              <a:rPr sz="1800" spc="-10" dirty="0">
                <a:solidFill>
                  <a:srgbClr val="3F3F3F"/>
                </a:solidFill>
                <a:latin typeface="Calibri"/>
                <a:cs typeface="Calibri"/>
              </a:rPr>
              <a:t>shows</a:t>
            </a:r>
            <a:r>
              <a:rPr sz="1800" dirty="0">
                <a:solidFill>
                  <a:srgbClr val="3F3F3F"/>
                </a:solidFill>
                <a:latin typeface="Calibri"/>
                <a:cs typeface="Calibri"/>
              </a:rPr>
              <a:t> </a:t>
            </a:r>
            <a:r>
              <a:rPr sz="1800" spc="-5" dirty="0">
                <a:solidFill>
                  <a:srgbClr val="3F3F3F"/>
                </a:solidFill>
                <a:latin typeface="Calibri"/>
                <a:cs typeface="Calibri"/>
              </a:rPr>
              <a:t>the</a:t>
            </a:r>
            <a:r>
              <a:rPr sz="1800" spc="15" dirty="0">
                <a:solidFill>
                  <a:srgbClr val="3F3F3F"/>
                </a:solidFill>
                <a:latin typeface="Calibri"/>
                <a:cs typeface="Calibri"/>
              </a:rPr>
              <a:t> </a:t>
            </a:r>
            <a:r>
              <a:rPr sz="1800" spc="-5" dirty="0">
                <a:solidFill>
                  <a:srgbClr val="3F3F3F"/>
                </a:solidFill>
                <a:latin typeface="Calibri"/>
                <a:cs typeface="Calibri"/>
              </a:rPr>
              <a:t>whole</a:t>
            </a:r>
            <a:r>
              <a:rPr sz="1800" spc="15" dirty="0">
                <a:solidFill>
                  <a:srgbClr val="3F3F3F"/>
                </a:solidFill>
                <a:latin typeface="Calibri"/>
                <a:cs typeface="Calibri"/>
              </a:rPr>
              <a:t> </a:t>
            </a:r>
            <a:r>
              <a:rPr sz="1800" dirty="0">
                <a:solidFill>
                  <a:srgbClr val="3F3F3F"/>
                </a:solidFill>
                <a:latin typeface="Calibri"/>
                <a:cs typeface="Calibri"/>
              </a:rPr>
              <a:t>map </a:t>
            </a:r>
            <a:r>
              <a:rPr sz="1800" spc="-5" dirty="0">
                <a:solidFill>
                  <a:srgbClr val="3F3F3F"/>
                </a:solidFill>
                <a:latin typeface="Calibri"/>
                <a:cs typeface="Calibri"/>
              </a:rPr>
              <a:t>of</a:t>
            </a:r>
            <a:r>
              <a:rPr sz="1800" spc="10" dirty="0">
                <a:solidFill>
                  <a:srgbClr val="3F3F3F"/>
                </a:solidFill>
                <a:latin typeface="Calibri"/>
                <a:cs typeface="Calibri"/>
              </a:rPr>
              <a:t> </a:t>
            </a:r>
            <a:r>
              <a:rPr sz="1800" spc="-5" dirty="0">
                <a:solidFill>
                  <a:srgbClr val="3F3F3F"/>
                </a:solidFill>
                <a:latin typeface="Calibri"/>
                <a:cs typeface="Calibri"/>
              </a:rPr>
              <a:t>the</a:t>
            </a:r>
            <a:r>
              <a:rPr sz="1800" spc="35" dirty="0">
                <a:solidFill>
                  <a:srgbClr val="3F3F3F"/>
                </a:solidFill>
                <a:latin typeface="Calibri"/>
                <a:cs typeface="Calibri"/>
              </a:rPr>
              <a:t> </a:t>
            </a:r>
            <a:r>
              <a:rPr sz="1800" spc="-10" dirty="0">
                <a:solidFill>
                  <a:srgbClr val="3F3F3F"/>
                </a:solidFill>
                <a:latin typeface="Calibri"/>
                <a:cs typeface="Calibri"/>
              </a:rPr>
              <a:t>internet</a:t>
            </a:r>
            <a:endParaRPr sz="1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908303" y="5480303"/>
          <a:ext cx="8153400" cy="1097278"/>
        </p:xfrm>
        <a:graphic>
          <a:graphicData uri="http://schemas.openxmlformats.org/drawingml/2006/table">
            <a:tbl>
              <a:tblPr firstRow="1" bandRow="1">
                <a:tableStyleId>{2D5ABB26-0587-4C30-8999-92F81FD0307C}</a:tableStyleId>
              </a:tblPr>
              <a:tblGrid>
                <a:gridCol w="4039235">
                  <a:extLst>
                    <a:ext uri="{9D8B030D-6E8A-4147-A177-3AD203B41FA5}">
                      <a16:colId xmlns:a16="http://schemas.microsoft.com/office/drawing/2014/main" val="20000"/>
                    </a:ext>
                  </a:extLst>
                </a:gridCol>
                <a:gridCol w="4114165">
                  <a:extLst>
                    <a:ext uri="{9D8B030D-6E8A-4147-A177-3AD203B41FA5}">
                      <a16:colId xmlns:a16="http://schemas.microsoft.com/office/drawing/2014/main" val="20001"/>
                    </a:ext>
                  </a:extLst>
                </a:gridCol>
              </a:tblGrid>
              <a:tr h="396239">
                <a:tc>
                  <a:txBody>
                    <a:bodyPr/>
                    <a:lstStyle/>
                    <a:p>
                      <a:pPr marL="90170">
                        <a:lnSpc>
                          <a:spcPct val="100000"/>
                        </a:lnSpc>
                        <a:spcBef>
                          <a:spcPts val="225"/>
                        </a:spcBef>
                      </a:pPr>
                      <a:r>
                        <a:rPr sz="2000" b="1" spc="-10" dirty="0">
                          <a:solidFill>
                            <a:srgbClr val="FFFFFF"/>
                          </a:solidFill>
                          <a:latin typeface="Calibri"/>
                          <a:cs typeface="Calibri"/>
                        </a:rPr>
                        <a:t>Distance-vector</a:t>
                      </a:r>
                      <a:r>
                        <a:rPr sz="2000" b="1" spc="-40" dirty="0">
                          <a:solidFill>
                            <a:srgbClr val="FFFFFF"/>
                          </a:solidFill>
                          <a:latin typeface="Calibri"/>
                          <a:cs typeface="Calibri"/>
                        </a:rPr>
                        <a:t> </a:t>
                      </a:r>
                      <a:r>
                        <a:rPr sz="2000" b="1" spc="-5" dirty="0">
                          <a:solidFill>
                            <a:srgbClr val="FFFFFF"/>
                          </a:solidFill>
                          <a:latin typeface="Calibri"/>
                          <a:cs typeface="Calibri"/>
                        </a:rPr>
                        <a:t>routing</a:t>
                      </a:r>
                      <a:r>
                        <a:rPr sz="2000" b="1" spc="-40" dirty="0">
                          <a:solidFill>
                            <a:srgbClr val="FFFFFF"/>
                          </a:solidFill>
                          <a:latin typeface="Calibri"/>
                          <a:cs typeface="Calibri"/>
                        </a:rPr>
                        <a:t> </a:t>
                      </a:r>
                      <a:r>
                        <a:rPr sz="2000" b="1" spc="-5" dirty="0">
                          <a:solidFill>
                            <a:srgbClr val="FFFFFF"/>
                          </a:solidFill>
                          <a:latin typeface="Calibri"/>
                          <a:cs typeface="Calibri"/>
                        </a:rPr>
                        <a:t>algorithm</a:t>
                      </a:r>
                      <a:endParaRPr sz="2000">
                        <a:latin typeface="Calibri"/>
                        <a:cs typeface="Calibri"/>
                      </a:endParaRPr>
                    </a:p>
                  </a:txBody>
                  <a:tcPr marL="0" marR="0" marT="28575" marB="0">
                    <a:lnL w="19050">
                      <a:solidFill>
                        <a:srgbClr val="FFFFFF"/>
                      </a:solidFill>
                      <a:prstDash val="solid"/>
                    </a:lnL>
                    <a:lnR w="12700">
                      <a:solidFill>
                        <a:srgbClr val="FFFFFF"/>
                      </a:solidFill>
                      <a:prstDash val="solid"/>
                    </a:lnR>
                    <a:lnT w="19050">
                      <a:solidFill>
                        <a:srgbClr val="FFFFFF"/>
                      </a:solidFill>
                      <a:prstDash val="solid"/>
                    </a:lnT>
                    <a:lnB w="38100">
                      <a:solidFill>
                        <a:srgbClr val="FFFFFF"/>
                      </a:solidFill>
                      <a:prstDash val="solid"/>
                    </a:lnB>
                    <a:solidFill>
                      <a:srgbClr val="1CACE4"/>
                    </a:solidFill>
                  </a:tcPr>
                </a:tc>
                <a:tc>
                  <a:txBody>
                    <a:bodyPr/>
                    <a:lstStyle/>
                    <a:p>
                      <a:pPr marL="90170">
                        <a:lnSpc>
                          <a:spcPct val="100000"/>
                        </a:lnSpc>
                        <a:spcBef>
                          <a:spcPts val="225"/>
                        </a:spcBef>
                      </a:pPr>
                      <a:r>
                        <a:rPr sz="2000" b="1" spc="-10" dirty="0">
                          <a:solidFill>
                            <a:srgbClr val="FFFFFF"/>
                          </a:solidFill>
                          <a:latin typeface="Calibri"/>
                          <a:cs typeface="Calibri"/>
                        </a:rPr>
                        <a:t>Link-state</a:t>
                      </a:r>
                      <a:r>
                        <a:rPr sz="2000" b="1" spc="-50" dirty="0">
                          <a:solidFill>
                            <a:srgbClr val="FFFFFF"/>
                          </a:solidFill>
                          <a:latin typeface="Calibri"/>
                          <a:cs typeface="Calibri"/>
                        </a:rPr>
                        <a:t> </a:t>
                      </a:r>
                      <a:r>
                        <a:rPr sz="2000" b="1" spc="-5" dirty="0">
                          <a:solidFill>
                            <a:srgbClr val="FFFFFF"/>
                          </a:solidFill>
                          <a:latin typeface="Calibri"/>
                          <a:cs typeface="Calibri"/>
                        </a:rPr>
                        <a:t>routing</a:t>
                      </a:r>
                      <a:r>
                        <a:rPr sz="2000" b="1" spc="-60" dirty="0">
                          <a:solidFill>
                            <a:srgbClr val="FFFFFF"/>
                          </a:solidFill>
                          <a:latin typeface="Calibri"/>
                          <a:cs typeface="Calibri"/>
                        </a:rPr>
                        <a:t> </a:t>
                      </a:r>
                      <a:r>
                        <a:rPr sz="2000" b="1" spc="-5" dirty="0">
                          <a:solidFill>
                            <a:srgbClr val="FFFFFF"/>
                          </a:solidFill>
                          <a:latin typeface="Calibri"/>
                          <a:cs typeface="Calibri"/>
                        </a:rPr>
                        <a:t>algorithm</a:t>
                      </a:r>
                      <a:endParaRPr sz="2000">
                        <a:latin typeface="Calibri"/>
                        <a:cs typeface="Calibri"/>
                      </a:endParaRPr>
                    </a:p>
                  </a:txBody>
                  <a:tcPr marL="0" marR="0" marT="28575" marB="0">
                    <a:lnL w="12700">
                      <a:solidFill>
                        <a:srgbClr val="FFFFFF"/>
                      </a:solidFill>
                      <a:prstDash val="solid"/>
                    </a:lnL>
                    <a:lnR w="19050">
                      <a:solidFill>
                        <a:srgbClr val="FFFFFF"/>
                      </a:solidFill>
                      <a:prstDash val="solid"/>
                    </a:lnR>
                    <a:lnT w="19050">
                      <a:solidFill>
                        <a:srgbClr val="FFFFFF"/>
                      </a:solidFill>
                      <a:prstDash val="solid"/>
                    </a:lnT>
                    <a:lnB w="38100">
                      <a:solidFill>
                        <a:srgbClr val="FFFFFF"/>
                      </a:solidFill>
                      <a:prstDash val="solid"/>
                    </a:lnB>
                    <a:solidFill>
                      <a:srgbClr val="1CACE4"/>
                    </a:solidFill>
                  </a:tcPr>
                </a:tc>
                <a:extLst>
                  <a:ext uri="{0D108BD9-81ED-4DB2-BD59-A6C34878D82A}">
                    <a16:rowId xmlns:a16="http://schemas.microsoft.com/office/drawing/2014/main" val="10000"/>
                  </a:ext>
                </a:extLst>
              </a:tr>
              <a:tr h="701039">
                <a:tc>
                  <a:txBody>
                    <a:bodyPr/>
                    <a:lstStyle/>
                    <a:p>
                      <a:pPr marL="90170" marR="110489">
                        <a:lnSpc>
                          <a:spcPct val="100000"/>
                        </a:lnSpc>
                        <a:spcBef>
                          <a:spcPts val="225"/>
                        </a:spcBef>
                      </a:pPr>
                      <a:r>
                        <a:rPr sz="2000" spc="-10" dirty="0">
                          <a:latin typeface="Calibri"/>
                          <a:cs typeface="Calibri"/>
                        </a:rPr>
                        <a:t>Each</a:t>
                      </a:r>
                      <a:r>
                        <a:rPr sz="2000" spc="-25" dirty="0">
                          <a:latin typeface="Calibri"/>
                          <a:cs typeface="Calibri"/>
                        </a:rPr>
                        <a:t> </a:t>
                      </a:r>
                      <a:r>
                        <a:rPr sz="2000" spc="-15" dirty="0">
                          <a:latin typeface="Calibri"/>
                          <a:cs typeface="Calibri"/>
                        </a:rPr>
                        <a:t>router</a:t>
                      </a:r>
                      <a:r>
                        <a:rPr sz="2000" spc="-5" dirty="0">
                          <a:latin typeface="Calibri"/>
                          <a:cs typeface="Calibri"/>
                        </a:rPr>
                        <a:t> </a:t>
                      </a:r>
                      <a:r>
                        <a:rPr sz="2000" spc="-10" dirty="0">
                          <a:latin typeface="Calibri"/>
                          <a:cs typeface="Calibri"/>
                        </a:rPr>
                        <a:t>tells</a:t>
                      </a:r>
                      <a:r>
                        <a:rPr sz="2000" spc="20" dirty="0">
                          <a:latin typeface="Calibri"/>
                          <a:cs typeface="Calibri"/>
                        </a:rPr>
                        <a:t> </a:t>
                      </a:r>
                      <a:r>
                        <a:rPr sz="2000" spc="-5" dirty="0">
                          <a:latin typeface="Calibri"/>
                          <a:cs typeface="Calibri"/>
                        </a:rPr>
                        <a:t>its</a:t>
                      </a:r>
                      <a:r>
                        <a:rPr sz="2000" spc="5" dirty="0">
                          <a:latin typeface="Calibri"/>
                          <a:cs typeface="Calibri"/>
                        </a:rPr>
                        <a:t> </a:t>
                      </a:r>
                      <a:r>
                        <a:rPr sz="2000" spc="-5" dirty="0">
                          <a:latin typeface="Calibri"/>
                          <a:cs typeface="Calibri"/>
                        </a:rPr>
                        <a:t>neighbors</a:t>
                      </a:r>
                      <a:r>
                        <a:rPr sz="2000" spc="-25" dirty="0">
                          <a:latin typeface="Calibri"/>
                          <a:cs typeface="Calibri"/>
                        </a:rPr>
                        <a:t> </a:t>
                      </a:r>
                      <a:r>
                        <a:rPr sz="2000" spc="-10" dirty="0">
                          <a:latin typeface="Calibri"/>
                          <a:cs typeface="Calibri"/>
                        </a:rPr>
                        <a:t>what</a:t>
                      </a:r>
                      <a:r>
                        <a:rPr sz="2000" spc="-5" dirty="0">
                          <a:latin typeface="Calibri"/>
                          <a:cs typeface="Calibri"/>
                        </a:rPr>
                        <a:t> it </a:t>
                      </a:r>
                      <a:r>
                        <a:rPr sz="2000" spc="-440" dirty="0">
                          <a:latin typeface="Calibri"/>
                          <a:cs typeface="Calibri"/>
                        </a:rPr>
                        <a:t> </a:t>
                      </a:r>
                      <a:r>
                        <a:rPr sz="2000" spc="-10" dirty="0">
                          <a:latin typeface="Calibri"/>
                          <a:cs typeface="Calibri"/>
                        </a:rPr>
                        <a:t>knows</a:t>
                      </a:r>
                      <a:r>
                        <a:rPr sz="2000" spc="-30" dirty="0">
                          <a:latin typeface="Calibri"/>
                          <a:cs typeface="Calibri"/>
                        </a:rPr>
                        <a:t> </a:t>
                      </a:r>
                      <a:r>
                        <a:rPr sz="2000" dirty="0">
                          <a:latin typeface="Calibri"/>
                          <a:cs typeface="Calibri"/>
                        </a:rPr>
                        <a:t>about</a:t>
                      </a:r>
                      <a:r>
                        <a:rPr sz="2000" spc="-30" dirty="0">
                          <a:latin typeface="Calibri"/>
                          <a:cs typeface="Calibri"/>
                        </a:rPr>
                        <a:t> </a:t>
                      </a:r>
                      <a:r>
                        <a:rPr sz="2000" dirty="0">
                          <a:latin typeface="Calibri"/>
                          <a:cs typeface="Calibri"/>
                        </a:rPr>
                        <a:t>the</a:t>
                      </a:r>
                      <a:r>
                        <a:rPr sz="2000" spc="-5" dirty="0">
                          <a:latin typeface="Calibri"/>
                          <a:cs typeface="Calibri"/>
                        </a:rPr>
                        <a:t> whole</a:t>
                      </a:r>
                      <a:r>
                        <a:rPr sz="2000" spc="-10" dirty="0">
                          <a:latin typeface="Calibri"/>
                          <a:cs typeface="Calibri"/>
                        </a:rPr>
                        <a:t> internet</a:t>
                      </a:r>
                      <a:endParaRPr sz="2000">
                        <a:latin typeface="Calibri"/>
                        <a:cs typeface="Calibri"/>
                      </a:endParaRPr>
                    </a:p>
                  </a:txBody>
                  <a:tcPr marL="0" marR="0" marT="28575" marB="0">
                    <a:lnL w="19050">
                      <a:solidFill>
                        <a:srgbClr val="FFFFFF"/>
                      </a:solidFill>
                      <a:prstDash val="solid"/>
                    </a:lnL>
                    <a:lnR w="12700">
                      <a:solidFill>
                        <a:srgbClr val="FFFFFF"/>
                      </a:solidFill>
                      <a:prstDash val="solid"/>
                    </a:lnR>
                    <a:lnT w="38100">
                      <a:solidFill>
                        <a:srgbClr val="FFFFFF"/>
                      </a:solidFill>
                      <a:prstDash val="solid"/>
                    </a:lnT>
                    <a:lnB w="19050">
                      <a:solidFill>
                        <a:srgbClr val="FFFFFF"/>
                      </a:solidFill>
                      <a:prstDash val="solid"/>
                    </a:lnB>
                    <a:solidFill>
                      <a:srgbClr val="CCE2F4"/>
                    </a:solidFill>
                  </a:tcPr>
                </a:tc>
                <a:tc>
                  <a:txBody>
                    <a:bodyPr/>
                    <a:lstStyle/>
                    <a:p>
                      <a:pPr marL="90170" marR="361950">
                        <a:lnSpc>
                          <a:spcPct val="100000"/>
                        </a:lnSpc>
                        <a:spcBef>
                          <a:spcPts val="225"/>
                        </a:spcBef>
                      </a:pPr>
                      <a:r>
                        <a:rPr sz="2000" spc="-10" dirty="0">
                          <a:latin typeface="Calibri"/>
                          <a:cs typeface="Calibri"/>
                        </a:rPr>
                        <a:t>Each</a:t>
                      </a:r>
                      <a:r>
                        <a:rPr sz="2000" spc="-25" dirty="0">
                          <a:latin typeface="Calibri"/>
                          <a:cs typeface="Calibri"/>
                        </a:rPr>
                        <a:t> </a:t>
                      </a:r>
                      <a:r>
                        <a:rPr sz="2000" spc="-15" dirty="0">
                          <a:latin typeface="Calibri"/>
                          <a:cs typeface="Calibri"/>
                        </a:rPr>
                        <a:t>router</a:t>
                      </a:r>
                      <a:r>
                        <a:rPr sz="2000" spc="-10" dirty="0">
                          <a:latin typeface="Calibri"/>
                          <a:cs typeface="Calibri"/>
                        </a:rPr>
                        <a:t> tells</a:t>
                      </a:r>
                      <a:r>
                        <a:rPr sz="2000" spc="20" dirty="0">
                          <a:latin typeface="Calibri"/>
                          <a:cs typeface="Calibri"/>
                        </a:rPr>
                        <a:t> </a:t>
                      </a:r>
                      <a:r>
                        <a:rPr sz="2000" dirty="0">
                          <a:latin typeface="Calibri"/>
                          <a:cs typeface="Calibri"/>
                        </a:rPr>
                        <a:t>the</a:t>
                      </a:r>
                      <a:r>
                        <a:rPr sz="2000" spc="-15" dirty="0">
                          <a:latin typeface="Calibri"/>
                          <a:cs typeface="Calibri"/>
                        </a:rPr>
                        <a:t> </a:t>
                      </a:r>
                      <a:r>
                        <a:rPr sz="2000" spc="-5" dirty="0">
                          <a:latin typeface="Calibri"/>
                          <a:cs typeface="Calibri"/>
                        </a:rPr>
                        <a:t>whole </a:t>
                      </a:r>
                      <a:r>
                        <a:rPr sz="2000" spc="-10" dirty="0">
                          <a:latin typeface="Calibri"/>
                          <a:cs typeface="Calibri"/>
                        </a:rPr>
                        <a:t>internet </a:t>
                      </a:r>
                      <a:r>
                        <a:rPr sz="2000" spc="-434" dirty="0">
                          <a:latin typeface="Calibri"/>
                          <a:cs typeface="Calibri"/>
                        </a:rPr>
                        <a:t> </a:t>
                      </a:r>
                      <a:r>
                        <a:rPr sz="2000" spc="-10" dirty="0">
                          <a:latin typeface="Calibri"/>
                          <a:cs typeface="Calibri"/>
                        </a:rPr>
                        <a:t>what</a:t>
                      </a:r>
                      <a:r>
                        <a:rPr sz="2000" spc="-25" dirty="0">
                          <a:latin typeface="Calibri"/>
                          <a:cs typeface="Calibri"/>
                        </a:rPr>
                        <a:t> </a:t>
                      </a:r>
                      <a:r>
                        <a:rPr sz="2000" spc="-5" dirty="0">
                          <a:latin typeface="Calibri"/>
                          <a:cs typeface="Calibri"/>
                        </a:rPr>
                        <a:t>it</a:t>
                      </a:r>
                      <a:r>
                        <a:rPr sz="2000" spc="-10" dirty="0">
                          <a:latin typeface="Calibri"/>
                          <a:cs typeface="Calibri"/>
                        </a:rPr>
                        <a:t> knows</a:t>
                      </a:r>
                      <a:r>
                        <a:rPr sz="2000" spc="-15" dirty="0">
                          <a:latin typeface="Calibri"/>
                          <a:cs typeface="Calibri"/>
                        </a:rPr>
                        <a:t> </a:t>
                      </a:r>
                      <a:r>
                        <a:rPr sz="2000" dirty="0">
                          <a:latin typeface="Calibri"/>
                          <a:cs typeface="Calibri"/>
                        </a:rPr>
                        <a:t>about</a:t>
                      </a:r>
                      <a:r>
                        <a:rPr sz="2000" spc="-30" dirty="0">
                          <a:latin typeface="Calibri"/>
                          <a:cs typeface="Calibri"/>
                        </a:rPr>
                        <a:t> </a:t>
                      </a:r>
                      <a:r>
                        <a:rPr sz="2000" spc="-5" dirty="0">
                          <a:latin typeface="Calibri"/>
                          <a:cs typeface="Calibri"/>
                        </a:rPr>
                        <a:t>its</a:t>
                      </a:r>
                      <a:r>
                        <a:rPr sz="2000" spc="5" dirty="0">
                          <a:latin typeface="Calibri"/>
                          <a:cs typeface="Calibri"/>
                        </a:rPr>
                        <a:t> </a:t>
                      </a:r>
                      <a:r>
                        <a:rPr sz="2000" spc="-5" dirty="0">
                          <a:latin typeface="Calibri"/>
                          <a:cs typeface="Calibri"/>
                        </a:rPr>
                        <a:t>neighbors.</a:t>
                      </a:r>
                      <a:endParaRPr sz="2000">
                        <a:latin typeface="Calibri"/>
                        <a:cs typeface="Calibri"/>
                      </a:endParaRPr>
                    </a:p>
                  </a:txBody>
                  <a:tcPr marL="0" marR="0" marT="28575" marB="0">
                    <a:lnL w="12700">
                      <a:solidFill>
                        <a:srgbClr val="FFFFFF"/>
                      </a:solidFill>
                      <a:prstDash val="solid"/>
                    </a:lnL>
                    <a:lnR w="19050">
                      <a:solidFill>
                        <a:srgbClr val="FFFFFF"/>
                      </a:solidFill>
                      <a:prstDash val="solid"/>
                    </a:lnR>
                    <a:lnT w="38100">
                      <a:solidFill>
                        <a:srgbClr val="FFFFFF"/>
                      </a:solidFill>
                      <a:prstDash val="solid"/>
                    </a:lnT>
                    <a:lnB w="19050">
                      <a:solidFill>
                        <a:srgbClr val="FFFFFF"/>
                      </a:solidFill>
                      <a:prstDash val="solid"/>
                    </a:lnB>
                    <a:solidFill>
                      <a:srgbClr val="CCE2F4"/>
                    </a:solidFill>
                  </a:tcPr>
                </a:tc>
                <a:extLst>
                  <a:ext uri="{0D108BD9-81ED-4DB2-BD59-A6C34878D82A}">
                    <a16:rowId xmlns:a16="http://schemas.microsoft.com/office/drawing/2014/main" val="10001"/>
                  </a:ext>
                </a:extLst>
              </a:tr>
            </a:tbl>
          </a:graphicData>
        </a:graphic>
      </p:graphicFrame>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71</a:t>
            </a:fld>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7759065" cy="680720"/>
          </a:xfrm>
          <a:prstGeom prst="rect">
            <a:avLst/>
          </a:prstGeom>
        </p:spPr>
        <p:txBody>
          <a:bodyPr vert="horz" wrap="square" lIns="0" tIns="12065" rIns="0" bIns="0" rtlCol="0">
            <a:spAutoFit/>
          </a:bodyPr>
          <a:lstStyle/>
          <a:p>
            <a:pPr marL="12700">
              <a:lnSpc>
                <a:spcPct val="100000"/>
              </a:lnSpc>
              <a:spcBef>
                <a:spcPts val="95"/>
              </a:spcBef>
            </a:pPr>
            <a:r>
              <a:rPr sz="4300" spc="-50" dirty="0"/>
              <a:t>Formation</a:t>
            </a:r>
            <a:r>
              <a:rPr sz="4300" spc="-114" dirty="0"/>
              <a:t> </a:t>
            </a:r>
            <a:r>
              <a:rPr sz="4300" spc="-30" dirty="0"/>
              <a:t>of</a:t>
            </a:r>
            <a:r>
              <a:rPr sz="4300" spc="-105" dirty="0"/>
              <a:t> </a:t>
            </a:r>
            <a:r>
              <a:rPr sz="4300" spc="-50" dirty="0"/>
              <a:t>Least-Cost</a:t>
            </a:r>
            <a:r>
              <a:rPr sz="4300" spc="-105" dirty="0"/>
              <a:t> </a:t>
            </a:r>
            <a:r>
              <a:rPr sz="4300" spc="-60" dirty="0"/>
              <a:t>Trees</a:t>
            </a:r>
            <a:endParaRPr sz="4300"/>
          </a:p>
        </p:txBody>
      </p:sp>
      <p:sp>
        <p:nvSpPr>
          <p:cNvPr id="3" name="object 3"/>
          <p:cNvSpPr txBox="1"/>
          <p:nvPr/>
        </p:nvSpPr>
        <p:spPr>
          <a:xfrm>
            <a:off x="545267" y="1740871"/>
            <a:ext cx="3874135" cy="2216150"/>
          </a:xfrm>
          <a:prstGeom prst="rect">
            <a:avLst/>
          </a:prstGeom>
        </p:spPr>
        <p:txBody>
          <a:bodyPr vert="horz" wrap="square" lIns="0" tIns="104775" rIns="0" bIns="0" rtlCol="0">
            <a:spAutoFit/>
          </a:bodyPr>
          <a:lstStyle/>
          <a:p>
            <a:pPr marL="189230" marR="66040" indent="-177165">
              <a:lnSpc>
                <a:spcPct val="70000"/>
              </a:lnSpc>
              <a:spcBef>
                <a:spcPts val="825"/>
              </a:spcBef>
              <a:buClr>
                <a:srgbClr val="1CACE4"/>
              </a:buClr>
              <a:buFont typeface="Arial MT"/>
              <a:buChar char="•"/>
              <a:tabLst>
                <a:tab pos="189865" algn="l"/>
              </a:tabLst>
            </a:pPr>
            <a:r>
              <a:rPr sz="2000" spc="-185" dirty="0">
                <a:solidFill>
                  <a:srgbClr val="3F3F3F"/>
                </a:solidFill>
                <a:latin typeface="Calibri"/>
                <a:cs typeface="Calibri"/>
              </a:rPr>
              <a:t>T</a:t>
            </a:r>
            <a:r>
              <a:rPr sz="2000" dirty="0">
                <a:solidFill>
                  <a:srgbClr val="3F3F3F"/>
                </a:solidFill>
                <a:latin typeface="Calibri"/>
                <a:cs typeface="Calibri"/>
              </a:rPr>
              <a:t>o</a:t>
            </a:r>
            <a:r>
              <a:rPr sz="2000" spc="-25" dirty="0">
                <a:solidFill>
                  <a:srgbClr val="3F3F3F"/>
                </a:solidFill>
                <a:latin typeface="Calibri"/>
                <a:cs typeface="Calibri"/>
              </a:rPr>
              <a:t> </a:t>
            </a:r>
            <a:r>
              <a:rPr sz="2000" dirty="0">
                <a:solidFill>
                  <a:srgbClr val="3F3F3F"/>
                </a:solidFill>
                <a:latin typeface="Calibri"/>
                <a:cs typeface="Calibri"/>
              </a:rPr>
              <a:t>c</a:t>
            </a:r>
            <a:r>
              <a:rPr sz="2000" spc="-30" dirty="0">
                <a:solidFill>
                  <a:srgbClr val="3F3F3F"/>
                </a:solidFill>
                <a:latin typeface="Calibri"/>
                <a:cs typeface="Calibri"/>
              </a:rPr>
              <a:t>r</a:t>
            </a:r>
            <a:r>
              <a:rPr sz="2000" spc="-5" dirty="0">
                <a:solidFill>
                  <a:srgbClr val="3F3F3F"/>
                </a:solidFill>
                <a:latin typeface="Calibri"/>
                <a:cs typeface="Calibri"/>
              </a:rPr>
              <a:t>e</a:t>
            </a:r>
            <a:r>
              <a:rPr sz="2000" spc="-25" dirty="0">
                <a:solidFill>
                  <a:srgbClr val="3F3F3F"/>
                </a:solidFill>
                <a:latin typeface="Calibri"/>
                <a:cs typeface="Calibri"/>
              </a:rPr>
              <a:t>at</a:t>
            </a:r>
            <a:r>
              <a:rPr sz="2000" dirty="0">
                <a:solidFill>
                  <a:srgbClr val="3F3F3F"/>
                </a:solidFill>
                <a:latin typeface="Calibri"/>
                <a:cs typeface="Calibri"/>
              </a:rPr>
              <a:t>e</a:t>
            </a:r>
            <a:r>
              <a:rPr sz="2000" spc="20" dirty="0">
                <a:solidFill>
                  <a:srgbClr val="3F3F3F"/>
                </a:solidFill>
                <a:latin typeface="Calibri"/>
                <a:cs typeface="Calibri"/>
              </a:rPr>
              <a:t> </a:t>
            </a:r>
            <a:r>
              <a:rPr sz="2000" dirty="0">
                <a:solidFill>
                  <a:srgbClr val="3F3F3F"/>
                </a:solidFill>
                <a:latin typeface="Calibri"/>
                <a:cs typeface="Calibri"/>
              </a:rPr>
              <a:t>a</a:t>
            </a:r>
            <a:r>
              <a:rPr sz="2000" spc="-10" dirty="0">
                <a:solidFill>
                  <a:srgbClr val="3F3F3F"/>
                </a:solidFill>
                <a:latin typeface="Calibri"/>
                <a:cs typeface="Calibri"/>
              </a:rPr>
              <a:t> </a:t>
            </a:r>
            <a:r>
              <a:rPr sz="2000" spc="-5" dirty="0">
                <a:solidFill>
                  <a:srgbClr val="3F3F3F"/>
                </a:solidFill>
                <a:latin typeface="Calibri"/>
                <a:cs typeface="Calibri"/>
              </a:rPr>
              <a:t>lea</a:t>
            </a:r>
            <a:r>
              <a:rPr sz="2000" spc="-30" dirty="0">
                <a:solidFill>
                  <a:srgbClr val="3F3F3F"/>
                </a:solidFill>
                <a:latin typeface="Calibri"/>
                <a:cs typeface="Calibri"/>
              </a:rPr>
              <a:t>s</a:t>
            </a:r>
            <a:r>
              <a:rPr sz="2000" dirty="0">
                <a:solidFill>
                  <a:srgbClr val="3F3F3F"/>
                </a:solidFill>
                <a:latin typeface="Calibri"/>
                <a:cs typeface="Calibri"/>
              </a:rPr>
              <a:t>t</a:t>
            </a:r>
            <a:r>
              <a:rPr sz="2000" spc="-5" dirty="0">
                <a:solidFill>
                  <a:srgbClr val="3F3F3F"/>
                </a:solidFill>
                <a:latin typeface="Calibri"/>
                <a:cs typeface="Calibri"/>
              </a:rPr>
              <a:t>-</a:t>
            </a:r>
            <a:r>
              <a:rPr sz="2000" spc="-10" dirty="0">
                <a:solidFill>
                  <a:srgbClr val="3F3F3F"/>
                </a:solidFill>
                <a:latin typeface="Calibri"/>
                <a:cs typeface="Calibri"/>
              </a:rPr>
              <a:t>c</a:t>
            </a:r>
            <a:r>
              <a:rPr sz="2000" spc="-5" dirty="0">
                <a:solidFill>
                  <a:srgbClr val="3F3F3F"/>
                </a:solidFill>
                <a:latin typeface="Calibri"/>
                <a:cs typeface="Calibri"/>
              </a:rPr>
              <a:t>o</a:t>
            </a:r>
            <a:r>
              <a:rPr sz="2000" spc="-30" dirty="0">
                <a:solidFill>
                  <a:srgbClr val="3F3F3F"/>
                </a:solidFill>
                <a:latin typeface="Calibri"/>
                <a:cs typeface="Calibri"/>
              </a:rPr>
              <a:t>s</a:t>
            </a:r>
            <a:r>
              <a:rPr sz="2000" dirty="0">
                <a:solidFill>
                  <a:srgbClr val="3F3F3F"/>
                </a:solidFill>
                <a:latin typeface="Calibri"/>
                <a:cs typeface="Calibri"/>
              </a:rPr>
              <a:t>t</a:t>
            </a:r>
            <a:r>
              <a:rPr sz="2000" spc="20" dirty="0">
                <a:solidFill>
                  <a:srgbClr val="3F3F3F"/>
                </a:solidFill>
                <a:latin typeface="Calibri"/>
                <a:cs typeface="Calibri"/>
              </a:rPr>
              <a:t> </a:t>
            </a:r>
            <a:r>
              <a:rPr sz="2000" spc="-5" dirty="0">
                <a:solidFill>
                  <a:srgbClr val="3F3F3F"/>
                </a:solidFill>
                <a:latin typeface="Calibri"/>
                <a:cs typeface="Calibri"/>
              </a:rPr>
              <a:t>t</a:t>
            </a:r>
            <a:r>
              <a:rPr sz="2000" spc="-30" dirty="0">
                <a:solidFill>
                  <a:srgbClr val="3F3F3F"/>
                </a:solidFill>
                <a:latin typeface="Calibri"/>
                <a:cs typeface="Calibri"/>
              </a:rPr>
              <a:t>r</a:t>
            </a:r>
            <a:r>
              <a:rPr sz="2000" spc="-5" dirty="0">
                <a:solidFill>
                  <a:srgbClr val="3F3F3F"/>
                </a:solidFill>
                <a:latin typeface="Calibri"/>
                <a:cs typeface="Calibri"/>
              </a:rPr>
              <a:t>e</a:t>
            </a:r>
            <a:r>
              <a:rPr sz="2000" dirty="0">
                <a:solidFill>
                  <a:srgbClr val="3F3F3F"/>
                </a:solidFill>
                <a:latin typeface="Calibri"/>
                <a:cs typeface="Calibri"/>
              </a:rPr>
              <a:t>e</a:t>
            </a:r>
            <a:r>
              <a:rPr sz="2000" spc="10" dirty="0">
                <a:solidFill>
                  <a:srgbClr val="3F3F3F"/>
                </a:solidFill>
                <a:latin typeface="Calibri"/>
                <a:cs typeface="Calibri"/>
              </a:rPr>
              <a:t> </a:t>
            </a:r>
            <a:r>
              <a:rPr sz="2000" spc="-35" dirty="0">
                <a:solidFill>
                  <a:srgbClr val="3F3F3F"/>
                </a:solidFill>
                <a:latin typeface="Calibri"/>
                <a:cs typeface="Calibri"/>
              </a:rPr>
              <a:t>f</a:t>
            </a:r>
            <a:r>
              <a:rPr sz="2000" spc="-5" dirty="0">
                <a:solidFill>
                  <a:srgbClr val="3F3F3F"/>
                </a:solidFill>
                <a:latin typeface="Calibri"/>
                <a:cs typeface="Calibri"/>
              </a:rPr>
              <a:t>o</a:t>
            </a:r>
            <a:r>
              <a:rPr sz="2000" dirty="0">
                <a:solidFill>
                  <a:srgbClr val="3F3F3F"/>
                </a:solidFill>
                <a:latin typeface="Calibri"/>
                <a:cs typeface="Calibri"/>
              </a:rPr>
              <a:t>r</a:t>
            </a:r>
            <a:r>
              <a:rPr sz="2000" spc="-25" dirty="0">
                <a:solidFill>
                  <a:srgbClr val="3F3F3F"/>
                </a:solidFill>
                <a:latin typeface="Calibri"/>
                <a:cs typeface="Calibri"/>
              </a:rPr>
              <a:t> </a:t>
            </a:r>
            <a:r>
              <a:rPr sz="2000" spc="-5" dirty="0">
                <a:solidFill>
                  <a:srgbClr val="3F3F3F"/>
                </a:solidFill>
                <a:latin typeface="Calibri"/>
                <a:cs typeface="Calibri"/>
              </a:rPr>
              <a:t>itsel</a:t>
            </a:r>
            <a:r>
              <a:rPr sz="2000" spc="-120" dirty="0">
                <a:solidFill>
                  <a:srgbClr val="3F3F3F"/>
                </a:solidFill>
                <a:latin typeface="Calibri"/>
                <a:cs typeface="Calibri"/>
              </a:rPr>
              <a:t>f</a:t>
            </a:r>
            <a:r>
              <a:rPr sz="2000" dirty="0">
                <a:solidFill>
                  <a:srgbClr val="3F3F3F"/>
                </a:solidFill>
                <a:latin typeface="Calibri"/>
                <a:cs typeface="Calibri"/>
              </a:rPr>
              <a:t>,  </a:t>
            </a:r>
            <a:r>
              <a:rPr sz="2000" spc="-5" dirty="0">
                <a:solidFill>
                  <a:srgbClr val="3F3F3F"/>
                </a:solidFill>
                <a:latin typeface="Calibri"/>
                <a:cs typeface="Calibri"/>
              </a:rPr>
              <a:t>using </a:t>
            </a:r>
            <a:r>
              <a:rPr sz="2000" dirty="0">
                <a:solidFill>
                  <a:srgbClr val="3F3F3F"/>
                </a:solidFill>
                <a:latin typeface="Calibri"/>
                <a:cs typeface="Calibri"/>
              </a:rPr>
              <a:t>the </a:t>
            </a:r>
            <a:r>
              <a:rPr sz="2000" spc="-5" dirty="0">
                <a:solidFill>
                  <a:srgbClr val="3F3F3F"/>
                </a:solidFill>
                <a:latin typeface="Calibri"/>
                <a:cs typeface="Calibri"/>
              </a:rPr>
              <a:t>shared LSDB, each </a:t>
            </a:r>
            <a:r>
              <a:rPr sz="2000" dirty="0">
                <a:solidFill>
                  <a:srgbClr val="3F3F3F"/>
                </a:solidFill>
                <a:latin typeface="Calibri"/>
                <a:cs typeface="Calibri"/>
              </a:rPr>
              <a:t>node </a:t>
            </a:r>
            <a:r>
              <a:rPr sz="2000" spc="5" dirty="0">
                <a:solidFill>
                  <a:srgbClr val="3F3F3F"/>
                </a:solidFill>
                <a:latin typeface="Calibri"/>
                <a:cs typeface="Calibri"/>
              </a:rPr>
              <a:t> </a:t>
            </a:r>
            <a:r>
              <a:rPr sz="2000" spc="-5" dirty="0">
                <a:solidFill>
                  <a:srgbClr val="3F3F3F"/>
                </a:solidFill>
                <a:latin typeface="Calibri"/>
                <a:cs typeface="Calibri"/>
              </a:rPr>
              <a:t>needs </a:t>
            </a:r>
            <a:r>
              <a:rPr sz="2000" spc="-15" dirty="0">
                <a:solidFill>
                  <a:srgbClr val="3F3F3F"/>
                </a:solidFill>
                <a:latin typeface="Calibri"/>
                <a:cs typeface="Calibri"/>
              </a:rPr>
              <a:t>to </a:t>
            </a:r>
            <a:r>
              <a:rPr sz="2000" dirty="0">
                <a:solidFill>
                  <a:srgbClr val="3F3F3F"/>
                </a:solidFill>
                <a:latin typeface="Calibri"/>
                <a:cs typeface="Calibri"/>
              </a:rPr>
              <a:t>run the </a:t>
            </a:r>
            <a:r>
              <a:rPr sz="2000" spc="-10" dirty="0">
                <a:solidFill>
                  <a:srgbClr val="3F3F3F"/>
                </a:solidFill>
                <a:latin typeface="Calibri"/>
                <a:cs typeface="Calibri"/>
              </a:rPr>
              <a:t>famous </a:t>
            </a:r>
            <a:r>
              <a:rPr sz="2000" spc="-15" dirty="0">
                <a:solidFill>
                  <a:srgbClr val="3F3F3F"/>
                </a:solidFill>
                <a:latin typeface="Calibri"/>
                <a:cs typeface="Calibri"/>
              </a:rPr>
              <a:t>iterative </a:t>
            </a:r>
            <a:r>
              <a:rPr sz="2000" spc="-10" dirty="0">
                <a:solidFill>
                  <a:srgbClr val="3F3F3F"/>
                </a:solidFill>
                <a:latin typeface="Calibri"/>
                <a:cs typeface="Calibri"/>
              </a:rPr>
              <a:t> </a:t>
            </a:r>
            <a:r>
              <a:rPr sz="2000" spc="-5" dirty="0">
                <a:solidFill>
                  <a:srgbClr val="3F3F3F"/>
                </a:solidFill>
                <a:latin typeface="Calibri"/>
                <a:cs typeface="Calibri"/>
              </a:rPr>
              <a:t>algorithm</a:t>
            </a:r>
            <a:r>
              <a:rPr sz="2000" spc="-15" dirty="0">
                <a:solidFill>
                  <a:srgbClr val="3F3F3F"/>
                </a:solidFill>
                <a:latin typeface="Calibri"/>
                <a:cs typeface="Calibri"/>
              </a:rPr>
              <a:t> </a:t>
            </a:r>
            <a:r>
              <a:rPr sz="2000" spc="-25" dirty="0">
                <a:solidFill>
                  <a:srgbClr val="3F3F3F"/>
                </a:solidFill>
                <a:latin typeface="Calibri"/>
                <a:cs typeface="Calibri"/>
              </a:rPr>
              <a:t>Dijkstra’s</a:t>
            </a:r>
            <a:r>
              <a:rPr sz="2000" dirty="0">
                <a:solidFill>
                  <a:srgbClr val="3F3F3F"/>
                </a:solidFill>
                <a:latin typeface="Calibri"/>
                <a:cs typeface="Calibri"/>
              </a:rPr>
              <a:t> </a:t>
            </a:r>
            <a:r>
              <a:rPr sz="2000" spc="-5" dirty="0">
                <a:solidFill>
                  <a:srgbClr val="3F3F3F"/>
                </a:solidFill>
                <a:latin typeface="Calibri"/>
                <a:cs typeface="Calibri"/>
              </a:rPr>
              <a:t>algorithm</a:t>
            </a:r>
            <a:endParaRPr sz="2000">
              <a:latin typeface="Calibri"/>
              <a:cs typeface="Calibri"/>
            </a:endParaRPr>
          </a:p>
          <a:p>
            <a:pPr marL="189230" marR="5080" indent="-177165">
              <a:lnSpc>
                <a:spcPct val="70000"/>
              </a:lnSpc>
              <a:spcBef>
                <a:spcPts val="1400"/>
              </a:spcBef>
            </a:pPr>
            <a:r>
              <a:rPr sz="2000" dirty="0">
                <a:solidFill>
                  <a:srgbClr val="3F3F3F"/>
                </a:solidFill>
                <a:latin typeface="Calibri"/>
                <a:cs typeface="Calibri"/>
              </a:rPr>
              <a:t>1. The node </a:t>
            </a:r>
            <a:r>
              <a:rPr sz="2000" spc="-5" dirty="0">
                <a:solidFill>
                  <a:srgbClr val="3F3F3F"/>
                </a:solidFill>
                <a:latin typeface="Calibri"/>
                <a:cs typeface="Calibri"/>
              </a:rPr>
              <a:t>chooses itself </a:t>
            </a:r>
            <a:r>
              <a:rPr sz="2000" dirty="0">
                <a:solidFill>
                  <a:srgbClr val="3F3F3F"/>
                </a:solidFill>
                <a:latin typeface="Calibri"/>
                <a:cs typeface="Calibri"/>
              </a:rPr>
              <a:t>as the </a:t>
            </a:r>
            <a:r>
              <a:rPr sz="2000" spc="-15" dirty="0">
                <a:solidFill>
                  <a:srgbClr val="3F3F3F"/>
                </a:solidFill>
                <a:latin typeface="Calibri"/>
                <a:cs typeface="Calibri"/>
              </a:rPr>
              <a:t>root </a:t>
            </a:r>
            <a:r>
              <a:rPr sz="2000" spc="-440" dirty="0">
                <a:solidFill>
                  <a:srgbClr val="3F3F3F"/>
                </a:solidFill>
                <a:latin typeface="Calibri"/>
                <a:cs typeface="Calibri"/>
              </a:rPr>
              <a:t> </a:t>
            </a:r>
            <a:r>
              <a:rPr sz="2000" spc="-5" dirty="0">
                <a:solidFill>
                  <a:srgbClr val="3F3F3F"/>
                </a:solidFill>
                <a:latin typeface="Calibri"/>
                <a:cs typeface="Calibri"/>
              </a:rPr>
              <a:t>of</a:t>
            </a:r>
            <a:r>
              <a:rPr sz="2000" spc="-3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tree,</a:t>
            </a:r>
            <a:r>
              <a:rPr sz="2000" dirty="0">
                <a:solidFill>
                  <a:srgbClr val="3F3F3F"/>
                </a:solidFill>
                <a:latin typeface="Calibri"/>
                <a:cs typeface="Calibri"/>
              </a:rPr>
              <a:t> </a:t>
            </a:r>
            <a:r>
              <a:rPr sz="2000" spc="-10" dirty="0">
                <a:solidFill>
                  <a:srgbClr val="3F3F3F"/>
                </a:solidFill>
                <a:latin typeface="Calibri"/>
                <a:cs typeface="Calibri"/>
              </a:rPr>
              <a:t>creating</a:t>
            </a:r>
            <a:r>
              <a:rPr sz="2000" dirty="0">
                <a:solidFill>
                  <a:srgbClr val="3F3F3F"/>
                </a:solidFill>
                <a:latin typeface="Calibri"/>
                <a:cs typeface="Calibri"/>
              </a:rPr>
              <a:t> a</a:t>
            </a:r>
            <a:r>
              <a:rPr sz="2000" spc="-15" dirty="0">
                <a:solidFill>
                  <a:srgbClr val="3F3F3F"/>
                </a:solidFill>
                <a:latin typeface="Calibri"/>
                <a:cs typeface="Calibri"/>
              </a:rPr>
              <a:t> </a:t>
            </a:r>
            <a:r>
              <a:rPr sz="2000" spc="-10" dirty="0">
                <a:solidFill>
                  <a:srgbClr val="3F3F3F"/>
                </a:solidFill>
                <a:latin typeface="Calibri"/>
                <a:cs typeface="Calibri"/>
              </a:rPr>
              <a:t>tree</a:t>
            </a:r>
            <a:r>
              <a:rPr sz="2000" spc="10" dirty="0">
                <a:solidFill>
                  <a:srgbClr val="3F3F3F"/>
                </a:solidFill>
                <a:latin typeface="Calibri"/>
                <a:cs typeface="Calibri"/>
              </a:rPr>
              <a:t> </a:t>
            </a:r>
            <a:r>
              <a:rPr sz="2000" spc="-5" dirty="0">
                <a:solidFill>
                  <a:srgbClr val="3F3F3F"/>
                </a:solidFill>
                <a:latin typeface="Calibri"/>
                <a:cs typeface="Calibri"/>
              </a:rPr>
              <a:t>with</a:t>
            </a:r>
            <a:r>
              <a:rPr sz="2000" spc="35" dirty="0">
                <a:solidFill>
                  <a:srgbClr val="3F3F3F"/>
                </a:solidFill>
                <a:latin typeface="Calibri"/>
                <a:cs typeface="Calibri"/>
              </a:rPr>
              <a:t> </a:t>
            </a:r>
            <a:r>
              <a:rPr sz="2000" dirty="0">
                <a:solidFill>
                  <a:srgbClr val="3F3F3F"/>
                </a:solidFill>
                <a:latin typeface="Calibri"/>
                <a:cs typeface="Calibri"/>
              </a:rPr>
              <a:t>a </a:t>
            </a:r>
            <a:r>
              <a:rPr sz="2000" spc="5" dirty="0">
                <a:solidFill>
                  <a:srgbClr val="3F3F3F"/>
                </a:solidFill>
                <a:latin typeface="Calibri"/>
                <a:cs typeface="Calibri"/>
              </a:rPr>
              <a:t> </a:t>
            </a:r>
            <a:r>
              <a:rPr sz="2000" spc="-5" dirty="0">
                <a:solidFill>
                  <a:srgbClr val="3F3F3F"/>
                </a:solidFill>
                <a:latin typeface="Calibri"/>
                <a:cs typeface="Calibri"/>
              </a:rPr>
              <a:t>single node, </a:t>
            </a:r>
            <a:r>
              <a:rPr sz="2000" dirty="0">
                <a:solidFill>
                  <a:srgbClr val="3F3F3F"/>
                </a:solidFill>
                <a:latin typeface="Calibri"/>
                <a:cs typeface="Calibri"/>
              </a:rPr>
              <a:t>and </a:t>
            </a:r>
            <a:r>
              <a:rPr sz="2000" spc="-5" dirty="0">
                <a:solidFill>
                  <a:srgbClr val="3F3F3F"/>
                </a:solidFill>
                <a:latin typeface="Calibri"/>
                <a:cs typeface="Calibri"/>
              </a:rPr>
              <a:t>sets </a:t>
            </a:r>
            <a:r>
              <a:rPr sz="2000" dirty="0">
                <a:solidFill>
                  <a:srgbClr val="3F3F3F"/>
                </a:solidFill>
                <a:latin typeface="Calibri"/>
                <a:cs typeface="Calibri"/>
              </a:rPr>
              <a:t>the </a:t>
            </a:r>
            <a:r>
              <a:rPr sz="2000" spc="-10" dirty="0">
                <a:solidFill>
                  <a:srgbClr val="3F3F3F"/>
                </a:solidFill>
                <a:latin typeface="Calibri"/>
                <a:cs typeface="Calibri"/>
              </a:rPr>
              <a:t>total cost </a:t>
            </a:r>
            <a:r>
              <a:rPr sz="2000" spc="-5" dirty="0">
                <a:solidFill>
                  <a:srgbClr val="3F3F3F"/>
                </a:solidFill>
                <a:latin typeface="Calibri"/>
                <a:cs typeface="Calibri"/>
              </a:rPr>
              <a:t> of each </a:t>
            </a:r>
            <a:r>
              <a:rPr sz="2000" dirty="0">
                <a:solidFill>
                  <a:srgbClr val="3F3F3F"/>
                </a:solidFill>
                <a:latin typeface="Calibri"/>
                <a:cs typeface="Calibri"/>
              </a:rPr>
              <a:t>node </a:t>
            </a:r>
            <a:r>
              <a:rPr sz="2000" spc="-5" dirty="0">
                <a:solidFill>
                  <a:srgbClr val="3F3F3F"/>
                </a:solidFill>
                <a:latin typeface="Calibri"/>
                <a:cs typeface="Calibri"/>
              </a:rPr>
              <a:t>based on </a:t>
            </a:r>
            <a:r>
              <a:rPr sz="2000" dirty="0">
                <a:solidFill>
                  <a:srgbClr val="3F3F3F"/>
                </a:solidFill>
                <a:latin typeface="Calibri"/>
                <a:cs typeface="Calibri"/>
              </a:rPr>
              <a:t>the </a:t>
            </a:r>
            <a:r>
              <a:rPr sz="2000" spc="5" dirty="0">
                <a:solidFill>
                  <a:srgbClr val="3F3F3F"/>
                </a:solidFill>
                <a:latin typeface="Calibri"/>
                <a:cs typeface="Calibri"/>
              </a:rPr>
              <a:t> </a:t>
            </a:r>
            <a:r>
              <a:rPr sz="2000" spc="-10" dirty="0">
                <a:solidFill>
                  <a:srgbClr val="3F3F3F"/>
                </a:solidFill>
                <a:latin typeface="Calibri"/>
                <a:cs typeface="Calibri"/>
              </a:rPr>
              <a:t>information</a:t>
            </a:r>
            <a:r>
              <a:rPr sz="2000" spc="-15" dirty="0">
                <a:solidFill>
                  <a:srgbClr val="3F3F3F"/>
                </a:solidFill>
                <a:latin typeface="Calibri"/>
                <a:cs typeface="Calibri"/>
              </a:rPr>
              <a:t> </a:t>
            </a:r>
            <a:r>
              <a:rPr sz="2000" spc="-5" dirty="0">
                <a:solidFill>
                  <a:srgbClr val="3F3F3F"/>
                </a:solidFill>
                <a:latin typeface="Calibri"/>
                <a:cs typeface="Calibri"/>
              </a:rPr>
              <a:t>in</a:t>
            </a:r>
            <a:r>
              <a:rPr sz="2000" spc="-15"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LSDB.</a:t>
            </a:r>
            <a:r>
              <a:rPr sz="2000" spc="-30" dirty="0">
                <a:solidFill>
                  <a:srgbClr val="3F3F3F"/>
                </a:solidFill>
                <a:latin typeface="Calibri"/>
                <a:cs typeface="Calibri"/>
              </a:rPr>
              <a:t> </a:t>
            </a:r>
            <a:r>
              <a:rPr sz="2000" dirty="0">
                <a:solidFill>
                  <a:srgbClr val="3F3F3F"/>
                </a:solidFill>
                <a:latin typeface="Calibri"/>
                <a:cs typeface="Calibri"/>
              </a:rPr>
              <a:t>(Lines</a:t>
            </a:r>
            <a:r>
              <a:rPr sz="2000" spc="-10" dirty="0">
                <a:solidFill>
                  <a:srgbClr val="3F3F3F"/>
                </a:solidFill>
                <a:latin typeface="Calibri"/>
                <a:cs typeface="Calibri"/>
              </a:rPr>
              <a:t> </a:t>
            </a:r>
            <a:r>
              <a:rPr sz="2000" dirty="0">
                <a:solidFill>
                  <a:srgbClr val="3F3F3F"/>
                </a:solidFill>
                <a:latin typeface="Calibri"/>
                <a:cs typeface="Calibri"/>
              </a:rPr>
              <a:t>4</a:t>
            </a:r>
            <a:r>
              <a:rPr sz="2000" spc="-5" dirty="0">
                <a:solidFill>
                  <a:srgbClr val="3F3F3F"/>
                </a:solidFill>
                <a:latin typeface="Calibri"/>
                <a:cs typeface="Calibri"/>
              </a:rPr>
              <a:t> </a:t>
            </a:r>
            <a:r>
              <a:rPr sz="2000" spc="-15" dirty="0">
                <a:solidFill>
                  <a:srgbClr val="3F3F3F"/>
                </a:solidFill>
                <a:latin typeface="Calibri"/>
                <a:cs typeface="Calibri"/>
              </a:rPr>
              <a:t>to</a:t>
            </a:r>
            <a:endParaRPr sz="2000">
              <a:latin typeface="Calibri"/>
              <a:cs typeface="Calibri"/>
            </a:endParaRPr>
          </a:p>
        </p:txBody>
      </p:sp>
      <p:grpSp>
        <p:nvGrpSpPr>
          <p:cNvPr id="4" name="object 4"/>
          <p:cNvGrpSpPr/>
          <p:nvPr/>
        </p:nvGrpSpPr>
        <p:grpSpPr>
          <a:xfrm>
            <a:off x="457200" y="1676400"/>
            <a:ext cx="9142730" cy="5637530"/>
            <a:chOff x="457200" y="1676400"/>
            <a:chExt cx="9142730" cy="5637530"/>
          </a:xfrm>
        </p:grpSpPr>
        <p:pic>
          <p:nvPicPr>
            <p:cNvPr id="5" name="object 5"/>
            <p:cNvPicPr/>
            <p:nvPr/>
          </p:nvPicPr>
          <p:blipFill>
            <a:blip r:embed="rId2" cstate="print"/>
            <a:stretch>
              <a:fillRect/>
            </a:stretch>
          </p:blipFill>
          <p:spPr>
            <a:xfrm>
              <a:off x="4640579" y="1676400"/>
              <a:ext cx="4906602" cy="2211323"/>
            </a:xfrm>
            <a:prstGeom prst="rect">
              <a:avLst/>
            </a:prstGeom>
          </p:spPr>
        </p:pic>
        <p:sp>
          <p:nvSpPr>
            <p:cNvPr id="6" name="object 6"/>
            <p:cNvSpPr/>
            <p:nvPr/>
          </p:nvSpPr>
          <p:spPr>
            <a:xfrm>
              <a:off x="457187" y="3886199"/>
              <a:ext cx="9142730" cy="2971800"/>
            </a:xfrm>
            <a:custGeom>
              <a:avLst/>
              <a:gdLst/>
              <a:ahLst/>
              <a:cxnLst/>
              <a:rect l="l" t="t" r="r" b="b"/>
              <a:pathLst>
                <a:path w="9142730" h="2971800">
                  <a:moveTo>
                    <a:pt x="9142476" y="2970276"/>
                  </a:moveTo>
                  <a:lnTo>
                    <a:pt x="0" y="2970276"/>
                  </a:lnTo>
                  <a:lnTo>
                    <a:pt x="0" y="2971800"/>
                  </a:lnTo>
                  <a:lnTo>
                    <a:pt x="9142476" y="2971800"/>
                  </a:lnTo>
                  <a:lnTo>
                    <a:pt x="9142476" y="2970276"/>
                  </a:lnTo>
                  <a:close/>
                </a:path>
                <a:path w="9142730" h="2971800">
                  <a:moveTo>
                    <a:pt x="9142476" y="0"/>
                  </a:moveTo>
                  <a:lnTo>
                    <a:pt x="0" y="0"/>
                  </a:lnTo>
                  <a:lnTo>
                    <a:pt x="0" y="2906268"/>
                  </a:lnTo>
                  <a:lnTo>
                    <a:pt x="9142476" y="2906268"/>
                  </a:lnTo>
                  <a:lnTo>
                    <a:pt x="9142476" y="0"/>
                  </a:lnTo>
                  <a:close/>
                </a:path>
              </a:pathLst>
            </a:custGeom>
            <a:solidFill>
              <a:srgbClr val="FFFFFF"/>
            </a:solidFill>
          </p:spPr>
          <p:txBody>
            <a:bodyPr wrap="square" lIns="0" tIns="0" rIns="0" bIns="0" rtlCol="0"/>
            <a:lstStyle/>
            <a:p>
              <a:endParaRPr/>
            </a:p>
          </p:txBody>
        </p:sp>
        <p:sp>
          <p:nvSpPr>
            <p:cNvPr id="7" name="object 7"/>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545267" y="3754684"/>
            <a:ext cx="3888740" cy="2904490"/>
          </a:xfrm>
          <a:prstGeom prst="rect">
            <a:avLst/>
          </a:prstGeom>
        </p:spPr>
        <p:txBody>
          <a:bodyPr vert="horz" wrap="square" lIns="0" tIns="97790" rIns="0" bIns="0" rtlCol="0">
            <a:spAutoFit/>
          </a:bodyPr>
          <a:lstStyle/>
          <a:p>
            <a:pPr marL="189230">
              <a:lnSpc>
                <a:spcPct val="100000"/>
              </a:lnSpc>
              <a:spcBef>
                <a:spcPts val="770"/>
              </a:spcBef>
            </a:pPr>
            <a:r>
              <a:rPr sz="2000" dirty="0">
                <a:solidFill>
                  <a:srgbClr val="3F3F3F"/>
                </a:solidFill>
                <a:latin typeface="Calibri"/>
                <a:cs typeface="Calibri"/>
              </a:rPr>
              <a:t>13)</a:t>
            </a:r>
            <a:endParaRPr sz="2000">
              <a:latin typeface="Calibri"/>
              <a:cs typeface="Calibri"/>
            </a:endParaRPr>
          </a:p>
          <a:p>
            <a:pPr marL="189230" marR="5080" indent="-177165">
              <a:lnSpc>
                <a:spcPct val="70000"/>
              </a:lnSpc>
              <a:spcBef>
                <a:spcPts val="1390"/>
              </a:spcBef>
              <a:buAutoNum type="arabicPeriod" startAt="2"/>
              <a:tabLst>
                <a:tab pos="261620" algn="l"/>
              </a:tabLst>
            </a:pPr>
            <a:r>
              <a:rPr sz="2000" dirty="0">
                <a:solidFill>
                  <a:srgbClr val="3F3F3F"/>
                </a:solidFill>
                <a:latin typeface="Calibri"/>
                <a:cs typeface="Calibri"/>
              </a:rPr>
              <a:t>The node </a:t>
            </a:r>
            <a:r>
              <a:rPr sz="2000" spc="-5" dirty="0">
                <a:solidFill>
                  <a:srgbClr val="3F3F3F"/>
                </a:solidFill>
                <a:latin typeface="Calibri"/>
                <a:cs typeface="Calibri"/>
              </a:rPr>
              <a:t>selects </a:t>
            </a:r>
            <a:r>
              <a:rPr sz="2000" dirty="0">
                <a:solidFill>
                  <a:srgbClr val="3F3F3F"/>
                </a:solidFill>
                <a:latin typeface="Calibri"/>
                <a:cs typeface="Calibri"/>
              </a:rPr>
              <a:t>one </a:t>
            </a:r>
            <a:r>
              <a:rPr sz="2000" spc="-5" dirty="0">
                <a:solidFill>
                  <a:srgbClr val="3F3F3F"/>
                </a:solidFill>
                <a:latin typeface="Calibri"/>
                <a:cs typeface="Calibri"/>
              </a:rPr>
              <a:t>node, </a:t>
            </a:r>
            <a:r>
              <a:rPr sz="2000" dirty="0">
                <a:solidFill>
                  <a:srgbClr val="3F3F3F"/>
                </a:solidFill>
                <a:latin typeface="Calibri"/>
                <a:cs typeface="Calibri"/>
              </a:rPr>
              <a:t>among </a:t>
            </a:r>
            <a:r>
              <a:rPr sz="2000" spc="-440" dirty="0">
                <a:solidFill>
                  <a:srgbClr val="3F3F3F"/>
                </a:solidFill>
                <a:latin typeface="Calibri"/>
                <a:cs typeface="Calibri"/>
              </a:rPr>
              <a:t> </a:t>
            </a:r>
            <a:r>
              <a:rPr sz="2000" spc="-5" dirty="0">
                <a:solidFill>
                  <a:srgbClr val="3F3F3F"/>
                </a:solidFill>
                <a:latin typeface="Calibri"/>
                <a:cs typeface="Calibri"/>
              </a:rPr>
              <a:t>all </a:t>
            </a:r>
            <a:r>
              <a:rPr sz="2000" dirty="0">
                <a:solidFill>
                  <a:srgbClr val="3F3F3F"/>
                </a:solidFill>
                <a:latin typeface="Calibri"/>
                <a:cs typeface="Calibri"/>
              </a:rPr>
              <a:t>nodes not </a:t>
            </a:r>
            <a:r>
              <a:rPr sz="2000" spc="-5" dirty="0">
                <a:solidFill>
                  <a:srgbClr val="3F3F3F"/>
                </a:solidFill>
                <a:latin typeface="Calibri"/>
                <a:cs typeface="Calibri"/>
              </a:rPr>
              <a:t>in </a:t>
            </a:r>
            <a:r>
              <a:rPr sz="2000" dirty="0">
                <a:solidFill>
                  <a:srgbClr val="3F3F3F"/>
                </a:solidFill>
                <a:latin typeface="Calibri"/>
                <a:cs typeface="Calibri"/>
              </a:rPr>
              <a:t>the </a:t>
            </a:r>
            <a:r>
              <a:rPr sz="2000" spc="-10" dirty="0">
                <a:solidFill>
                  <a:srgbClr val="3F3F3F"/>
                </a:solidFill>
                <a:latin typeface="Calibri"/>
                <a:cs typeface="Calibri"/>
              </a:rPr>
              <a:t>tree, </a:t>
            </a:r>
            <a:r>
              <a:rPr sz="2000" spc="-5" dirty="0">
                <a:solidFill>
                  <a:srgbClr val="3F3F3F"/>
                </a:solidFill>
                <a:latin typeface="Calibri"/>
                <a:cs typeface="Calibri"/>
              </a:rPr>
              <a:t>which is </a:t>
            </a:r>
            <a:r>
              <a:rPr sz="2000" dirty="0">
                <a:solidFill>
                  <a:srgbClr val="3F3F3F"/>
                </a:solidFill>
                <a:latin typeface="Calibri"/>
                <a:cs typeface="Calibri"/>
              </a:rPr>
              <a:t> </a:t>
            </a:r>
            <a:r>
              <a:rPr sz="2000" spc="-10" dirty="0">
                <a:solidFill>
                  <a:srgbClr val="3F3F3F"/>
                </a:solidFill>
                <a:latin typeface="Calibri"/>
                <a:cs typeface="Calibri"/>
              </a:rPr>
              <a:t>closest </a:t>
            </a:r>
            <a:r>
              <a:rPr sz="2000" spc="-15" dirty="0">
                <a:solidFill>
                  <a:srgbClr val="3F3F3F"/>
                </a:solidFill>
                <a:latin typeface="Calibri"/>
                <a:cs typeface="Calibri"/>
              </a:rPr>
              <a:t>to </a:t>
            </a:r>
            <a:r>
              <a:rPr sz="2000" dirty="0">
                <a:solidFill>
                  <a:srgbClr val="3F3F3F"/>
                </a:solidFill>
                <a:latin typeface="Calibri"/>
                <a:cs typeface="Calibri"/>
              </a:rPr>
              <a:t>the </a:t>
            </a:r>
            <a:r>
              <a:rPr sz="2000" spc="-10" dirty="0">
                <a:solidFill>
                  <a:srgbClr val="3F3F3F"/>
                </a:solidFill>
                <a:latin typeface="Calibri"/>
                <a:cs typeface="Calibri"/>
              </a:rPr>
              <a:t>root, </a:t>
            </a:r>
            <a:r>
              <a:rPr sz="2000" dirty="0">
                <a:solidFill>
                  <a:srgbClr val="3F3F3F"/>
                </a:solidFill>
                <a:latin typeface="Calibri"/>
                <a:cs typeface="Calibri"/>
              </a:rPr>
              <a:t>and adds </a:t>
            </a:r>
            <a:r>
              <a:rPr sz="2000" spc="-5" dirty="0">
                <a:solidFill>
                  <a:srgbClr val="3F3F3F"/>
                </a:solidFill>
                <a:latin typeface="Calibri"/>
                <a:cs typeface="Calibri"/>
              </a:rPr>
              <a:t>this </a:t>
            </a:r>
            <a:r>
              <a:rPr sz="2000" spc="-15" dirty="0">
                <a:solidFill>
                  <a:srgbClr val="3F3F3F"/>
                </a:solidFill>
                <a:latin typeface="Calibri"/>
                <a:cs typeface="Calibri"/>
              </a:rPr>
              <a:t>to </a:t>
            </a:r>
            <a:r>
              <a:rPr sz="2000" spc="-44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tree. After </a:t>
            </a:r>
            <a:r>
              <a:rPr sz="2000" spc="-5" dirty="0">
                <a:solidFill>
                  <a:srgbClr val="3F3F3F"/>
                </a:solidFill>
                <a:latin typeface="Calibri"/>
                <a:cs typeface="Calibri"/>
              </a:rPr>
              <a:t>this </a:t>
            </a:r>
            <a:r>
              <a:rPr sz="2000" dirty="0">
                <a:solidFill>
                  <a:srgbClr val="3F3F3F"/>
                </a:solidFill>
                <a:latin typeface="Calibri"/>
                <a:cs typeface="Calibri"/>
              </a:rPr>
              <a:t>node </a:t>
            </a:r>
            <a:r>
              <a:rPr sz="2000" spc="-5" dirty="0">
                <a:solidFill>
                  <a:srgbClr val="3F3F3F"/>
                </a:solidFill>
                <a:latin typeface="Calibri"/>
                <a:cs typeface="Calibri"/>
              </a:rPr>
              <a:t>is </a:t>
            </a:r>
            <a:r>
              <a:rPr sz="2000" dirty="0">
                <a:solidFill>
                  <a:srgbClr val="3F3F3F"/>
                </a:solidFill>
                <a:latin typeface="Calibri"/>
                <a:cs typeface="Calibri"/>
              </a:rPr>
              <a:t>added </a:t>
            </a:r>
            <a:r>
              <a:rPr sz="2000" spc="-15" dirty="0">
                <a:solidFill>
                  <a:srgbClr val="3F3F3F"/>
                </a:solidFill>
                <a:latin typeface="Calibri"/>
                <a:cs typeface="Calibri"/>
              </a:rPr>
              <a:t>to </a:t>
            </a:r>
            <a:r>
              <a:rPr sz="2000" spc="-44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tree, </a:t>
            </a:r>
            <a:r>
              <a:rPr sz="2000" dirty="0">
                <a:solidFill>
                  <a:srgbClr val="3F3F3F"/>
                </a:solidFill>
                <a:latin typeface="Calibri"/>
                <a:cs typeface="Calibri"/>
              </a:rPr>
              <a:t>the </a:t>
            </a:r>
            <a:r>
              <a:rPr sz="2000" spc="-10" dirty="0">
                <a:solidFill>
                  <a:srgbClr val="3F3F3F"/>
                </a:solidFill>
                <a:latin typeface="Calibri"/>
                <a:cs typeface="Calibri"/>
              </a:rPr>
              <a:t>cost </a:t>
            </a:r>
            <a:r>
              <a:rPr sz="2000" spc="-5" dirty="0">
                <a:solidFill>
                  <a:srgbClr val="3F3F3F"/>
                </a:solidFill>
                <a:latin typeface="Calibri"/>
                <a:cs typeface="Calibri"/>
              </a:rPr>
              <a:t>of all other nodes </a:t>
            </a:r>
            <a:r>
              <a:rPr sz="2000" spc="-440" dirty="0">
                <a:solidFill>
                  <a:srgbClr val="3F3F3F"/>
                </a:solidFill>
                <a:latin typeface="Calibri"/>
                <a:cs typeface="Calibri"/>
              </a:rPr>
              <a:t> </a:t>
            </a:r>
            <a:r>
              <a:rPr sz="2000" dirty="0">
                <a:solidFill>
                  <a:srgbClr val="3F3F3F"/>
                </a:solidFill>
                <a:latin typeface="Calibri"/>
                <a:cs typeface="Calibri"/>
              </a:rPr>
              <a:t>not </a:t>
            </a:r>
            <a:r>
              <a:rPr sz="2000" spc="-5" dirty="0">
                <a:solidFill>
                  <a:srgbClr val="3F3F3F"/>
                </a:solidFill>
                <a:latin typeface="Calibri"/>
                <a:cs typeface="Calibri"/>
              </a:rPr>
              <a:t>in </a:t>
            </a:r>
            <a:r>
              <a:rPr sz="2000" dirty="0">
                <a:solidFill>
                  <a:srgbClr val="3F3F3F"/>
                </a:solidFill>
                <a:latin typeface="Calibri"/>
                <a:cs typeface="Calibri"/>
              </a:rPr>
              <a:t>the </a:t>
            </a:r>
            <a:r>
              <a:rPr sz="2000" spc="-10" dirty="0">
                <a:solidFill>
                  <a:srgbClr val="3F3F3F"/>
                </a:solidFill>
                <a:latin typeface="Calibri"/>
                <a:cs typeface="Calibri"/>
              </a:rPr>
              <a:t>tree </a:t>
            </a:r>
            <a:r>
              <a:rPr sz="2000" spc="-5" dirty="0">
                <a:solidFill>
                  <a:srgbClr val="3F3F3F"/>
                </a:solidFill>
                <a:latin typeface="Calibri"/>
                <a:cs typeface="Calibri"/>
              </a:rPr>
              <a:t>needs </a:t>
            </a:r>
            <a:r>
              <a:rPr sz="2000" spc="-15" dirty="0">
                <a:solidFill>
                  <a:srgbClr val="3F3F3F"/>
                </a:solidFill>
                <a:latin typeface="Calibri"/>
                <a:cs typeface="Calibri"/>
              </a:rPr>
              <a:t>to </a:t>
            </a:r>
            <a:r>
              <a:rPr sz="2000" dirty="0">
                <a:solidFill>
                  <a:srgbClr val="3F3F3F"/>
                </a:solidFill>
                <a:latin typeface="Calibri"/>
                <a:cs typeface="Calibri"/>
              </a:rPr>
              <a:t>be </a:t>
            </a:r>
            <a:r>
              <a:rPr sz="2000" spc="-10" dirty="0">
                <a:solidFill>
                  <a:srgbClr val="3F3F3F"/>
                </a:solidFill>
                <a:latin typeface="Calibri"/>
                <a:cs typeface="Calibri"/>
              </a:rPr>
              <a:t>updated </a:t>
            </a:r>
            <a:r>
              <a:rPr sz="2000" spc="-440" dirty="0">
                <a:solidFill>
                  <a:srgbClr val="3F3F3F"/>
                </a:solidFill>
                <a:latin typeface="Calibri"/>
                <a:cs typeface="Calibri"/>
              </a:rPr>
              <a:t> </a:t>
            </a:r>
            <a:r>
              <a:rPr sz="2000" spc="-5" dirty="0">
                <a:solidFill>
                  <a:srgbClr val="3F3F3F"/>
                </a:solidFill>
                <a:latin typeface="Calibri"/>
                <a:cs typeface="Calibri"/>
              </a:rPr>
              <a:t>because </a:t>
            </a:r>
            <a:r>
              <a:rPr sz="2000" dirty="0">
                <a:solidFill>
                  <a:srgbClr val="3F3F3F"/>
                </a:solidFill>
                <a:latin typeface="Calibri"/>
                <a:cs typeface="Calibri"/>
              </a:rPr>
              <a:t>the </a:t>
            </a:r>
            <a:r>
              <a:rPr sz="2000" spc="-5" dirty="0">
                <a:solidFill>
                  <a:srgbClr val="3F3F3F"/>
                </a:solidFill>
                <a:latin typeface="Calibri"/>
                <a:cs typeface="Calibri"/>
              </a:rPr>
              <a:t>paths </a:t>
            </a:r>
            <a:r>
              <a:rPr sz="2000" spc="-15" dirty="0">
                <a:solidFill>
                  <a:srgbClr val="3F3F3F"/>
                </a:solidFill>
                <a:latin typeface="Calibri"/>
                <a:cs typeface="Calibri"/>
              </a:rPr>
              <a:t>may have </a:t>
            </a:r>
            <a:r>
              <a:rPr sz="2000" spc="-5" dirty="0">
                <a:solidFill>
                  <a:srgbClr val="3F3F3F"/>
                </a:solidFill>
                <a:latin typeface="Calibri"/>
                <a:cs typeface="Calibri"/>
              </a:rPr>
              <a:t>been </a:t>
            </a:r>
            <a:r>
              <a:rPr sz="2000" dirty="0">
                <a:solidFill>
                  <a:srgbClr val="3F3F3F"/>
                </a:solidFill>
                <a:latin typeface="Calibri"/>
                <a:cs typeface="Calibri"/>
              </a:rPr>
              <a:t> changed.</a:t>
            </a:r>
            <a:r>
              <a:rPr sz="2000" spc="-55" dirty="0">
                <a:solidFill>
                  <a:srgbClr val="3F3F3F"/>
                </a:solidFill>
                <a:latin typeface="Calibri"/>
                <a:cs typeface="Calibri"/>
              </a:rPr>
              <a:t> </a:t>
            </a:r>
            <a:r>
              <a:rPr sz="2000" dirty="0">
                <a:solidFill>
                  <a:srgbClr val="3F3F3F"/>
                </a:solidFill>
                <a:latin typeface="Calibri"/>
                <a:cs typeface="Calibri"/>
              </a:rPr>
              <a:t>(Lines</a:t>
            </a:r>
            <a:r>
              <a:rPr sz="2000" spc="-10" dirty="0">
                <a:solidFill>
                  <a:srgbClr val="3F3F3F"/>
                </a:solidFill>
                <a:latin typeface="Calibri"/>
                <a:cs typeface="Calibri"/>
              </a:rPr>
              <a:t> </a:t>
            </a:r>
            <a:r>
              <a:rPr sz="2000" dirty="0">
                <a:solidFill>
                  <a:srgbClr val="3F3F3F"/>
                </a:solidFill>
                <a:latin typeface="Calibri"/>
                <a:cs typeface="Calibri"/>
              </a:rPr>
              <a:t>16</a:t>
            </a:r>
            <a:r>
              <a:rPr sz="2000" spc="-20"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23)</a:t>
            </a:r>
            <a:endParaRPr sz="2000">
              <a:latin typeface="Calibri"/>
              <a:cs typeface="Calibri"/>
            </a:endParaRPr>
          </a:p>
          <a:p>
            <a:pPr marL="189230" marR="313690" indent="-177165">
              <a:lnSpc>
                <a:spcPct val="70000"/>
              </a:lnSpc>
              <a:spcBef>
                <a:spcPts val="1405"/>
              </a:spcBef>
              <a:buAutoNum type="arabicPeriod" startAt="2"/>
              <a:tabLst>
                <a:tab pos="261620" algn="l"/>
              </a:tabLst>
            </a:pPr>
            <a:r>
              <a:rPr sz="2000" dirty="0">
                <a:solidFill>
                  <a:srgbClr val="3F3F3F"/>
                </a:solidFill>
                <a:latin typeface="Calibri"/>
                <a:cs typeface="Calibri"/>
              </a:rPr>
              <a:t>The node </a:t>
            </a:r>
            <a:r>
              <a:rPr sz="2000" spc="-10" dirty="0">
                <a:solidFill>
                  <a:srgbClr val="3F3F3F"/>
                </a:solidFill>
                <a:latin typeface="Calibri"/>
                <a:cs typeface="Calibri"/>
              </a:rPr>
              <a:t>repeats </a:t>
            </a:r>
            <a:r>
              <a:rPr sz="2000" spc="-15" dirty="0">
                <a:solidFill>
                  <a:srgbClr val="3F3F3F"/>
                </a:solidFill>
                <a:latin typeface="Calibri"/>
                <a:cs typeface="Calibri"/>
              </a:rPr>
              <a:t>step </a:t>
            </a:r>
            <a:r>
              <a:rPr sz="2000" dirty="0">
                <a:solidFill>
                  <a:srgbClr val="3F3F3F"/>
                </a:solidFill>
                <a:latin typeface="Calibri"/>
                <a:cs typeface="Calibri"/>
              </a:rPr>
              <a:t>2 </a:t>
            </a:r>
            <a:r>
              <a:rPr sz="2000" spc="-10" dirty="0">
                <a:solidFill>
                  <a:srgbClr val="3F3F3F"/>
                </a:solidFill>
                <a:latin typeface="Calibri"/>
                <a:cs typeface="Calibri"/>
              </a:rPr>
              <a:t>until </a:t>
            </a:r>
            <a:r>
              <a:rPr sz="2000" spc="-5" dirty="0">
                <a:solidFill>
                  <a:srgbClr val="3F3F3F"/>
                </a:solidFill>
                <a:latin typeface="Calibri"/>
                <a:cs typeface="Calibri"/>
              </a:rPr>
              <a:t>all </a:t>
            </a:r>
            <a:r>
              <a:rPr sz="2000" spc="-440" dirty="0">
                <a:solidFill>
                  <a:srgbClr val="3F3F3F"/>
                </a:solidFill>
                <a:latin typeface="Calibri"/>
                <a:cs typeface="Calibri"/>
              </a:rPr>
              <a:t> </a:t>
            </a:r>
            <a:r>
              <a:rPr sz="2000" dirty="0">
                <a:solidFill>
                  <a:srgbClr val="3F3F3F"/>
                </a:solidFill>
                <a:latin typeface="Calibri"/>
                <a:cs typeface="Calibri"/>
              </a:rPr>
              <a:t>nodes</a:t>
            </a:r>
            <a:r>
              <a:rPr sz="2000" spc="-35" dirty="0">
                <a:solidFill>
                  <a:srgbClr val="3F3F3F"/>
                </a:solidFill>
                <a:latin typeface="Calibri"/>
                <a:cs typeface="Calibri"/>
              </a:rPr>
              <a:t> </a:t>
            </a:r>
            <a:r>
              <a:rPr sz="2000" spc="-10" dirty="0">
                <a:solidFill>
                  <a:srgbClr val="3F3F3F"/>
                </a:solidFill>
                <a:latin typeface="Calibri"/>
                <a:cs typeface="Calibri"/>
              </a:rPr>
              <a:t>are</a:t>
            </a:r>
            <a:r>
              <a:rPr sz="2000" spc="-5" dirty="0">
                <a:solidFill>
                  <a:srgbClr val="3F3F3F"/>
                </a:solidFill>
                <a:latin typeface="Calibri"/>
                <a:cs typeface="Calibri"/>
              </a:rPr>
              <a:t> </a:t>
            </a:r>
            <a:r>
              <a:rPr sz="2000" dirty="0">
                <a:solidFill>
                  <a:srgbClr val="3F3F3F"/>
                </a:solidFill>
                <a:latin typeface="Calibri"/>
                <a:cs typeface="Calibri"/>
              </a:rPr>
              <a:t>added</a:t>
            </a:r>
            <a:r>
              <a:rPr sz="2000" spc="-15" dirty="0">
                <a:solidFill>
                  <a:srgbClr val="3F3F3F"/>
                </a:solidFill>
                <a:latin typeface="Calibri"/>
                <a:cs typeface="Calibri"/>
              </a:rPr>
              <a:t> to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tree.</a:t>
            </a:r>
            <a:endParaRPr sz="2000">
              <a:latin typeface="Calibri"/>
              <a:cs typeface="Calibri"/>
            </a:endParaRPr>
          </a:p>
        </p:txBody>
      </p:sp>
      <p:pic>
        <p:nvPicPr>
          <p:cNvPr id="10" name="object 10"/>
          <p:cNvPicPr/>
          <p:nvPr/>
        </p:nvPicPr>
        <p:blipFill>
          <a:blip r:embed="rId3" cstate="print"/>
          <a:stretch>
            <a:fillRect/>
          </a:stretch>
        </p:blipFill>
        <p:spPr>
          <a:xfrm>
            <a:off x="4640579" y="3886200"/>
            <a:ext cx="4960620" cy="2743200"/>
          </a:xfrm>
          <a:prstGeom prst="rect">
            <a:avLst/>
          </a:prstGeom>
        </p:spPr>
      </p:pic>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72</a:t>
            </a:fld>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7759065" cy="680720"/>
          </a:xfrm>
          <a:prstGeom prst="rect">
            <a:avLst/>
          </a:prstGeom>
        </p:spPr>
        <p:txBody>
          <a:bodyPr vert="horz" wrap="square" lIns="0" tIns="12065" rIns="0" bIns="0" rtlCol="0">
            <a:spAutoFit/>
          </a:bodyPr>
          <a:lstStyle/>
          <a:p>
            <a:pPr marL="12700">
              <a:lnSpc>
                <a:spcPct val="100000"/>
              </a:lnSpc>
              <a:spcBef>
                <a:spcPts val="95"/>
              </a:spcBef>
            </a:pPr>
            <a:r>
              <a:rPr sz="4300" spc="-50" dirty="0"/>
              <a:t>Formation</a:t>
            </a:r>
            <a:r>
              <a:rPr sz="4300" spc="-114" dirty="0"/>
              <a:t> </a:t>
            </a:r>
            <a:r>
              <a:rPr sz="4300" spc="-30" dirty="0"/>
              <a:t>of</a:t>
            </a:r>
            <a:r>
              <a:rPr sz="4300" spc="-105" dirty="0"/>
              <a:t> </a:t>
            </a:r>
            <a:r>
              <a:rPr sz="4300" spc="-50" dirty="0"/>
              <a:t>Least-Cost</a:t>
            </a:r>
            <a:r>
              <a:rPr sz="4300" spc="-105" dirty="0"/>
              <a:t> </a:t>
            </a:r>
            <a:r>
              <a:rPr sz="4300" spc="-60" dirty="0"/>
              <a:t>Trees</a:t>
            </a:r>
            <a:endParaRPr sz="4300"/>
          </a:p>
        </p:txBody>
      </p:sp>
      <p:pic>
        <p:nvPicPr>
          <p:cNvPr id="3" name="object 3"/>
          <p:cNvPicPr/>
          <p:nvPr/>
        </p:nvPicPr>
        <p:blipFill>
          <a:blip r:embed="rId2" cstate="print"/>
          <a:stretch>
            <a:fillRect/>
          </a:stretch>
        </p:blipFill>
        <p:spPr>
          <a:xfrm>
            <a:off x="762000" y="1676400"/>
            <a:ext cx="6548628" cy="22098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914400" y="4267200"/>
            <a:ext cx="7281671" cy="2101025"/>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73</a:t>
            </a:fld>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7759065" cy="680720"/>
          </a:xfrm>
          <a:prstGeom prst="rect">
            <a:avLst/>
          </a:prstGeom>
        </p:spPr>
        <p:txBody>
          <a:bodyPr vert="horz" wrap="square" lIns="0" tIns="12065" rIns="0" bIns="0" rtlCol="0">
            <a:spAutoFit/>
          </a:bodyPr>
          <a:lstStyle/>
          <a:p>
            <a:pPr marL="12700">
              <a:lnSpc>
                <a:spcPct val="100000"/>
              </a:lnSpc>
              <a:spcBef>
                <a:spcPts val="95"/>
              </a:spcBef>
            </a:pPr>
            <a:r>
              <a:rPr sz="4300" spc="-50" dirty="0"/>
              <a:t>Formation</a:t>
            </a:r>
            <a:r>
              <a:rPr sz="4300" spc="-114" dirty="0"/>
              <a:t> </a:t>
            </a:r>
            <a:r>
              <a:rPr sz="4300" spc="-30" dirty="0"/>
              <a:t>of</a:t>
            </a:r>
            <a:r>
              <a:rPr sz="4300" spc="-105" dirty="0"/>
              <a:t> </a:t>
            </a:r>
            <a:r>
              <a:rPr sz="4300" spc="-50" dirty="0"/>
              <a:t>Least-Cost</a:t>
            </a:r>
            <a:r>
              <a:rPr sz="4300" spc="-105" dirty="0"/>
              <a:t> </a:t>
            </a:r>
            <a:r>
              <a:rPr sz="4300" spc="-60" dirty="0"/>
              <a:t>Trees</a:t>
            </a:r>
            <a:endParaRPr sz="4300"/>
          </a:p>
        </p:txBody>
      </p:sp>
      <p:pic>
        <p:nvPicPr>
          <p:cNvPr id="3" name="object 3"/>
          <p:cNvPicPr/>
          <p:nvPr/>
        </p:nvPicPr>
        <p:blipFill>
          <a:blip r:embed="rId2" cstate="print"/>
          <a:stretch>
            <a:fillRect/>
          </a:stretch>
        </p:blipFill>
        <p:spPr>
          <a:xfrm>
            <a:off x="762000" y="1676400"/>
            <a:ext cx="6548628" cy="22098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685800" y="4191000"/>
            <a:ext cx="8782811" cy="2326135"/>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74</a:t>
            </a:fld>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7759065" cy="680720"/>
          </a:xfrm>
          <a:prstGeom prst="rect">
            <a:avLst/>
          </a:prstGeom>
        </p:spPr>
        <p:txBody>
          <a:bodyPr vert="horz" wrap="square" lIns="0" tIns="12065" rIns="0" bIns="0" rtlCol="0">
            <a:spAutoFit/>
          </a:bodyPr>
          <a:lstStyle/>
          <a:p>
            <a:pPr marL="12700">
              <a:lnSpc>
                <a:spcPct val="100000"/>
              </a:lnSpc>
              <a:spcBef>
                <a:spcPts val="95"/>
              </a:spcBef>
            </a:pPr>
            <a:r>
              <a:rPr sz="4300" spc="-50" dirty="0"/>
              <a:t>Formation</a:t>
            </a:r>
            <a:r>
              <a:rPr sz="4300" spc="-114" dirty="0"/>
              <a:t> </a:t>
            </a:r>
            <a:r>
              <a:rPr sz="4300" spc="-30" dirty="0"/>
              <a:t>of</a:t>
            </a:r>
            <a:r>
              <a:rPr sz="4300" spc="-105" dirty="0"/>
              <a:t> </a:t>
            </a:r>
            <a:r>
              <a:rPr sz="4300" spc="-50" dirty="0"/>
              <a:t>Least-Cost</a:t>
            </a:r>
            <a:r>
              <a:rPr sz="4300" spc="-105" dirty="0"/>
              <a:t> </a:t>
            </a:r>
            <a:r>
              <a:rPr sz="4300" spc="-60" dirty="0"/>
              <a:t>Trees</a:t>
            </a:r>
            <a:endParaRPr sz="4300"/>
          </a:p>
        </p:txBody>
      </p:sp>
      <p:pic>
        <p:nvPicPr>
          <p:cNvPr id="3" name="object 3"/>
          <p:cNvPicPr/>
          <p:nvPr/>
        </p:nvPicPr>
        <p:blipFill>
          <a:blip r:embed="rId2" cstate="print"/>
          <a:stretch>
            <a:fillRect/>
          </a:stretch>
        </p:blipFill>
        <p:spPr>
          <a:xfrm>
            <a:off x="762000" y="1676400"/>
            <a:ext cx="6548628" cy="22098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457200" y="4343400"/>
            <a:ext cx="8988552" cy="23622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75</a:t>
            </a:fld>
            <a:endParaRP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872735"/>
            <a:ext cx="7759065" cy="680720"/>
          </a:xfrm>
          <a:prstGeom prst="rect">
            <a:avLst/>
          </a:prstGeom>
        </p:spPr>
        <p:txBody>
          <a:bodyPr vert="horz" wrap="square" lIns="0" tIns="12065" rIns="0" bIns="0" rtlCol="0">
            <a:spAutoFit/>
          </a:bodyPr>
          <a:lstStyle/>
          <a:p>
            <a:pPr marL="12700">
              <a:lnSpc>
                <a:spcPct val="100000"/>
              </a:lnSpc>
              <a:spcBef>
                <a:spcPts val="95"/>
              </a:spcBef>
            </a:pPr>
            <a:r>
              <a:rPr sz="4300" spc="-50" dirty="0"/>
              <a:t>Formation</a:t>
            </a:r>
            <a:r>
              <a:rPr sz="4300" spc="-114" dirty="0"/>
              <a:t> </a:t>
            </a:r>
            <a:r>
              <a:rPr sz="4300" spc="-30" dirty="0"/>
              <a:t>of</a:t>
            </a:r>
            <a:r>
              <a:rPr sz="4300" spc="-105" dirty="0"/>
              <a:t> </a:t>
            </a:r>
            <a:r>
              <a:rPr sz="4300" spc="-50" dirty="0"/>
              <a:t>Least-Cost</a:t>
            </a:r>
            <a:r>
              <a:rPr sz="4300" spc="-105" dirty="0"/>
              <a:t> </a:t>
            </a:r>
            <a:r>
              <a:rPr sz="4300" spc="-60" dirty="0"/>
              <a:t>Trees</a:t>
            </a:r>
            <a:endParaRPr sz="4300"/>
          </a:p>
        </p:txBody>
      </p:sp>
      <p:pic>
        <p:nvPicPr>
          <p:cNvPr id="3" name="object 3"/>
          <p:cNvPicPr/>
          <p:nvPr/>
        </p:nvPicPr>
        <p:blipFill>
          <a:blip r:embed="rId2" cstate="print"/>
          <a:stretch>
            <a:fillRect/>
          </a:stretch>
        </p:blipFill>
        <p:spPr>
          <a:xfrm>
            <a:off x="762000" y="1676400"/>
            <a:ext cx="6548628" cy="22098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609600" y="4267200"/>
            <a:ext cx="8915399" cy="2289047"/>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76</a:t>
            </a:fld>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B2D5A-5DC6-477A-B598-53B2C43CAFE0}"/>
              </a:ext>
            </a:extLst>
          </p:cNvPr>
          <p:cNvSpPr>
            <a:spLocks noGrp="1"/>
          </p:cNvSpPr>
          <p:nvPr>
            <p:ph type="title"/>
          </p:nvPr>
        </p:nvSpPr>
        <p:spPr/>
        <p:txBody>
          <a:bodyPr/>
          <a:lstStyle/>
          <a:p>
            <a:r>
              <a:rPr lang="en-US" dirty="0"/>
              <a:t>Problem </a:t>
            </a:r>
            <a:endParaRPr lang="en-IN" dirty="0"/>
          </a:p>
        </p:txBody>
      </p:sp>
      <p:pic>
        <p:nvPicPr>
          <p:cNvPr id="3" name="Picture 2">
            <a:extLst>
              <a:ext uri="{FF2B5EF4-FFF2-40B4-BE49-F238E27FC236}">
                <a16:creationId xmlns:a16="http://schemas.microsoft.com/office/drawing/2014/main" id="{55398D9B-3F4B-40E4-80D3-B792D677EAB2}"/>
              </a:ext>
            </a:extLst>
          </p:cNvPr>
          <p:cNvPicPr>
            <a:picLocks noChangeAspect="1"/>
          </p:cNvPicPr>
          <p:nvPr/>
        </p:nvPicPr>
        <p:blipFill>
          <a:blip r:embed="rId2"/>
          <a:stretch>
            <a:fillRect/>
          </a:stretch>
        </p:blipFill>
        <p:spPr>
          <a:xfrm>
            <a:off x="734243" y="1833508"/>
            <a:ext cx="8076564" cy="5019675"/>
          </a:xfrm>
          <a:prstGeom prst="rect">
            <a:avLst/>
          </a:prstGeom>
        </p:spPr>
      </p:pic>
    </p:spTree>
    <p:extLst>
      <p:ext uri="{BB962C8B-B14F-4D97-AF65-F5344CB8AC3E}">
        <p14:creationId xmlns:p14="http://schemas.microsoft.com/office/powerpoint/2010/main" val="8302508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361A-2FB3-4E14-807C-EE14CF7250CC}"/>
              </a:ext>
            </a:extLst>
          </p:cNvPr>
          <p:cNvSpPr>
            <a:spLocks noGrp="1"/>
          </p:cNvSpPr>
          <p:nvPr>
            <p:ph type="title"/>
          </p:nvPr>
        </p:nvSpPr>
        <p:spPr/>
        <p:txBody>
          <a:bodyPr/>
          <a:lstStyle/>
          <a:p>
            <a:r>
              <a:rPr lang="en-US" dirty="0"/>
              <a:t>Problems</a:t>
            </a:r>
            <a:endParaRPr lang="en-IN" dirty="0"/>
          </a:p>
        </p:txBody>
      </p:sp>
      <p:sp>
        <p:nvSpPr>
          <p:cNvPr id="3" name="Rectangle 2">
            <a:extLst>
              <a:ext uri="{FF2B5EF4-FFF2-40B4-BE49-F238E27FC236}">
                <a16:creationId xmlns:a16="http://schemas.microsoft.com/office/drawing/2014/main" id="{9504169A-0152-47AA-9068-7315D94B6142}"/>
              </a:ext>
            </a:extLst>
          </p:cNvPr>
          <p:cNvSpPr/>
          <p:nvPr/>
        </p:nvSpPr>
        <p:spPr>
          <a:xfrm>
            <a:off x="990600" y="1828800"/>
            <a:ext cx="8229600" cy="1200329"/>
          </a:xfrm>
          <a:prstGeom prst="rect">
            <a:avLst/>
          </a:prstGeom>
        </p:spPr>
        <p:txBody>
          <a:bodyPr wrap="square">
            <a:spAutoFit/>
          </a:bodyPr>
          <a:lstStyle/>
          <a:p>
            <a:pPr algn="just"/>
            <a:r>
              <a:rPr lang="en-IN" dirty="0"/>
              <a:t>Create the link state database for the below network and Show the Formation of Least-Cost tree for the network given below using Dijkstra’s routing algorithm considering node ‘A’ as root node.</a:t>
            </a:r>
          </a:p>
          <a:p>
            <a:endParaRPr lang="en-IN" dirty="0"/>
          </a:p>
        </p:txBody>
      </p:sp>
      <p:pic>
        <p:nvPicPr>
          <p:cNvPr id="4" name="Picture 3" descr="Computer Network | Link State Routing Algorithm - javatpoint">
            <a:extLst>
              <a:ext uri="{FF2B5EF4-FFF2-40B4-BE49-F238E27FC236}">
                <a16:creationId xmlns:a16="http://schemas.microsoft.com/office/drawing/2014/main" id="{AF117DDB-7268-42DB-8D70-11CE2131D8C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29037" y="3043555"/>
            <a:ext cx="2600325" cy="1685290"/>
          </a:xfrm>
          <a:prstGeom prst="rect">
            <a:avLst/>
          </a:prstGeom>
          <a:noFill/>
          <a:ln>
            <a:noFill/>
          </a:ln>
        </p:spPr>
      </p:pic>
    </p:spTree>
    <p:extLst>
      <p:ext uri="{BB962C8B-B14F-4D97-AF65-F5344CB8AC3E}">
        <p14:creationId xmlns:p14="http://schemas.microsoft.com/office/powerpoint/2010/main" val="20134379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294245" cy="756920"/>
          </a:xfrm>
          <a:prstGeom prst="rect">
            <a:avLst/>
          </a:prstGeom>
        </p:spPr>
        <p:txBody>
          <a:bodyPr vert="horz" wrap="square" lIns="0" tIns="12700" rIns="0" bIns="0" rtlCol="0">
            <a:spAutoFit/>
          </a:bodyPr>
          <a:lstStyle/>
          <a:p>
            <a:pPr marL="12700">
              <a:lnSpc>
                <a:spcPct val="100000"/>
              </a:lnSpc>
              <a:spcBef>
                <a:spcPts val="100"/>
              </a:spcBef>
            </a:pPr>
            <a:r>
              <a:rPr sz="4800" i="0" spc="-50" dirty="0">
                <a:latin typeface="Arial"/>
                <a:cs typeface="Arial"/>
              </a:rPr>
              <a:t>Unicast</a:t>
            </a:r>
            <a:r>
              <a:rPr sz="4800" i="0" spc="-85" dirty="0">
                <a:latin typeface="Arial"/>
                <a:cs typeface="Arial"/>
              </a:rPr>
              <a:t> </a:t>
            </a:r>
            <a:r>
              <a:rPr sz="4800" i="0" spc="-50" dirty="0">
                <a:latin typeface="Arial"/>
                <a:cs typeface="Arial"/>
              </a:rPr>
              <a:t>routing</a:t>
            </a:r>
            <a:r>
              <a:rPr sz="4800" i="0" spc="-85" dirty="0">
                <a:latin typeface="Arial"/>
                <a:cs typeface="Arial"/>
              </a:rPr>
              <a:t> </a:t>
            </a:r>
            <a:r>
              <a:rPr sz="4800" i="0" spc="-50" dirty="0">
                <a:latin typeface="Arial"/>
                <a:cs typeface="Arial"/>
              </a:rPr>
              <a:t>protocols</a:t>
            </a:r>
            <a:endParaRPr sz="4800">
              <a:latin typeface="Arial"/>
              <a:cs typeface="Arial"/>
            </a:endParaRPr>
          </a:p>
        </p:txBody>
      </p:sp>
      <p:sp>
        <p:nvSpPr>
          <p:cNvPr id="3" name="object 3"/>
          <p:cNvSpPr txBox="1"/>
          <p:nvPr/>
        </p:nvSpPr>
        <p:spPr>
          <a:xfrm>
            <a:off x="697667" y="1636324"/>
            <a:ext cx="8126730" cy="4553585"/>
          </a:xfrm>
          <a:prstGeom prst="rect">
            <a:avLst/>
          </a:prstGeom>
        </p:spPr>
        <p:txBody>
          <a:bodyPr vert="horz" wrap="square" lIns="0" tIns="151130" rIns="0" bIns="0" rtlCol="0">
            <a:spAutoFit/>
          </a:bodyPr>
          <a:lstStyle/>
          <a:p>
            <a:pPr marL="189230" indent="-177165">
              <a:lnSpc>
                <a:spcPct val="100000"/>
              </a:lnSpc>
              <a:spcBef>
                <a:spcPts val="1190"/>
              </a:spcBef>
              <a:buClr>
                <a:srgbClr val="1CACE4"/>
              </a:buClr>
              <a:buFont typeface="Arial MT"/>
              <a:buChar char="•"/>
              <a:tabLst>
                <a:tab pos="189865" algn="l"/>
              </a:tabLst>
            </a:pPr>
            <a:r>
              <a:rPr sz="2600" dirty="0">
                <a:solidFill>
                  <a:srgbClr val="3F3F3F"/>
                </a:solidFill>
                <a:latin typeface="Calibri"/>
                <a:cs typeface="Calibri"/>
              </a:rPr>
              <a:t>A</a:t>
            </a:r>
            <a:r>
              <a:rPr sz="2600" spc="-25" dirty="0">
                <a:solidFill>
                  <a:srgbClr val="3F3F3F"/>
                </a:solidFill>
                <a:latin typeface="Calibri"/>
                <a:cs typeface="Calibri"/>
              </a:rPr>
              <a:t> </a:t>
            </a:r>
            <a:r>
              <a:rPr sz="2600" spc="-15" dirty="0">
                <a:solidFill>
                  <a:srgbClr val="3F3F3F"/>
                </a:solidFill>
                <a:latin typeface="Calibri"/>
                <a:cs typeface="Calibri"/>
              </a:rPr>
              <a:t>protocol</a:t>
            </a:r>
            <a:r>
              <a:rPr sz="2600" spc="-5" dirty="0">
                <a:solidFill>
                  <a:srgbClr val="3F3F3F"/>
                </a:solidFill>
                <a:latin typeface="Calibri"/>
                <a:cs typeface="Calibri"/>
              </a:rPr>
              <a:t> is </a:t>
            </a:r>
            <a:r>
              <a:rPr sz="2600" spc="-10" dirty="0">
                <a:solidFill>
                  <a:srgbClr val="3F3F3F"/>
                </a:solidFill>
                <a:latin typeface="Calibri"/>
                <a:cs typeface="Calibri"/>
              </a:rPr>
              <a:t>more </a:t>
            </a:r>
            <a:r>
              <a:rPr sz="2600" spc="-5" dirty="0">
                <a:solidFill>
                  <a:srgbClr val="3F3F3F"/>
                </a:solidFill>
                <a:latin typeface="Calibri"/>
                <a:cs typeface="Calibri"/>
              </a:rPr>
              <a:t>than</a:t>
            </a:r>
            <a:r>
              <a:rPr sz="2600" spc="-15" dirty="0">
                <a:solidFill>
                  <a:srgbClr val="3F3F3F"/>
                </a:solidFill>
                <a:latin typeface="Calibri"/>
                <a:cs typeface="Calibri"/>
              </a:rPr>
              <a:t> </a:t>
            </a:r>
            <a:r>
              <a:rPr sz="2600" dirty="0">
                <a:solidFill>
                  <a:srgbClr val="3F3F3F"/>
                </a:solidFill>
                <a:latin typeface="Calibri"/>
                <a:cs typeface="Calibri"/>
              </a:rPr>
              <a:t>an</a:t>
            </a:r>
            <a:r>
              <a:rPr sz="2600" spc="10" dirty="0">
                <a:solidFill>
                  <a:srgbClr val="3F3F3F"/>
                </a:solidFill>
                <a:latin typeface="Calibri"/>
                <a:cs typeface="Calibri"/>
              </a:rPr>
              <a:t> </a:t>
            </a:r>
            <a:r>
              <a:rPr sz="2600" spc="-5" dirty="0">
                <a:solidFill>
                  <a:srgbClr val="3F3F3F"/>
                </a:solidFill>
                <a:latin typeface="Calibri"/>
                <a:cs typeface="Calibri"/>
              </a:rPr>
              <a:t>algorithm</a:t>
            </a:r>
            <a:endParaRPr sz="2600" dirty="0">
              <a:latin typeface="Calibri"/>
              <a:cs typeface="Calibri"/>
            </a:endParaRPr>
          </a:p>
          <a:p>
            <a:pPr marL="189230" indent="-177165">
              <a:lnSpc>
                <a:spcPct val="100000"/>
              </a:lnSpc>
              <a:spcBef>
                <a:spcPts val="1090"/>
              </a:spcBef>
              <a:buClr>
                <a:srgbClr val="1CACE4"/>
              </a:buClr>
              <a:buFont typeface="Arial MT"/>
              <a:buChar char="•"/>
              <a:tabLst>
                <a:tab pos="189865" algn="l"/>
              </a:tabLst>
            </a:pPr>
            <a:r>
              <a:rPr sz="2600" spc="-15" dirty="0">
                <a:solidFill>
                  <a:srgbClr val="3F3F3F"/>
                </a:solidFill>
                <a:latin typeface="Calibri"/>
                <a:cs typeface="Calibri"/>
              </a:rPr>
              <a:t>Protocol</a:t>
            </a:r>
            <a:r>
              <a:rPr sz="2600" spc="-25" dirty="0">
                <a:solidFill>
                  <a:srgbClr val="3F3F3F"/>
                </a:solidFill>
                <a:latin typeface="Calibri"/>
                <a:cs typeface="Calibri"/>
              </a:rPr>
              <a:t> </a:t>
            </a:r>
            <a:r>
              <a:rPr sz="2600" spc="-5" dirty="0">
                <a:solidFill>
                  <a:srgbClr val="3F3F3F"/>
                </a:solidFill>
                <a:latin typeface="Calibri"/>
                <a:cs typeface="Calibri"/>
              </a:rPr>
              <a:t>needs</a:t>
            </a:r>
            <a:r>
              <a:rPr sz="2600" spc="-35" dirty="0">
                <a:solidFill>
                  <a:srgbClr val="3F3F3F"/>
                </a:solidFill>
                <a:latin typeface="Calibri"/>
                <a:cs typeface="Calibri"/>
              </a:rPr>
              <a:t> </a:t>
            </a:r>
            <a:r>
              <a:rPr sz="2600" spc="-15" dirty="0">
                <a:solidFill>
                  <a:srgbClr val="3F3F3F"/>
                </a:solidFill>
                <a:latin typeface="Calibri"/>
                <a:cs typeface="Calibri"/>
              </a:rPr>
              <a:t>to</a:t>
            </a:r>
            <a:r>
              <a:rPr sz="2600" dirty="0">
                <a:solidFill>
                  <a:srgbClr val="3F3F3F"/>
                </a:solidFill>
                <a:latin typeface="Calibri"/>
                <a:cs typeface="Calibri"/>
              </a:rPr>
              <a:t> </a:t>
            </a:r>
            <a:r>
              <a:rPr sz="2600" spc="-10" dirty="0">
                <a:solidFill>
                  <a:srgbClr val="3F3F3F"/>
                </a:solidFill>
                <a:latin typeface="Calibri"/>
                <a:cs typeface="Calibri"/>
              </a:rPr>
              <a:t>define</a:t>
            </a:r>
            <a:endParaRPr sz="2600" dirty="0">
              <a:latin typeface="Calibri"/>
              <a:cs typeface="Calibri"/>
            </a:endParaRPr>
          </a:p>
          <a:p>
            <a:pPr marL="419100" lvl="1" indent="-183515">
              <a:lnSpc>
                <a:spcPct val="100000"/>
              </a:lnSpc>
              <a:spcBef>
                <a:spcPts val="160"/>
              </a:spcBef>
              <a:buClr>
                <a:srgbClr val="1CACE4"/>
              </a:buClr>
              <a:buChar char="◦"/>
              <a:tabLst>
                <a:tab pos="419734" algn="l"/>
              </a:tabLst>
            </a:pPr>
            <a:r>
              <a:rPr sz="2200" spc="-5" dirty="0">
                <a:solidFill>
                  <a:srgbClr val="3F3F3F"/>
                </a:solidFill>
                <a:latin typeface="Calibri"/>
                <a:cs typeface="Calibri"/>
              </a:rPr>
              <a:t>its</a:t>
            </a:r>
            <a:r>
              <a:rPr sz="2200" spc="-15" dirty="0">
                <a:solidFill>
                  <a:srgbClr val="3F3F3F"/>
                </a:solidFill>
                <a:latin typeface="Calibri"/>
                <a:cs typeface="Calibri"/>
              </a:rPr>
              <a:t> </a:t>
            </a:r>
            <a:r>
              <a:rPr sz="2200" spc="-5" dirty="0">
                <a:solidFill>
                  <a:srgbClr val="3F3F3F"/>
                </a:solidFill>
                <a:latin typeface="Calibri"/>
                <a:cs typeface="Calibri"/>
              </a:rPr>
              <a:t>domain</a:t>
            </a:r>
            <a:r>
              <a:rPr sz="2200" spc="-20" dirty="0">
                <a:solidFill>
                  <a:srgbClr val="3F3F3F"/>
                </a:solidFill>
                <a:latin typeface="Calibri"/>
                <a:cs typeface="Calibri"/>
              </a:rPr>
              <a:t> </a:t>
            </a:r>
            <a:r>
              <a:rPr sz="2200" spc="-5" dirty="0">
                <a:solidFill>
                  <a:srgbClr val="3F3F3F"/>
                </a:solidFill>
                <a:latin typeface="Calibri"/>
                <a:cs typeface="Calibri"/>
              </a:rPr>
              <a:t>of</a:t>
            </a:r>
            <a:r>
              <a:rPr sz="2200" dirty="0">
                <a:solidFill>
                  <a:srgbClr val="3F3F3F"/>
                </a:solidFill>
                <a:latin typeface="Calibri"/>
                <a:cs typeface="Calibri"/>
              </a:rPr>
              <a:t> </a:t>
            </a:r>
            <a:r>
              <a:rPr sz="2200" spc="-15" dirty="0">
                <a:solidFill>
                  <a:srgbClr val="3F3F3F"/>
                </a:solidFill>
                <a:latin typeface="Calibri"/>
                <a:cs typeface="Calibri"/>
              </a:rPr>
              <a:t>operation</a:t>
            </a:r>
            <a:endParaRPr sz="2200" dirty="0">
              <a:latin typeface="Calibri"/>
              <a:cs typeface="Calibri"/>
            </a:endParaRPr>
          </a:p>
          <a:p>
            <a:pPr marL="419100" lvl="1" indent="-183515">
              <a:lnSpc>
                <a:spcPct val="100000"/>
              </a:lnSpc>
              <a:spcBef>
                <a:spcPts val="340"/>
              </a:spcBef>
              <a:buClr>
                <a:srgbClr val="1CACE4"/>
              </a:buClr>
              <a:buChar char="◦"/>
              <a:tabLst>
                <a:tab pos="419734" algn="l"/>
              </a:tabLst>
            </a:pPr>
            <a:r>
              <a:rPr sz="2200" spc="-10" dirty="0">
                <a:solidFill>
                  <a:srgbClr val="3F3F3F"/>
                </a:solidFill>
                <a:latin typeface="Calibri"/>
                <a:cs typeface="Calibri"/>
              </a:rPr>
              <a:t>the</a:t>
            </a:r>
            <a:r>
              <a:rPr sz="2200" spc="-15" dirty="0">
                <a:solidFill>
                  <a:srgbClr val="3F3F3F"/>
                </a:solidFill>
                <a:latin typeface="Calibri"/>
                <a:cs typeface="Calibri"/>
              </a:rPr>
              <a:t> </a:t>
            </a:r>
            <a:r>
              <a:rPr sz="2200" spc="-10" dirty="0">
                <a:solidFill>
                  <a:srgbClr val="3F3F3F"/>
                </a:solidFill>
                <a:latin typeface="Calibri"/>
                <a:cs typeface="Calibri"/>
              </a:rPr>
              <a:t>messages</a:t>
            </a:r>
            <a:r>
              <a:rPr sz="2200" spc="25" dirty="0">
                <a:solidFill>
                  <a:srgbClr val="3F3F3F"/>
                </a:solidFill>
                <a:latin typeface="Calibri"/>
                <a:cs typeface="Calibri"/>
              </a:rPr>
              <a:t> </a:t>
            </a:r>
            <a:r>
              <a:rPr sz="2200" spc="-20" dirty="0">
                <a:solidFill>
                  <a:srgbClr val="3F3F3F"/>
                </a:solidFill>
                <a:latin typeface="Calibri"/>
                <a:cs typeface="Calibri"/>
              </a:rPr>
              <a:t>exchanged</a:t>
            </a:r>
            <a:endParaRPr sz="2200" dirty="0">
              <a:latin typeface="Calibri"/>
              <a:cs typeface="Calibri"/>
            </a:endParaRPr>
          </a:p>
          <a:p>
            <a:pPr marL="419100" lvl="1" indent="-183515">
              <a:lnSpc>
                <a:spcPct val="100000"/>
              </a:lnSpc>
              <a:spcBef>
                <a:spcPts val="335"/>
              </a:spcBef>
              <a:buClr>
                <a:srgbClr val="1CACE4"/>
              </a:buClr>
              <a:buChar char="◦"/>
              <a:tabLst>
                <a:tab pos="419734" algn="l"/>
              </a:tabLst>
            </a:pPr>
            <a:r>
              <a:rPr sz="2200" spc="-10" dirty="0">
                <a:solidFill>
                  <a:srgbClr val="3F3F3F"/>
                </a:solidFill>
                <a:latin typeface="Calibri"/>
                <a:cs typeface="Calibri"/>
              </a:rPr>
              <a:t>Communication </a:t>
            </a:r>
            <a:r>
              <a:rPr sz="2200" spc="-15" dirty="0">
                <a:solidFill>
                  <a:srgbClr val="3F3F3F"/>
                </a:solidFill>
                <a:latin typeface="Calibri"/>
                <a:cs typeface="Calibri"/>
              </a:rPr>
              <a:t>between</a:t>
            </a:r>
            <a:r>
              <a:rPr sz="2200" spc="15" dirty="0">
                <a:solidFill>
                  <a:srgbClr val="3F3F3F"/>
                </a:solidFill>
                <a:latin typeface="Calibri"/>
                <a:cs typeface="Calibri"/>
              </a:rPr>
              <a:t> </a:t>
            </a:r>
            <a:r>
              <a:rPr sz="2200" spc="-20" dirty="0">
                <a:solidFill>
                  <a:srgbClr val="3F3F3F"/>
                </a:solidFill>
                <a:latin typeface="Calibri"/>
                <a:cs typeface="Calibri"/>
              </a:rPr>
              <a:t>routers</a:t>
            </a:r>
            <a:endParaRPr sz="2200" dirty="0">
              <a:latin typeface="Calibri"/>
              <a:cs typeface="Calibri"/>
            </a:endParaRPr>
          </a:p>
          <a:p>
            <a:pPr marL="419100" lvl="1" indent="-183515">
              <a:lnSpc>
                <a:spcPct val="100000"/>
              </a:lnSpc>
              <a:spcBef>
                <a:spcPts val="335"/>
              </a:spcBef>
              <a:buClr>
                <a:srgbClr val="1CACE4"/>
              </a:buClr>
              <a:buChar char="◦"/>
              <a:tabLst>
                <a:tab pos="419734" algn="l"/>
              </a:tabLst>
            </a:pPr>
            <a:r>
              <a:rPr sz="2200" spc="-15" dirty="0">
                <a:solidFill>
                  <a:srgbClr val="3F3F3F"/>
                </a:solidFill>
                <a:latin typeface="Calibri"/>
                <a:cs typeface="Calibri"/>
              </a:rPr>
              <a:t>interaction</a:t>
            </a:r>
            <a:r>
              <a:rPr sz="2200" spc="-10" dirty="0">
                <a:solidFill>
                  <a:srgbClr val="3F3F3F"/>
                </a:solidFill>
                <a:latin typeface="Calibri"/>
                <a:cs typeface="Calibri"/>
              </a:rPr>
              <a:t> </a:t>
            </a:r>
            <a:r>
              <a:rPr sz="2200" spc="-5" dirty="0">
                <a:solidFill>
                  <a:srgbClr val="3F3F3F"/>
                </a:solidFill>
                <a:latin typeface="Calibri"/>
                <a:cs typeface="Calibri"/>
              </a:rPr>
              <a:t>with </a:t>
            </a:r>
            <a:r>
              <a:rPr sz="2200" spc="-15" dirty="0">
                <a:solidFill>
                  <a:srgbClr val="3F3F3F"/>
                </a:solidFill>
                <a:latin typeface="Calibri"/>
                <a:cs typeface="Calibri"/>
              </a:rPr>
              <a:t>protocols </a:t>
            </a:r>
            <a:r>
              <a:rPr sz="2200" spc="-5" dirty="0">
                <a:solidFill>
                  <a:srgbClr val="3F3F3F"/>
                </a:solidFill>
                <a:latin typeface="Calibri"/>
                <a:cs typeface="Calibri"/>
              </a:rPr>
              <a:t>in</a:t>
            </a:r>
            <a:r>
              <a:rPr sz="2200" spc="-15" dirty="0">
                <a:solidFill>
                  <a:srgbClr val="3F3F3F"/>
                </a:solidFill>
                <a:latin typeface="Calibri"/>
                <a:cs typeface="Calibri"/>
              </a:rPr>
              <a:t> </a:t>
            </a:r>
            <a:r>
              <a:rPr sz="2200" spc="-5" dirty="0">
                <a:solidFill>
                  <a:srgbClr val="3F3F3F"/>
                </a:solidFill>
                <a:latin typeface="Calibri"/>
                <a:cs typeface="Calibri"/>
              </a:rPr>
              <a:t>other</a:t>
            </a:r>
            <a:r>
              <a:rPr sz="2200" spc="15" dirty="0">
                <a:solidFill>
                  <a:srgbClr val="3F3F3F"/>
                </a:solidFill>
                <a:latin typeface="Calibri"/>
                <a:cs typeface="Calibri"/>
              </a:rPr>
              <a:t> </a:t>
            </a:r>
            <a:r>
              <a:rPr sz="2200" spc="-10" dirty="0">
                <a:solidFill>
                  <a:srgbClr val="3F3F3F"/>
                </a:solidFill>
                <a:latin typeface="Calibri"/>
                <a:cs typeface="Calibri"/>
              </a:rPr>
              <a:t>domains</a:t>
            </a:r>
            <a:endParaRPr sz="2200" dirty="0">
              <a:latin typeface="Calibri"/>
              <a:cs typeface="Calibri"/>
            </a:endParaRPr>
          </a:p>
          <a:p>
            <a:pPr marL="189230" indent="-177165">
              <a:lnSpc>
                <a:spcPct val="100000"/>
              </a:lnSpc>
              <a:spcBef>
                <a:spcPts val="1255"/>
              </a:spcBef>
              <a:buClr>
                <a:srgbClr val="1CACE4"/>
              </a:buClr>
              <a:buFont typeface="Arial MT"/>
              <a:buChar char="•"/>
              <a:tabLst>
                <a:tab pos="189865" algn="l"/>
              </a:tabLst>
            </a:pPr>
            <a:r>
              <a:rPr sz="2600" spc="-10" dirty="0">
                <a:solidFill>
                  <a:srgbClr val="3F3F3F"/>
                </a:solidFill>
                <a:latin typeface="Calibri"/>
                <a:cs typeface="Calibri"/>
              </a:rPr>
              <a:t>Three</a:t>
            </a:r>
            <a:r>
              <a:rPr sz="2600" spc="-45" dirty="0">
                <a:solidFill>
                  <a:srgbClr val="3F3F3F"/>
                </a:solidFill>
                <a:latin typeface="Calibri"/>
                <a:cs typeface="Calibri"/>
              </a:rPr>
              <a:t> </a:t>
            </a:r>
            <a:r>
              <a:rPr sz="2600" spc="-10" dirty="0">
                <a:solidFill>
                  <a:srgbClr val="3F3F3F"/>
                </a:solidFill>
                <a:latin typeface="Calibri"/>
                <a:cs typeface="Calibri"/>
              </a:rPr>
              <a:t>common</a:t>
            </a:r>
            <a:r>
              <a:rPr sz="2600" spc="10" dirty="0">
                <a:solidFill>
                  <a:srgbClr val="3F3F3F"/>
                </a:solidFill>
                <a:latin typeface="Calibri"/>
                <a:cs typeface="Calibri"/>
              </a:rPr>
              <a:t> </a:t>
            </a:r>
            <a:r>
              <a:rPr sz="2600" spc="-15" dirty="0">
                <a:solidFill>
                  <a:srgbClr val="3F3F3F"/>
                </a:solidFill>
                <a:latin typeface="Calibri"/>
                <a:cs typeface="Calibri"/>
              </a:rPr>
              <a:t>protocols</a:t>
            </a:r>
            <a:r>
              <a:rPr sz="2600" dirty="0">
                <a:solidFill>
                  <a:srgbClr val="3F3F3F"/>
                </a:solidFill>
                <a:latin typeface="Calibri"/>
                <a:cs typeface="Calibri"/>
              </a:rPr>
              <a:t> </a:t>
            </a:r>
            <a:r>
              <a:rPr sz="2600" spc="-5" dirty="0">
                <a:solidFill>
                  <a:srgbClr val="3F3F3F"/>
                </a:solidFill>
                <a:latin typeface="Calibri"/>
                <a:cs typeface="Calibri"/>
              </a:rPr>
              <a:t>used</a:t>
            </a:r>
            <a:r>
              <a:rPr sz="2600" spc="-35" dirty="0">
                <a:solidFill>
                  <a:srgbClr val="3F3F3F"/>
                </a:solidFill>
                <a:latin typeface="Calibri"/>
                <a:cs typeface="Calibri"/>
              </a:rPr>
              <a:t> </a:t>
            </a:r>
            <a:r>
              <a:rPr sz="2600" spc="-5" dirty="0">
                <a:solidFill>
                  <a:srgbClr val="3F3F3F"/>
                </a:solidFill>
                <a:latin typeface="Calibri"/>
                <a:cs typeface="Calibri"/>
              </a:rPr>
              <a:t>in</a:t>
            </a:r>
            <a:r>
              <a:rPr sz="2600" dirty="0">
                <a:solidFill>
                  <a:srgbClr val="3F3F3F"/>
                </a:solidFill>
                <a:latin typeface="Calibri"/>
                <a:cs typeface="Calibri"/>
              </a:rPr>
              <a:t> the</a:t>
            </a:r>
            <a:r>
              <a:rPr sz="2600" spc="-10" dirty="0">
                <a:solidFill>
                  <a:srgbClr val="3F3F3F"/>
                </a:solidFill>
                <a:latin typeface="Calibri"/>
                <a:cs typeface="Calibri"/>
              </a:rPr>
              <a:t> Internet:</a:t>
            </a:r>
            <a:endParaRPr sz="2600" dirty="0">
              <a:latin typeface="Calibri"/>
              <a:cs typeface="Calibri"/>
            </a:endParaRPr>
          </a:p>
          <a:p>
            <a:pPr marL="419100" marR="392430" lvl="1" indent="-182880">
              <a:lnSpc>
                <a:spcPts val="2380"/>
              </a:lnSpc>
              <a:spcBef>
                <a:spcPts val="455"/>
              </a:spcBef>
              <a:buClr>
                <a:srgbClr val="1CACE4"/>
              </a:buClr>
              <a:buChar char="◦"/>
              <a:tabLst>
                <a:tab pos="419734" algn="l"/>
              </a:tabLst>
            </a:pPr>
            <a:r>
              <a:rPr sz="2200" spc="-15" dirty="0">
                <a:solidFill>
                  <a:srgbClr val="3F3F3F"/>
                </a:solidFill>
                <a:latin typeface="Calibri"/>
                <a:cs typeface="Calibri"/>
              </a:rPr>
              <a:t>Routing</a:t>
            </a:r>
            <a:r>
              <a:rPr sz="2200" dirty="0">
                <a:solidFill>
                  <a:srgbClr val="3F3F3F"/>
                </a:solidFill>
                <a:latin typeface="Calibri"/>
                <a:cs typeface="Calibri"/>
              </a:rPr>
              <a:t> </a:t>
            </a:r>
            <a:r>
              <a:rPr sz="2200" spc="-15" dirty="0">
                <a:solidFill>
                  <a:srgbClr val="3F3F3F"/>
                </a:solidFill>
                <a:latin typeface="Calibri"/>
                <a:cs typeface="Calibri"/>
              </a:rPr>
              <a:t>Information</a:t>
            </a:r>
            <a:r>
              <a:rPr sz="2200" dirty="0">
                <a:solidFill>
                  <a:srgbClr val="3F3F3F"/>
                </a:solidFill>
                <a:latin typeface="Calibri"/>
                <a:cs typeface="Calibri"/>
              </a:rPr>
              <a:t> </a:t>
            </a:r>
            <a:r>
              <a:rPr sz="2200" spc="-15" dirty="0">
                <a:solidFill>
                  <a:srgbClr val="3F3F3F"/>
                </a:solidFill>
                <a:latin typeface="Calibri"/>
                <a:cs typeface="Calibri"/>
              </a:rPr>
              <a:t>Protocol</a:t>
            </a:r>
            <a:r>
              <a:rPr sz="2200" spc="-10" dirty="0">
                <a:solidFill>
                  <a:srgbClr val="3F3F3F"/>
                </a:solidFill>
                <a:latin typeface="Calibri"/>
                <a:cs typeface="Calibri"/>
              </a:rPr>
              <a:t> </a:t>
            </a:r>
            <a:r>
              <a:rPr sz="2200" spc="-5" dirty="0">
                <a:solidFill>
                  <a:srgbClr val="3F3F3F"/>
                </a:solidFill>
                <a:latin typeface="Calibri"/>
                <a:cs typeface="Calibri"/>
              </a:rPr>
              <a:t>(RIP),</a:t>
            </a:r>
            <a:r>
              <a:rPr sz="2200" spc="15" dirty="0">
                <a:solidFill>
                  <a:srgbClr val="3F3F3F"/>
                </a:solidFill>
                <a:latin typeface="Calibri"/>
                <a:cs typeface="Calibri"/>
              </a:rPr>
              <a:t> </a:t>
            </a:r>
            <a:r>
              <a:rPr sz="2200" spc="-5" dirty="0">
                <a:solidFill>
                  <a:srgbClr val="3F3F3F"/>
                </a:solidFill>
                <a:latin typeface="Calibri"/>
                <a:cs typeface="Calibri"/>
              </a:rPr>
              <a:t>based</a:t>
            </a:r>
            <a:r>
              <a:rPr sz="2200" spc="-10" dirty="0">
                <a:solidFill>
                  <a:srgbClr val="3F3F3F"/>
                </a:solidFill>
                <a:latin typeface="Calibri"/>
                <a:cs typeface="Calibri"/>
              </a:rPr>
              <a:t> </a:t>
            </a:r>
            <a:r>
              <a:rPr sz="2200" spc="-5" dirty="0">
                <a:solidFill>
                  <a:srgbClr val="3F3F3F"/>
                </a:solidFill>
                <a:latin typeface="Calibri"/>
                <a:cs typeface="Calibri"/>
              </a:rPr>
              <a:t>on</a:t>
            </a:r>
            <a:r>
              <a:rPr sz="2200" spc="-10" dirty="0">
                <a:solidFill>
                  <a:srgbClr val="3F3F3F"/>
                </a:solidFill>
                <a:latin typeface="Calibri"/>
                <a:cs typeface="Calibri"/>
              </a:rPr>
              <a:t> the</a:t>
            </a:r>
            <a:r>
              <a:rPr sz="2200" spc="15" dirty="0">
                <a:solidFill>
                  <a:srgbClr val="3F3F3F"/>
                </a:solidFill>
                <a:latin typeface="Calibri"/>
                <a:cs typeface="Calibri"/>
              </a:rPr>
              <a:t> </a:t>
            </a:r>
            <a:r>
              <a:rPr sz="2200" spc="-10" dirty="0">
                <a:solidFill>
                  <a:srgbClr val="3F3F3F"/>
                </a:solidFill>
                <a:latin typeface="Calibri"/>
                <a:cs typeface="Calibri"/>
              </a:rPr>
              <a:t>distance-vector </a:t>
            </a:r>
            <a:r>
              <a:rPr sz="2200" spc="-484" dirty="0">
                <a:solidFill>
                  <a:srgbClr val="3F3F3F"/>
                </a:solidFill>
                <a:latin typeface="Calibri"/>
                <a:cs typeface="Calibri"/>
              </a:rPr>
              <a:t> </a:t>
            </a:r>
            <a:r>
              <a:rPr sz="2200" spc="-10" dirty="0">
                <a:solidFill>
                  <a:srgbClr val="3F3F3F"/>
                </a:solidFill>
                <a:latin typeface="Calibri"/>
                <a:cs typeface="Calibri"/>
              </a:rPr>
              <a:t>algorithm</a:t>
            </a:r>
            <a:endParaRPr sz="2200" dirty="0">
              <a:latin typeface="Calibri"/>
              <a:cs typeface="Calibri"/>
            </a:endParaRPr>
          </a:p>
          <a:p>
            <a:pPr marL="419100" lvl="1" indent="-183515">
              <a:lnSpc>
                <a:spcPct val="100000"/>
              </a:lnSpc>
              <a:spcBef>
                <a:spcPts val="300"/>
              </a:spcBef>
              <a:buClr>
                <a:srgbClr val="1CACE4"/>
              </a:buClr>
              <a:buChar char="◦"/>
              <a:tabLst>
                <a:tab pos="419734" algn="l"/>
              </a:tabLst>
            </a:pPr>
            <a:r>
              <a:rPr sz="2200" spc="-10" dirty="0">
                <a:solidFill>
                  <a:srgbClr val="3F3F3F"/>
                </a:solidFill>
                <a:latin typeface="Calibri"/>
                <a:cs typeface="Calibri"/>
              </a:rPr>
              <a:t>Open</a:t>
            </a:r>
            <a:r>
              <a:rPr sz="2200" spc="5" dirty="0">
                <a:solidFill>
                  <a:srgbClr val="3F3F3F"/>
                </a:solidFill>
                <a:latin typeface="Calibri"/>
                <a:cs typeface="Calibri"/>
              </a:rPr>
              <a:t> </a:t>
            </a:r>
            <a:r>
              <a:rPr sz="2200" spc="-10" dirty="0">
                <a:solidFill>
                  <a:srgbClr val="3F3F3F"/>
                </a:solidFill>
                <a:latin typeface="Calibri"/>
                <a:cs typeface="Calibri"/>
              </a:rPr>
              <a:t>Shortest</a:t>
            </a:r>
            <a:r>
              <a:rPr sz="2200" spc="15" dirty="0">
                <a:solidFill>
                  <a:srgbClr val="3F3F3F"/>
                </a:solidFill>
                <a:latin typeface="Calibri"/>
                <a:cs typeface="Calibri"/>
              </a:rPr>
              <a:t> </a:t>
            </a:r>
            <a:r>
              <a:rPr sz="2200" spc="-20" dirty="0">
                <a:solidFill>
                  <a:srgbClr val="3F3F3F"/>
                </a:solidFill>
                <a:latin typeface="Calibri"/>
                <a:cs typeface="Calibri"/>
              </a:rPr>
              <a:t>Path</a:t>
            </a:r>
            <a:r>
              <a:rPr sz="2200" spc="-5" dirty="0">
                <a:solidFill>
                  <a:srgbClr val="3F3F3F"/>
                </a:solidFill>
                <a:latin typeface="Calibri"/>
                <a:cs typeface="Calibri"/>
              </a:rPr>
              <a:t> </a:t>
            </a:r>
            <a:r>
              <a:rPr sz="2200" spc="-15" dirty="0">
                <a:solidFill>
                  <a:srgbClr val="3F3F3F"/>
                </a:solidFill>
                <a:latin typeface="Calibri"/>
                <a:cs typeface="Calibri"/>
              </a:rPr>
              <a:t>First</a:t>
            </a:r>
            <a:r>
              <a:rPr sz="2200" spc="5" dirty="0">
                <a:solidFill>
                  <a:srgbClr val="3F3F3F"/>
                </a:solidFill>
                <a:latin typeface="Calibri"/>
                <a:cs typeface="Calibri"/>
              </a:rPr>
              <a:t> </a:t>
            </a:r>
            <a:r>
              <a:rPr sz="2200" spc="-10" dirty="0">
                <a:solidFill>
                  <a:srgbClr val="3F3F3F"/>
                </a:solidFill>
                <a:latin typeface="Calibri"/>
                <a:cs typeface="Calibri"/>
              </a:rPr>
              <a:t>(OSPF),</a:t>
            </a:r>
            <a:r>
              <a:rPr sz="2200" spc="20" dirty="0">
                <a:solidFill>
                  <a:srgbClr val="3F3F3F"/>
                </a:solidFill>
                <a:latin typeface="Calibri"/>
                <a:cs typeface="Calibri"/>
              </a:rPr>
              <a:t> </a:t>
            </a:r>
            <a:r>
              <a:rPr sz="2200" spc="-5" dirty="0">
                <a:solidFill>
                  <a:srgbClr val="3F3F3F"/>
                </a:solidFill>
                <a:latin typeface="Calibri"/>
                <a:cs typeface="Calibri"/>
              </a:rPr>
              <a:t>based on</a:t>
            </a:r>
            <a:r>
              <a:rPr sz="2200" spc="5" dirty="0">
                <a:solidFill>
                  <a:srgbClr val="3F3F3F"/>
                </a:solidFill>
                <a:latin typeface="Calibri"/>
                <a:cs typeface="Calibri"/>
              </a:rPr>
              <a:t> </a:t>
            </a:r>
            <a:r>
              <a:rPr sz="2200" spc="-10" dirty="0">
                <a:solidFill>
                  <a:srgbClr val="3F3F3F"/>
                </a:solidFill>
                <a:latin typeface="Calibri"/>
                <a:cs typeface="Calibri"/>
              </a:rPr>
              <a:t>the</a:t>
            </a:r>
            <a:r>
              <a:rPr sz="2200" spc="5" dirty="0">
                <a:solidFill>
                  <a:srgbClr val="3F3F3F"/>
                </a:solidFill>
                <a:latin typeface="Calibri"/>
                <a:cs typeface="Calibri"/>
              </a:rPr>
              <a:t> </a:t>
            </a:r>
            <a:r>
              <a:rPr sz="2200" spc="-15" dirty="0">
                <a:solidFill>
                  <a:srgbClr val="3F3F3F"/>
                </a:solidFill>
                <a:latin typeface="Calibri"/>
                <a:cs typeface="Calibri"/>
              </a:rPr>
              <a:t>link-state</a:t>
            </a:r>
            <a:r>
              <a:rPr sz="2200" spc="20" dirty="0">
                <a:solidFill>
                  <a:srgbClr val="3F3F3F"/>
                </a:solidFill>
                <a:latin typeface="Calibri"/>
                <a:cs typeface="Calibri"/>
              </a:rPr>
              <a:t> </a:t>
            </a:r>
            <a:r>
              <a:rPr sz="2200" spc="-10" dirty="0">
                <a:solidFill>
                  <a:srgbClr val="3F3F3F"/>
                </a:solidFill>
                <a:latin typeface="Calibri"/>
                <a:cs typeface="Calibri"/>
              </a:rPr>
              <a:t>algorithm</a:t>
            </a:r>
            <a:endParaRPr sz="2200" dirty="0">
              <a:latin typeface="Calibri"/>
              <a:cs typeface="Calibri"/>
            </a:endParaRPr>
          </a:p>
          <a:p>
            <a:pPr marL="419100" lvl="1" indent="-183515">
              <a:lnSpc>
                <a:spcPct val="100000"/>
              </a:lnSpc>
              <a:spcBef>
                <a:spcPts val="335"/>
              </a:spcBef>
              <a:buClr>
                <a:srgbClr val="1CACE4"/>
              </a:buClr>
              <a:buChar char="◦"/>
              <a:tabLst>
                <a:tab pos="419734" algn="l"/>
              </a:tabLst>
            </a:pPr>
            <a:r>
              <a:rPr sz="2200" spc="-10" dirty="0">
                <a:solidFill>
                  <a:srgbClr val="3F3F3F"/>
                </a:solidFill>
                <a:latin typeface="Calibri"/>
                <a:cs typeface="Calibri"/>
              </a:rPr>
              <a:t>Border</a:t>
            </a:r>
            <a:r>
              <a:rPr sz="2200" spc="-15" dirty="0">
                <a:solidFill>
                  <a:srgbClr val="3F3F3F"/>
                </a:solidFill>
                <a:latin typeface="Calibri"/>
                <a:cs typeface="Calibri"/>
              </a:rPr>
              <a:t> </a:t>
            </a:r>
            <a:r>
              <a:rPr sz="2200" spc="-25" dirty="0">
                <a:solidFill>
                  <a:srgbClr val="3F3F3F"/>
                </a:solidFill>
                <a:latin typeface="Calibri"/>
                <a:cs typeface="Calibri"/>
              </a:rPr>
              <a:t>Gateway</a:t>
            </a:r>
            <a:r>
              <a:rPr sz="2200" spc="10" dirty="0">
                <a:solidFill>
                  <a:srgbClr val="3F3F3F"/>
                </a:solidFill>
                <a:latin typeface="Calibri"/>
                <a:cs typeface="Calibri"/>
              </a:rPr>
              <a:t> </a:t>
            </a:r>
            <a:r>
              <a:rPr sz="2200" spc="-15" dirty="0">
                <a:solidFill>
                  <a:srgbClr val="3F3F3F"/>
                </a:solidFill>
                <a:latin typeface="Calibri"/>
                <a:cs typeface="Calibri"/>
              </a:rPr>
              <a:t>Protocol</a:t>
            </a:r>
            <a:r>
              <a:rPr sz="2200" spc="-5" dirty="0">
                <a:solidFill>
                  <a:srgbClr val="3F3F3F"/>
                </a:solidFill>
                <a:latin typeface="Calibri"/>
                <a:cs typeface="Calibri"/>
              </a:rPr>
              <a:t> (BGP),</a:t>
            </a:r>
            <a:r>
              <a:rPr sz="2200" spc="15" dirty="0">
                <a:solidFill>
                  <a:srgbClr val="3F3F3F"/>
                </a:solidFill>
                <a:latin typeface="Calibri"/>
                <a:cs typeface="Calibri"/>
              </a:rPr>
              <a:t> </a:t>
            </a:r>
            <a:r>
              <a:rPr sz="2200" spc="-5" dirty="0">
                <a:solidFill>
                  <a:srgbClr val="3F3F3F"/>
                </a:solidFill>
                <a:latin typeface="Calibri"/>
                <a:cs typeface="Calibri"/>
              </a:rPr>
              <a:t>based on</a:t>
            </a:r>
            <a:r>
              <a:rPr sz="2200" spc="-10" dirty="0">
                <a:solidFill>
                  <a:srgbClr val="3F3F3F"/>
                </a:solidFill>
                <a:latin typeface="Calibri"/>
                <a:cs typeface="Calibri"/>
              </a:rPr>
              <a:t> the</a:t>
            </a:r>
            <a:r>
              <a:rPr sz="2200" spc="15" dirty="0">
                <a:solidFill>
                  <a:srgbClr val="3F3F3F"/>
                </a:solidFill>
                <a:latin typeface="Calibri"/>
                <a:cs typeface="Calibri"/>
              </a:rPr>
              <a:t> </a:t>
            </a:r>
            <a:r>
              <a:rPr sz="2200" spc="-10" dirty="0">
                <a:solidFill>
                  <a:srgbClr val="3F3F3F"/>
                </a:solidFill>
                <a:latin typeface="Calibri"/>
                <a:cs typeface="Calibri"/>
              </a:rPr>
              <a:t>path-vector</a:t>
            </a:r>
            <a:r>
              <a:rPr sz="2200" spc="15" dirty="0">
                <a:solidFill>
                  <a:srgbClr val="3F3F3F"/>
                </a:solidFill>
                <a:latin typeface="Calibri"/>
                <a:cs typeface="Calibri"/>
              </a:rPr>
              <a:t> </a:t>
            </a:r>
            <a:r>
              <a:rPr sz="2200" spc="-10" dirty="0">
                <a:solidFill>
                  <a:srgbClr val="3F3F3F"/>
                </a:solidFill>
                <a:latin typeface="Calibri"/>
                <a:cs typeface="Calibri"/>
              </a:rPr>
              <a:t>algorithm</a:t>
            </a:r>
            <a:endParaRPr sz="2200" dirty="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79</a:t>
            </a:fld>
            <a:endParaRPr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355715" cy="756920"/>
          </a:xfrm>
          <a:prstGeom prst="rect">
            <a:avLst/>
          </a:prstGeom>
        </p:spPr>
        <p:txBody>
          <a:bodyPr vert="horz" wrap="square" lIns="0" tIns="12700" rIns="0" bIns="0" rtlCol="0">
            <a:spAutoFit/>
          </a:bodyPr>
          <a:lstStyle/>
          <a:p>
            <a:pPr marL="12700">
              <a:lnSpc>
                <a:spcPct val="100000"/>
              </a:lnSpc>
              <a:spcBef>
                <a:spcPts val="100"/>
              </a:spcBef>
            </a:pPr>
            <a:r>
              <a:rPr sz="4800" spc="-50" dirty="0"/>
              <a:t>Autonomous</a:t>
            </a:r>
            <a:r>
              <a:rPr sz="4800" spc="-145" dirty="0"/>
              <a:t> </a:t>
            </a:r>
            <a:r>
              <a:rPr sz="4800" spc="-45" dirty="0"/>
              <a:t>Systems</a:t>
            </a:r>
            <a:endParaRPr sz="4800"/>
          </a:p>
        </p:txBody>
      </p:sp>
      <p:sp>
        <p:nvSpPr>
          <p:cNvPr id="3" name="object 3"/>
          <p:cNvSpPr txBox="1"/>
          <p:nvPr/>
        </p:nvSpPr>
        <p:spPr>
          <a:xfrm>
            <a:off x="697667" y="1736298"/>
            <a:ext cx="8674100" cy="4399280"/>
          </a:xfrm>
          <a:prstGeom prst="rect">
            <a:avLst/>
          </a:prstGeom>
        </p:spPr>
        <p:txBody>
          <a:bodyPr vert="horz" wrap="square" lIns="0" tIns="93980" rIns="0" bIns="0" rtlCol="0">
            <a:spAutoFit/>
          </a:bodyPr>
          <a:lstStyle/>
          <a:p>
            <a:pPr marL="189230" marR="972819" indent="-177165">
              <a:lnSpc>
                <a:spcPts val="2690"/>
              </a:lnSpc>
              <a:spcBef>
                <a:spcPts val="740"/>
              </a:spcBef>
              <a:buClr>
                <a:srgbClr val="1CACE4"/>
              </a:buClr>
              <a:buFont typeface="Arial MT"/>
              <a:buChar char="•"/>
              <a:tabLst>
                <a:tab pos="189865" algn="l"/>
              </a:tabLst>
            </a:pPr>
            <a:r>
              <a:rPr sz="2800" spc="-5" dirty="0">
                <a:solidFill>
                  <a:srgbClr val="3F3F3F"/>
                </a:solidFill>
                <a:latin typeface="Calibri"/>
                <a:cs typeface="Calibri"/>
              </a:rPr>
              <a:t>each</a:t>
            </a:r>
            <a:r>
              <a:rPr sz="2800" spc="-20" dirty="0">
                <a:solidFill>
                  <a:srgbClr val="3F3F3F"/>
                </a:solidFill>
                <a:latin typeface="Calibri"/>
                <a:cs typeface="Calibri"/>
              </a:rPr>
              <a:t> </a:t>
            </a:r>
            <a:r>
              <a:rPr sz="2800" spc="-5" dirty="0">
                <a:solidFill>
                  <a:srgbClr val="3F3F3F"/>
                </a:solidFill>
                <a:latin typeface="Calibri"/>
                <a:cs typeface="Calibri"/>
              </a:rPr>
              <a:t>ISP</a:t>
            </a:r>
            <a:r>
              <a:rPr sz="2800"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5" dirty="0">
                <a:solidFill>
                  <a:srgbClr val="3F3F3F"/>
                </a:solidFill>
                <a:latin typeface="Calibri"/>
                <a:cs typeface="Calibri"/>
              </a:rPr>
              <a:t>an</a:t>
            </a:r>
            <a:r>
              <a:rPr sz="2800" spc="-10" dirty="0">
                <a:solidFill>
                  <a:srgbClr val="3F3F3F"/>
                </a:solidFill>
                <a:latin typeface="Calibri"/>
                <a:cs typeface="Calibri"/>
              </a:rPr>
              <a:t> autonomous</a:t>
            </a:r>
            <a:r>
              <a:rPr sz="2800" spc="35" dirty="0">
                <a:solidFill>
                  <a:srgbClr val="3F3F3F"/>
                </a:solidFill>
                <a:latin typeface="Calibri"/>
                <a:cs typeface="Calibri"/>
              </a:rPr>
              <a:t> </a:t>
            </a:r>
            <a:r>
              <a:rPr sz="2800" spc="-30" dirty="0">
                <a:solidFill>
                  <a:srgbClr val="3F3F3F"/>
                </a:solidFill>
                <a:latin typeface="Calibri"/>
                <a:cs typeface="Calibri"/>
              </a:rPr>
              <a:t>system</a:t>
            </a:r>
            <a:r>
              <a:rPr sz="2800" spc="15" dirty="0">
                <a:solidFill>
                  <a:srgbClr val="3F3F3F"/>
                </a:solidFill>
                <a:latin typeface="Calibri"/>
                <a:cs typeface="Calibri"/>
              </a:rPr>
              <a:t> </a:t>
            </a:r>
            <a:r>
              <a:rPr sz="2800" spc="-5" dirty="0">
                <a:solidFill>
                  <a:srgbClr val="3F3F3F"/>
                </a:solidFill>
                <a:latin typeface="Calibri"/>
                <a:cs typeface="Calibri"/>
              </a:rPr>
              <a:t>when</a:t>
            </a:r>
            <a:r>
              <a:rPr sz="2800" dirty="0">
                <a:solidFill>
                  <a:srgbClr val="3F3F3F"/>
                </a:solidFill>
                <a:latin typeface="Calibri"/>
                <a:cs typeface="Calibri"/>
              </a:rPr>
              <a:t> </a:t>
            </a:r>
            <a:r>
              <a:rPr sz="2800" spc="-10" dirty="0">
                <a:solidFill>
                  <a:srgbClr val="3F3F3F"/>
                </a:solidFill>
                <a:latin typeface="Calibri"/>
                <a:cs typeface="Calibri"/>
              </a:rPr>
              <a:t>it</a:t>
            </a:r>
            <a:r>
              <a:rPr sz="2800" spc="-5" dirty="0">
                <a:solidFill>
                  <a:srgbClr val="3F3F3F"/>
                </a:solidFill>
                <a:latin typeface="Calibri"/>
                <a:cs typeface="Calibri"/>
              </a:rPr>
              <a:t> </a:t>
            </a:r>
            <a:r>
              <a:rPr sz="2800" spc="-10" dirty="0">
                <a:solidFill>
                  <a:srgbClr val="3F3F3F"/>
                </a:solidFill>
                <a:latin typeface="Calibri"/>
                <a:cs typeface="Calibri"/>
              </a:rPr>
              <a:t>comes</a:t>
            </a:r>
            <a:r>
              <a:rPr sz="2800" spc="55" dirty="0">
                <a:solidFill>
                  <a:srgbClr val="3F3F3F"/>
                </a:solidFill>
                <a:latin typeface="Calibri"/>
                <a:cs typeface="Calibri"/>
              </a:rPr>
              <a:t> </a:t>
            </a:r>
            <a:r>
              <a:rPr sz="2800" spc="-20" dirty="0">
                <a:solidFill>
                  <a:srgbClr val="3F3F3F"/>
                </a:solidFill>
                <a:latin typeface="Calibri"/>
                <a:cs typeface="Calibri"/>
              </a:rPr>
              <a:t>to </a:t>
            </a:r>
            <a:r>
              <a:rPr sz="2800" spc="-615" dirty="0">
                <a:solidFill>
                  <a:srgbClr val="3F3F3F"/>
                </a:solidFill>
                <a:latin typeface="Calibri"/>
                <a:cs typeface="Calibri"/>
              </a:rPr>
              <a:t> </a:t>
            </a:r>
            <a:r>
              <a:rPr sz="2800" spc="-10" dirty="0">
                <a:solidFill>
                  <a:srgbClr val="3F3F3F"/>
                </a:solidFill>
                <a:latin typeface="Calibri"/>
                <a:cs typeface="Calibri"/>
              </a:rPr>
              <a:t>managing</a:t>
            </a:r>
            <a:r>
              <a:rPr sz="2800" dirty="0">
                <a:solidFill>
                  <a:srgbClr val="3F3F3F"/>
                </a:solidFill>
                <a:latin typeface="Calibri"/>
                <a:cs typeface="Calibri"/>
              </a:rPr>
              <a:t> </a:t>
            </a:r>
            <a:r>
              <a:rPr sz="2800" spc="-15" dirty="0">
                <a:solidFill>
                  <a:srgbClr val="3F3F3F"/>
                </a:solidFill>
                <a:latin typeface="Calibri"/>
                <a:cs typeface="Calibri"/>
              </a:rPr>
              <a:t>networks</a:t>
            </a:r>
            <a:r>
              <a:rPr sz="2800" spc="10" dirty="0">
                <a:solidFill>
                  <a:srgbClr val="3F3F3F"/>
                </a:solidFill>
                <a:latin typeface="Calibri"/>
                <a:cs typeface="Calibri"/>
              </a:rPr>
              <a:t> </a:t>
            </a:r>
            <a:r>
              <a:rPr sz="2800" spc="-5" dirty="0">
                <a:solidFill>
                  <a:srgbClr val="3F3F3F"/>
                </a:solidFill>
                <a:latin typeface="Calibri"/>
                <a:cs typeface="Calibri"/>
              </a:rPr>
              <a:t>and</a:t>
            </a:r>
            <a:r>
              <a:rPr sz="2800" spc="20" dirty="0">
                <a:solidFill>
                  <a:srgbClr val="3F3F3F"/>
                </a:solidFill>
                <a:latin typeface="Calibri"/>
                <a:cs typeface="Calibri"/>
              </a:rPr>
              <a:t> </a:t>
            </a:r>
            <a:r>
              <a:rPr sz="2800" spc="-25" dirty="0">
                <a:solidFill>
                  <a:srgbClr val="3F3F3F"/>
                </a:solidFill>
                <a:latin typeface="Calibri"/>
                <a:cs typeface="Calibri"/>
              </a:rPr>
              <a:t>routers</a:t>
            </a:r>
            <a:r>
              <a:rPr sz="2800" spc="15" dirty="0">
                <a:solidFill>
                  <a:srgbClr val="3F3F3F"/>
                </a:solidFill>
                <a:latin typeface="Calibri"/>
                <a:cs typeface="Calibri"/>
              </a:rPr>
              <a:t> </a:t>
            </a:r>
            <a:r>
              <a:rPr sz="2800" spc="-10" dirty="0">
                <a:solidFill>
                  <a:srgbClr val="3F3F3F"/>
                </a:solidFill>
                <a:latin typeface="Calibri"/>
                <a:cs typeface="Calibri"/>
              </a:rPr>
              <a:t>under</a:t>
            </a:r>
            <a:r>
              <a:rPr sz="2800" spc="30" dirty="0">
                <a:solidFill>
                  <a:srgbClr val="3F3F3F"/>
                </a:solidFill>
                <a:latin typeface="Calibri"/>
                <a:cs typeface="Calibri"/>
              </a:rPr>
              <a:t> </a:t>
            </a:r>
            <a:r>
              <a:rPr sz="2800" spc="-10" dirty="0">
                <a:solidFill>
                  <a:srgbClr val="3F3F3F"/>
                </a:solidFill>
                <a:latin typeface="Calibri"/>
                <a:cs typeface="Calibri"/>
              </a:rPr>
              <a:t>its</a:t>
            </a:r>
            <a:r>
              <a:rPr sz="2800" spc="30" dirty="0">
                <a:solidFill>
                  <a:srgbClr val="3F3F3F"/>
                </a:solidFill>
                <a:latin typeface="Calibri"/>
                <a:cs typeface="Calibri"/>
              </a:rPr>
              <a:t> </a:t>
            </a:r>
            <a:r>
              <a:rPr sz="2800" spc="-20" dirty="0">
                <a:solidFill>
                  <a:srgbClr val="3F3F3F"/>
                </a:solidFill>
                <a:latin typeface="Calibri"/>
                <a:cs typeface="Calibri"/>
              </a:rPr>
              <a:t>control</a:t>
            </a:r>
            <a:endParaRPr sz="2800">
              <a:latin typeface="Calibri"/>
              <a:cs typeface="Calibri"/>
            </a:endParaRPr>
          </a:p>
          <a:p>
            <a:pPr marL="189230" marR="168275" indent="-177165">
              <a:lnSpc>
                <a:spcPts val="2690"/>
              </a:lnSpc>
              <a:spcBef>
                <a:spcPts val="1400"/>
              </a:spcBef>
              <a:buClr>
                <a:srgbClr val="1CACE4"/>
              </a:buClr>
              <a:buFont typeface="Arial MT"/>
              <a:buChar char="•"/>
              <a:tabLst>
                <a:tab pos="189865" algn="l"/>
              </a:tabLst>
            </a:pPr>
            <a:r>
              <a:rPr sz="2800" spc="-10" dirty="0">
                <a:solidFill>
                  <a:srgbClr val="3F3F3F"/>
                </a:solidFill>
                <a:latin typeface="Calibri"/>
                <a:cs typeface="Calibri"/>
              </a:rPr>
              <a:t>Although</a:t>
            </a:r>
            <a:r>
              <a:rPr sz="2800" spc="35" dirty="0">
                <a:solidFill>
                  <a:srgbClr val="3F3F3F"/>
                </a:solidFill>
                <a:latin typeface="Calibri"/>
                <a:cs typeface="Calibri"/>
              </a:rPr>
              <a:t> </a:t>
            </a:r>
            <a:r>
              <a:rPr sz="2800" spc="-15" dirty="0">
                <a:solidFill>
                  <a:srgbClr val="3F3F3F"/>
                </a:solidFill>
                <a:latin typeface="Calibri"/>
                <a:cs typeface="Calibri"/>
              </a:rPr>
              <a:t>we</a:t>
            </a:r>
            <a:r>
              <a:rPr sz="2800" spc="-5" dirty="0">
                <a:solidFill>
                  <a:srgbClr val="3F3F3F"/>
                </a:solidFill>
                <a:latin typeface="Calibri"/>
                <a:cs typeface="Calibri"/>
              </a:rPr>
              <a:t> </a:t>
            </a:r>
            <a:r>
              <a:rPr sz="2800" spc="-20" dirty="0">
                <a:solidFill>
                  <a:srgbClr val="3F3F3F"/>
                </a:solidFill>
                <a:latin typeface="Calibri"/>
                <a:cs typeface="Calibri"/>
              </a:rPr>
              <a:t>may</a:t>
            </a:r>
            <a:r>
              <a:rPr sz="2800" spc="5" dirty="0">
                <a:solidFill>
                  <a:srgbClr val="3F3F3F"/>
                </a:solidFill>
                <a:latin typeface="Calibri"/>
                <a:cs typeface="Calibri"/>
              </a:rPr>
              <a:t> </a:t>
            </a:r>
            <a:r>
              <a:rPr sz="2800" spc="-25" dirty="0">
                <a:solidFill>
                  <a:srgbClr val="3F3F3F"/>
                </a:solidFill>
                <a:latin typeface="Calibri"/>
                <a:cs typeface="Calibri"/>
              </a:rPr>
              <a:t>have</a:t>
            </a:r>
            <a:r>
              <a:rPr sz="2800" dirty="0">
                <a:solidFill>
                  <a:srgbClr val="3F3F3F"/>
                </a:solidFill>
                <a:latin typeface="Calibri"/>
                <a:cs typeface="Calibri"/>
              </a:rPr>
              <a:t> </a:t>
            </a:r>
            <a:r>
              <a:rPr sz="2800" spc="-10" dirty="0">
                <a:solidFill>
                  <a:srgbClr val="3F3F3F"/>
                </a:solidFill>
                <a:latin typeface="Calibri"/>
                <a:cs typeface="Calibri"/>
              </a:rPr>
              <a:t>small,</a:t>
            </a:r>
            <a:r>
              <a:rPr sz="2800" spc="25" dirty="0">
                <a:solidFill>
                  <a:srgbClr val="3F3F3F"/>
                </a:solidFill>
                <a:latin typeface="Calibri"/>
                <a:cs typeface="Calibri"/>
              </a:rPr>
              <a:t> </a:t>
            </a:r>
            <a:r>
              <a:rPr sz="2800" spc="-15" dirty="0">
                <a:solidFill>
                  <a:srgbClr val="3F3F3F"/>
                </a:solidFill>
                <a:latin typeface="Calibri"/>
                <a:cs typeface="Calibri"/>
              </a:rPr>
              <a:t>medium-size,</a:t>
            </a:r>
            <a:r>
              <a:rPr sz="2800" spc="40" dirty="0">
                <a:solidFill>
                  <a:srgbClr val="3F3F3F"/>
                </a:solidFill>
                <a:latin typeface="Calibri"/>
                <a:cs typeface="Calibri"/>
              </a:rPr>
              <a:t> </a:t>
            </a:r>
            <a:r>
              <a:rPr sz="2800" spc="-5" dirty="0">
                <a:solidFill>
                  <a:srgbClr val="3F3F3F"/>
                </a:solidFill>
                <a:latin typeface="Calibri"/>
                <a:cs typeface="Calibri"/>
              </a:rPr>
              <a:t>and</a:t>
            </a:r>
            <a:r>
              <a:rPr sz="2800" spc="25" dirty="0">
                <a:solidFill>
                  <a:srgbClr val="3F3F3F"/>
                </a:solidFill>
                <a:latin typeface="Calibri"/>
                <a:cs typeface="Calibri"/>
              </a:rPr>
              <a:t> </a:t>
            </a:r>
            <a:r>
              <a:rPr sz="2800" spc="-20" dirty="0">
                <a:solidFill>
                  <a:srgbClr val="3F3F3F"/>
                </a:solidFill>
                <a:latin typeface="Calibri"/>
                <a:cs typeface="Calibri"/>
              </a:rPr>
              <a:t>large</a:t>
            </a:r>
            <a:r>
              <a:rPr sz="2800" spc="-5" dirty="0">
                <a:solidFill>
                  <a:srgbClr val="3F3F3F"/>
                </a:solidFill>
                <a:latin typeface="Calibri"/>
                <a:cs typeface="Calibri"/>
              </a:rPr>
              <a:t> </a:t>
            </a:r>
            <a:r>
              <a:rPr sz="2800" spc="-10" dirty="0">
                <a:solidFill>
                  <a:srgbClr val="3F3F3F"/>
                </a:solidFill>
                <a:latin typeface="Calibri"/>
                <a:cs typeface="Calibri"/>
              </a:rPr>
              <a:t>ASs, </a:t>
            </a:r>
            <a:r>
              <a:rPr sz="2800" spc="-620" dirty="0">
                <a:solidFill>
                  <a:srgbClr val="3F3F3F"/>
                </a:solidFill>
                <a:latin typeface="Calibri"/>
                <a:cs typeface="Calibri"/>
              </a:rPr>
              <a:t> </a:t>
            </a:r>
            <a:r>
              <a:rPr sz="2800" spc="-5" dirty="0">
                <a:solidFill>
                  <a:srgbClr val="3F3F3F"/>
                </a:solidFill>
                <a:latin typeface="Calibri"/>
                <a:cs typeface="Calibri"/>
              </a:rPr>
              <a:t>each</a:t>
            </a:r>
            <a:r>
              <a:rPr sz="2800" spc="-20" dirty="0">
                <a:solidFill>
                  <a:srgbClr val="3F3F3F"/>
                </a:solidFill>
                <a:latin typeface="Calibri"/>
                <a:cs typeface="Calibri"/>
              </a:rPr>
              <a:t> </a:t>
            </a:r>
            <a:r>
              <a:rPr sz="2800" spc="-5" dirty="0">
                <a:solidFill>
                  <a:srgbClr val="3F3F3F"/>
                </a:solidFill>
                <a:latin typeface="Calibri"/>
                <a:cs typeface="Calibri"/>
              </a:rPr>
              <a:t>AS</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15" dirty="0">
                <a:solidFill>
                  <a:srgbClr val="3F3F3F"/>
                </a:solidFill>
                <a:latin typeface="Calibri"/>
                <a:cs typeface="Calibri"/>
              </a:rPr>
              <a:t>given</a:t>
            </a:r>
            <a:r>
              <a:rPr sz="2800" spc="-5" dirty="0">
                <a:solidFill>
                  <a:srgbClr val="3F3F3F"/>
                </a:solidFill>
                <a:latin typeface="Calibri"/>
                <a:cs typeface="Calibri"/>
              </a:rPr>
              <a:t> an </a:t>
            </a:r>
            <a:r>
              <a:rPr sz="2800" spc="-10" dirty="0">
                <a:solidFill>
                  <a:srgbClr val="3F3F3F"/>
                </a:solidFill>
                <a:latin typeface="Calibri"/>
                <a:cs typeface="Calibri"/>
              </a:rPr>
              <a:t>autonomous</a:t>
            </a:r>
            <a:r>
              <a:rPr sz="2800" spc="70" dirty="0">
                <a:solidFill>
                  <a:srgbClr val="3F3F3F"/>
                </a:solidFill>
                <a:latin typeface="Calibri"/>
                <a:cs typeface="Calibri"/>
              </a:rPr>
              <a:t> </a:t>
            </a:r>
            <a:r>
              <a:rPr sz="2800" spc="-10" dirty="0">
                <a:solidFill>
                  <a:srgbClr val="3F3F3F"/>
                </a:solidFill>
                <a:latin typeface="Calibri"/>
                <a:cs typeface="Calibri"/>
              </a:rPr>
              <a:t>number</a:t>
            </a:r>
            <a:r>
              <a:rPr sz="2800" spc="45" dirty="0">
                <a:solidFill>
                  <a:srgbClr val="3F3F3F"/>
                </a:solidFill>
                <a:latin typeface="Calibri"/>
                <a:cs typeface="Calibri"/>
              </a:rPr>
              <a:t> </a:t>
            </a:r>
            <a:r>
              <a:rPr sz="2800" spc="-5" dirty="0">
                <a:solidFill>
                  <a:srgbClr val="3F3F3F"/>
                </a:solidFill>
                <a:latin typeface="Calibri"/>
                <a:cs typeface="Calibri"/>
              </a:rPr>
              <a:t>(ASN)</a:t>
            </a:r>
            <a:r>
              <a:rPr sz="2800" spc="10"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10" dirty="0">
                <a:solidFill>
                  <a:srgbClr val="3F3F3F"/>
                </a:solidFill>
                <a:latin typeface="Calibri"/>
                <a:cs typeface="Calibri"/>
              </a:rPr>
              <a:t>the </a:t>
            </a:r>
            <a:r>
              <a:rPr sz="2800" spc="-5" dirty="0">
                <a:solidFill>
                  <a:srgbClr val="3F3F3F"/>
                </a:solidFill>
                <a:latin typeface="Calibri"/>
                <a:cs typeface="Calibri"/>
              </a:rPr>
              <a:t> </a:t>
            </a:r>
            <a:r>
              <a:rPr sz="2800" spc="-15" dirty="0">
                <a:solidFill>
                  <a:srgbClr val="3F3F3F"/>
                </a:solidFill>
                <a:latin typeface="Calibri"/>
                <a:cs typeface="Calibri"/>
              </a:rPr>
              <a:t>Internet Corporation</a:t>
            </a:r>
            <a:r>
              <a:rPr sz="2800" spc="20" dirty="0">
                <a:solidFill>
                  <a:srgbClr val="3F3F3F"/>
                </a:solidFill>
                <a:latin typeface="Calibri"/>
                <a:cs typeface="Calibri"/>
              </a:rPr>
              <a:t> </a:t>
            </a:r>
            <a:r>
              <a:rPr sz="2800" spc="-25" dirty="0">
                <a:solidFill>
                  <a:srgbClr val="3F3F3F"/>
                </a:solidFill>
                <a:latin typeface="Calibri"/>
                <a:cs typeface="Calibri"/>
              </a:rPr>
              <a:t>for</a:t>
            </a:r>
            <a:r>
              <a:rPr sz="2800" spc="-5" dirty="0">
                <a:solidFill>
                  <a:srgbClr val="3F3F3F"/>
                </a:solidFill>
                <a:latin typeface="Calibri"/>
                <a:cs typeface="Calibri"/>
              </a:rPr>
              <a:t> </a:t>
            </a:r>
            <a:r>
              <a:rPr sz="2800" spc="-10" dirty="0">
                <a:solidFill>
                  <a:srgbClr val="3F3F3F"/>
                </a:solidFill>
                <a:latin typeface="Calibri"/>
                <a:cs typeface="Calibri"/>
              </a:rPr>
              <a:t>Assigned</a:t>
            </a:r>
            <a:r>
              <a:rPr sz="2800" spc="30" dirty="0">
                <a:solidFill>
                  <a:srgbClr val="3F3F3F"/>
                </a:solidFill>
                <a:latin typeface="Calibri"/>
                <a:cs typeface="Calibri"/>
              </a:rPr>
              <a:t> </a:t>
            </a:r>
            <a:r>
              <a:rPr sz="2800" spc="-10" dirty="0">
                <a:solidFill>
                  <a:srgbClr val="3F3F3F"/>
                </a:solidFill>
                <a:latin typeface="Calibri"/>
                <a:cs typeface="Calibri"/>
              </a:rPr>
              <a:t>Names</a:t>
            </a:r>
            <a:r>
              <a:rPr sz="2800" spc="5" dirty="0">
                <a:solidFill>
                  <a:srgbClr val="3F3F3F"/>
                </a:solidFill>
                <a:latin typeface="Calibri"/>
                <a:cs typeface="Calibri"/>
              </a:rPr>
              <a:t> </a:t>
            </a:r>
            <a:r>
              <a:rPr sz="2800" spc="-5" dirty="0">
                <a:solidFill>
                  <a:srgbClr val="3F3F3F"/>
                </a:solidFill>
                <a:latin typeface="Calibri"/>
                <a:cs typeface="Calibri"/>
              </a:rPr>
              <a:t>and</a:t>
            </a:r>
            <a:r>
              <a:rPr sz="2800" spc="60" dirty="0">
                <a:solidFill>
                  <a:srgbClr val="3F3F3F"/>
                </a:solidFill>
                <a:latin typeface="Calibri"/>
                <a:cs typeface="Calibri"/>
              </a:rPr>
              <a:t> </a:t>
            </a:r>
            <a:r>
              <a:rPr sz="2800" spc="-15" dirty="0">
                <a:solidFill>
                  <a:srgbClr val="3F3F3F"/>
                </a:solidFill>
                <a:latin typeface="Calibri"/>
                <a:cs typeface="Calibri"/>
              </a:rPr>
              <a:t>Numbers </a:t>
            </a:r>
            <a:r>
              <a:rPr sz="2800" spc="-10" dirty="0">
                <a:solidFill>
                  <a:srgbClr val="3F3F3F"/>
                </a:solidFill>
                <a:latin typeface="Calibri"/>
                <a:cs typeface="Calibri"/>
              </a:rPr>
              <a:t> (ICANN)</a:t>
            </a:r>
            <a:endParaRPr sz="2800">
              <a:latin typeface="Calibri"/>
              <a:cs typeface="Calibri"/>
            </a:endParaRPr>
          </a:p>
          <a:p>
            <a:pPr marL="189230" marR="5080" indent="-177165">
              <a:lnSpc>
                <a:spcPts val="2690"/>
              </a:lnSpc>
              <a:spcBef>
                <a:spcPts val="1385"/>
              </a:spcBef>
              <a:buClr>
                <a:srgbClr val="1CACE4"/>
              </a:buClr>
              <a:buFont typeface="Arial MT"/>
              <a:buChar char="•"/>
              <a:tabLst>
                <a:tab pos="189865" algn="l"/>
              </a:tabLst>
            </a:pPr>
            <a:r>
              <a:rPr sz="2800" spc="-15" dirty="0">
                <a:solidFill>
                  <a:srgbClr val="3F3F3F"/>
                </a:solidFill>
                <a:latin typeface="Calibri"/>
                <a:cs typeface="Calibri"/>
              </a:rPr>
              <a:t>Each</a:t>
            </a:r>
            <a:r>
              <a:rPr sz="2800" spc="-5" dirty="0">
                <a:solidFill>
                  <a:srgbClr val="3F3F3F"/>
                </a:solidFill>
                <a:latin typeface="Calibri"/>
                <a:cs typeface="Calibri"/>
              </a:rPr>
              <a:t> </a:t>
            </a:r>
            <a:r>
              <a:rPr sz="2800" spc="-10" dirty="0">
                <a:solidFill>
                  <a:srgbClr val="3F3F3F"/>
                </a:solidFill>
                <a:latin typeface="Calibri"/>
                <a:cs typeface="Calibri"/>
              </a:rPr>
              <a:t>ASN</a:t>
            </a:r>
            <a:r>
              <a:rPr sz="2800" spc="20"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5" dirty="0">
                <a:solidFill>
                  <a:srgbClr val="3F3F3F"/>
                </a:solidFill>
                <a:latin typeface="Calibri"/>
                <a:cs typeface="Calibri"/>
              </a:rPr>
              <a:t>a</a:t>
            </a:r>
            <a:r>
              <a:rPr sz="2800" spc="5" dirty="0">
                <a:solidFill>
                  <a:srgbClr val="3F3F3F"/>
                </a:solidFill>
                <a:latin typeface="Calibri"/>
                <a:cs typeface="Calibri"/>
              </a:rPr>
              <a:t> </a:t>
            </a:r>
            <a:r>
              <a:rPr sz="2800" spc="-5" dirty="0">
                <a:solidFill>
                  <a:srgbClr val="3F3F3F"/>
                </a:solidFill>
                <a:latin typeface="Calibri"/>
                <a:cs typeface="Calibri"/>
              </a:rPr>
              <a:t>16-bit</a:t>
            </a:r>
            <a:r>
              <a:rPr sz="2800" spc="40" dirty="0">
                <a:solidFill>
                  <a:srgbClr val="3F3F3F"/>
                </a:solidFill>
                <a:latin typeface="Calibri"/>
                <a:cs typeface="Calibri"/>
              </a:rPr>
              <a:t> </a:t>
            </a:r>
            <a:r>
              <a:rPr sz="2800" spc="-10" dirty="0">
                <a:solidFill>
                  <a:srgbClr val="3F3F3F"/>
                </a:solidFill>
                <a:latin typeface="Calibri"/>
                <a:cs typeface="Calibri"/>
              </a:rPr>
              <a:t>unsigned</a:t>
            </a:r>
            <a:r>
              <a:rPr sz="2800" spc="45" dirty="0">
                <a:solidFill>
                  <a:srgbClr val="3F3F3F"/>
                </a:solidFill>
                <a:latin typeface="Calibri"/>
                <a:cs typeface="Calibri"/>
              </a:rPr>
              <a:t> </a:t>
            </a:r>
            <a:r>
              <a:rPr sz="2800" spc="-20" dirty="0">
                <a:solidFill>
                  <a:srgbClr val="3F3F3F"/>
                </a:solidFill>
                <a:latin typeface="Calibri"/>
                <a:cs typeface="Calibri"/>
              </a:rPr>
              <a:t>integer</a:t>
            </a:r>
            <a:r>
              <a:rPr sz="2800" spc="-5" dirty="0">
                <a:solidFill>
                  <a:srgbClr val="3F3F3F"/>
                </a:solidFill>
                <a:latin typeface="Calibri"/>
                <a:cs typeface="Calibri"/>
              </a:rPr>
              <a:t> </a:t>
            </a:r>
            <a:r>
              <a:rPr sz="2800" spc="-15" dirty="0">
                <a:solidFill>
                  <a:srgbClr val="3F3F3F"/>
                </a:solidFill>
                <a:latin typeface="Calibri"/>
                <a:cs typeface="Calibri"/>
              </a:rPr>
              <a:t>that</a:t>
            </a:r>
            <a:r>
              <a:rPr sz="2800" spc="10" dirty="0">
                <a:solidFill>
                  <a:srgbClr val="3F3F3F"/>
                </a:solidFill>
                <a:latin typeface="Calibri"/>
                <a:cs typeface="Calibri"/>
              </a:rPr>
              <a:t> </a:t>
            </a:r>
            <a:r>
              <a:rPr sz="2800" spc="-10" dirty="0">
                <a:solidFill>
                  <a:srgbClr val="3F3F3F"/>
                </a:solidFill>
                <a:latin typeface="Calibri"/>
                <a:cs typeface="Calibri"/>
              </a:rPr>
              <a:t>uniquely</a:t>
            </a:r>
            <a:r>
              <a:rPr sz="2800" spc="50" dirty="0">
                <a:solidFill>
                  <a:srgbClr val="3F3F3F"/>
                </a:solidFill>
                <a:latin typeface="Calibri"/>
                <a:cs typeface="Calibri"/>
              </a:rPr>
              <a:t> </a:t>
            </a:r>
            <a:r>
              <a:rPr sz="2800" spc="-15" dirty="0">
                <a:solidFill>
                  <a:srgbClr val="3F3F3F"/>
                </a:solidFill>
                <a:latin typeface="Calibri"/>
                <a:cs typeface="Calibri"/>
              </a:rPr>
              <a:t>defines </a:t>
            </a:r>
            <a:r>
              <a:rPr sz="2800" spc="-620" dirty="0">
                <a:solidFill>
                  <a:srgbClr val="3F3F3F"/>
                </a:solidFill>
                <a:latin typeface="Calibri"/>
                <a:cs typeface="Calibri"/>
              </a:rPr>
              <a:t> </a:t>
            </a:r>
            <a:r>
              <a:rPr sz="2800" spc="-5" dirty="0">
                <a:solidFill>
                  <a:srgbClr val="3F3F3F"/>
                </a:solidFill>
                <a:latin typeface="Calibri"/>
                <a:cs typeface="Calibri"/>
              </a:rPr>
              <a:t>an</a:t>
            </a:r>
            <a:r>
              <a:rPr sz="2800" spc="-20" dirty="0">
                <a:solidFill>
                  <a:srgbClr val="3F3F3F"/>
                </a:solidFill>
                <a:latin typeface="Calibri"/>
                <a:cs typeface="Calibri"/>
              </a:rPr>
              <a:t> </a:t>
            </a:r>
            <a:r>
              <a:rPr sz="2800" spc="-10" dirty="0">
                <a:solidFill>
                  <a:srgbClr val="3F3F3F"/>
                </a:solidFill>
                <a:latin typeface="Calibri"/>
                <a:cs typeface="Calibri"/>
              </a:rPr>
              <a:t>AS</a:t>
            </a:r>
            <a:endParaRPr sz="2800">
              <a:latin typeface="Calibri"/>
              <a:cs typeface="Calibri"/>
            </a:endParaRPr>
          </a:p>
          <a:p>
            <a:pPr marL="189230" marR="358140" indent="-177165" algn="just">
              <a:lnSpc>
                <a:spcPct val="80000"/>
              </a:lnSpc>
              <a:spcBef>
                <a:spcPts val="1425"/>
              </a:spcBef>
              <a:buClr>
                <a:srgbClr val="1CACE4"/>
              </a:buClr>
              <a:buFont typeface="Arial MT"/>
              <a:buChar char="•"/>
              <a:tabLst>
                <a:tab pos="189865" algn="l"/>
              </a:tabLst>
            </a:pPr>
            <a:r>
              <a:rPr sz="2800" spc="-5" dirty="0">
                <a:solidFill>
                  <a:srgbClr val="3F3F3F"/>
                </a:solidFill>
                <a:latin typeface="Calibri"/>
                <a:cs typeface="Calibri"/>
              </a:rPr>
              <a:t>The </a:t>
            </a:r>
            <a:r>
              <a:rPr sz="2800" spc="-10" dirty="0">
                <a:solidFill>
                  <a:srgbClr val="3F3F3F"/>
                </a:solidFill>
                <a:latin typeface="Calibri"/>
                <a:cs typeface="Calibri"/>
              </a:rPr>
              <a:t>autonomous </a:t>
            </a:r>
            <a:r>
              <a:rPr sz="2800" spc="-25" dirty="0">
                <a:solidFill>
                  <a:srgbClr val="3F3F3F"/>
                </a:solidFill>
                <a:latin typeface="Calibri"/>
                <a:cs typeface="Calibri"/>
              </a:rPr>
              <a:t>systems, </a:t>
            </a:r>
            <a:r>
              <a:rPr sz="2800" spc="-45" dirty="0">
                <a:solidFill>
                  <a:srgbClr val="3F3F3F"/>
                </a:solidFill>
                <a:latin typeface="Calibri"/>
                <a:cs typeface="Calibri"/>
              </a:rPr>
              <a:t>however, </a:t>
            </a:r>
            <a:r>
              <a:rPr sz="2800" spc="-20" dirty="0">
                <a:solidFill>
                  <a:srgbClr val="3F3F3F"/>
                </a:solidFill>
                <a:latin typeface="Calibri"/>
                <a:cs typeface="Calibri"/>
              </a:rPr>
              <a:t>are </a:t>
            </a:r>
            <a:r>
              <a:rPr sz="2800" spc="-10" dirty="0">
                <a:solidFill>
                  <a:srgbClr val="3F3F3F"/>
                </a:solidFill>
                <a:latin typeface="Calibri"/>
                <a:cs typeface="Calibri"/>
              </a:rPr>
              <a:t>not </a:t>
            </a:r>
            <a:r>
              <a:rPr sz="2800" spc="-20" dirty="0">
                <a:solidFill>
                  <a:srgbClr val="3F3F3F"/>
                </a:solidFill>
                <a:latin typeface="Calibri"/>
                <a:cs typeface="Calibri"/>
              </a:rPr>
              <a:t>categorized </a:t>
            </a:r>
            <a:r>
              <a:rPr sz="2800" spc="-15" dirty="0">
                <a:solidFill>
                  <a:srgbClr val="3F3F3F"/>
                </a:solidFill>
                <a:latin typeface="Calibri"/>
                <a:cs typeface="Calibri"/>
              </a:rPr>
              <a:t> according </a:t>
            </a:r>
            <a:r>
              <a:rPr sz="2800" spc="-20" dirty="0">
                <a:solidFill>
                  <a:srgbClr val="3F3F3F"/>
                </a:solidFill>
                <a:latin typeface="Calibri"/>
                <a:cs typeface="Calibri"/>
              </a:rPr>
              <a:t>to </a:t>
            </a:r>
            <a:r>
              <a:rPr sz="2800" spc="-10" dirty="0">
                <a:solidFill>
                  <a:srgbClr val="3F3F3F"/>
                </a:solidFill>
                <a:latin typeface="Calibri"/>
                <a:cs typeface="Calibri"/>
              </a:rPr>
              <a:t>their </a:t>
            </a:r>
            <a:r>
              <a:rPr sz="2800" spc="-20" dirty="0">
                <a:solidFill>
                  <a:srgbClr val="3F3F3F"/>
                </a:solidFill>
                <a:latin typeface="Calibri"/>
                <a:cs typeface="Calibri"/>
              </a:rPr>
              <a:t>size; </a:t>
            </a:r>
            <a:r>
              <a:rPr sz="2800" spc="-10" dirty="0">
                <a:solidFill>
                  <a:srgbClr val="3F3F3F"/>
                </a:solidFill>
                <a:latin typeface="Calibri"/>
                <a:cs typeface="Calibri"/>
              </a:rPr>
              <a:t>they </a:t>
            </a:r>
            <a:r>
              <a:rPr sz="2800" spc="-20" dirty="0">
                <a:solidFill>
                  <a:srgbClr val="3F3F3F"/>
                </a:solidFill>
                <a:latin typeface="Calibri"/>
                <a:cs typeface="Calibri"/>
              </a:rPr>
              <a:t>are categorized </a:t>
            </a:r>
            <a:r>
              <a:rPr sz="2800" spc="-15" dirty="0">
                <a:solidFill>
                  <a:srgbClr val="3F3F3F"/>
                </a:solidFill>
                <a:latin typeface="Calibri"/>
                <a:cs typeface="Calibri"/>
              </a:rPr>
              <a:t>according </a:t>
            </a:r>
            <a:r>
              <a:rPr sz="2800" spc="-20" dirty="0">
                <a:solidFill>
                  <a:srgbClr val="3F3F3F"/>
                </a:solidFill>
                <a:latin typeface="Calibri"/>
                <a:cs typeface="Calibri"/>
              </a:rPr>
              <a:t>to </a:t>
            </a:r>
            <a:r>
              <a:rPr sz="2800" spc="-62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30" dirty="0">
                <a:solidFill>
                  <a:srgbClr val="3F3F3F"/>
                </a:solidFill>
                <a:latin typeface="Calibri"/>
                <a:cs typeface="Calibri"/>
              </a:rPr>
              <a:t>way</a:t>
            </a:r>
            <a:r>
              <a:rPr sz="2800" spc="-15" dirty="0">
                <a:solidFill>
                  <a:srgbClr val="3F3F3F"/>
                </a:solidFill>
                <a:latin typeface="Calibri"/>
                <a:cs typeface="Calibri"/>
              </a:rPr>
              <a:t> </a:t>
            </a:r>
            <a:r>
              <a:rPr sz="2800" spc="-10" dirty="0">
                <a:solidFill>
                  <a:srgbClr val="3F3F3F"/>
                </a:solidFill>
                <a:latin typeface="Calibri"/>
                <a:cs typeface="Calibri"/>
              </a:rPr>
              <a:t>they</a:t>
            </a:r>
            <a:r>
              <a:rPr sz="2800" spc="5" dirty="0">
                <a:solidFill>
                  <a:srgbClr val="3F3F3F"/>
                </a:solidFill>
                <a:latin typeface="Calibri"/>
                <a:cs typeface="Calibri"/>
              </a:rPr>
              <a:t> </a:t>
            </a:r>
            <a:r>
              <a:rPr sz="2800" spc="-20" dirty="0">
                <a:solidFill>
                  <a:srgbClr val="3F3F3F"/>
                </a:solidFill>
                <a:latin typeface="Calibri"/>
                <a:cs typeface="Calibri"/>
              </a:rPr>
              <a:t>are</a:t>
            </a:r>
            <a:r>
              <a:rPr sz="2800" spc="-10" dirty="0">
                <a:solidFill>
                  <a:srgbClr val="3F3F3F"/>
                </a:solidFill>
                <a:latin typeface="Calibri"/>
                <a:cs typeface="Calibri"/>
              </a:rPr>
              <a:t> </a:t>
            </a:r>
            <a:r>
              <a:rPr sz="2800" spc="-15" dirty="0">
                <a:solidFill>
                  <a:srgbClr val="3F3F3F"/>
                </a:solidFill>
                <a:latin typeface="Calibri"/>
                <a:cs typeface="Calibri"/>
              </a:rPr>
              <a:t>connected</a:t>
            </a:r>
            <a:r>
              <a:rPr sz="2800" spc="3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a:t>
            </a:r>
            <a:r>
              <a:rPr sz="2800" spc="-10" dirty="0">
                <a:solidFill>
                  <a:srgbClr val="3F3F3F"/>
                </a:solidFill>
                <a:latin typeface="Calibri"/>
                <a:cs typeface="Calibri"/>
              </a:rPr>
              <a:t>other</a:t>
            </a:r>
            <a:r>
              <a:rPr sz="2800" spc="5" dirty="0">
                <a:solidFill>
                  <a:srgbClr val="3F3F3F"/>
                </a:solidFill>
                <a:latin typeface="Calibri"/>
                <a:cs typeface="Calibri"/>
              </a:rPr>
              <a:t> </a:t>
            </a:r>
            <a:r>
              <a:rPr sz="2800" spc="-10" dirty="0">
                <a:solidFill>
                  <a:srgbClr val="3F3F3F"/>
                </a:solidFill>
                <a:latin typeface="Calibri"/>
                <a:cs typeface="Calibri"/>
              </a:rPr>
              <a:t>Ass</a:t>
            </a:r>
            <a:endParaRPr sz="2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80</a:t>
            </a:fld>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919217"/>
            <a:ext cx="8196580" cy="635000"/>
          </a:xfrm>
          <a:prstGeom prst="rect">
            <a:avLst/>
          </a:prstGeom>
        </p:spPr>
        <p:txBody>
          <a:bodyPr vert="horz" wrap="square" lIns="0" tIns="12065" rIns="0" bIns="0" rtlCol="0">
            <a:spAutoFit/>
          </a:bodyPr>
          <a:lstStyle/>
          <a:p>
            <a:pPr marL="12700">
              <a:lnSpc>
                <a:spcPct val="100000"/>
              </a:lnSpc>
              <a:spcBef>
                <a:spcPts val="95"/>
              </a:spcBef>
            </a:pPr>
            <a:r>
              <a:rPr i="0" spc="-50" dirty="0">
                <a:latin typeface="Arial"/>
                <a:cs typeface="Arial"/>
              </a:rPr>
              <a:t>Routing</a:t>
            </a:r>
            <a:r>
              <a:rPr i="0" spc="-120" dirty="0">
                <a:latin typeface="Arial"/>
                <a:cs typeface="Arial"/>
              </a:rPr>
              <a:t> </a:t>
            </a:r>
            <a:r>
              <a:rPr i="0" spc="-50" dirty="0">
                <a:latin typeface="Arial"/>
                <a:cs typeface="Arial"/>
              </a:rPr>
              <a:t>Information</a:t>
            </a:r>
            <a:r>
              <a:rPr i="0" spc="-110" dirty="0">
                <a:latin typeface="Arial"/>
                <a:cs typeface="Arial"/>
              </a:rPr>
              <a:t> </a:t>
            </a:r>
            <a:r>
              <a:rPr i="0" spc="-50" dirty="0">
                <a:latin typeface="Arial"/>
                <a:cs typeface="Arial"/>
              </a:rPr>
              <a:t>Protocol</a:t>
            </a:r>
            <a:r>
              <a:rPr i="0" spc="-110" dirty="0">
                <a:latin typeface="Arial"/>
                <a:cs typeface="Arial"/>
              </a:rPr>
              <a:t> </a:t>
            </a:r>
            <a:r>
              <a:rPr i="0" spc="-35" dirty="0">
                <a:latin typeface="Arial"/>
                <a:cs typeface="Arial"/>
              </a:rPr>
              <a:t>(RIP)</a:t>
            </a: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69826"/>
            <a:ext cx="8375650" cy="4328160"/>
          </a:xfrm>
          <a:prstGeom prst="rect">
            <a:avLst/>
          </a:prstGeom>
        </p:spPr>
        <p:txBody>
          <a:bodyPr vert="horz" wrap="square" lIns="0" tIns="60960" rIns="0" bIns="0" rtlCol="0">
            <a:spAutoFit/>
          </a:bodyPr>
          <a:lstStyle/>
          <a:p>
            <a:pPr marL="189230" marR="502284" indent="-177165">
              <a:lnSpc>
                <a:spcPts val="3020"/>
              </a:lnSpc>
              <a:spcBef>
                <a:spcPts val="480"/>
              </a:spcBef>
              <a:buClr>
                <a:srgbClr val="1CACE4"/>
              </a:buClr>
              <a:buFont typeface="Arial MT"/>
              <a:buChar char="•"/>
              <a:tabLst>
                <a:tab pos="189865" algn="l"/>
              </a:tabLst>
            </a:pPr>
            <a:r>
              <a:rPr sz="2800" spc="-15" dirty="0">
                <a:solidFill>
                  <a:srgbClr val="3F3F3F"/>
                </a:solidFill>
                <a:latin typeface="Calibri"/>
                <a:cs typeface="Calibri"/>
              </a:rPr>
              <a:t>intradomain</a:t>
            </a:r>
            <a:r>
              <a:rPr sz="2800" spc="25" dirty="0">
                <a:solidFill>
                  <a:srgbClr val="3F3F3F"/>
                </a:solidFill>
                <a:latin typeface="Calibri"/>
                <a:cs typeface="Calibri"/>
              </a:rPr>
              <a:t> </a:t>
            </a:r>
            <a:r>
              <a:rPr sz="2800" spc="-15" dirty="0">
                <a:solidFill>
                  <a:srgbClr val="3F3F3F"/>
                </a:solidFill>
                <a:latin typeface="Calibri"/>
                <a:cs typeface="Calibri"/>
              </a:rPr>
              <a:t>routing</a:t>
            </a:r>
            <a:r>
              <a:rPr sz="2800" spc="15" dirty="0">
                <a:solidFill>
                  <a:srgbClr val="3F3F3F"/>
                </a:solidFill>
                <a:latin typeface="Calibri"/>
                <a:cs typeface="Calibri"/>
              </a:rPr>
              <a:t> </a:t>
            </a:r>
            <a:r>
              <a:rPr sz="2800" spc="-20" dirty="0">
                <a:solidFill>
                  <a:srgbClr val="3F3F3F"/>
                </a:solidFill>
                <a:latin typeface="Calibri"/>
                <a:cs typeface="Calibri"/>
              </a:rPr>
              <a:t>protocols</a:t>
            </a:r>
            <a:r>
              <a:rPr sz="2800" spc="15" dirty="0">
                <a:solidFill>
                  <a:srgbClr val="3F3F3F"/>
                </a:solidFill>
                <a:latin typeface="Calibri"/>
                <a:cs typeface="Calibri"/>
              </a:rPr>
              <a:t> </a:t>
            </a:r>
            <a:r>
              <a:rPr sz="2800" spc="-5" dirty="0">
                <a:solidFill>
                  <a:srgbClr val="3F3F3F"/>
                </a:solidFill>
                <a:latin typeface="Calibri"/>
                <a:cs typeface="Calibri"/>
              </a:rPr>
              <a:t>based</a:t>
            </a:r>
            <a:r>
              <a:rPr sz="2800" spc="20" dirty="0">
                <a:solidFill>
                  <a:srgbClr val="3F3F3F"/>
                </a:solidFill>
                <a:latin typeface="Calibri"/>
                <a:cs typeface="Calibri"/>
              </a:rPr>
              <a:t> </a:t>
            </a:r>
            <a:r>
              <a:rPr sz="2800" spc="-5" dirty="0">
                <a:solidFill>
                  <a:srgbClr val="3F3F3F"/>
                </a:solidFill>
                <a:latin typeface="Calibri"/>
                <a:cs typeface="Calibri"/>
              </a:rPr>
              <a:t>on</a:t>
            </a:r>
            <a:r>
              <a:rPr sz="2800" spc="-10" dirty="0">
                <a:solidFill>
                  <a:srgbClr val="3F3F3F"/>
                </a:solidFill>
                <a:latin typeface="Calibri"/>
                <a:cs typeface="Calibri"/>
              </a:rPr>
              <a:t> the</a:t>
            </a:r>
            <a:r>
              <a:rPr sz="2800" dirty="0">
                <a:solidFill>
                  <a:srgbClr val="3F3F3F"/>
                </a:solidFill>
                <a:latin typeface="Calibri"/>
                <a:cs typeface="Calibri"/>
              </a:rPr>
              <a:t> </a:t>
            </a:r>
            <a:r>
              <a:rPr sz="2800" spc="-10" dirty="0">
                <a:solidFill>
                  <a:srgbClr val="3F3F3F"/>
                </a:solidFill>
                <a:latin typeface="Calibri"/>
                <a:cs typeface="Calibri"/>
              </a:rPr>
              <a:t>distance- </a:t>
            </a:r>
            <a:r>
              <a:rPr sz="2800" spc="-615" dirty="0">
                <a:solidFill>
                  <a:srgbClr val="3F3F3F"/>
                </a:solidFill>
                <a:latin typeface="Calibri"/>
                <a:cs typeface="Calibri"/>
              </a:rPr>
              <a:t> </a:t>
            </a:r>
            <a:r>
              <a:rPr sz="2800" spc="-15" dirty="0">
                <a:solidFill>
                  <a:srgbClr val="3F3F3F"/>
                </a:solidFill>
                <a:latin typeface="Calibri"/>
                <a:cs typeface="Calibri"/>
              </a:rPr>
              <a:t>vector routing</a:t>
            </a:r>
            <a:r>
              <a:rPr sz="2800" spc="40" dirty="0">
                <a:solidFill>
                  <a:srgbClr val="3F3F3F"/>
                </a:solidFill>
                <a:latin typeface="Calibri"/>
                <a:cs typeface="Calibri"/>
              </a:rPr>
              <a:t> </a:t>
            </a:r>
            <a:r>
              <a:rPr sz="2800" spc="-10" dirty="0">
                <a:solidFill>
                  <a:srgbClr val="3F3F3F"/>
                </a:solidFill>
                <a:latin typeface="Calibri"/>
                <a:cs typeface="Calibri"/>
              </a:rPr>
              <a:t>algorithm</a:t>
            </a:r>
            <a:endParaRPr sz="2800">
              <a:latin typeface="Calibri"/>
              <a:cs typeface="Calibri"/>
            </a:endParaRPr>
          </a:p>
          <a:p>
            <a:pPr marL="189230" marR="5080" indent="-177165">
              <a:lnSpc>
                <a:spcPts val="3020"/>
              </a:lnSpc>
              <a:spcBef>
                <a:spcPts val="1410"/>
              </a:spcBef>
              <a:buClr>
                <a:srgbClr val="1CACE4"/>
              </a:buClr>
              <a:buFont typeface="Arial MT"/>
              <a:buChar char="•"/>
              <a:tabLst>
                <a:tab pos="189865" algn="l"/>
              </a:tabLst>
            </a:pPr>
            <a:r>
              <a:rPr sz="2800" spc="-20" dirty="0">
                <a:solidFill>
                  <a:srgbClr val="3F3F3F"/>
                </a:solidFill>
                <a:latin typeface="Calibri"/>
                <a:cs typeface="Calibri"/>
              </a:rPr>
              <a:t>started</a:t>
            </a:r>
            <a:r>
              <a:rPr sz="2800" spc="-5" dirty="0">
                <a:solidFill>
                  <a:srgbClr val="3F3F3F"/>
                </a:solidFill>
                <a:latin typeface="Calibri"/>
                <a:cs typeface="Calibri"/>
              </a:rPr>
              <a:t> as</a:t>
            </a:r>
            <a:r>
              <a:rPr sz="2800" spc="10" dirty="0">
                <a:solidFill>
                  <a:srgbClr val="3F3F3F"/>
                </a:solidFill>
                <a:latin typeface="Calibri"/>
                <a:cs typeface="Calibri"/>
              </a:rPr>
              <a:t> </a:t>
            </a:r>
            <a:r>
              <a:rPr sz="2800" spc="-5" dirty="0">
                <a:solidFill>
                  <a:srgbClr val="3F3F3F"/>
                </a:solidFill>
                <a:latin typeface="Calibri"/>
                <a:cs typeface="Calibri"/>
              </a:rPr>
              <a:t>part of </a:t>
            </a:r>
            <a:r>
              <a:rPr sz="2800" spc="-10" dirty="0">
                <a:solidFill>
                  <a:srgbClr val="3F3F3F"/>
                </a:solidFill>
                <a:latin typeface="Calibri"/>
                <a:cs typeface="Calibri"/>
              </a:rPr>
              <a:t>the</a:t>
            </a:r>
            <a:r>
              <a:rPr sz="2800" spc="40" dirty="0">
                <a:solidFill>
                  <a:srgbClr val="3F3F3F"/>
                </a:solidFill>
                <a:latin typeface="Calibri"/>
                <a:cs typeface="Calibri"/>
              </a:rPr>
              <a:t> </a:t>
            </a:r>
            <a:r>
              <a:rPr sz="2800" spc="-35" dirty="0">
                <a:solidFill>
                  <a:srgbClr val="3F3F3F"/>
                </a:solidFill>
                <a:latin typeface="Calibri"/>
                <a:cs typeface="Calibri"/>
              </a:rPr>
              <a:t>Xerox</a:t>
            </a:r>
            <a:r>
              <a:rPr sz="2800" dirty="0">
                <a:solidFill>
                  <a:srgbClr val="3F3F3F"/>
                </a:solidFill>
                <a:latin typeface="Calibri"/>
                <a:cs typeface="Calibri"/>
              </a:rPr>
              <a:t> </a:t>
            </a:r>
            <a:r>
              <a:rPr sz="2800" spc="-10" dirty="0">
                <a:solidFill>
                  <a:srgbClr val="3F3F3F"/>
                </a:solidFill>
                <a:latin typeface="Calibri"/>
                <a:cs typeface="Calibri"/>
              </a:rPr>
              <a:t>Network</a:t>
            </a:r>
            <a:r>
              <a:rPr sz="2800" spc="20" dirty="0">
                <a:solidFill>
                  <a:srgbClr val="3F3F3F"/>
                </a:solidFill>
                <a:latin typeface="Calibri"/>
                <a:cs typeface="Calibri"/>
              </a:rPr>
              <a:t> </a:t>
            </a:r>
            <a:r>
              <a:rPr sz="2800" spc="-30" dirty="0">
                <a:solidFill>
                  <a:srgbClr val="3F3F3F"/>
                </a:solidFill>
                <a:latin typeface="Calibri"/>
                <a:cs typeface="Calibri"/>
              </a:rPr>
              <a:t>System</a:t>
            </a:r>
            <a:r>
              <a:rPr sz="2800" spc="5" dirty="0">
                <a:solidFill>
                  <a:srgbClr val="3F3F3F"/>
                </a:solidFill>
                <a:latin typeface="Calibri"/>
                <a:cs typeface="Calibri"/>
              </a:rPr>
              <a:t> </a:t>
            </a:r>
            <a:r>
              <a:rPr sz="2800" spc="-10" dirty="0">
                <a:solidFill>
                  <a:srgbClr val="3F3F3F"/>
                </a:solidFill>
                <a:latin typeface="Calibri"/>
                <a:cs typeface="Calibri"/>
              </a:rPr>
              <a:t>(XNS),</a:t>
            </a:r>
            <a:r>
              <a:rPr sz="2800" spc="15" dirty="0">
                <a:solidFill>
                  <a:srgbClr val="3F3F3F"/>
                </a:solidFill>
                <a:latin typeface="Calibri"/>
                <a:cs typeface="Calibri"/>
              </a:rPr>
              <a:t> </a:t>
            </a:r>
            <a:r>
              <a:rPr sz="2800" spc="-10" dirty="0">
                <a:solidFill>
                  <a:srgbClr val="3F3F3F"/>
                </a:solidFill>
                <a:latin typeface="Calibri"/>
                <a:cs typeface="Calibri"/>
              </a:rPr>
              <a:t>but</a:t>
            </a:r>
            <a:r>
              <a:rPr sz="2800" spc="30" dirty="0">
                <a:solidFill>
                  <a:srgbClr val="3F3F3F"/>
                </a:solidFill>
                <a:latin typeface="Calibri"/>
                <a:cs typeface="Calibri"/>
              </a:rPr>
              <a:t> </a:t>
            </a:r>
            <a:r>
              <a:rPr sz="2800" spc="-10" dirty="0">
                <a:solidFill>
                  <a:srgbClr val="3F3F3F"/>
                </a:solidFill>
                <a:latin typeface="Calibri"/>
                <a:cs typeface="Calibri"/>
              </a:rPr>
              <a:t>it </a:t>
            </a:r>
            <a:r>
              <a:rPr sz="2800" spc="-620" dirty="0">
                <a:solidFill>
                  <a:srgbClr val="3F3F3F"/>
                </a:solidFill>
                <a:latin typeface="Calibri"/>
                <a:cs typeface="Calibri"/>
              </a:rPr>
              <a:t> </a:t>
            </a:r>
            <a:r>
              <a:rPr sz="2800" spc="-15" dirty="0">
                <a:solidFill>
                  <a:srgbClr val="3F3F3F"/>
                </a:solidFill>
                <a:latin typeface="Calibri"/>
                <a:cs typeface="Calibri"/>
              </a:rPr>
              <a:t>was</a:t>
            </a:r>
            <a:r>
              <a:rPr sz="2800" spc="-10" dirty="0">
                <a:solidFill>
                  <a:srgbClr val="3F3F3F"/>
                </a:solidFill>
                <a:latin typeface="Calibri"/>
                <a:cs typeface="Calibri"/>
              </a:rPr>
              <a:t> the</a:t>
            </a:r>
            <a:r>
              <a:rPr sz="2800" spc="5" dirty="0">
                <a:solidFill>
                  <a:srgbClr val="3F3F3F"/>
                </a:solidFill>
                <a:latin typeface="Calibri"/>
                <a:cs typeface="Calibri"/>
              </a:rPr>
              <a:t> </a:t>
            </a:r>
            <a:r>
              <a:rPr sz="2800" spc="-20" dirty="0">
                <a:solidFill>
                  <a:srgbClr val="3F3F3F"/>
                </a:solidFill>
                <a:latin typeface="Calibri"/>
                <a:cs typeface="Calibri"/>
              </a:rPr>
              <a:t>Berkeley</a:t>
            </a:r>
            <a:r>
              <a:rPr sz="2800" spc="-15" dirty="0">
                <a:solidFill>
                  <a:srgbClr val="3F3F3F"/>
                </a:solidFill>
                <a:latin typeface="Calibri"/>
                <a:cs typeface="Calibri"/>
              </a:rPr>
              <a:t> Software</a:t>
            </a:r>
            <a:r>
              <a:rPr sz="2800" spc="15" dirty="0">
                <a:solidFill>
                  <a:srgbClr val="3F3F3F"/>
                </a:solidFill>
                <a:latin typeface="Calibri"/>
                <a:cs typeface="Calibri"/>
              </a:rPr>
              <a:t> </a:t>
            </a:r>
            <a:r>
              <a:rPr sz="2800" spc="-10" dirty="0">
                <a:solidFill>
                  <a:srgbClr val="3F3F3F"/>
                </a:solidFill>
                <a:latin typeface="Calibri"/>
                <a:cs typeface="Calibri"/>
              </a:rPr>
              <a:t>Distribution</a:t>
            </a:r>
            <a:r>
              <a:rPr sz="2800" spc="50" dirty="0">
                <a:solidFill>
                  <a:srgbClr val="3F3F3F"/>
                </a:solidFill>
                <a:latin typeface="Calibri"/>
                <a:cs typeface="Calibri"/>
              </a:rPr>
              <a:t> </a:t>
            </a:r>
            <a:r>
              <a:rPr sz="2800" spc="-5" dirty="0">
                <a:solidFill>
                  <a:srgbClr val="3F3F3F"/>
                </a:solidFill>
                <a:latin typeface="Calibri"/>
                <a:cs typeface="Calibri"/>
              </a:rPr>
              <a:t>(BSD)</a:t>
            </a:r>
            <a:r>
              <a:rPr sz="2800" spc="10" dirty="0">
                <a:solidFill>
                  <a:srgbClr val="3F3F3F"/>
                </a:solidFill>
                <a:latin typeface="Calibri"/>
                <a:cs typeface="Calibri"/>
              </a:rPr>
              <a:t> </a:t>
            </a:r>
            <a:r>
              <a:rPr sz="2800" spc="-20" dirty="0">
                <a:solidFill>
                  <a:srgbClr val="3F3F3F"/>
                </a:solidFill>
                <a:latin typeface="Calibri"/>
                <a:cs typeface="Calibri"/>
              </a:rPr>
              <a:t>version</a:t>
            </a:r>
            <a:r>
              <a:rPr sz="2800" spc="20" dirty="0">
                <a:solidFill>
                  <a:srgbClr val="3F3F3F"/>
                </a:solidFill>
                <a:latin typeface="Calibri"/>
                <a:cs typeface="Calibri"/>
              </a:rPr>
              <a:t> </a:t>
            </a:r>
            <a:r>
              <a:rPr sz="2800" spc="-10" dirty="0">
                <a:solidFill>
                  <a:srgbClr val="3F3F3F"/>
                </a:solidFill>
                <a:latin typeface="Calibri"/>
                <a:cs typeface="Calibri"/>
              </a:rPr>
              <a:t>of </a:t>
            </a:r>
            <a:r>
              <a:rPr sz="2800" spc="-5" dirty="0">
                <a:solidFill>
                  <a:srgbClr val="3F3F3F"/>
                </a:solidFill>
                <a:latin typeface="Calibri"/>
                <a:cs typeface="Calibri"/>
              </a:rPr>
              <a:t> UNIX</a:t>
            </a:r>
            <a:r>
              <a:rPr sz="2800" spc="-15" dirty="0">
                <a:solidFill>
                  <a:srgbClr val="3F3F3F"/>
                </a:solidFill>
                <a:latin typeface="Calibri"/>
                <a:cs typeface="Calibri"/>
              </a:rPr>
              <a:t> that</a:t>
            </a:r>
            <a:r>
              <a:rPr sz="2800" spc="5" dirty="0">
                <a:solidFill>
                  <a:srgbClr val="3F3F3F"/>
                </a:solidFill>
                <a:latin typeface="Calibri"/>
                <a:cs typeface="Calibri"/>
              </a:rPr>
              <a:t> </a:t>
            </a:r>
            <a:r>
              <a:rPr sz="2800" spc="-10" dirty="0">
                <a:solidFill>
                  <a:srgbClr val="3F3F3F"/>
                </a:solidFill>
                <a:latin typeface="Calibri"/>
                <a:cs typeface="Calibri"/>
              </a:rPr>
              <a:t>helped</a:t>
            </a:r>
            <a:r>
              <a:rPr sz="2800" spc="15" dirty="0">
                <a:solidFill>
                  <a:srgbClr val="3F3F3F"/>
                </a:solidFill>
                <a:latin typeface="Calibri"/>
                <a:cs typeface="Calibri"/>
              </a:rPr>
              <a:t> </a:t>
            </a:r>
            <a:r>
              <a:rPr sz="2800" spc="-25" dirty="0">
                <a:solidFill>
                  <a:srgbClr val="3F3F3F"/>
                </a:solidFill>
                <a:latin typeface="Calibri"/>
                <a:cs typeface="Calibri"/>
              </a:rPr>
              <a:t>make</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0" dirty="0">
                <a:solidFill>
                  <a:srgbClr val="3F3F3F"/>
                </a:solidFill>
                <a:latin typeface="Calibri"/>
                <a:cs typeface="Calibri"/>
              </a:rPr>
              <a:t>use</a:t>
            </a:r>
            <a:r>
              <a:rPr sz="2800" spc="20"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widespread</a:t>
            </a:r>
            <a:r>
              <a:rPr sz="2800" spc="70" dirty="0">
                <a:solidFill>
                  <a:srgbClr val="3F3F3F"/>
                </a:solidFill>
                <a:latin typeface="Calibri"/>
                <a:cs typeface="Calibri"/>
              </a:rPr>
              <a:t> </a:t>
            </a:r>
            <a:r>
              <a:rPr sz="2800" spc="-5" dirty="0">
                <a:solidFill>
                  <a:srgbClr val="3F3F3F"/>
                </a:solidFill>
                <a:latin typeface="Calibri"/>
                <a:cs typeface="Calibri"/>
              </a:rPr>
              <a:t>RIP</a:t>
            </a:r>
            <a:endParaRPr sz="2800">
              <a:latin typeface="Calibri"/>
              <a:cs typeface="Calibri"/>
            </a:endParaRPr>
          </a:p>
          <a:p>
            <a:pPr marL="189230" indent="-177165">
              <a:lnSpc>
                <a:spcPct val="100000"/>
              </a:lnSpc>
              <a:spcBef>
                <a:spcPts val="1035"/>
              </a:spcBef>
              <a:buClr>
                <a:srgbClr val="1CACE4"/>
              </a:buClr>
              <a:buFont typeface="Arial MT"/>
              <a:buChar char="•"/>
              <a:tabLst>
                <a:tab pos="189865" algn="l"/>
              </a:tabLst>
            </a:pPr>
            <a:r>
              <a:rPr sz="2800" spc="-5" dirty="0">
                <a:solidFill>
                  <a:srgbClr val="3F3F3F"/>
                </a:solidFill>
                <a:latin typeface="Calibri"/>
                <a:cs typeface="Calibri"/>
              </a:rPr>
              <a:t>RIP</a:t>
            </a:r>
            <a:r>
              <a:rPr sz="2800" spc="-55" dirty="0">
                <a:solidFill>
                  <a:srgbClr val="3F3F3F"/>
                </a:solidFill>
                <a:latin typeface="Calibri"/>
                <a:cs typeface="Calibri"/>
              </a:rPr>
              <a:t> </a:t>
            </a:r>
            <a:r>
              <a:rPr sz="2800" spc="-10" dirty="0">
                <a:solidFill>
                  <a:srgbClr val="3F3F3F"/>
                </a:solidFill>
                <a:latin typeface="Calibri"/>
                <a:cs typeface="Calibri"/>
              </a:rPr>
              <a:t>concept:</a:t>
            </a:r>
            <a:endParaRPr sz="2800">
              <a:latin typeface="Calibri"/>
              <a:cs typeface="Calibri"/>
            </a:endParaRPr>
          </a:p>
          <a:p>
            <a:pPr marL="419100" lvl="1" indent="-183515">
              <a:lnSpc>
                <a:spcPct val="100000"/>
              </a:lnSpc>
              <a:spcBef>
                <a:spcPts val="135"/>
              </a:spcBef>
              <a:buClr>
                <a:srgbClr val="1CACE4"/>
              </a:buClr>
              <a:buChar char="◦"/>
              <a:tabLst>
                <a:tab pos="419734" algn="l"/>
              </a:tabLst>
            </a:pPr>
            <a:r>
              <a:rPr sz="2400" spc="-5" dirty="0">
                <a:solidFill>
                  <a:srgbClr val="3F3F3F"/>
                </a:solidFill>
                <a:latin typeface="Calibri"/>
                <a:cs typeface="Calibri"/>
              </a:rPr>
              <a:t>Hop</a:t>
            </a:r>
            <a:r>
              <a:rPr sz="2400" spc="-55" dirty="0">
                <a:solidFill>
                  <a:srgbClr val="3F3F3F"/>
                </a:solidFill>
                <a:latin typeface="Calibri"/>
                <a:cs typeface="Calibri"/>
              </a:rPr>
              <a:t> </a:t>
            </a:r>
            <a:r>
              <a:rPr sz="2400" spc="-15" dirty="0">
                <a:solidFill>
                  <a:srgbClr val="3F3F3F"/>
                </a:solidFill>
                <a:latin typeface="Calibri"/>
                <a:cs typeface="Calibri"/>
              </a:rPr>
              <a:t>count</a:t>
            </a:r>
            <a:endParaRPr sz="2400">
              <a:latin typeface="Calibri"/>
              <a:cs typeface="Calibri"/>
            </a:endParaRPr>
          </a:p>
          <a:p>
            <a:pPr marL="419100" lvl="1" indent="-183515">
              <a:lnSpc>
                <a:spcPct val="100000"/>
              </a:lnSpc>
              <a:spcBef>
                <a:spcPts val="310"/>
              </a:spcBef>
              <a:buClr>
                <a:srgbClr val="1CACE4"/>
              </a:buClr>
              <a:buChar char="◦"/>
              <a:tabLst>
                <a:tab pos="419734" algn="l"/>
              </a:tabLst>
            </a:pPr>
            <a:r>
              <a:rPr sz="2400" spc="-15" dirty="0">
                <a:solidFill>
                  <a:srgbClr val="3F3F3F"/>
                </a:solidFill>
                <a:latin typeface="Calibri"/>
                <a:cs typeface="Calibri"/>
              </a:rPr>
              <a:t>Forwarding</a:t>
            </a:r>
            <a:r>
              <a:rPr sz="2400" spc="-55" dirty="0">
                <a:solidFill>
                  <a:srgbClr val="3F3F3F"/>
                </a:solidFill>
                <a:latin typeface="Calibri"/>
                <a:cs typeface="Calibri"/>
              </a:rPr>
              <a:t> </a:t>
            </a:r>
            <a:r>
              <a:rPr sz="2400" spc="-5" dirty="0">
                <a:solidFill>
                  <a:srgbClr val="3F3F3F"/>
                </a:solidFill>
                <a:latin typeface="Calibri"/>
                <a:cs typeface="Calibri"/>
              </a:rPr>
              <a:t>tables</a:t>
            </a:r>
            <a:endParaRPr sz="2400">
              <a:latin typeface="Calibri"/>
              <a:cs typeface="Calibri"/>
            </a:endParaRPr>
          </a:p>
          <a:p>
            <a:pPr marL="419100" lvl="1" indent="-183515">
              <a:lnSpc>
                <a:spcPct val="100000"/>
              </a:lnSpc>
              <a:spcBef>
                <a:spcPts val="315"/>
              </a:spcBef>
              <a:buClr>
                <a:srgbClr val="1CACE4"/>
              </a:buClr>
              <a:buChar char="◦"/>
              <a:tabLst>
                <a:tab pos="419734" algn="l"/>
              </a:tabLst>
            </a:pPr>
            <a:r>
              <a:rPr sz="2400" spc="-10" dirty="0">
                <a:solidFill>
                  <a:srgbClr val="3F3F3F"/>
                </a:solidFill>
                <a:latin typeface="Calibri"/>
                <a:cs typeface="Calibri"/>
              </a:rPr>
              <a:t>Implementation</a:t>
            </a:r>
            <a:r>
              <a:rPr sz="2400" spc="-30"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RIP</a:t>
            </a:r>
            <a:r>
              <a:rPr sz="2400" spc="-25" dirty="0">
                <a:solidFill>
                  <a:srgbClr val="3F3F3F"/>
                </a:solidFill>
                <a:latin typeface="Calibri"/>
                <a:cs typeface="Calibri"/>
              </a:rPr>
              <a:t> </a:t>
            </a:r>
            <a:r>
              <a:rPr sz="2400" spc="-5" dirty="0">
                <a:solidFill>
                  <a:srgbClr val="3F3F3F"/>
                </a:solidFill>
                <a:latin typeface="Calibri"/>
                <a:cs typeface="Calibri"/>
              </a:rPr>
              <a:t>messages,</a:t>
            </a:r>
            <a:r>
              <a:rPr sz="2400" spc="-10" dirty="0">
                <a:solidFill>
                  <a:srgbClr val="3F3F3F"/>
                </a:solidFill>
                <a:latin typeface="Calibri"/>
                <a:cs typeface="Calibri"/>
              </a:rPr>
              <a:t> </a:t>
            </a:r>
            <a:r>
              <a:rPr sz="2400" spc="-5" dirty="0">
                <a:solidFill>
                  <a:srgbClr val="3F3F3F"/>
                </a:solidFill>
                <a:latin typeface="Calibri"/>
                <a:cs typeface="Calibri"/>
              </a:rPr>
              <a:t>algorithm,</a:t>
            </a:r>
            <a:r>
              <a:rPr sz="2400" spc="-50" dirty="0">
                <a:solidFill>
                  <a:srgbClr val="3F3F3F"/>
                </a:solidFill>
                <a:latin typeface="Calibri"/>
                <a:cs typeface="Calibri"/>
              </a:rPr>
              <a:t> </a:t>
            </a:r>
            <a:r>
              <a:rPr sz="2400" spc="-10" dirty="0">
                <a:solidFill>
                  <a:srgbClr val="3F3F3F"/>
                </a:solidFill>
                <a:latin typeface="Calibri"/>
                <a:cs typeface="Calibri"/>
              </a:rPr>
              <a:t>timers</a:t>
            </a:r>
            <a:endParaRPr sz="2400">
              <a:latin typeface="Calibri"/>
              <a:cs typeface="Calibri"/>
            </a:endParaRPr>
          </a:p>
          <a:p>
            <a:pPr marL="419100" lvl="1" indent="-183515">
              <a:lnSpc>
                <a:spcPct val="100000"/>
              </a:lnSpc>
              <a:spcBef>
                <a:spcPts val="310"/>
              </a:spcBef>
              <a:buClr>
                <a:srgbClr val="1CACE4"/>
              </a:buClr>
              <a:buChar char="◦"/>
              <a:tabLst>
                <a:tab pos="419734" algn="l"/>
              </a:tabLst>
            </a:pPr>
            <a:r>
              <a:rPr sz="2400" spc="-10" dirty="0">
                <a:solidFill>
                  <a:srgbClr val="3F3F3F"/>
                </a:solidFill>
                <a:latin typeface="Calibri"/>
                <a:cs typeface="Calibri"/>
              </a:rPr>
              <a:t>performance</a:t>
            </a:r>
            <a:endParaRPr sz="24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81</a:t>
            </a:fld>
            <a:endParaRPr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633595" cy="756920"/>
          </a:xfrm>
          <a:prstGeom prst="rect">
            <a:avLst/>
          </a:prstGeom>
        </p:spPr>
        <p:txBody>
          <a:bodyPr vert="horz" wrap="square" lIns="0" tIns="12700" rIns="0" bIns="0" rtlCol="0">
            <a:spAutoFit/>
          </a:bodyPr>
          <a:lstStyle/>
          <a:p>
            <a:pPr marL="12700">
              <a:lnSpc>
                <a:spcPct val="100000"/>
              </a:lnSpc>
              <a:spcBef>
                <a:spcPts val="100"/>
              </a:spcBef>
            </a:pPr>
            <a:r>
              <a:rPr sz="4800" i="0" spc="-35" dirty="0">
                <a:latin typeface="Arial"/>
                <a:cs typeface="Arial"/>
              </a:rPr>
              <a:t>RIP</a:t>
            </a:r>
            <a:r>
              <a:rPr sz="4800" i="0" spc="-229" dirty="0">
                <a:latin typeface="Arial"/>
                <a:cs typeface="Arial"/>
              </a:rPr>
              <a:t> </a:t>
            </a:r>
            <a:r>
              <a:rPr sz="4800" i="0" spc="-5" dirty="0">
                <a:latin typeface="Arial"/>
                <a:cs typeface="Arial"/>
              </a:rPr>
              <a:t>–</a:t>
            </a:r>
            <a:r>
              <a:rPr sz="4800" i="0" spc="-120" dirty="0">
                <a:latin typeface="Arial"/>
                <a:cs typeface="Arial"/>
              </a:rPr>
              <a:t> </a:t>
            </a:r>
            <a:r>
              <a:rPr sz="4800" i="0" spc="-35" dirty="0">
                <a:latin typeface="Arial"/>
                <a:cs typeface="Arial"/>
              </a:rPr>
              <a:t>Hop</a:t>
            </a:r>
            <a:r>
              <a:rPr sz="4800" i="0" spc="-120" dirty="0">
                <a:latin typeface="Arial"/>
                <a:cs typeface="Arial"/>
              </a:rPr>
              <a:t> </a:t>
            </a:r>
            <a:r>
              <a:rPr sz="4800" i="0" spc="-45" dirty="0">
                <a:latin typeface="Arial"/>
                <a:cs typeface="Arial"/>
              </a:rPr>
              <a:t>count</a:t>
            </a:r>
            <a:endParaRPr sz="4800">
              <a:latin typeface="Arial"/>
              <a:cs typeface="Arial"/>
            </a:endParaRPr>
          </a:p>
        </p:txBody>
      </p:sp>
      <p:sp>
        <p:nvSpPr>
          <p:cNvPr id="3" name="object 3"/>
          <p:cNvSpPr txBox="1"/>
          <p:nvPr/>
        </p:nvSpPr>
        <p:spPr>
          <a:xfrm>
            <a:off x="697667" y="1713439"/>
            <a:ext cx="8503285" cy="2254250"/>
          </a:xfrm>
          <a:prstGeom prst="rect">
            <a:avLst/>
          </a:prstGeom>
        </p:spPr>
        <p:txBody>
          <a:bodyPr vert="horz" wrap="square" lIns="0" tIns="132080" rIns="0" bIns="0" rtlCol="0">
            <a:spAutoFit/>
          </a:bodyPr>
          <a:lstStyle/>
          <a:p>
            <a:pPr marL="189230" marR="118110" indent="-177165">
              <a:lnSpc>
                <a:spcPct val="70000"/>
              </a:lnSpc>
              <a:spcBef>
                <a:spcPts val="1040"/>
              </a:spcBef>
              <a:buClr>
                <a:srgbClr val="1CACE4"/>
              </a:buClr>
              <a:buFont typeface="Arial MT"/>
              <a:buChar char="•"/>
              <a:tabLst>
                <a:tab pos="189865" algn="l"/>
              </a:tabLst>
            </a:pPr>
            <a:r>
              <a:rPr sz="2600" dirty="0">
                <a:solidFill>
                  <a:srgbClr val="3F3F3F"/>
                </a:solidFill>
                <a:latin typeface="Calibri"/>
                <a:cs typeface="Calibri"/>
              </a:rPr>
              <a:t>A</a:t>
            </a:r>
            <a:r>
              <a:rPr sz="2600" spc="-20" dirty="0">
                <a:solidFill>
                  <a:srgbClr val="3F3F3F"/>
                </a:solidFill>
                <a:latin typeface="Calibri"/>
                <a:cs typeface="Calibri"/>
              </a:rPr>
              <a:t> </a:t>
            </a:r>
            <a:r>
              <a:rPr sz="2600" spc="-10" dirty="0">
                <a:solidFill>
                  <a:srgbClr val="3F3F3F"/>
                </a:solidFill>
                <a:latin typeface="Calibri"/>
                <a:cs typeface="Calibri"/>
              </a:rPr>
              <a:t>router</a:t>
            </a:r>
            <a:r>
              <a:rPr sz="2600" spc="-25" dirty="0">
                <a:solidFill>
                  <a:srgbClr val="3F3F3F"/>
                </a:solidFill>
                <a:latin typeface="Calibri"/>
                <a:cs typeface="Calibri"/>
              </a:rPr>
              <a:t> </a:t>
            </a:r>
            <a:r>
              <a:rPr sz="2600" spc="-5" dirty="0">
                <a:solidFill>
                  <a:srgbClr val="3F3F3F"/>
                </a:solidFill>
                <a:latin typeface="Calibri"/>
                <a:cs typeface="Calibri"/>
              </a:rPr>
              <a:t>in</a:t>
            </a:r>
            <a:r>
              <a:rPr sz="2600" dirty="0">
                <a:solidFill>
                  <a:srgbClr val="3F3F3F"/>
                </a:solidFill>
                <a:latin typeface="Calibri"/>
                <a:cs typeface="Calibri"/>
              </a:rPr>
              <a:t> an AS</a:t>
            </a:r>
            <a:r>
              <a:rPr sz="2600" spc="-10" dirty="0">
                <a:solidFill>
                  <a:srgbClr val="3F3F3F"/>
                </a:solidFill>
                <a:latin typeface="Calibri"/>
                <a:cs typeface="Calibri"/>
              </a:rPr>
              <a:t> </a:t>
            </a:r>
            <a:r>
              <a:rPr sz="2600" spc="-5" dirty="0">
                <a:solidFill>
                  <a:srgbClr val="3F3F3F"/>
                </a:solidFill>
                <a:latin typeface="Calibri"/>
                <a:cs typeface="Calibri"/>
              </a:rPr>
              <a:t>needs</a:t>
            </a:r>
            <a:r>
              <a:rPr sz="2600" spc="-35"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know</a:t>
            </a:r>
            <a:r>
              <a:rPr sz="2600" dirty="0">
                <a:solidFill>
                  <a:srgbClr val="3F3F3F"/>
                </a:solidFill>
                <a:latin typeface="Calibri"/>
                <a:cs typeface="Calibri"/>
              </a:rPr>
              <a:t> </a:t>
            </a:r>
            <a:r>
              <a:rPr sz="2600" spc="-10" dirty="0">
                <a:solidFill>
                  <a:srgbClr val="3F3F3F"/>
                </a:solidFill>
                <a:latin typeface="Calibri"/>
                <a:cs typeface="Calibri"/>
              </a:rPr>
              <a:t>how</a:t>
            </a:r>
            <a:r>
              <a:rPr sz="2600" spc="35" dirty="0">
                <a:solidFill>
                  <a:srgbClr val="3F3F3F"/>
                </a:solidFill>
                <a:latin typeface="Calibri"/>
                <a:cs typeface="Calibri"/>
              </a:rPr>
              <a:t> </a:t>
            </a:r>
            <a:r>
              <a:rPr sz="2600" spc="-15" dirty="0">
                <a:solidFill>
                  <a:srgbClr val="3F3F3F"/>
                </a:solidFill>
                <a:latin typeface="Calibri"/>
                <a:cs typeface="Calibri"/>
              </a:rPr>
              <a:t>to</a:t>
            </a:r>
            <a:r>
              <a:rPr sz="2600" spc="-5" dirty="0">
                <a:solidFill>
                  <a:srgbClr val="3F3F3F"/>
                </a:solidFill>
                <a:latin typeface="Calibri"/>
                <a:cs typeface="Calibri"/>
              </a:rPr>
              <a:t> </a:t>
            </a:r>
            <a:r>
              <a:rPr sz="2600" spc="-20" dirty="0">
                <a:solidFill>
                  <a:srgbClr val="3F3F3F"/>
                </a:solidFill>
                <a:latin typeface="Calibri"/>
                <a:cs typeface="Calibri"/>
              </a:rPr>
              <a:t>forward</a:t>
            </a:r>
            <a:r>
              <a:rPr sz="2600" spc="15" dirty="0">
                <a:solidFill>
                  <a:srgbClr val="3F3F3F"/>
                </a:solidFill>
                <a:latin typeface="Calibri"/>
                <a:cs typeface="Calibri"/>
              </a:rPr>
              <a:t> </a:t>
            </a:r>
            <a:r>
              <a:rPr sz="2600" dirty="0">
                <a:solidFill>
                  <a:srgbClr val="3F3F3F"/>
                </a:solidFill>
                <a:latin typeface="Calibri"/>
                <a:cs typeface="Calibri"/>
              </a:rPr>
              <a:t>a </a:t>
            </a:r>
            <a:r>
              <a:rPr sz="2600" spc="-20" dirty="0">
                <a:solidFill>
                  <a:srgbClr val="3F3F3F"/>
                </a:solidFill>
                <a:latin typeface="Calibri"/>
                <a:cs typeface="Calibri"/>
              </a:rPr>
              <a:t>packet </a:t>
            </a:r>
            <a:r>
              <a:rPr sz="2600" spc="-15" dirty="0">
                <a:solidFill>
                  <a:srgbClr val="3F3F3F"/>
                </a:solidFill>
                <a:latin typeface="Calibri"/>
                <a:cs typeface="Calibri"/>
              </a:rPr>
              <a:t>to </a:t>
            </a:r>
            <a:r>
              <a:rPr sz="2600" spc="-10" dirty="0">
                <a:solidFill>
                  <a:srgbClr val="3F3F3F"/>
                </a:solidFill>
                <a:latin typeface="Calibri"/>
                <a:cs typeface="Calibri"/>
              </a:rPr>
              <a:t> </a:t>
            </a:r>
            <a:r>
              <a:rPr sz="2600" spc="-20" dirty="0">
                <a:solidFill>
                  <a:srgbClr val="3F3F3F"/>
                </a:solidFill>
                <a:latin typeface="Calibri"/>
                <a:cs typeface="Calibri"/>
              </a:rPr>
              <a:t>different </a:t>
            </a:r>
            <a:r>
              <a:rPr sz="2600" spc="-10" dirty="0">
                <a:solidFill>
                  <a:srgbClr val="3F3F3F"/>
                </a:solidFill>
                <a:latin typeface="Calibri"/>
                <a:cs typeface="Calibri"/>
              </a:rPr>
              <a:t>networks </a:t>
            </a:r>
            <a:r>
              <a:rPr sz="2600" spc="-5" dirty="0">
                <a:solidFill>
                  <a:srgbClr val="3F3F3F"/>
                </a:solidFill>
                <a:latin typeface="Calibri"/>
                <a:cs typeface="Calibri"/>
              </a:rPr>
              <a:t>(subnets) in </a:t>
            </a:r>
            <a:r>
              <a:rPr sz="2600" dirty="0">
                <a:solidFill>
                  <a:srgbClr val="3F3F3F"/>
                </a:solidFill>
                <a:latin typeface="Calibri"/>
                <a:cs typeface="Calibri"/>
              </a:rPr>
              <a:t>an AS </a:t>
            </a:r>
            <a:r>
              <a:rPr sz="2600" spc="-5" dirty="0">
                <a:solidFill>
                  <a:srgbClr val="3F3F3F"/>
                </a:solidFill>
                <a:latin typeface="Calibri"/>
                <a:cs typeface="Calibri"/>
              </a:rPr>
              <a:t>so </a:t>
            </a:r>
            <a:r>
              <a:rPr sz="2600" dirty="0">
                <a:solidFill>
                  <a:srgbClr val="3F3F3F"/>
                </a:solidFill>
                <a:latin typeface="Calibri"/>
                <a:cs typeface="Calibri"/>
              </a:rPr>
              <a:t>RIP </a:t>
            </a:r>
            <a:r>
              <a:rPr sz="2600" spc="-15" dirty="0">
                <a:solidFill>
                  <a:srgbClr val="3F3F3F"/>
                </a:solidFill>
                <a:latin typeface="Calibri"/>
                <a:cs typeface="Calibri"/>
              </a:rPr>
              <a:t>routers </a:t>
            </a:r>
            <a:r>
              <a:rPr sz="2600" spc="-5" dirty="0">
                <a:solidFill>
                  <a:srgbClr val="3F3F3F"/>
                </a:solidFill>
                <a:latin typeface="Calibri"/>
                <a:cs typeface="Calibri"/>
              </a:rPr>
              <a:t>advertise </a:t>
            </a:r>
            <a:r>
              <a:rPr sz="2600" spc="-575" dirty="0">
                <a:solidFill>
                  <a:srgbClr val="3F3F3F"/>
                </a:solidFill>
                <a:latin typeface="Calibri"/>
                <a:cs typeface="Calibri"/>
              </a:rPr>
              <a:t> </a:t>
            </a:r>
            <a:r>
              <a:rPr sz="2600" dirty="0">
                <a:solidFill>
                  <a:srgbClr val="3F3F3F"/>
                </a:solidFill>
                <a:latin typeface="Calibri"/>
                <a:cs typeface="Calibri"/>
              </a:rPr>
              <a:t>the </a:t>
            </a:r>
            <a:r>
              <a:rPr sz="2600" spc="-15" dirty="0">
                <a:solidFill>
                  <a:srgbClr val="3F3F3F"/>
                </a:solidFill>
                <a:latin typeface="Calibri"/>
                <a:cs typeface="Calibri"/>
              </a:rPr>
              <a:t>cost </a:t>
            </a:r>
            <a:r>
              <a:rPr sz="2600" spc="-5" dirty="0">
                <a:solidFill>
                  <a:srgbClr val="3F3F3F"/>
                </a:solidFill>
                <a:latin typeface="Calibri"/>
                <a:cs typeface="Calibri"/>
              </a:rPr>
              <a:t>of </a:t>
            </a:r>
            <a:r>
              <a:rPr sz="2600" spc="-10" dirty="0">
                <a:solidFill>
                  <a:srgbClr val="3F3F3F"/>
                </a:solidFill>
                <a:latin typeface="Calibri"/>
                <a:cs typeface="Calibri"/>
              </a:rPr>
              <a:t>reaching </a:t>
            </a:r>
            <a:r>
              <a:rPr sz="2600" spc="-20" dirty="0">
                <a:solidFill>
                  <a:srgbClr val="3F3F3F"/>
                </a:solidFill>
                <a:latin typeface="Calibri"/>
                <a:cs typeface="Calibri"/>
              </a:rPr>
              <a:t>different </a:t>
            </a:r>
            <a:r>
              <a:rPr sz="2600" spc="-10" dirty="0">
                <a:solidFill>
                  <a:srgbClr val="3F3F3F"/>
                </a:solidFill>
                <a:latin typeface="Calibri"/>
                <a:cs typeface="Calibri"/>
              </a:rPr>
              <a:t>networks instead </a:t>
            </a:r>
            <a:r>
              <a:rPr sz="2600" spc="-5" dirty="0">
                <a:solidFill>
                  <a:srgbClr val="3F3F3F"/>
                </a:solidFill>
                <a:latin typeface="Calibri"/>
                <a:cs typeface="Calibri"/>
              </a:rPr>
              <a:t>of </a:t>
            </a:r>
            <a:r>
              <a:rPr sz="2600" spc="-10" dirty="0">
                <a:solidFill>
                  <a:srgbClr val="3F3F3F"/>
                </a:solidFill>
                <a:latin typeface="Calibri"/>
                <a:cs typeface="Calibri"/>
              </a:rPr>
              <a:t>reaching </a:t>
            </a:r>
            <a:r>
              <a:rPr sz="2600" spc="-5" dirty="0">
                <a:solidFill>
                  <a:srgbClr val="3F3F3F"/>
                </a:solidFill>
                <a:latin typeface="Calibri"/>
                <a:cs typeface="Calibri"/>
              </a:rPr>
              <a:t> other</a:t>
            </a:r>
            <a:r>
              <a:rPr sz="2600" spc="-30" dirty="0">
                <a:solidFill>
                  <a:srgbClr val="3F3F3F"/>
                </a:solidFill>
                <a:latin typeface="Calibri"/>
                <a:cs typeface="Calibri"/>
              </a:rPr>
              <a:t> </a:t>
            </a:r>
            <a:r>
              <a:rPr sz="2600" spc="-5" dirty="0">
                <a:solidFill>
                  <a:srgbClr val="3F3F3F"/>
                </a:solidFill>
                <a:latin typeface="Calibri"/>
                <a:cs typeface="Calibri"/>
              </a:rPr>
              <a:t>nodes in</a:t>
            </a:r>
            <a:r>
              <a:rPr sz="2600" spc="-15" dirty="0">
                <a:solidFill>
                  <a:srgbClr val="3F3F3F"/>
                </a:solidFill>
                <a:latin typeface="Calibri"/>
                <a:cs typeface="Calibri"/>
              </a:rPr>
              <a:t> </a:t>
            </a:r>
            <a:r>
              <a:rPr sz="2600" dirty="0">
                <a:solidFill>
                  <a:srgbClr val="3F3F3F"/>
                </a:solidFill>
                <a:latin typeface="Calibri"/>
                <a:cs typeface="Calibri"/>
              </a:rPr>
              <a:t>a </a:t>
            </a:r>
            <a:r>
              <a:rPr sz="2600" spc="-10" dirty="0">
                <a:solidFill>
                  <a:srgbClr val="3F3F3F"/>
                </a:solidFill>
                <a:latin typeface="Calibri"/>
                <a:cs typeface="Calibri"/>
              </a:rPr>
              <a:t>theoretical</a:t>
            </a:r>
            <a:r>
              <a:rPr sz="2600" spc="10" dirty="0">
                <a:solidFill>
                  <a:srgbClr val="3F3F3F"/>
                </a:solidFill>
                <a:latin typeface="Calibri"/>
                <a:cs typeface="Calibri"/>
              </a:rPr>
              <a:t> </a:t>
            </a:r>
            <a:r>
              <a:rPr sz="2600" spc="-10" dirty="0">
                <a:solidFill>
                  <a:srgbClr val="3F3F3F"/>
                </a:solidFill>
                <a:latin typeface="Calibri"/>
                <a:cs typeface="Calibri"/>
              </a:rPr>
              <a:t>graph</a:t>
            </a:r>
            <a:endParaRPr sz="2600">
              <a:latin typeface="Calibri"/>
              <a:cs typeface="Calibri"/>
            </a:endParaRPr>
          </a:p>
          <a:p>
            <a:pPr marL="419100" marR="577850" lvl="1" indent="-182880">
              <a:lnSpc>
                <a:spcPct val="70000"/>
              </a:lnSpc>
              <a:spcBef>
                <a:spcPts val="400"/>
              </a:spcBef>
              <a:buClr>
                <a:srgbClr val="1CACE4"/>
              </a:buClr>
              <a:buChar char="◦"/>
              <a:tabLst>
                <a:tab pos="419734"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20" dirty="0">
                <a:solidFill>
                  <a:srgbClr val="3F3F3F"/>
                </a:solidFill>
                <a:latin typeface="Calibri"/>
                <a:cs typeface="Calibri"/>
              </a:rPr>
              <a:t>cost</a:t>
            </a:r>
            <a:r>
              <a:rPr sz="2200" spc="5" dirty="0">
                <a:solidFill>
                  <a:srgbClr val="3F3F3F"/>
                </a:solidFill>
                <a:latin typeface="Calibri"/>
                <a:cs typeface="Calibri"/>
              </a:rPr>
              <a:t> </a:t>
            </a:r>
            <a:r>
              <a:rPr sz="2200" spc="-5" dirty="0">
                <a:solidFill>
                  <a:srgbClr val="3F3F3F"/>
                </a:solidFill>
                <a:latin typeface="Calibri"/>
                <a:cs typeface="Calibri"/>
              </a:rPr>
              <a:t>is </a:t>
            </a:r>
            <a:r>
              <a:rPr sz="2200" spc="-10" dirty="0">
                <a:solidFill>
                  <a:srgbClr val="3F3F3F"/>
                </a:solidFill>
                <a:latin typeface="Calibri"/>
                <a:cs typeface="Calibri"/>
              </a:rPr>
              <a:t>defined</a:t>
            </a:r>
            <a:r>
              <a:rPr sz="2200" spc="20" dirty="0">
                <a:solidFill>
                  <a:srgbClr val="3F3F3F"/>
                </a:solidFill>
                <a:latin typeface="Calibri"/>
                <a:cs typeface="Calibri"/>
              </a:rPr>
              <a:t> </a:t>
            </a:r>
            <a:r>
              <a:rPr sz="2200" spc="-15" dirty="0">
                <a:solidFill>
                  <a:srgbClr val="3F3F3F"/>
                </a:solidFill>
                <a:latin typeface="Calibri"/>
                <a:cs typeface="Calibri"/>
              </a:rPr>
              <a:t>between</a:t>
            </a:r>
            <a:r>
              <a:rPr sz="2200" spc="45" dirty="0">
                <a:solidFill>
                  <a:srgbClr val="3F3F3F"/>
                </a:solidFill>
                <a:latin typeface="Calibri"/>
                <a:cs typeface="Calibri"/>
              </a:rPr>
              <a:t> </a:t>
            </a:r>
            <a:r>
              <a:rPr sz="2200" spc="-5" dirty="0">
                <a:solidFill>
                  <a:srgbClr val="3F3F3F"/>
                </a:solidFill>
                <a:latin typeface="Calibri"/>
                <a:cs typeface="Calibri"/>
              </a:rPr>
              <a:t>a</a:t>
            </a:r>
            <a:r>
              <a:rPr sz="2200" spc="5" dirty="0">
                <a:solidFill>
                  <a:srgbClr val="3F3F3F"/>
                </a:solidFill>
                <a:latin typeface="Calibri"/>
                <a:cs typeface="Calibri"/>
              </a:rPr>
              <a:t> </a:t>
            </a:r>
            <a:r>
              <a:rPr sz="2200" spc="-15" dirty="0">
                <a:solidFill>
                  <a:srgbClr val="3F3F3F"/>
                </a:solidFill>
                <a:latin typeface="Calibri"/>
                <a:cs typeface="Calibri"/>
              </a:rPr>
              <a:t>router</a:t>
            </a:r>
            <a:r>
              <a:rPr sz="2200" spc="5" dirty="0">
                <a:solidFill>
                  <a:srgbClr val="3F3F3F"/>
                </a:solidFill>
                <a:latin typeface="Calibri"/>
                <a:cs typeface="Calibri"/>
              </a:rPr>
              <a:t> </a:t>
            </a:r>
            <a:r>
              <a:rPr sz="2200" spc="-5" dirty="0">
                <a:solidFill>
                  <a:srgbClr val="3F3F3F"/>
                </a:solidFill>
                <a:latin typeface="Calibri"/>
                <a:cs typeface="Calibri"/>
              </a:rPr>
              <a:t>and</a:t>
            </a:r>
            <a:r>
              <a:rPr sz="2200" spc="-10" dirty="0">
                <a:solidFill>
                  <a:srgbClr val="3F3F3F"/>
                </a:solidFill>
                <a:latin typeface="Calibri"/>
                <a:cs typeface="Calibri"/>
              </a:rPr>
              <a:t> the</a:t>
            </a:r>
            <a:r>
              <a:rPr sz="2200" spc="15" dirty="0">
                <a:solidFill>
                  <a:srgbClr val="3F3F3F"/>
                </a:solidFill>
                <a:latin typeface="Calibri"/>
                <a:cs typeface="Calibri"/>
              </a:rPr>
              <a:t> </a:t>
            </a:r>
            <a:r>
              <a:rPr sz="2200" spc="-10" dirty="0">
                <a:solidFill>
                  <a:srgbClr val="3F3F3F"/>
                </a:solidFill>
                <a:latin typeface="Calibri"/>
                <a:cs typeface="Calibri"/>
              </a:rPr>
              <a:t>network</a:t>
            </a:r>
            <a:r>
              <a:rPr sz="2200" spc="15" dirty="0">
                <a:solidFill>
                  <a:srgbClr val="3F3F3F"/>
                </a:solidFill>
                <a:latin typeface="Calibri"/>
                <a:cs typeface="Calibri"/>
              </a:rPr>
              <a:t> </a:t>
            </a:r>
            <a:r>
              <a:rPr sz="2200" spc="-5" dirty="0">
                <a:solidFill>
                  <a:srgbClr val="3F3F3F"/>
                </a:solidFill>
                <a:latin typeface="Calibri"/>
                <a:cs typeface="Calibri"/>
              </a:rPr>
              <a:t>in</a:t>
            </a:r>
            <a:r>
              <a:rPr sz="2200" spc="-10" dirty="0">
                <a:solidFill>
                  <a:srgbClr val="3F3F3F"/>
                </a:solidFill>
                <a:latin typeface="Calibri"/>
                <a:cs typeface="Calibri"/>
              </a:rPr>
              <a:t> which</a:t>
            </a:r>
            <a:r>
              <a:rPr sz="2200" spc="-5" dirty="0">
                <a:solidFill>
                  <a:srgbClr val="3F3F3F"/>
                </a:solidFill>
                <a:latin typeface="Calibri"/>
                <a:cs typeface="Calibri"/>
              </a:rPr>
              <a:t> </a:t>
            </a:r>
            <a:r>
              <a:rPr sz="2200" spc="-10" dirty="0">
                <a:solidFill>
                  <a:srgbClr val="3F3F3F"/>
                </a:solidFill>
                <a:latin typeface="Calibri"/>
                <a:cs typeface="Calibri"/>
              </a:rPr>
              <a:t>the </a:t>
            </a:r>
            <a:r>
              <a:rPr sz="2200" spc="-484" dirty="0">
                <a:solidFill>
                  <a:srgbClr val="3F3F3F"/>
                </a:solidFill>
                <a:latin typeface="Calibri"/>
                <a:cs typeface="Calibri"/>
              </a:rPr>
              <a:t> </a:t>
            </a:r>
            <a:r>
              <a:rPr sz="2200" spc="-10" dirty="0">
                <a:solidFill>
                  <a:srgbClr val="3F3F3F"/>
                </a:solidFill>
                <a:latin typeface="Calibri"/>
                <a:cs typeface="Calibri"/>
              </a:rPr>
              <a:t>destination</a:t>
            </a:r>
            <a:r>
              <a:rPr sz="2200" spc="-15" dirty="0">
                <a:solidFill>
                  <a:srgbClr val="3F3F3F"/>
                </a:solidFill>
                <a:latin typeface="Calibri"/>
                <a:cs typeface="Calibri"/>
              </a:rPr>
              <a:t> </a:t>
            </a:r>
            <a:r>
              <a:rPr sz="2200" spc="-10" dirty="0">
                <a:solidFill>
                  <a:srgbClr val="3F3F3F"/>
                </a:solidFill>
                <a:latin typeface="Calibri"/>
                <a:cs typeface="Calibri"/>
              </a:rPr>
              <a:t>host </a:t>
            </a:r>
            <a:r>
              <a:rPr sz="2200" spc="-5" dirty="0">
                <a:solidFill>
                  <a:srgbClr val="3F3F3F"/>
                </a:solidFill>
                <a:latin typeface="Calibri"/>
                <a:cs typeface="Calibri"/>
              </a:rPr>
              <a:t>is</a:t>
            </a:r>
            <a:r>
              <a:rPr sz="2200" spc="5" dirty="0">
                <a:solidFill>
                  <a:srgbClr val="3F3F3F"/>
                </a:solidFill>
                <a:latin typeface="Calibri"/>
                <a:cs typeface="Calibri"/>
              </a:rPr>
              <a:t> </a:t>
            </a:r>
            <a:r>
              <a:rPr sz="2200" spc="-20" dirty="0">
                <a:solidFill>
                  <a:srgbClr val="3F3F3F"/>
                </a:solidFill>
                <a:latin typeface="Calibri"/>
                <a:cs typeface="Calibri"/>
              </a:rPr>
              <a:t>located</a:t>
            </a:r>
            <a:endParaRPr sz="2200">
              <a:latin typeface="Calibri"/>
              <a:cs typeface="Calibri"/>
            </a:endParaRPr>
          </a:p>
          <a:p>
            <a:pPr marL="189230" indent="-177165">
              <a:lnSpc>
                <a:spcPct val="100000"/>
              </a:lnSpc>
              <a:spcBef>
                <a:spcPts val="655"/>
              </a:spcBef>
              <a:buClr>
                <a:srgbClr val="1CACE4"/>
              </a:buClr>
              <a:buFont typeface="Arial MT"/>
              <a:buChar char="•"/>
              <a:tabLst>
                <a:tab pos="189865" algn="l"/>
              </a:tabLst>
            </a:pPr>
            <a:r>
              <a:rPr sz="2600" spc="-114" dirty="0">
                <a:solidFill>
                  <a:srgbClr val="3F3F3F"/>
                </a:solidFill>
                <a:latin typeface="Calibri"/>
                <a:cs typeface="Calibri"/>
              </a:rPr>
              <a:t>To</a:t>
            </a:r>
            <a:r>
              <a:rPr sz="2600" spc="-25" dirty="0">
                <a:solidFill>
                  <a:srgbClr val="3F3F3F"/>
                </a:solidFill>
                <a:latin typeface="Calibri"/>
                <a:cs typeface="Calibri"/>
              </a:rPr>
              <a:t> </a:t>
            </a:r>
            <a:r>
              <a:rPr sz="2600" spc="-20" dirty="0">
                <a:solidFill>
                  <a:srgbClr val="3F3F3F"/>
                </a:solidFill>
                <a:latin typeface="Calibri"/>
                <a:cs typeface="Calibri"/>
              </a:rPr>
              <a:t>make</a:t>
            </a:r>
            <a:r>
              <a:rPr sz="2600" dirty="0">
                <a:solidFill>
                  <a:srgbClr val="3F3F3F"/>
                </a:solidFill>
                <a:latin typeface="Calibri"/>
                <a:cs typeface="Calibri"/>
              </a:rPr>
              <a:t> the</a:t>
            </a:r>
            <a:r>
              <a:rPr sz="2600" spc="-10" dirty="0">
                <a:solidFill>
                  <a:srgbClr val="3F3F3F"/>
                </a:solidFill>
                <a:latin typeface="Calibri"/>
                <a:cs typeface="Calibri"/>
              </a:rPr>
              <a:t> implementation</a:t>
            </a:r>
            <a:r>
              <a:rPr sz="2600" spc="-35" dirty="0">
                <a:solidFill>
                  <a:srgbClr val="3F3F3F"/>
                </a:solidFill>
                <a:latin typeface="Calibri"/>
                <a:cs typeface="Calibri"/>
              </a:rPr>
              <a:t> </a:t>
            </a:r>
            <a:r>
              <a:rPr sz="2600" spc="-5" dirty="0">
                <a:solidFill>
                  <a:srgbClr val="3F3F3F"/>
                </a:solidFill>
                <a:latin typeface="Calibri"/>
                <a:cs typeface="Calibri"/>
              </a:rPr>
              <a:t>of</a:t>
            </a:r>
            <a:r>
              <a:rPr sz="2600" spc="10" dirty="0">
                <a:solidFill>
                  <a:srgbClr val="3F3F3F"/>
                </a:solidFill>
                <a:latin typeface="Calibri"/>
                <a:cs typeface="Calibri"/>
              </a:rPr>
              <a:t> </a:t>
            </a:r>
            <a:r>
              <a:rPr sz="2600" dirty="0">
                <a:solidFill>
                  <a:srgbClr val="3F3F3F"/>
                </a:solidFill>
                <a:latin typeface="Calibri"/>
                <a:cs typeface="Calibri"/>
              </a:rPr>
              <a:t>the</a:t>
            </a:r>
            <a:r>
              <a:rPr sz="2600" spc="-20" dirty="0">
                <a:solidFill>
                  <a:srgbClr val="3F3F3F"/>
                </a:solidFill>
                <a:latin typeface="Calibri"/>
                <a:cs typeface="Calibri"/>
              </a:rPr>
              <a:t> </a:t>
            </a:r>
            <a:r>
              <a:rPr sz="2600" spc="-15" dirty="0">
                <a:solidFill>
                  <a:srgbClr val="3F3F3F"/>
                </a:solidFill>
                <a:latin typeface="Calibri"/>
                <a:cs typeface="Calibri"/>
              </a:rPr>
              <a:t>cost</a:t>
            </a:r>
            <a:r>
              <a:rPr sz="2600" spc="5" dirty="0">
                <a:solidFill>
                  <a:srgbClr val="3F3F3F"/>
                </a:solidFill>
                <a:latin typeface="Calibri"/>
                <a:cs typeface="Calibri"/>
              </a:rPr>
              <a:t> </a:t>
            </a:r>
            <a:r>
              <a:rPr sz="2600" spc="-5" dirty="0">
                <a:solidFill>
                  <a:srgbClr val="3F3F3F"/>
                </a:solidFill>
                <a:latin typeface="Calibri"/>
                <a:cs typeface="Calibri"/>
              </a:rPr>
              <a:t>simpler</a:t>
            </a:r>
            <a:r>
              <a:rPr sz="2600" spc="-20" dirty="0">
                <a:solidFill>
                  <a:srgbClr val="3F3F3F"/>
                </a:solidFill>
                <a:latin typeface="Calibri"/>
                <a:cs typeface="Calibri"/>
              </a:rPr>
              <a:t> </a:t>
            </a:r>
            <a:r>
              <a:rPr sz="2600" spc="-10" dirty="0">
                <a:solidFill>
                  <a:srgbClr val="3F3F3F"/>
                </a:solidFill>
                <a:latin typeface="Calibri"/>
                <a:cs typeface="Calibri"/>
              </a:rPr>
              <a:t>(independent</a:t>
            </a:r>
            <a:endParaRPr sz="2600">
              <a:latin typeface="Calibri"/>
              <a:cs typeface="Calibri"/>
            </a:endParaRPr>
          </a:p>
        </p:txBody>
      </p:sp>
      <p:grpSp>
        <p:nvGrpSpPr>
          <p:cNvPr id="4" name="object 4"/>
          <p:cNvGrpSpPr/>
          <p:nvPr/>
        </p:nvGrpSpPr>
        <p:grpSpPr>
          <a:xfrm>
            <a:off x="457200" y="3886200"/>
            <a:ext cx="9142730" cy="3427729"/>
            <a:chOff x="457200" y="3886200"/>
            <a:chExt cx="9142730" cy="3427729"/>
          </a:xfrm>
        </p:grpSpPr>
        <p:sp>
          <p:nvSpPr>
            <p:cNvPr id="5" name="object 5"/>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6" name="object 6"/>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7" name="object 7"/>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8" name="object 8"/>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9" name="object 9"/>
          <p:cNvSpPr txBox="1"/>
          <p:nvPr/>
        </p:nvSpPr>
        <p:spPr>
          <a:xfrm>
            <a:off x="874450" y="3822655"/>
            <a:ext cx="8437245" cy="2364740"/>
          </a:xfrm>
          <a:prstGeom prst="rect">
            <a:avLst/>
          </a:prstGeom>
        </p:spPr>
        <p:txBody>
          <a:bodyPr vert="horz" wrap="square" lIns="0" tIns="132080" rIns="0" bIns="0" rtlCol="0">
            <a:spAutoFit/>
          </a:bodyPr>
          <a:lstStyle/>
          <a:p>
            <a:pPr marL="12700" marR="5080">
              <a:lnSpc>
                <a:spcPct val="70000"/>
              </a:lnSpc>
              <a:spcBef>
                <a:spcPts val="1040"/>
              </a:spcBef>
            </a:pPr>
            <a:r>
              <a:rPr sz="2600" spc="-10" dirty="0">
                <a:solidFill>
                  <a:srgbClr val="3F3F3F"/>
                </a:solidFill>
                <a:latin typeface="Calibri"/>
                <a:cs typeface="Calibri"/>
              </a:rPr>
              <a:t>from performance </a:t>
            </a:r>
            <a:r>
              <a:rPr sz="2600" spc="-20" dirty="0">
                <a:solidFill>
                  <a:srgbClr val="3F3F3F"/>
                </a:solidFill>
                <a:latin typeface="Calibri"/>
                <a:cs typeface="Calibri"/>
              </a:rPr>
              <a:t>factors </a:t>
            </a:r>
            <a:r>
              <a:rPr sz="2600" spc="-5" dirty="0">
                <a:solidFill>
                  <a:srgbClr val="3F3F3F"/>
                </a:solidFill>
                <a:latin typeface="Calibri"/>
                <a:cs typeface="Calibri"/>
              </a:rPr>
              <a:t>of </a:t>
            </a:r>
            <a:r>
              <a:rPr sz="2600" dirty="0">
                <a:solidFill>
                  <a:srgbClr val="3F3F3F"/>
                </a:solidFill>
                <a:latin typeface="Calibri"/>
                <a:cs typeface="Calibri"/>
              </a:rPr>
              <a:t>the </a:t>
            </a:r>
            <a:r>
              <a:rPr sz="2600" spc="-15" dirty="0">
                <a:solidFill>
                  <a:srgbClr val="3F3F3F"/>
                </a:solidFill>
                <a:latin typeface="Calibri"/>
                <a:cs typeface="Calibri"/>
              </a:rPr>
              <a:t>routers </a:t>
            </a:r>
            <a:r>
              <a:rPr sz="2600" dirty="0">
                <a:solidFill>
                  <a:srgbClr val="3F3F3F"/>
                </a:solidFill>
                <a:latin typeface="Calibri"/>
                <a:cs typeface="Calibri"/>
              </a:rPr>
              <a:t>and </a:t>
            </a:r>
            <a:r>
              <a:rPr sz="2600" spc="-10" dirty="0">
                <a:solidFill>
                  <a:srgbClr val="3F3F3F"/>
                </a:solidFill>
                <a:latin typeface="Calibri"/>
                <a:cs typeface="Calibri"/>
              </a:rPr>
              <a:t>links, </a:t>
            </a:r>
            <a:r>
              <a:rPr sz="2600" spc="-5" dirty="0">
                <a:solidFill>
                  <a:srgbClr val="3F3F3F"/>
                </a:solidFill>
                <a:latin typeface="Calibri"/>
                <a:cs typeface="Calibri"/>
              </a:rPr>
              <a:t>such </a:t>
            </a:r>
            <a:r>
              <a:rPr sz="2600" dirty="0">
                <a:solidFill>
                  <a:srgbClr val="3F3F3F"/>
                </a:solidFill>
                <a:latin typeface="Calibri"/>
                <a:cs typeface="Calibri"/>
              </a:rPr>
              <a:t>as </a:t>
            </a:r>
            <a:r>
              <a:rPr sz="2600" spc="5" dirty="0">
                <a:solidFill>
                  <a:srgbClr val="3F3F3F"/>
                </a:solidFill>
                <a:latin typeface="Calibri"/>
                <a:cs typeface="Calibri"/>
              </a:rPr>
              <a:t> </a:t>
            </a:r>
            <a:r>
              <a:rPr sz="2600" spc="-40" dirty="0">
                <a:solidFill>
                  <a:srgbClr val="3F3F3F"/>
                </a:solidFill>
                <a:latin typeface="Calibri"/>
                <a:cs typeface="Calibri"/>
              </a:rPr>
              <a:t>delay, </a:t>
            </a:r>
            <a:r>
              <a:rPr sz="2600" dirty="0">
                <a:solidFill>
                  <a:srgbClr val="3F3F3F"/>
                </a:solidFill>
                <a:latin typeface="Calibri"/>
                <a:cs typeface="Calibri"/>
              </a:rPr>
              <a:t>and </a:t>
            </a:r>
            <a:r>
              <a:rPr sz="2600" spc="-5" dirty="0">
                <a:solidFill>
                  <a:srgbClr val="3F3F3F"/>
                </a:solidFill>
                <a:latin typeface="Calibri"/>
                <a:cs typeface="Calibri"/>
              </a:rPr>
              <a:t>bandwidth), </a:t>
            </a:r>
            <a:r>
              <a:rPr sz="2600" dirty="0">
                <a:solidFill>
                  <a:srgbClr val="3F3F3F"/>
                </a:solidFill>
                <a:latin typeface="Calibri"/>
                <a:cs typeface="Calibri"/>
              </a:rPr>
              <a:t>the </a:t>
            </a:r>
            <a:r>
              <a:rPr sz="2600" spc="-15" dirty="0">
                <a:solidFill>
                  <a:srgbClr val="3F3F3F"/>
                </a:solidFill>
                <a:latin typeface="Calibri"/>
                <a:cs typeface="Calibri"/>
              </a:rPr>
              <a:t>cost </a:t>
            </a:r>
            <a:r>
              <a:rPr sz="2600" spc="-5" dirty="0">
                <a:solidFill>
                  <a:srgbClr val="3F3F3F"/>
                </a:solidFill>
                <a:latin typeface="Calibri"/>
                <a:cs typeface="Calibri"/>
              </a:rPr>
              <a:t>is </a:t>
            </a:r>
            <a:r>
              <a:rPr sz="2600" spc="-10" dirty="0">
                <a:solidFill>
                  <a:srgbClr val="3F3F3F"/>
                </a:solidFill>
                <a:latin typeface="Calibri"/>
                <a:cs typeface="Calibri"/>
              </a:rPr>
              <a:t>defined </a:t>
            </a:r>
            <a:r>
              <a:rPr sz="2600" dirty="0">
                <a:solidFill>
                  <a:srgbClr val="3F3F3F"/>
                </a:solidFill>
                <a:latin typeface="Calibri"/>
                <a:cs typeface="Calibri"/>
              </a:rPr>
              <a:t>as the </a:t>
            </a:r>
            <a:r>
              <a:rPr sz="2600" spc="-5" dirty="0">
                <a:solidFill>
                  <a:srgbClr val="3F3F3F"/>
                </a:solidFill>
                <a:latin typeface="Calibri"/>
                <a:cs typeface="Calibri"/>
              </a:rPr>
              <a:t>number of </a:t>
            </a:r>
            <a:r>
              <a:rPr sz="2600" dirty="0">
                <a:solidFill>
                  <a:srgbClr val="3F3F3F"/>
                </a:solidFill>
                <a:latin typeface="Calibri"/>
                <a:cs typeface="Calibri"/>
              </a:rPr>
              <a:t> </a:t>
            </a:r>
            <a:r>
              <a:rPr sz="2600" spc="-5" dirty="0">
                <a:solidFill>
                  <a:srgbClr val="3F3F3F"/>
                </a:solidFill>
                <a:latin typeface="Calibri"/>
                <a:cs typeface="Calibri"/>
              </a:rPr>
              <a:t>hops, which means </a:t>
            </a:r>
            <a:r>
              <a:rPr sz="2600" dirty="0">
                <a:solidFill>
                  <a:srgbClr val="3F3F3F"/>
                </a:solidFill>
                <a:latin typeface="Calibri"/>
                <a:cs typeface="Calibri"/>
              </a:rPr>
              <a:t>the </a:t>
            </a:r>
            <a:r>
              <a:rPr sz="2600" spc="-5" dirty="0">
                <a:solidFill>
                  <a:srgbClr val="3F3F3F"/>
                </a:solidFill>
                <a:latin typeface="Calibri"/>
                <a:cs typeface="Calibri"/>
              </a:rPr>
              <a:t>number of </a:t>
            </a:r>
            <a:r>
              <a:rPr sz="2600" spc="-10" dirty="0">
                <a:solidFill>
                  <a:srgbClr val="3F3F3F"/>
                </a:solidFill>
                <a:latin typeface="Calibri"/>
                <a:cs typeface="Calibri"/>
              </a:rPr>
              <a:t>networks </a:t>
            </a:r>
            <a:r>
              <a:rPr sz="2600" spc="-5" dirty="0">
                <a:solidFill>
                  <a:srgbClr val="3F3F3F"/>
                </a:solidFill>
                <a:latin typeface="Calibri"/>
                <a:cs typeface="Calibri"/>
              </a:rPr>
              <a:t>(subnets) </a:t>
            </a:r>
            <a:r>
              <a:rPr sz="2600" dirty="0">
                <a:solidFill>
                  <a:srgbClr val="3F3F3F"/>
                </a:solidFill>
                <a:latin typeface="Calibri"/>
                <a:cs typeface="Calibri"/>
              </a:rPr>
              <a:t>a </a:t>
            </a:r>
            <a:r>
              <a:rPr sz="2600" spc="-20" dirty="0">
                <a:solidFill>
                  <a:srgbClr val="3F3F3F"/>
                </a:solidFill>
                <a:latin typeface="Calibri"/>
                <a:cs typeface="Calibri"/>
              </a:rPr>
              <a:t>packet </a:t>
            </a:r>
            <a:r>
              <a:rPr sz="2600" spc="-575" dirty="0">
                <a:solidFill>
                  <a:srgbClr val="3F3F3F"/>
                </a:solidFill>
                <a:latin typeface="Calibri"/>
                <a:cs typeface="Calibri"/>
              </a:rPr>
              <a:t> </a:t>
            </a:r>
            <a:r>
              <a:rPr sz="2600" spc="-5" dirty="0">
                <a:solidFill>
                  <a:srgbClr val="3F3F3F"/>
                </a:solidFill>
                <a:latin typeface="Calibri"/>
                <a:cs typeface="Calibri"/>
              </a:rPr>
              <a:t>needs </a:t>
            </a:r>
            <a:r>
              <a:rPr sz="2600" spc="-15" dirty="0">
                <a:solidFill>
                  <a:srgbClr val="3F3F3F"/>
                </a:solidFill>
                <a:latin typeface="Calibri"/>
                <a:cs typeface="Calibri"/>
              </a:rPr>
              <a:t>to </a:t>
            </a:r>
            <a:r>
              <a:rPr sz="2600" spc="-25" dirty="0">
                <a:solidFill>
                  <a:srgbClr val="3F3F3F"/>
                </a:solidFill>
                <a:latin typeface="Calibri"/>
                <a:cs typeface="Calibri"/>
              </a:rPr>
              <a:t>travel </a:t>
            </a:r>
            <a:r>
              <a:rPr sz="2600" spc="-10" dirty="0">
                <a:solidFill>
                  <a:srgbClr val="3F3F3F"/>
                </a:solidFill>
                <a:latin typeface="Calibri"/>
                <a:cs typeface="Calibri"/>
              </a:rPr>
              <a:t>through from </a:t>
            </a:r>
            <a:r>
              <a:rPr sz="2600" dirty="0">
                <a:solidFill>
                  <a:srgbClr val="3F3F3F"/>
                </a:solidFill>
                <a:latin typeface="Calibri"/>
                <a:cs typeface="Calibri"/>
              </a:rPr>
              <a:t>the </a:t>
            </a:r>
            <a:r>
              <a:rPr sz="2600" spc="-10" dirty="0">
                <a:solidFill>
                  <a:srgbClr val="3F3F3F"/>
                </a:solidFill>
                <a:latin typeface="Calibri"/>
                <a:cs typeface="Calibri"/>
              </a:rPr>
              <a:t>source router </a:t>
            </a:r>
            <a:r>
              <a:rPr sz="2600" spc="-15" dirty="0">
                <a:solidFill>
                  <a:srgbClr val="3F3F3F"/>
                </a:solidFill>
                <a:latin typeface="Calibri"/>
                <a:cs typeface="Calibri"/>
              </a:rPr>
              <a:t>to </a:t>
            </a:r>
            <a:r>
              <a:rPr sz="2600" dirty="0">
                <a:solidFill>
                  <a:srgbClr val="3F3F3F"/>
                </a:solidFill>
                <a:latin typeface="Calibri"/>
                <a:cs typeface="Calibri"/>
              </a:rPr>
              <a:t>the </a:t>
            </a:r>
            <a:r>
              <a:rPr sz="2600" spc="-5" dirty="0">
                <a:solidFill>
                  <a:srgbClr val="3F3F3F"/>
                </a:solidFill>
                <a:latin typeface="Calibri"/>
                <a:cs typeface="Calibri"/>
              </a:rPr>
              <a:t>final </a:t>
            </a:r>
            <a:r>
              <a:rPr sz="2600" dirty="0">
                <a:solidFill>
                  <a:srgbClr val="3F3F3F"/>
                </a:solidFill>
                <a:latin typeface="Calibri"/>
                <a:cs typeface="Calibri"/>
              </a:rPr>
              <a:t> </a:t>
            </a:r>
            <a:r>
              <a:rPr sz="2600" spc="-10" dirty="0">
                <a:solidFill>
                  <a:srgbClr val="3F3F3F"/>
                </a:solidFill>
                <a:latin typeface="Calibri"/>
                <a:cs typeface="Calibri"/>
              </a:rPr>
              <a:t>destination</a:t>
            </a:r>
            <a:r>
              <a:rPr sz="2600" spc="-55" dirty="0">
                <a:solidFill>
                  <a:srgbClr val="3F3F3F"/>
                </a:solidFill>
                <a:latin typeface="Calibri"/>
                <a:cs typeface="Calibri"/>
              </a:rPr>
              <a:t> </a:t>
            </a:r>
            <a:r>
              <a:rPr sz="2600" spc="-10" dirty="0">
                <a:solidFill>
                  <a:srgbClr val="3F3F3F"/>
                </a:solidFill>
                <a:latin typeface="Calibri"/>
                <a:cs typeface="Calibri"/>
              </a:rPr>
              <a:t>host</a:t>
            </a:r>
            <a:endParaRPr sz="2600">
              <a:latin typeface="Calibri"/>
              <a:cs typeface="Calibri"/>
            </a:endParaRPr>
          </a:p>
          <a:p>
            <a:pPr marL="242570" marR="13970" indent="-182880">
              <a:lnSpc>
                <a:spcPct val="70000"/>
              </a:lnSpc>
              <a:spcBef>
                <a:spcPts val="409"/>
              </a:spcBef>
              <a:buClr>
                <a:srgbClr val="1CACE4"/>
              </a:buClr>
              <a:buChar char="◦"/>
              <a:tabLst>
                <a:tab pos="243204" algn="l"/>
              </a:tabLst>
            </a:pPr>
            <a:r>
              <a:rPr sz="2200" spc="-10" dirty="0">
                <a:solidFill>
                  <a:srgbClr val="3F3F3F"/>
                </a:solidFill>
                <a:latin typeface="Calibri"/>
                <a:cs typeface="Calibri"/>
              </a:rPr>
              <a:t>The</a:t>
            </a:r>
            <a:r>
              <a:rPr sz="2200" spc="5" dirty="0">
                <a:solidFill>
                  <a:srgbClr val="3F3F3F"/>
                </a:solidFill>
                <a:latin typeface="Calibri"/>
                <a:cs typeface="Calibri"/>
              </a:rPr>
              <a:t> </a:t>
            </a:r>
            <a:r>
              <a:rPr sz="2200" spc="-10" dirty="0">
                <a:solidFill>
                  <a:srgbClr val="3F3F3F"/>
                </a:solidFill>
                <a:latin typeface="Calibri"/>
                <a:cs typeface="Calibri"/>
              </a:rPr>
              <a:t>network</a:t>
            </a:r>
            <a:r>
              <a:rPr sz="2200" spc="15" dirty="0">
                <a:solidFill>
                  <a:srgbClr val="3F3F3F"/>
                </a:solidFill>
                <a:latin typeface="Calibri"/>
                <a:cs typeface="Calibri"/>
              </a:rPr>
              <a:t> </a:t>
            </a:r>
            <a:r>
              <a:rPr sz="2200" spc="-5" dirty="0">
                <a:solidFill>
                  <a:srgbClr val="3F3F3F"/>
                </a:solidFill>
                <a:latin typeface="Calibri"/>
                <a:cs typeface="Calibri"/>
              </a:rPr>
              <a:t>in </a:t>
            </a:r>
            <a:r>
              <a:rPr sz="2200" spc="-10" dirty="0">
                <a:solidFill>
                  <a:srgbClr val="3F3F3F"/>
                </a:solidFill>
                <a:latin typeface="Calibri"/>
                <a:cs typeface="Calibri"/>
              </a:rPr>
              <a:t>which</a:t>
            </a:r>
            <a:r>
              <a:rPr sz="2200" spc="-5" dirty="0">
                <a:solidFill>
                  <a:srgbClr val="3F3F3F"/>
                </a:solidFill>
                <a:latin typeface="Calibri"/>
                <a:cs typeface="Calibri"/>
              </a:rPr>
              <a: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5" dirty="0">
                <a:solidFill>
                  <a:srgbClr val="3F3F3F"/>
                </a:solidFill>
                <a:latin typeface="Calibri"/>
                <a:cs typeface="Calibri"/>
              </a:rPr>
              <a:t>source</a:t>
            </a:r>
            <a:r>
              <a:rPr sz="2200" spc="5" dirty="0">
                <a:solidFill>
                  <a:srgbClr val="3F3F3F"/>
                </a:solidFill>
                <a:latin typeface="Calibri"/>
                <a:cs typeface="Calibri"/>
              </a:rPr>
              <a:t> </a:t>
            </a:r>
            <a:r>
              <a:rPr sz="2200" spc="-10" dirty="0">
                <a:solidFill>
                  <a:srgbClr val="3F3F3F"/>
                </a:solidFill>
                <a:latin typeface="Calibri"/>
                <a:cs typeface="Calibri"/>
              </a:rPr>
              <a:t>host</a:t>
            </a:r>
            <a:r>
              <a:rPr sz="2200" spc="-5" dirty="0">
                <a:solidFill>
                  <a:srgbClr val="3F3F3F"/>
                </a:solidFill>
                <a:latin typeface="Calibri"/>
                <a:cs typeface="Calibri"/>
              </a:rPr>
              <a:t> is</a:t>
            </a:r>
            <a:r>
              <a:rPr sz="2200" spc="40" dirty="0">
                <a:solidFill>
                  <a:srgbClr val="3F3F3F"/>
                </a:solidFill>
                <a:latin typeface="Calibri"/>
                <a:cs typeface="Calibri"/>
              </a:rPr>
              <a:t> </a:t>
            </a:r>
            <a:r>
              <a:rPr sz="2200" spc="-15" dirty="0">
                <a:solidFill>
                  <a:srgbClr val="3F3F3F"/>
                </a:solidFill>
                <a:latin typeface="Calibri"/>
                <a:cs typeface="Calibri"/>
              </a:rPr>
              <a:t>connected</a:t>
            </a:r>
            <a:r>
              <a:rPr sz="2200" spc="15" dirty="0">
                <a:solidFill>
                  <a:srgbClr val="3F3F3F"/>
                </a:solidFill>
                <a:latin typeface="Calibri"/>
                <a:cs typeface="Calibri"/>
              </a:rPr>
              <a:t> </a:t>
            </a:r>
            <a:r>
              <a:rPr sz="2200" spc="-5" dirty="0">
                <a:solidFill>
                  <a:srgbClr val="3F3F3F"/>
                </a:solidFill>
                <a:latin typeface="Calibri"/>
                <a:cs typeface="Calibri"/>
              </a:rPr>
              <a:t>is</a:t>
            </a:r>
            <a:r>
              <a:rPr sz="2200" spc="10" dirty="0">
                <a:solidFill>
                  <a:srgbClr val="3F3F3F"/>
                </a:solidFill>
                <a:latin typeface="Calibri"/>
                <a:cs typeface="Calibri"/>
              </a:rPr>
              <a:t> </a:t>
            </a:r>
            <a:r>
              <a:rPr sz="2200" spc="-5" dirty="0">
                <a:solidFill>
                  <a:srgbClr val="3F3F3F"/>
                </a:solidFill>
                <a:latin typeface="Calibri"/>
                <a:cs typeface="Calibri"/>
              </a:rPr>
              <a:t>not</a:t>
            </a:r>
            <a:r>
              <a:rPr sz="2200" spc="5" dirty="0">
                <a:solidFill>
                  <a:srgbClr val="3F3F3F"/>
                </a:solidFill>
                <a:latin typeface="Calibri"/>
                <a:cs typeface="Calibri"/>
              </a:rPr>
              <a:t> </a:t>
            </a:r>
            <a:r>
              <a:rPr sz="2200" spc="-20" dirty="0">
                <a:solidFill>
                  <a:srgbClr val="3F3F3F"/>
                </a:solidFill>
                <a:latin typeface="Calibri"/>
                <a:cs typeface="Calibri"/>
              </a:rPr>
              <a:t>counted</a:t>
            </a:r>
            <a:r>
              <a:rPr sz="2200" spc="15" dirty="0">
                <a:solidFill>
                  <a:srgbClr val="3F3F3F"/>
                </a:solidFill>
                <a:latin typeface="Calibri"/>
                <a:cs typeface="Calibri"/>
              </a:rPr>
              <a:t> </a:t>
            </a:r>
            <a:r>
              <a:rPr sz="2200" spc="-5" dirty="0">
                <a:solidFill>
                  <a:srgbClr val="3F3F3F"/>
                </a:solidFill>
                <a:latin typeface="Calibri"/>
                <a:cs typeface="Calibri"/>
              </a:rPr>
              <a:t>in </a:t>
            </a:r>
            <a:r>
              <a:rPr sz="2200" spc="-10" dirty="0">
                <a:solidFill>
                  <a:srgbClr val="3F3F3F"/>
                </a:solidFill>
                <a:latin typeface="Calibri"/>
                <a:cs typeface="Calibri"/>
              </a:rPr>
              <a:t>this </a:t>
            </a:r>
            <a:r>
              <a:rPr sz="2200" spc="-484" dirty="0">
                <a:solidFill>
                  <a:srgbClr val="3F3F3F"/>
                </a:solidFill>
                <a:latin typeface="Calibri"/>
                <a:cs typeface="Calibri"/>
              </a:rPr>
              <a:t> </a:t>
            </a:r>
            <a:r>
              <a:rPr sz="2200" spc="-15" dirty="0">
                <a:solidFill>
                  <a:srgbClr val="3F3F3F"/>
                </a:solidFill>
                <a:latin typeface="Calibri"/>
                <a:cs typeface="Calibri"/>
              </a:rPr>
              <a:t>calculation</a:t>
            </a:r>
            <a:r>
              <a:rPr sz="2200" spc="-20" dirty="0">
                <a:solidFill>
                  <a:srgbClr val="3F3F3F"/>
                </a:solidFill>
                <a:latin typeface="Calibri"/>
                <a:cs typeface="Calibri"/>
              </a:rPr>
              <a:t> </a:t>
            </a:r>
            <a:r>
              <a:rPr sz="2200" spc="-10" dirty="0">
                <a:solidFill>
                  <a:srgbClr val="3F3F3F"/>
                </a:solidFill>
                <a:latin typeface="Calibri"/>
                <a:cs typeface="Calibri"/>
              </a:rPr>
              <a:t>because</a:t>
            </a:r>
            <a:r>
              <a:rPr sz="2200" spc="5" dirty="0">
                <a:solidFill>
                  <a:srgbClr val="3F3F3F"/>
                </a:solidFill>
                <a:latin typeface="Calibri"/>
                <a:cs typeface="Calibri"/>
              </a:rPr>
              <a:t> </a:t>
            </a:r>
            <a:r>
              <a:rPr sz="2200" spc="-10" dirty="0">
                <a:solidFill>
                  <a:srgbClr val="3F3F3F"/>
                </a:solidFill>
                <a:latin typeface="Calibri"/>
                <a:cs typeface="Calibri"/>
              </a:rPr>
              <a:t>the</a:t>
            </a:r>
            <a:r>
              <a:rPr sz="2200" spc="15" dirty="0">
                <a:solidFill>
                  <a:srgbClr val="3F3F3F"/>
                </a:solidFill>
                <a:latin typeface="Calibri"/>
                <a:cs typeface="Calibri"/>
              </a:rPr>
              <a:t> </a:t>
            </a:r>
            <a:r>
              <a:rPr sz="2200" spc="-15" dirty="0">
                <a:solidFill>
                  <a:srgbClr val="3F3F3F"/>
                </a:solidFill>
                <a:latin typeface="Calibri"/>
                <a:cs typeface="Calibri"/>
              </a:rPr>
              <a:t>source</a:t>
            </a:r>
            <a:r>
              <a:rPr sz="2200" spc="5" dirty="0">
                <a:solidFill>
                  <a:srgbClr val="3F3F3F"/>
                </a:solidFill>
                <a:latin typeface="Calibri"/>
                <a:cs typeface="Calibri"/>
              </a:rPr>
              <a:t> </a:t>
            </a:r>
            <a:r>
              <a:rPr sz="2200" spc="-10" dirty="0">
                <a:solidFill>
                  <a:srgbClr val="3F3F3F"/>
                </a:solidFill>
                <a:latin typeface="Calibri"/>
                <a:cs typeface="Calibri"/>
              </a:rPr>
              <a:t>host</a:t>
            </a:r>
            <a:r>
              <a:rPr sz="2200" spc="-5" dirty="0">
                <a:solidFill>
                  <a:srgbClr val="3F3F3F"/>
                </a:solidFill>
                <a:latin typeface="Calibri"/>
                <a:cs typeface="Calibri"/>
              </a:rPr>
              <a:t> does</a:t>
            </a:r>
            <a:r>
              <a:rPr sz="2200" spc="10" dirty="0">
                <a:solidFill>
                  <a:srgbClr val="3F3F3F"/>
                </a:solidFill>
                <a:latin typeface="Calibri"/>
                <a:cs typeface="Calibri"/>
              </a:rPr>
              <a:t> </a:t>
            </a:r>
            <a:r>
              <a:rPr sz="2200" spc="-5" dirty="0">
                <a:solidFill>
                  <a:srgbClr val="3F3F3F"/>
                </a:solidFill>
                <a:latin typeface="Calibri"/>
                <a:cs typeface="Calibri"/>
              </a:rPr>
              <a:t>not</a:t>
            </a:r>
            <a:r>
              <a:rPr sz="2200" spc="5" dirty="0">
                <a:solidFill>
                  <a:srgbClr val="3F3F3F"/>
                </a:solidFill>
                <a:latin typeface="Calibri"/>
                <a:cs typeface="Calibri"/>
              </a:rPr>
              <a:t> </a:t>
            </a:r>
            <a:r>
              <a:rPr sz="2200" spc="-5" dirty="0">
                <a:solidFill>
                  <a:srgbClr val="3F3F3F"/>
                </a:solidFill>
                <a:latin typeface="Calibri"/>
                <a:cs typeface="Calibri"/>
              </a:rPr>
              <a:t>use</a:t>
            </a:r>
            <a:r>
              <a:rPr sz="2200" spc="40" dirty="0">
                <a:solidFill>
                  <a:srgbClr val="3F3F3F"/>
                </a:solidFill>
                <a:latin typeface="Calibri"/>
                <a:cs typeface="Calibri"/>
              </a:rPr>
              <a:t> </a:t>
            </a:r>
            <a:r>
              <a:rPr sz="2200" spc="-5" dirty="0">
                <a:solidFill>
                  <a:srgbClr val="3F3F3F"/>
                </a:solidFill>
                <a:latin typeface="Calibri"/>
                <a:cs typeface="Calibri"/>
              </a:rPr>
              <a:t>a</a:t>
            </a:r>
            <a:r>
              <a:rPr sz="2200" dirty="0">
                <a:solidFill>
                  <a:srgbClr val="3F3F3F"/>
                </a:solidFill>
                <a:latin typeface="Calibri"/>
                <a:cs typeface="Calibri"/>
              </a:rPr>
              <a:t> </a:t>
            </a:r>
            <a:r>
              <a:rPr sz="2200" spc="-15" dirty="0">
                <a:solidFill>
                  <a:srgbClr val="3F3F3F"/>
                </a:solidFill>
                <a:latin typeface="Calibri"/>
                <a:cs typeface="Calibri"/>
              </a:rPr>
              <a:t>forwarding table</a:t>
            </a:r>
            <a:endParaRPr sz="2200">
              <a:latin typeface="Calibri"/>
              <a:cs typeface="Calibri"/>
            </a:endParaRPr>
          </a:p>
          <a:p>
            <a:pPr marL="242570" indent="-183515">
              <a:lnSpc>
                <a:spcPts val="2450"/>
              </a:lnSpc>
              <a:buClr>
                <a:srgbClr val="1CACE4"/>
              </a:buClr>
              <a:buChar char="◦"/>
              <a:tabLst>
                <a:tab pos="243204" algn="l"/>
              </a:tabLst>
            </a:pPr>
            <a:r>
              <a:rPr sz="2200" spc="-10" dirty="0">
                <a:solidFill>
                  <a:srgbClr val="3F3F3F"/>
                </a:solidFill>
                <a:latin typeface="Calibri"/>
                <a:cs typeface="Calibri"/>
              </a:rPr>
              <a:t>the</a:t>
            </a:r>
            <a:r>
              <a:rPr sz="2200" dirty="0">
                <a:solidFill>
                  <a:srgbClr val="3F3F3F"/>
                </a:solidFill>
                <a:latin typeface="Calibri"/>
                <a:cs typeface="Calibri"/>
              </a:rPr>
              <a:t> </a:t>
            </a:r>
            <a:r>
              <a:rPr sz="2200" spc="-20" dirty="0">
                <a:solidFill>
                  <a:srgbClr val="3F3F3F"/>
                </a:solidFill>
                <a:latin typeface="Calibri"/>
                <a:cs typeface="Calibri"/>
              </a:rPr>
              <a:t>packet</a:t>
            </a:r>
            <a:r>
              <a:rPr sz="2200" dirty="0">
                <a:solidFill>
                  <a:srgbClr val="3F3F3F"/>
                </a:solidFill>
                <a:latin typeface="Calibri"/>
                <a:cs typeface="Calibri"/>
              </a:rPr>
              <a:t> </a:t>
            </a:r>
            <a:r>
              <a:rPr sz="2200" spc="-5" dirty="0">
                <a:solidFill>
                  <a:srgbClr val="3F3F3F"/>
                </a:solidFill>
                <a:latin typeface="Calibri"/>
                <a:cs typeface="Calibri"/>
              </a:rPr>
              <a:t>is </a:t>
            </a:r>
            <a:r>
              <a:rPr sz="2200" spc="-15" dirty="0">
                <a:solidFill>
                  <a:srgbClr val="3F3F3F"/>
                </a:solidFill>
                <a:latin typeface="Calibri"/>
                <a:cs typeface="Calibri"/>
              </a:rPr>
              <a:t>delivered</a:t>
            </a:r>
            <a:r>
              <a:rPr sz="2200" spc="-5" dirty="0">
                <a:solidFill>
                  <a:srgbClr val="3F3F3F"/>
                </a:solidFill>
                <a:latin typeface="Calibri"/>
                <a:cs typeface="Calibri"/>
              </a:rPr>
              <a:t> </a:t>
            </a:r>
            <a:r>
              <a:rPr sz="2200" spc="-20" dirty="0">
                <a:solidFill>
                  <a:srgbClr val="3F3F3F"/>
                </a:solidFill>
                <a:latin typeface="Calibri"/>
                <a:cs typeface="Calibri"/>
              </a:rPr>
              <a:t>to</a:t>
            </a:r>
            <a:r>
              <a:rPr sz="2200" spc="5" dirty="0">
                <a:solidFill>
                  <a:srgbClr val="3F3F3F"/>
                </a:solidFill>
                <a:latin typeface="Calibri"/>
                <a:cs typeface="Calibri"/>
              </a:rPr>
              <a:t> </a:t>
            </a:r>
            <a:r>
              <a:rPr sz="2200" spc="-10" dirty="0">
                <a:solidFill>
                  <a:srgbClr val="3F3F3F"/>
                </a:solidFill>
                <a:latin typeface="Calibri"/>
                <a:cs typeface="Calibri"/>
              </a:rPr>
              <a:t>the</a:t>
            </a:r>
            <a:r>
              <a:rPr sz="2200" spc="10" dirty="0">
                <a:solidFill>
                  <a:srgbClr val="3F3F3F"/>
                </a:solidFill>
                <a:latin typeface="Calibri"/>
                <a:cs typeface="Calibri"/>
              </a:rPr>
              <a:t> </a:t>
            </a:r>
            <a:r>
              <a:rPr sz="2200" spc="-15" dirty="0">
                <a:solidFill>
                  <a:srgbClr val="3F3F3F"/>
                </a:solidFill>
                <a:latin typeface="Calibri"/>
                <a:cs typeface="Calibri"/>
              </a:rPr>
              <a:t>default</a:t>
            </a:r>
            <a:r>
              <a:rPr sz="2200" dirty="0">
                <a:solidFill>
                  <a:srgbClr val="3F3F3F"/>
                </a:solidFill>
                <a:latin typeface="Calibri"/>
                <a:cs typeface="Calibri"/>
              </a:rPr>
              <a:t> </a:t>
            </a:r>
            <a:r>
              <a:rPr sz="2200" spc="-40" dirty="0">
                <a:solidFill>
                  <a:srgbClr val="3F3F3F"/>
                </a:solidFill>
                <a:latin typeface="Calibri"/>
                <a:cs typeface="Calibri"/>
              </a:rPr>
              <a:t>router.</a:t>
            </a:r>
            <a:endParaRPr sz="22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82</a:t>
            </a:fld>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633595" cy="756920"/>
          </a:xfrm>
          <a:prstGeom prst="rect">
            <a:avLst/>
          </a:prstGeom>
        </p:spPr>
        <p:txBody>
          <a:bodyPr vert="horz" wrap="square" lIns="0" tIns="12700" rIns="0" bIns="0" rtlCol="0">
            <a:spAutoFit/>
          </a:bodyPr>
          <a:lstStyle/>
          <a:p>
            <a:pPr marL="12700">
              <a:lnSpc>
                <a:spcPct val="100000"/>
              </a:lnSpc>
              <a:spcBef>
                <a:spcPts val="100"/>
              </a:spcBef>
            </a:pPr>
            <a:r>
              <a:rPr sz="4800" i="0" spc="-35" dirty="0">
                <a:latin typeface="Arial"/>
                <a:cs typeface="Arial"/>
              </a:rPr>
              <a:t>RIP</a:t>
            </a:r>
            <a:r>
              <a:rPr sz="4800" i="0" spc="-229" dirty="0">
                <a:latin typeface="Arial"/>
                <a:cs typeface="Arial"/>
              </a:rPr>
              <a:t> </a:t>
            </a:r>
            <a:r>
              <a:rPr sz="4800" i="0" spc="-5" dirty="0">
                <a:latin typeface="Arial"/>
                <a:cs typeface="Arial"/>
              </a:rPr>
              <a:t>–</a:t>
            </a:r>
            <a:r>
              <a:rPr sz="4800" i="0" spc="-120" dirty="0">
                <a:latin typeface="Arial"/>
                <a:cs typeface="Arial"/>
              </a:rPr>
              <a:t> </a:t>
            </a:r>
            <a:r>
              <a:rPr sz="4800" i="0" spc="-35" dirty="0">
                <a:latin typeface="Arial"/>
                <a:cs typeface="Arial"/>
              </a:rPr>
              <a:t>Hop</a:t>
            </a:r>
            <a:r>
              <a:rPr sz="4800" i="0" spc="-120" dirty="0">
                <a:latin typeface="Arial"/>
                <a:cs typeface="Arial"/>
              </a:rPr>
              <a:t> </a:t>
            </a:r>
            <a:r>
              <a:rPr sz="4800" i="0" spc="-45" dirty="0">
                <a:latin typeface="Arial"/>
                <a:cs typeface="Arial"/>
              </a:rPr>
              <a:t>count</a:t>
            </a:r>
            <a:endParaRPr sz="4800">
              <a:latin typeface="Arial"/>
              <a:cs typeface="Arial"/>
            </a:endParaRPr>
          </a:p>
        </p:txBody>
      </p:sp>
      <p:sp>
        <p:nvSpPr>
          <p:cNvPr id="3" name="object 3"/>
          <p:cNvSpPr txBox="1"/>
          <p:nvPr/>
        </p:nvSpPr>
        <p:spPr>
          <a:xfrm>
            <a:off x="697667" y="1769826"/>
            <a:ext cx="8446770" cy="835660"/>
          </a:xfrm>
          <a:prstGeom prst="rect">
            <a:avLst/>
          </a:prstGeom>
        </p:spPr>
        <p:txBody>
          <a:bodyPr vert="horz" wrap="square" lIns="0" tIns="60960" rIns="0" bIns="0" rtlCol="0">
            <a:spAutoFit/>
          </a:bodyPr>
          <a:lstStyle/>
          <a:p>
            <a:pPr marL="189230" marR="5080" indent="-177165">
              <a:lnSpc>
                <a:spcPts val="3020"/>
              </a:lnSpc>
              <a:spcBef>
                <a:spcPts val="480"/>
              </a:spcBef>
              <a:buClr>
                <a:srgbClr val="1CACE4"/>
              </a:buClr>
              <a:buFont typeface="Arial MT"/>
              <a:buChar char="•"/>
              <a:tabLst>
                <a:tab pos="189865" algn="l"/>
              </a:tabLst>
            </a:pPr>
            <a:r>
              <a:rPr sz="2800" spc="-10" dirty="0">
                <a:solidFill>
                  <a:srgbClr val="3F3F3F"/>
                </a:solidFill>
                <a:latin typeface="Calibri"/>
                <a:cs typeface="Calibri"/>
              </a:rPr>
              <a:t>hop</a:t>
            </a:r>
            <a:r>
              <a:rPr sz="2800" dirty="0">
                <a:solidFill>
                  <a:srgbClr val="3F3F3F"/>
                </a:solidFill>
                <a:latin typeface="Calibri"/>
                <a:cs typeface="Calibri"/>
              </a:rPr>
              <a:t> </a:t>
            </a:r>
            <a:r>
              <a:rPr sz="2800" spc="-15" dirty="0">
                <a:solidFill>
                  <a:srgbClr val="3F3F3F"/>
                </a:solidFill>
                <a:latin typeface="Calibri"/>
                <a:cs typeface="Calibri"/>
              </a:rPr>
              <a:t>count</a:t>
            </a:r>
            <a:r>
              <a:rPr sz="2800" spc="15" dirty="0">
                <a:solidFill>
                  <a:srgbClr val="3F3F3F"/>
                </a:solidFill>
                <a:latin typeface="Calibri"/>
                <a:cs typeface="Calibri"/>
              </a:rPr>
              <a:t> </a:t>
            </a:r>
            <a:r>
              <a:rPr sz="2800" spc="-10" dirty="0">
                <a:solidFill>
                  <a:srgbClr val="3F3F3F"/>
                </a:solidFill>
                <a:latin typeface="Calibri"/>
                <a:cs typeface="Calibri"/>
              </a:rPr>
              <a:t>advertised</a:t>
            </a:r>
            <a:r>
              <a:rPr sz="2800" spc="20" dirty="0">
                <a:solidFill>
                  <a:srgbClr val="3F3F3F"/>
                </a:solidFill>
                <a:latin typeface="Calibri"/>
                <a:cs typeface="Calibri"/>
              </a:rPr>
              <a:t> </a:t>
            </a:r>
            <a:r>
              <a:rPr sz="2800" spc="-15" dirty="0">
                <a:solidFill>
                  <a:srgbClr val="3F3F3F"/>
                </a:solidFill>
                <a:latin typeface="Calibri"/>
                <a:cs typeface="Calibri"/>
              </a:rPr>
              <a:t>by</a:t>
            </a:r>
            <a:r>
              <a:rPr sz="2800" spc="5" dirty="0">
                <a:solidFill>
                  <a:srgbClr val="3F3F3F"/>
                </a:solidFill>
                <a:latin typeface="Calibri"/>
                <a:cs typeface="Calibri"/>
              </a:rPr>
              <a:t> </a:t>
            </a:r>
            <a:r>
              <a:rPr sz="2800" spc="-15" dirty="0">
                <a:solidFill>
                  <a:srgbClr val="3F3F3F"/>
                </a:solidFill>
                <a:latin typeface="Calibri"/>
                <a:cs typeface="Calibri"/>
              </a:rPr>
              <a:t>three</a:t>
            </a:r>
            <a:r>
              <a:rPr sz="2800" spc="-10" dirty="0">
                <a:solidFill>
                  <a:srgbClr val="3F3F3F"/>
                </a:solidFill>
                <a:latin typeface="Calibri"/>
                <a:cs typeface="Calibri"/>
              </a:rPr>
              <a:t> </a:t>
            </a:r>
            <a:r>
              <a:rPr sz="2800" spc="-25" dirty="0">
                <a:solidFill>
                  <a:srgbClr val="3F3F3F"/>
                </a:solidFill>
                <a:latin typeface="Calibri"/>
                <a:cs typeface="Calibri"/>
              </a:rPr>
              <a:t>routers</a:t>
            </a:r>
            <a:r>
              <a:rPr sz="2800" spc="20" dirty="0">
                <a:solidFill>
                  <a:srgbClr val="3F3F3F"/>
                </a:solidFill>
                <a:latin typeface="Calibri"/>
                <a:cs typeface="Calibri"/>
              </a:rPr>
              <a:t> </a:t>
            </a:r>
            <a:r>
              <a:rPr sz="2800" spc="-20" dirty="0">
                <a:solidFill>
                  <a:srgbClr val="3F3F3F"/>
                </a:solidFill>
                <a:latin typeface="Calibri"/>
                <a:cs typeface="Calibri"/>
              </a:rPr>
              <a:t>from</a:t>
            </a:r>
            <a:r>
              <a:rPr sz="2800" spc="10" dirty="0">
                <a:solidFill>
                  <a:srgbClr val="3F3F3F"/>
                </a:solidFill>
                <a:latin typeface="Calibri"/>
                <a:cs typeface="Calibri"/>
              </a:rPr>
              <a:t> </a:t>
            </a:r>
            <a:r>
              <a:rPr sz="2800" spc="-5" dirty="0">
                <a:solidFill>
                  <a:srgbClr val="3F3F3F"/>
                </a:solidFill>
                <a:latin typeface="Calibri"/>
                <a:cs typeface="Calibri"/>
              </a:rPr>
              <a:t>a </a:t>
            </a:r>
            <a:r>
              <a:rPr sz="2800" spc="-15" dirty="0">
                <a:solidFill>
                  <a:srgbClr val="3F3F3F"/>
                </a:solidFill>
                <a:latin typeface="Calibri"/>
                <a:cs typeface="Calibri"/>
              </a:rPr>
              <a:t>source</a:t>
            </a:r>
            <a:r>
              <a:rPr sz="2800" spc="5" dirty="0">
                <a:solidFill>
                  <a:srgbClr val="3F3F3F"/>
                </a:solidFill>
                <a:latin typeface="Calibri"/>
                <a:cs typeface="Calibri"/>
              </a:rPr>
              <a:t> </a:t>
            </a:r>
            <a:r>
              <a:rPr sz="2800" spc="-15" dirty="0">
                <a:solidFill>
                  <a:srgbClr val="3F3F3F"/>
                </a:solidFill>
                <a:latin typeface="Calibri"/>
                <a:cs typeface="Calibri"/>
              </a:rPr>
              <a:t>host </a:t>
            </a:r>
            <a:r>
              <a:rPr sz="2800" spc="-620" dirty="0">
                <a:solidFill>
                  <a:srgbClr val="3F3F3F"/>
                </a:solidFill>
                <a:latin typeface="Calibri"/>
                <a:cs typeface="Calibri"/>
              </a:rPr>
              <a:t> </a:t>
            </a:r>
            <a:r>
              <a:rPr sz="2800" spc="-20" dirty="0">
                <a:solidFill>
                  <a:srgbClr val="3F3F3F"/>
                </a:solidFill>
                <a:latin typeface="Calibri"/>
                <a:cs typeface="Calibri"/>
              </a:rPr>
              <a:t>to</a:t>
            </a:r>
            <a:r>
              <a:rPr sz="2800" spc="-15" dirty="0">
                <a:solidFill>
                  <a:srgbClr val="3F3F3F"/>
                </a:solidFill>
                <a:latin typeface="Calibri"/>
                <a:cs typeface="Calibri"/>
              </a:rPr>
              <a:t> </a:t>
            </a:r>
            <a:r>
              <a:rPr sz="2800" spc="-5" dirty="0">
                <a:solidFill>
                  <a:srgbClr val="3F3F3F"/>
                </a:solidFill>
                <a:latin typeface="Calibri"/>
                <a:cs typeface="Calibri"/>
              </a:rPr>
              <a:t>a </a:t>
            </a:r>
            <a:r>
              <a:rPr sz="2800" spc="-15" dirty="0">
                <a:solidFill>
                  <a:srgbClr val="3F3F3F"/>
                </a:solidFill>
                <a:latin typeface="Calibri"/>
                <a:cs typeface="Calibri"/>
              </a:rPr>
              <a:t>destination</a:t>
            </a:r>
            <a:r>
              <a:rPr sz="2800" spc="55" dirty="0">
                <a:solidFill>
                  <a:srgbClr val="3F3F3F"/>
                </a:solidFill>
                <a:latin typeface="Calibri"/>
                <a:cs typeface="Calibri"/>
              </a:rPr>
              <a:t> </a:t>
            </a:r>
            <a:r>
              <a:rPr sz="2800" spc="-15" dirty="0">
                <a:solidFill>
                  <a:srgbClr val="3F3F3F"/>
                </a:solidFill>
                <a:latin typeface="Calibri"/>
                <a:cs typeface="Calibri"/>
              </a:rPr>
              <a:t>host</a:t>
            </a:r>
            <a:endParaRPr sz="2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1295400" y="2743199"/>
            <a:ext cx="7347203" cy="2209800"/>
          </a:xfrm>
          <a:prstGeom prst="rect">
            <a:avLst/>
          </a:prstGeom>
        </p:spPr>
      </p:pic>
      <p:sp>
        <p:nvSpPr>
          <p:cNvPr id="8" name="object 8"/>
          <p:cNvSpPr txBox="1"/>
          <p:nvPr/>
        </p:nvSpPr>
        <p:spPr>
          <a:xfrm>
            <a:off x="634320" y="5168900"/>
            <a:ext cx="8641080" cy="1431290"/>
          </a:xfrm>
          <a:prstGeom prst="rect">
            <a:avLst/>
          </a:prstGeom>
        </p:spPr>
        <p:txBody>
          <a:bodyPr vert="horz" wrap="square" lIns="0" tIns="132080" rIns="0" bIns="0" rtlCol="0">
            <a:spAutoFit/>
          </a:bodyPr>
          <a:lstStyle/>
          <a:p>
            <a:pPr marL="189230" marR="131445" indent="-177165">
              <a:lnSpc>
                <a:spcPct val="70000"/>
              </a:lnSpc>
              <a:spcBef>
                <a:spcPts val="1040"/>
              </a:spcBef>
              <a:buClr>
                <a:srgbClr val="1CACE4"/>
              </a:buClr>
              <a:buFont typeface="Arial MT"/>
              <a:buChar char="•"/>
              <a:tabLst>
                <a:tab pos="189865" algn="l"/>
              </a:tabLst>
            </a:pPr>
            <a:r>
              <a:rPr sz="2600" dirty="0">
                <a:solidFill>
                  <a:srgbClr val="3F3F3F"/>
                </a:solidFill>
                <a:latin typeface="Calibri"/>
                <a:cs typeface="Calibri"/>
              </a:rPr>
              <a:t>In </a:t>
            </a:r>
            <a:r>
              <a:rPr sz="2600" spc="-85" dirty="0">
                <a:solidFill>
                  <a:srgbClr val="3F3F3F"/>
                </a:solidFill>
                <a:latin typeface="Calibri"/>
                <a:cs typeface="Calibri"/>
              </a:rPr>
              <a:t>RIP, </a:t>
            </a:r>
            <a:r>
              <a:rPr sz="2600" dirty="0">
                <a:solidFill>
                  <a:srgbClr val="3F3F3F"/>
                </a:solidFill>
                <a:latin typeface="Calibri"/>
                <a:cs typeface="Calibri"/>
              </a:rPr>
              <a:t>the </a:t>
            </a:r>
            <a:r>
              <a:rPr sz="2600" spc="-5" dirty="0">
                <a:solidFill>
                  <a:srgbClr val="3F3F3F"/>
                </a:solidFill>
                <a:latin typeface="Calibri"/>
                <a:cs typeface="Calibri"/>
              </a:rPr>
              <a:t>maximum </a:t>
            </a:r>
            <a:r>
              <a:rPr sz="2600" spc="-15" dirty="0">
                <a:solidFill>
                  <a:srgbClr val="3F3F3F"/>
                </a:solidFill>
                <a:latin typeface="Calibri"/>
                <a:cs typeface="Calibri"/>
              </a:rPr>
              <a:t>cost </a:t>
            </a:r>
            <a:r>
              <a:rPr sz="2600" spc="-5" dirty="0">
                <a:solidFill>
                  <a:srgbClr val="3F3F3F"/>
                </a:solidFill>
                <a:latin typeface="Calibri"/>
                <a:cs typeface="Calibri"/>
              </a:rPr>
              <a:t>of </a:t>
            </a:r>
            <a:r>
              <a:rPr sz="2600" dirty="0">
                <a:solidFill>
                  <a:srgbClr val="3F3F3F"/>
                </a:solidFill>
                <a:latin typeface="Calibri"/>
                <a:cs typeface="Calibri"/>
              </a:rPr>
              <a:t>a </a:t>
            </a:r>
            <a:r>
              <a:rPr sz="2600" spc="-10" dirty="0">
                <a:solidFill>
                  <a:srgbClr val="3F3F3F"/>
                </a:solidFill>
                <a:latin typeface="Calibri"/>
                <a:cs typeface="Calibri"/>
              </a:rPr>
              <a:t>path can </a:t>
            </a:r>
            <a:r>
              <a:rPr sz="2600" spc="-5" dirty="0">
                <a:solidFill>
                  <a:srgbClr val="3F3F3F"/>
                </a:solidFill>
                <a:latin typeface="Calibri"/>
                <a:cs typeface="Calibri"/>
              </a:rPr>
              <a:t>be 15, which means 16 </a:t>
            </a:r>
            <a:r>
              <a:rPr sz="2600" spc="-575" dirty="0">
                <a:solidFill>
                  <a:srgbClr val="3F3F3F"/>
                </a:solidFill>
                <a:latin typeface="Calibri"/>
                <a:cs typeface="Calibri"/>
              </a:rPr>
              <a:t> </a:t>
            </a:r>
            <a:r>
              <a:rPr sz="2600" spc="-5" dirty="0">
                <a:solidFill>
                  <a:srgbClr val="3F3F3F"/>
                </a:solidFill>
                <a:latin typeface="Calibri"/>
                <a:cs typeface="Calibri"/>
              </a:rPr>
              <a:t>is</a:t>
            </a:r>
            <a:r>
              <a:rPr sz="2600" spc="-35" dirty="0">
                <a:solidFill>
                  <a:srgbClr val="3F3F3F"/>
                </a:solidFill>
                <a:latin typeface="Calibri"/>
                <a:cs typeface="Calibri"/>
              </a:rPr>
              <a:t> </a:t>
            </a:r>
            <a:r>
              <a:rPr sz="2600" spc="-10" dirty="0">
                <a:solidFill>
                  <a:srgbClr val="3F3F3F"/>
                </a:solidFill>
                <a:latin typeface="Calibri"/>
                <a:cs typeface="Calibri"/>
              </a:rPr>
              <a:t>considered</a:t>
            </a:r>
            <a:r>
              <a:rPr sz="2600" spc="-30" dirty="0">
                <a:solidFill>
                  <a:srgbClr val="3F3F3F"/>
                </a:solidFill>
                <a:latin typeface="Calibri"/>
                <a:cs typeface="Calibri"/>
              </a:rPr>
              <a:t> </a:t>
            </a:r>
            <a:r>
              <a:rPr sz="2600" dirty="0">
                <a:solidFill>
                  <a:srgbClr val="3F3F3F"/>
                </a:solidFill>
                <a:latin typeface="Calibri"/>
                <a:cs typeface="Calibri"/>
              </a:rPr>
              <a:t>as</a:t>
            </a:r>
            <a:r>
              <a:rPr sz="2600" spc="-10" dirty="0">
                <a:solidFill>
                  <a:srgbClr val="3F3F3F"/>
                </a:solidFill>
                <a:latin typeface="Calibri"/>
                <a:cs typeface="Calibri"/>
              </a:rPr>
              <a:t> </a:t>
            </a:r>
            <a:r>
              <a:rPr sz="2600" spc="-5" dirty="0">
                <a:solidFill>
                  <a:srgbClr val="3F3F3F"/>
                </a:solidFill>
                <a:latin typeface="Calibri"/>
                <a:cs typeface="Calibri"/>
              </a:rPr>
              <a:t>infinity</a:t>
            </a:r>
            <a:r>
              <a:rPr sz="2600" spc="-30" dirty="0">
                <a:solidFill>
                  <a:srgbClr val="3F3F3F"/>
                </a:solidFill>
                <a:latin typeface="Calibri"/>
                <a:cs typeface="Calibri"/>
              </a:rPr>
              <a:t> </a:t>
            </a:r>
            <a:r>
              <a:rPr sz="2600" spc="-5" dirty="0">
                <a:solidFill>
                  <a:srgbClr val="3F3F3F"/>
                </a:solidFill>
                <a:latin typeface="Calibri"/>
                <a:cs typeface="Calibri"/>
              </a:rPr>
              <a:t>(no connection)</a:t>
            </a:r>
            <a:endParaRPr sz="2600">
              <a:latin typeface="Calibri"/>
              <a:cs typeface="Calibri"/>
            </a:endParaRPr>
          </a:p>
          <a:p>
            <a:pPr marL="189230" marR="5080" indent="-177165">
              <a:lnSpc>
                <a:spcPct val="70000"/>
              </a:lnSpc>
              <a:spcBef>
                <a:spcPts val="1390"/>
              </a:spcBef>
              <a:buClr>
                <a:srgbClr val="1CACE4"/>
              </a:buClr>
              <a:buFont typeface="Arial MT"/>
              <a:buChar char="•"/>
              <a:tabLst>
                <a:tab pos="189865" algn="l"/>
              </a:tabLst>
            </a:pPr>
            <a:r>
              <a:rPr sz="2600" spc="-15" dirty="0">
                <a:solidFill>
                  <a:srgbClr val="3F3F3F"/>
                </a:solidFill>
                <a:latin typeface="Calibri"/>
                <a:cs typeface="Calibri"/>
              </a:rPr>
              <a:t>For </a:t>
            </a:r>
            <a:r>
              <a:rPr sz="2600" spc="-5" dirty="0">
                <a:solidFill>
                  <a:srgbClr val="3F3F3F"/>
                </a:solidFill>
                <a:latin typeface="Calibri"/>
                <a:cs typeface="Calibri"/>
              </a:rPr>
              <a:t>this </a:t>
            </a:r>
            <a:r>
              <a:rPr sz="2600" spc="-10" dirty="0">
                <a:solidFill>
                  <a:srgbClr val="3F3F3F"/>
                </a:solidFill>
                <a:latin typeface="Calibri"/>
                <a:cs typeface="Calibri"/>
              </a:rPr>
              <a:t>reason, </a:t>
            </a:r>
            <a:r>
              <a:rPr sz="2600" dirty="0">
                <a:solidFill>
                  <a:srgbClr val="3F3F3F"/>
                </a:solidFill>
                <a:latin typeface="Calibri"/>
                <a:cs typeface="Calibri"/>
              </a:rPr>
              <a:t>RIP </a:t>
            </a:r>
            <a:r>
              <a:rPr sz="2600" spc="-10" dirty="0">
                <a:solidFill>
                  <a:srgbClr val="3F3F3F"/>
                </a:solidFill>
                <a:latin typeface="Calibri"/>
                <a:cs typeface="Calibri"/>
              </a:rPr>
              <a:t>can </a:t>
            </a:r>
            <a:r>
              <a:rPr sz="2600" spc="-5" dirty="0">
                <a:solidFill>
                  <a:srgbClr val="3F3F3F"/>
                </a:solidFill>
                <a:latin typeface="Calibri"/>
                <a:cs typeface="Calibri"/>
              </a:rPr>
              <a:t>be used only in autonomous </a:t>
            </a:r>
            <a:r>
              <a:rPr sz="2600" spc="-20" dirty="0">
                <a:solidFill>
                  <a:srgbClr val="3F3F3F"/>
                </a:solidFill>
                <a:latin typeface="Calibri"/>
                <a:cs typeface="Calibri"/>
              </a:rPr>
              <a:t>systems </a:t>
            </a:r>
            <a:r>
              <a:rPr sz="2600" spc="-5" dirty="0">
                <a:solidFill>
                  <a:srgbClr val="3F3F3F"/>
                </a:solidFill>
                <a:latin typeface="Calibri"/>
                <a:cs typeface="Calibri"/>
              </a:rPr>
              <a:t>in </a:t>
            </a:r>
            <a:r>
              <a:rPr sz="2600" spc="-575" dirty="0">
                <a:solidFill>
                  <a:srgbClr val="3F3F3F"/>
                </a:solidFill>
                <a:latin typeface="Calibri"/>
                <a:cs typeface="Calibri"/>
              </a:rPr>
              <a:t> </a:t>
            </a:r>
            <a:r>
              <a:rPr sz="2600" spc="-5" dirty="0">
                <a:solidFill>
                  <a:srgbClr val="3F3F3F"/>
                </a:solidFill>
                <a:latin typeface="Calibri"/>
                <a:cs typeface="Calibri"/>
              </a:rPr>
              <a:t>which</a:t>
            </a:r>
            <a:r>
              <a:rPr sz="2600" spc="-25" dirty="0">
                <a:solidFill>
                  <a:srgbClr val="3F3F3F"/>
                </a:solidFill>
                <a:latin typeface="Calibri"/>
                <a:cs typeface="Calibri"/>
              </a:rPr>
              <a:t> </a:t>
            </a:r>
            <a:r>
              <a:rPr sz="2600" dirty="0">
                <a:solidFill>
                  <a:srgbClr val="3F3F3F"/>
                </a:solidFill>
                <a:latin typeface="Calibri"/>
                <a:cs typeface="Calibri"/>
              </a:rPr>
              <a:t>the</a:t>
            </a:r>
            <a:r>
              <a:rPr sz="2600" spc="-15" dirty="0">
                <a:solidFill>
                  <a:srgbClr val="3F3F3F"/>
                </a:solidFill>
                <a:latin typeface="Calibri"/>
                <a:cs typeface="Calibri"/>
              </a:rPr>
              <a:t> </a:t>
            </a:r>
            <a:r>
              <a:rPr sz="2600" spc="-10" dirty="0">
                <a:solidFill>
                  <a:srgbClr val="3F3F3F"/>
                </a:solidFill>
                <a:latin typeface="Calibri"/>
                <a:cs typeface="Calibri"/>
              </a:rPr>
              <a:t>diameter</a:t>
            </a:r>
            <a:r>
              <a:rPr sz="2600" spc="-35" dirty="0">
                <a:solidFill>
                  <a:srgbClr val="3F3F3F"/>
                </a:solidFill>
                <a:latin typeface="Calibri"/>
                <a:cs typeface="Calibri"/>
              </a:rPr>
              <a:t> </a:t>
            </a:r>
            <a:r>
              <a:rPr sz="2600" spc="-5" dirty="0">
                <a:solidFill>
                  <a:srgbClr val="3F3F3F"/>
                </a:solidFill>
                <a:latin typeface="Calibri"/>
                <a:cs typeface="Calibri"/>
              </a:rPr>
              <a:t>of </a:t>
            </a:r>
            <a:r>
              <a:rPr sz="2600" dirty="0">
                <a:solidFill>
                  <a:srgbClr val="3F3F3F"/>
                </a:solidFill>
                <a:latin typeface="Calibri"/>
                <a:cs typeface="Calibri"/>
              </a:rPr>
              <a:t>the</a:t>
            </a:r>
            <a:r>
              <a:rPr sz="2600" spc="-15" dirty="0">
                <a:solidFill>
                  <a:srgbClr val="3F3F3F"/>
                </a:solidFill>
                <a:latin typeface="Calibri"/>
                <a:cs typeface="Calibri"/>
              </a:rPr>
              <a:t> </a:t>
            </a:r>
            <a:r>
              <a:rPr sz="2600" dirty="0">
                <a:solidFill>
                  <a:srgbClr val="3F3F3F"/>
                </a:solidFill>
                <a:latin typeface="Calibri"/>
                <a:cs typeface="Calibri"/>
              </a:rPr>
              <a:t>AS</a:t>
            </a:r>
            <a:r>
              <a:rPr sz="2600" spc="-10" dirty="0">
                <a:solidFill>
                  <a:srgbClr val="3F3F3F"/>
                </a:solidFill>
                <a:latin typeface="Calibri"/>
                <a:cs typeface="Calibri"/>
              </a:rPr>
              <a:t> </a:t>
            </a:r>
            <a:r>
              <a:rPr sz="2600" spc="-5" dirty="0">
                <a:solidFill>
                  <a:srgbClr val="3F3F3F"/>
                </a:solidFill>
                <a:latin typeface="Calibri"/>
                <a:cs typeface="Calibri"/>
              </a:rPr>
              <a:t>is</a:t>
            </a:r>
            <a:r>
              <a:rPr sz="2600" spc="-15" dirty="0">
                <a:solidFill>
                  <a:srgbClr val="3F3F3F"/>
                </a:solidFill>
                <a:latin typeface="Calibri"/>
                <a:cs typeface="Calibri"/>
              </a:rPr>
              <a:t> </a:t>
            </a:r>
            <a:r>
              <a:rPr sz="2600" spc="-5" dirty="0">
                <a:solidFill>
                  <a:srgbClr val="3F3F3F"/>
                </a:solidFill>
                <a:latin typeface="Calibri"/>
                <a:cs typeface="Calibri"/>
              </a:rPr>
              <a:t>not</a:t>
            </a:r>
            <a:r>
              <a:rPr sz="2600" dirty="0">
                <a:solidFill>
                  <a:srgbClr val="3F3F3F"/>
                </a:solidFill>
                <a:latin typeface="Calibri"/>
                <a:cs typeface="Calibri"/>
              </a:rPr>
              <a:t> </a:t>
            </a:r>
            <a:r>
              <a:rPr sz="2600" spc="-10" dirty="0">
                <a:solidFill>
                  <a:srgbClr val="3F3F3F"/>
                </a:solidFill>
                <a:latin typeface="Calibri"/>
                <a:cs typeface="Calibri"/>
              </a:rPr>
              <a:t>more</a:t>
            </a:r>
            <a:r>
              <a:rPr sz="2600" spc="-5" dirty="0">
                <a:solidFill>
                  <a:srgbClr val="3F3F3F"/>
                </a:solidFill>
                <a:latin typeface="Calibri"/>
                <a:cs typeface="Calibri"/>
              </a:rPr>
              <a:t> than</a:t>
            </a:r>
            <a:r>
              <a:rPr sz="2600" spc="-10" dirty="0">
                <a:solidFill>
                  <a:srgbClr val="3F3F3F"/>
                </a:solidFill>
                <a:latin typeface="Calibri"/>
                <a:cs typeface="Calibri"/>
              </a:rPr>
              <a:t> </a:t>
            </a:r>
            <a:r>
              <a:rPr sz="2600" spc="-5" dirty="0">
                <a:solidFill>
                  <a:srgbClr val="3F3F3F"/>
                </a:solidFill>
                <a:latin typeface="Calibri"/>
                <a:cs typeface="Calibri"/>
              </a:rPr>
              <a:t>15</a:t>
            </a:r>
            <a:r>
              <a:rPr sz="2600" spc="-15" dirty="0">
                <a:solidFill>
                  <a:srgbClr val="3F3F3F"/>
                </a:solidFill>
                <a:latin typeface="Calibri"/>
                <a:cs typeface="Calibri"/>
              </a:rPr>
              <a:t> </a:t>
            </a:r>
            <a:r>
              <a:rPr sz="2600" spc="-5" dirty="0">
                <a:solidFill>
                  <a:srgbClr val="3F3F3F"/>
                </a:solidFill>
                <a:latin typeface="Calibri"/>
                <a:cs typeface="Calibri"/>
              </a:rPr>
              <a:t>hops</a:t>
            </a:r>
            <a:endParaRPr sz="26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83</a:t>
            </a:fld>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677659" cy="756920"/>
          </a:xfrm>
          <a:prstGeom prst="rect">
            <a:avLst/>
          </a:prstGeom>
        </p:spPr>
        <p:txBody>
          <a:bodyPr vert="horz" wrap="square" lIns="0" tIns="12700" rIns="0" bIns="0" rtlCol="0">
            <a:spAutoFit/>
          </a:bodyPr>
          <a:lstStyle/>
          <a:p>
            <a:pPr marL="12700">
              <a:lnSpc>
                <a:spcPct val="100000"/>
              </a:lnSpc>
              <a:spcBef>
                <a:spcPts val="100"/>
              </a:spcBef>
            </a:pPr>
            <a:r>
              <a:rPr sz="4800" spc="-40" dirty="0"/>
              <a:t>RIP-</a:t>
            </a:r>
            <a:r>
              <a:rPr sz="4800" spc="-140" dirty="0"/>
              <a:t> </a:t>
            </a:r>
            <a:r>
              <a:rPr sz="4800" spc="-50" dirty="0"/>
              <a:t>Forwarding</a:t>
            </a:r>
            <a:r>
              <a:rPr sz="4800" spc="-90" dirty="0"/>
              <a:t> </a:t>
            </a:r>
            <a:r>
              <a:rPr sz="4800" spc="-80" dirty="0"/>
              <a:t>Tables</a:t>
            </a:r>
            <a:endParaRPr sz="4800"/>
          </a:p>
        </p:txBody>
      </p:sp>
      <p:sp>
        <p:nvSpPr>
          <p:cNvPr id="3" name="object 3"/>
          <p:cNvSpPr txBox="1"/>
          <p:nvPr/>
        </p:nvSpPr>
        <p:spPr>
          <a:xfrm>
            <a:off x="651763" y="1738375"/>
            <a:ext cx="8112759" cy="3109595"/>
          </a:xfrm>
          <a:prstGeom prst="rect">
            <a:avLst/>
          </a:prstGeom>
        </p:spPr>
        <p:txBody>
          <a:bodyPr vert="horz" wrap="square" lIns="0" tIns="47625" rIns="0" bIns="0" rtlCol="0">
            <a:spAutoFit/>
          </a:bodyPr>
          <a:lstStyle/>
          <a:p>
            <a:pPr marL="189230" marR="5080" indent="-177165">
              <a:lnSpc>
                <a:spcPts val="2160"/>
              </a:lnSpc>
              <a:spcBef>
                <a:spcPts val="375"/>
              </a:spcBef>
              <a:buClr>
                <a:srgbClr val="1CACE4"/>
              </a:buClr>
              <a:buFont typeface="Arial MT"/>
              <a:buChar char="•"/>
              <a:tabLst>
                <a:tab pos="189865" algn="l"/>
              </a:tabLst>
            </a:pPr>
            <a:r>
              <a:rPr sz="2000" spc="-15" dirty="0">
                <a:solidFill>
                  <a:srgbClr val="3F3F3F"/>
                </a:solidFill>
                <a:latin typeface="Calibri"/>
                <a:cs typeface="Calibri"/>
              </a:rPr>
              <a:t>Routers</a:t>
            </a:r>
            <a:r>
              <a:rPr sz="2000" spc="-10" dirty="0">
                <a:solidFill>
                  <a:srgbClr val="3F3F3F"/>
                </a:solidFill>
                <a:latin typeface="Calibri"/>
                <a:cs typeface="Calibri"/>
              </a:rPr>
              <a:t> </a:t>
            </a:r>
            <a:r>
              <a:rPr sz="2000" spc="-5" dirty="0">
                <a:solidFill>
                  <a:srgbClr val="3F3F3F"/>
                </a:solidFill>
                <a:latin typeface="Calibri"/>
                <a:cs typeface="Calibri"/>
              </a:rPr>
              <a:t>in </a:t>
            </a:r>
            <a:r>
              <a:rPr sz="2000" dirty="0">
                <a:solidFill>
                  <a:srgbClr val="3F3F3F"/>
                </a:solidFill>
                <a:latin typeface="Calibri"/>
                <a:cs typeface="Calibri"/>
              </a:rPr>
              <a:t>an</a:t>
            </a:r>
            <a:r>
              <a:rPr sz="2000" spc="-5" dirty="0">
                <a:solidFill>
                  <a:srgbClr val="3F3F3F"/>
                </a:solidFill>
                <a:latin typeface="Calibri"/>
                <a:cs typeface="Calibri"/>
              </a:rPr>
              <a:t> autonomous </a:t>
            </a:r>
            <a:r>
              <a:rPr sz="2000" spc="-20" dirty="0">
                <a:solidFill>
                  <a:srgbClr val="3F3F3F"/>
                </a:solidFill>
                <a:latin typeface="Calibri"/>
                <a:cs typeface="Calibri"/>
              </a:rPr>
              <a:t>system</a:t>
            </a:r>
            <a:r>
              <a:rPr sz="2000" spc="10" dirty="0">
                <a:solidFill>
                  <a:srgbClr val="3F3F3F"/>
                </a:solidFill>
                <a:latin typeface="Calibri"/>
                <a:cs typeface="Calibri"/>
              </a:rPr>
              <a:t> </a:t>
            </a:r>
            <a:r>
              <a:rPr sz="2000" spc="-5" dirty="0">
                <a:solidFill>
                  <a:srgbClr val="3F3F3F"/>
                </a:solidFill>
                <a:latin typeface="Calibri"/>
                <a:cs typeface="Calibri"/>
              </a:rPr>
              <a:t>need </a:t>
            </a:r>
            <a:r>
              <a:rPr sz="2000" spc="-15" dirty="0">
                <a:solidFill>
                  <a:srgbClr val="3F3F3F"/>
                </a:solidFill>
                <a:latin typeface="Calibri"/>
                <a:cs typeface="Calibri"/>
              </a:rPr>
              <a:t>to</a:t>
            </a:r>
            <a:r>
              <a:rPr sz="2000" spc="5" dirty="0">
                <a:solidFill>
                  <a:srgbClr val="3F3F3F"/>
                </a:solidFill>
                <a:latin typeface="Calibri"/>
                <a:cs typeface="Calibri"/>
              </a:rPr>
              <a:t> </a:t>
            </a:r>
            <a:r>
              <a:rPr sz="2000" spc="-20" dirty="0">
                <a:solidFill>
                  <a:srgbClr val="3F3F3F"/>
                </a:solidFill>
                <a:latin typeface="Calibri"/>
                <a:cs typeface="Calibri"/>
              </a:rPr>
              <a:t>keep</a:t>
            </a:r>
            <a:r>
              <a:rPr sz="2000" spc="-5" dirty="0">
                <a:solidFill>
                  <a:srgbClr val="3F3F3F"/>
                </a:solidFill>
                <a:latin typeface="Calibri"/>
                <a:cs typeface="Calibri"/>
              </a:rPr>
              <a:t> </a:t>
            </a:r>
            <a:r>
              <a:rPr sz="2000" spc="-10" dirty="0">
                <a:solidFill>
                  <a:srgbClr val="3F3F3F"/>
                </a:solidFill>
                <a:latin typeface="Calibri"/>
                <a:cs typeface="Calibri"/>
              </a:rPr>
              <a:t>forwarding</a:t>
            </a:r>
            <a:r>
              <a:rPr sz="2000" spc="-15" dirty="0">
                <a:solidFill>
                  <a:srgbClr val="3F3F3F"/>
                </a:solidFill>
                <a:latin typeface="Calibri"/>
                <a:cs typeface="Calibri"/>
              </a:rPr>
              <a:t> </a:t>
            </a:r>
            <a:r>
              <a:rPr sz="2000" spc="-5" dirty="0">
                <a:solidFill>
                  <a:srgbClr val="3F3F3F"/>
                </a:solidFill>
                <a:latin typeface="Calibri"/>
                <a:cs typeface="Calibri"/>
              </a:rPr>
              <a:t>tables</a:t>
            </a:r>
            <a:r>
              <a:rPr sz="2000" spc="15"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spc="-15" dirty="0">
                <a:solidFill>
                  <a:srgbClr val="3F3F3F"/>
                </a:solidFill>
                <a:latin typeface="Calibri"/>
                <a:cs typeface="Calibri"/>
              </a:rPr>
              <a:t>forward </a:t>
            </a:r>
            <a:r>
              <a:rPr sz="2000" spc="-434" dirty="0">
                <a:solidFill>
                  <a:srgbClr val="3F3F3F"/>
                </a:solidFill>
                <a:latin typeface="Calibri"/>
                <a:cs typeface="Calibri"/>
              </a:rPr>
              <a:t> </a:t>
            </a:r>
            <a:r>
              <a:rPr sz="2000" spc="-10" dirty="0">
                <a:solidFill>
                  <a:srgbClr val="3F3F3F"/>
                </a:solidFill>
                <a:latin typeface="Calibri"/>
                <a:cs typeface="Calibri"/>
              </a:rPr>
              <a:t>packets</a:t>
            </a:r>
            <a:r>
              <a:rPr sz="2000" spc="-15" dirty="0">
                <a:solidFill>
                  <a:srgbClr val="3F3F3F"/>
                </a:solidFill>
                <a:latin typeface="Calibri"/>
                <a:cs typeface="Calibri"/>
              </a:rPr>
              <a:t> to</a:t>
            </a:r>
            <a:r>
              <a:rPr sz="2000" dirty="0">
                <a:solidFill>
                  <a:srgbClr val="3F3F3F"/>
                </a:solidFill>
                <a:latin typeface="Calibri"/>
                <a:cs typeface="Calibri"/>
              </a:rPr>
              <a:t> </a:t>
            </a:r>
            <a:r>
              <a:rPr sz="2000" spc="-5" dirty="0">
                <a:solidFill>
                  <a:srgbClr val="3F3F3F"/>
                </a:solidFill>
                <a:latin typeface="Calibri"/>
                <a:cs typeface="Calibri"/>
              </a:rPr>
              <a:t>their </a:t>
            </a:r>
            <a:r>
              <a:rPr sz="2000" spc="-10" dirty="0">
                <a:solidFill>
                  <a:srgbClr val="3F3F3F"/>
                </a:solidFill>
                <a:latin typeface="Calibri"/>
                <a:cs typeface="Calibri"/>
              </a:rPr>
              <a:t>destination</a:t>
            </a:r>
            <a:r>
              <a:rPr sz="2000" spc="30" dirty="0">
                <a:solidFill>
                  <a:srgbClr val="3F3F3F"/>
                </a:solidFill>
                <a:latin typeface="Calibri"/>
                <a:cs typeface="Calibri"/>
              </a:rPr>
              <a:t> </a:t>
            </a:r>
            <a:r>
              <a:rPr sz="2000" spc="-10" dirty="0">
                <a:solidFill>
                  <a:srgbClr val="3F3F3F"/>
                </a:solidFill>
                <a:latin typeface="Calibri"/>
                <a:cs typeface="Calibri"/>
              </a:rPr>
              <a:t>networks</a:t>
            </a:r>
            <a:endParaRPr sz="2000">
              <a:latin typeface="Calibri"/>
              <a:cs typeface="Calibri"/>
            </a:endParaRPr>
          </a:p>
          <a:p>
            <a:pPr marL="189230" indent="-177165">
              <a:lnSpc>
                <a:spcPct val="100000"/>
              </a:lnSpc>
              <a:spcBef>
                <a:spcPts val="1130"/>
              </a:spcBef>
              <a:buClr>
                <a:srgbClr val="1CACE4"/>
              </a:buClr>
              <a:buFont typeface="Arial MT"/>
              <a:buChar char="•"/>
              <a:tabLst>
                <a:tab pos="189865" algn="l"/>
              </a:tabLst>
            </a:pPr>
            <a:r>
              <a:rPr sz="2000" dirty="0">
                <a:solidFill>
                  <a:srgbClr val="3F3F3F"/>
                </a:solidFill>
                <a:latin typeface="Calibri"/>
                <a:cs typeface="Calibri"/>
              </a:rPr>
              <a:t>A</a:t>
            </a:r>
            <a:r>
              <a:rPr sz="2000" spc="-25" dirty="0">
                <a:solidFill>
                  <a:srgbClr val="3F3F3F"/>
                </a:solidFill>
                <a:latin typeface="Calibri"/>
                <a:cs typeface="Calibri"/>
              </a:rPr>
              <a:t> </a:t>
            </a:r>
            <a:r>
              <a:rPr sz="2000" spc="-10" dirty="0">
                <a:solidFill>
                  <a:srgbClr val="3F3F3F"/>
                </a:solidFill>
                <a:latin typeface="Calibri"/>
                <a:cs typeface="Calibri"/>
              </a:rPr>
              <a:t>forwarding</a:t>
            </a:r>
            <a:r>
              <a:rPr sz="2000" spc="-20" dirty="0">
                <a:solidFill>
                  <a:srgbClr val="3F3F3F"/>
                </a:solidFill>
                <a:latin typeface="Calibri"/>
                <a:cs typeface="Calibri"/>
              </a:rPr>
              <a:t> </a:t>
            </a:r>
            <a:r>
              <a:rPr sz="2000" spc="-5" dirty="0">
                <a:solidFill>
                  <a:srgbClr val="3F3F3F"/>
                </a:solidFill>
                <a:latin typeface="Calibri"/>
                <a:cs typeface="Calibri"/>
              </a:rPr>
              <a:t>table in</a:t>
            </a:r>
            <a:r>
              <a:rPr sz="2000" dirty="0">
                <a:solidFill>
                  <a:srgbClr val="3F3F3F"/>
                </a:solidFill>
                <a:latin typeface="Calibri"/>
                <a:cs typeface="Calibri"/>
              </a:rPr>
              <a:t> RIP</a:t>
            </a:r>
            <a:r>
              <a:rPr sz="2000" spc="-20" dirty="0">
                <a:solidFill>
                  <a:srgbClr val="3F3F3F"/>
                </a:solidFill>
                <a:latin typeface="Calibri"/>
                <a:cs typeface="Calibri"/>
              </a:rPr>
              <a:t> </a:t>
            </a:r>
            <a:r>
              <a:rPr sz="2000" spc="-5" dirty="0">
                <a:solidFill>
                  <a:srgbClr val="3F3F3F"/>
                </a:solidFill>
                <a:latin typeface="Calibri"/>
                <a:cs typeface="Calibri"/>
              </a:rPr>
              <a:t>is</a:t>
            </a:r>
            <a:r>
              <a:rPr sz="2000" spc="10" dirty="0">
                <a:solidFill>
                  <a:srgbClr val="3F3F3F"/>
                </a:solidFill>
                <a:latin typeface="Calibri"/>
                <a:cs typeface="Calibri"/>
              </a:rPr>
              <a:t> </a:t>
            </a:r>
            <a:r>
              <a:rPr sz="2000" dirty="0">
                <a:solidFill>
                  <a:srgbClr val="3F3F3F"/>
                </a:solidFill>
                <a:latin typeface="Calibri"/>
                <a:cs typeface="Calibri"/>
              </a:rPr>
              <a:t>a </a:t>
            </a:r>
            <a:r>
              <a:rPr sz="2000" spc="-10" dirty="0">
                <a:solidFill>
                  <a:srgbClr val="3F3F3F"/>
                </a:solidFill>
                <a:latin typeface="Calibri"/>
                <a:cs typeface="Calibri"/>
              </a:rPr>
              <a:t>three</a:t>
            </a:r>
            <a:r>
              <a:rPr sz="2000" dirty="0">
                <a:solidFill>
                  <a:srgbClr val="3F3F3F"/>
                </a:solidFill>
                <a:latin typeface="Calibri"/>
                <a:cs typeface="Calibri"/>
              </a:rPr>
              <a:t> </a:t>
            </a:r>
            <a:r>
              <a:rPr sz="2000" spc="-5" dirty="0">
                <a:solidFill>
                  <a:srgbClr val="3F3F3F"/>
                </a:solidFill>
                <a:latin typeface="Calibri"/>
                <a:cs typeface="Calibri"/>
              </a:rPr>
              <a:t>column</a:t>
            </a:r>
            <a:r>
              <a:rPr sz="2000" spc="-15" dirty="0">
                <a:solidFill>
                  <a:srgbClr val="3F3F3F"/>
                </a:solidFill>
                <a:latin typeface="Calibri"/>
                <a:cs typeface="Calibri"/>
              </a:rPr>
              <a:t> </a:t>
            </a:r>
            <a:r>
              <a:rPr sz="2000" spc="-5" dirty="0">
                <a:solidFill>
                  <a:srgbClr val="3F3F3F"/>
                </a:solidFill>
                <a:latin typeface="Calibri"/>
                <a:cs typeface="Calibri"/>
              </a:rPr>
              <a:t>table</a:t>
            </a:r>
            <a:endParaRPr sz="2000">
              <a:latin typeface="Calibri"/>
              <a:cs typeface="Calibri"/>
            </a:endParaRPr>
          </a:p>
          <a:p>
            <a:pPr marL="419100" lvl="1" indent="-183515">
              <a:lnSpc>
                <a:spcPct val="100000"/>
              </a:lnSpc>
              <a:spcBef>
                <a:spcPts val="160"/>
              </a:spcBef>
              <a:buClr>
                <a:srgbClr val="1CACE4"/>
              </a:buClr>
              <a:buChar char="◦"/>
              <a:tabLst>
                <a:tab pos="419734" algn="l"/>
              </a:tabLst>
            </a:pP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address</a:t>
            </a:r>
            <a:r>
              <a:rPr sz="2000" dirty="0">
                <a:solidFill>
                  <a:srgbClr val="3F3F3F"/>
                </a:solidFill>
                <a:latin typeface="Calibri"/>
                <a:cs typeface="Calibri"/>
              </a:rPr>
              <a:t> </a:t>
            </a:r>
            <a:r>
              <a:rPr sz="2000" spc="-5" dirty="0">
                <a:solidFill>
                  <a:srgbClr val="3F3F3F"/>
                </a:solidFill>
                <a:latin typeface="Calibri"/>
                <a:cs typeface="Calibri"/>
              </a:rPr>
              <a:t>of</a:t>
            </a:r>
            <a:r>
              <a:rPr sz="2000" spc="-1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0" dirty="0">
                <a:solidFill>
                  <a:srgbClr val="3F3F3F"/>
                </a:solidFill>
                <a:latin typeface="Calibri"/>
                <a:cs typeface="Calibri"/>
              </a:rPr>
              <a:t>destination</a:t>
            </a:r>
            <a:r>
              <a:rPr sz="2000" spc="-5" dirty="0">
                <a:solidFill>
                  <a:srgbClr val="3F3F3F"/>
                </a:solidFill>
                <a:latin typeface="Calibri"/>
                <a:cs typeface="Calibri"/>
              </a:rPr>
              <a:t> </a:t>
            </a:r>
            <a:r>
              <a:rPr sz="2000" spc="-10" dirty="0">
                <a:solidFill>
                  <a:srgbClr val="3F3F3F"/>
                </a:solidFill>
                <a:latin typeface="Calibri"/>
                <a:cs typeface="Calibri"/>
              </a:rPr>
              <a:t>network</a:t>
            </a:r>
            <a:endParaRPr sz="2000">
              <a:latin typeface="Calibri"/>
              <a:cs typeface="Calibri"/>
            </a:endParaRPr>
          </a:p>
          <a:p>
            <a:pPr marL="419100" lvl="1" indent="-183515">
              <a:lnSpc>
                <a:spcPct val="100000"/>
              </a:lnSpc>
              <a:spcBef>
                <a:spcPts val="359"/>
              </a:spcBef>
              <a:buClr>
                <a:srgbClr val="1CACE4"/>
              </a:buClr>
              <a:buChar char="◦"/>
              <a:tabLst>
                <a:tab pos="419734" algn="l"/>
              </a:tabLst>
            </a:pPr>
            <a:r>
              <a:rPr sz="2000" dirty="0">
                <a:solidFill>
                  <a:srgbClr val="3F3F3F"/>
                </a:solidFill>
                <a:latin typeface="Calibri"/>
                <a:cs typeface="Calibri"/>
              </a:rPr>
              <a:t>the</a:t>
            </a:r>
            <a:r>
              <a:rPr sz="2000" spc="-5" dirty="0">
                <a:solidFill>
                  <a:srgbClr val="3F3F3F"/>
                </a:solidFill>
                <a:latin typeface="Calibri"/>
                <a:cs typeface="Calibri"/>
              </a:rPr>
              <a:t> address</a:t>
            </a:r>
            <a:r>
              <a:rPr sz="2000"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 </a:t>
            </a:r>
            <a:r>
              <a:rPr sz="2000" spc="-10" dirty="0">
                <a:solidFill>
                  <a:srgbClr val="3F3F3F"/>
                </a:solidFill>
                <a:latin typeface="Calibri"/>
                <a:cs typeface="Calibri"/>
              </a:rPr>
              <a:t>next</a:t>
            </a:r>
            <a:r>
              <a:rPr sz="2000" dirty="0">
                <a:solidFill>
                  <a:srgbClr val="3F3F3F"/>
                </a:solidFill>
                <a:latin typeface="Calibri"/>
                <a:cs typeface="Calibri"/>
              </a:rPr>
              <a:t> </a:t>
            </a:r>
            <a:r>
              <a:rPr sz="2000" spc="-15" dirty="0">
                <a:solidFill>
                  <a:srgbClr val="3F3F3F"/>
                </a:solidFill>
                <a:latin typeface="Calibri"/>
                <a:cs typeface="Calibri"/>
              </a:rPr>
              <a:t>router</a:t>
            </a:r>
            <a:r>
              <a:rPr sz="2000" spc="-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spc="-5" dirty="0">
                <a:solidFill>
                  <a:srgbClr val="3F3F3F"/>
                </a:solidFill>
                <a:latin typeface="Calibri"/>
                <a:cs typeface="Calibri"/>
              </a:rPr>
              <a:t>which</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packet</a:t>
            </a:r>
            <a:r>
              <a:rPr sz="2000" spc="10" dirty="0">
                <a:solidFill>
                  <a:srgbClr val="3F3F3F"/>
                </a:solidFill>
                <a:latin typeface="Calibri"/>
                <a:cs typeface="Calibri"/>
              </a:rPr>
              <a:t> </a:t>
            </a:r>
            <a:r>
              <a:rPr sz="2000" spc="-5" dirty="0">
                <a:solidFill>
                  <a:srgbClr val="3F3F3F"/>
                </a:solidFill>
                <a:latin typeface="Calibri"/>
                <a:cs typeface="Calibri"/>
              </a:rPr>
              <a:t>should</a:t>
            </a:r>
            <a:r>
              <a:rPr sz="2000" spc="-15" dirty="0">
                <a:solidFill>
                  <a:srgbClr val="3F3F3F"/>
                </a:solidFill>
                <a:latin typeface="Calibri"/>
                <a:cs typeface="Calibri"/>
              </a:rPr>
              <a:t> </a:t>
            </a:r>
            <a:r>
              <a:rPr sz="2000" dirty="0">
                <a:solidFill>
                  <a:srgbClr val="3F3F3F"/>
                </a:solidFill>
                <a:latin typeface="Calibri"/>
                <a:cs typeface="Calibri"/>
              </a:rPr>
              <a:t>be</a:t>
            </a:r>
            <a:r>
              <a:rPr sz="2000" spc="5" dirty="0">
                <a:solidFill>
                  <a:srgbClr val="3F3F3F"/>
                </a:solidFill>
                <a:latin typeface="Calibri"/>
                <a:cs typeface="Calibri"/>
              </a:rPr>
              <a:t> </a:t>
            </a:r>
            <a:r>
              <a:rPr sz="2000" spc="-10" dirty="0">
                <a:solidFill>
                  <a:srgbClr val="3F3F3F"/>
                </a:solidFill>
                <a:latin typeface="Calibri"/>
                <a:cs typeface="Calibri"/>
              </a:rPr>
              <a:t>forwarded</a:t>
            </a:r>
            <a:endParaRPr sz="2000">
              <a:latin typeface="Calibri"/>
              <a:cs typeface="Calibri"/>
            </a:endParaRPr>
          </a:p>
          <a:p>
            <a:pPr marL="419100" lvl="1" indent="-183515">
              <a:lnSpc>
                <a:spcPct val="100000"/>
              </a:lnSpc>
              <a:spcBef>
                <a:spcPts val="355"/>
              </a:spcBef>
              <a:buClr>
                <a:srgbClr val="1CACE4"/>
              </a:buClr>
              <a:buChar char="◦"/>
              <a:tabLst>
                <a:tab pos="419734" algn="l"/>
              </a:tabLst>
            </a:pPr>
            <a:r>
              <a:rPr sz="2000" dirty="0">
                <a:solidFill>
                  <a:srgbClr val="3F3F3F"/>
                </a:solidFill>
                <a:latin typeface="Calibri"/>
                <a:cs typeface="Calibri"/>
              </a:rPr>
              <a:t>the </a:t>
            </a:r>
            <a:r>
              <a:rPr sz="2000" spc="-10" dirty="0">
                <a:solidFill>
                  <a:srgbClr val="3F3F3F"/>
                </a:solidFill>
                <a:latin typeface="Calibri"/>
                <a:cs typeface="Calibri"/>
              </a:rPr>
              <a:t>cost </a:t>
            </a:r>
            <a:r>
              <a:rPr sz="2000" spc="-5"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number</a:t>
            </a:r>
            <a:r>
              <a:rPr sz="2000" spc="15" dirty="0">
                <a:solidFill>
                  <a:srgbClr val="3F3F3F"/>
                </a:solidFill>
                <a:latin typeface="Calibri"/>
                <a:cs typeface="Calibri"/>
              </a:rPr>
              <a:t> </a:t>
            </a:r>
            <a:r>
              <a:rPr sz="2000" spc="-5" dirty="0">
                <a:solidFill>
                  <a:srgbClr val="3F3F3F"/>
                </a:solidFill>
                <a:latin typeface="Calibri"/>
                <a:cs typeface="Calibri"/>
              </a:rPr>
              <a:t>of hops) </a:t>
            </a:r>
            <a:r>
              <a:rPr sz="2000" spc="-15" dirty="0">
                <a:solidFill>
                  <a:srgbClr val="3F3F3F"/>
                </a:solidFill>
                <a:latin typeface="Calibri"/>
                <a:cs typeface="Calibri"/>
              </a:rPr>
              <a:t>to</a:t>
            </a:r>
            <a:r>
              <a:rPr sz="2000" spc="-5" dirty="0">
                <a:solidFill>
                  <a:srgbClr val="3F3F3F"/>
                </a:solidFill>
                <a:latin typeface="Calibri"/>
                <a:cs typeface="Calibri"/>
              </a:rPr>
              <a:t> </a:t>
            </a:r>
            <a:r>
              <a:rPr sz="2000" spc="-10" dirty="0">
                <a:solidFill>
                  <a:srgbClr val="3F3F3F"/>
                </a:solidFill>
                <a:latin typeface="Calibri"/>
                <a:cs typeface="Calibri"/>
              </a:rPr>
              <a:t>reach</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destination</a:t>
            </a:r>
            <a:r>
              <a:rPr sz="2000" spc="50" dirty="0">
                <a:solidFill>
                  <a:srgbClr val="3F3F3F"/>
                </a:solidFill>
                <a:latin typeface="Calibri"/>
                <a:cs typeface="Calibri"/>
              </a:rPr>
              <a:t> </a:t>
            </a:r>
            <a:r>
              <a:rPr sz="2000" spc="-10" dirty="0">
                <a:solidFill>
                  <a:srgbClr val="3F3F3F"/>
                </a:solidFill>
                <a:latin typeface="Calibri"/>
                <a:cs typeface="Calibri"/>
              </a:rPr>
              <a:t>network</a:t>
            </a:r>
            <a:endParaRPr sz="2000">
              <a:latin typeface="Calibri"/>
              <a:cs typeface="Calibri"/>
            </a:endParaRPr>
          </a:p>
          <a:p>
            <a:pPr marL="189230" marR="160020" indent="-177165">
              <a:lnSpc>
                <a:spcPts val="2160"/>
              </a:lnSpc>
              <a:spcBef>
                <a:spcPts val="1630"/>
              </a:spcBef>
              <a:buClr>
                <a:srgbClr val="1CACE4"/>
              </a:buClr>
              <a:buFont typeface="Arial MT"/>
              <a:buChar char="•"/>
              <a:tabLst>
                <a:tab pos="189865" algn="l"/>
              </a:tabLst>
            </a:pPr>
            <a:r>
              <a:rPr sz="2000" dirty="0">
                <a:solidFill>
                  <a:srgbClr val="3F3F3F"/>
                </a:solidFill>
                <a:latin typeface="Calibri"/>
                <a:cs typeface="Calibri"/>
              </a:rPr>
              <a:t>the</a:t>
            </a:r>
            <a:r>
              <a:rPr sz="2000" spc="-5" dirty="0">
                <a:solidFill>
                  <a:srgbClr val="3F3F3F"/>
                </a:solidFill>
                <a:latin typeface="Calibri"/>
                <a:cs typeface="Calibri"/>
              </a:rPr>
              <a:t> </a:t>
            </a:r>
            <a:r>
              <a:rPr sz="2000" spc="-15" dirty="0">
                <a:solidFill>
                  <a:srgbClr val="3F3F3F"/>
                </a:solidFill>
                <a:latin typeface="Calibri"/>
                <a:cs typeface="Calibri"/>
              </a:rPr>
              <a:t>first</a:t>
            </a:r>
            <a:r>
              <a:rPr sz="2000" spc="15" dirty="0">
                <a:solidFill>
                  <a:srgbClr val="3F3F3F"/>
                </a:solidFill>
                <a:latin typeface="Calibri"/>
                <a:cs typeface="Calibri"/>
              </a:rPr>
              <a:t> </a:t>
            </a:r>
            <a:r>
              <a:rPr sz="2000" dirty="0">
                <a:solidFill>
                  <a:srgbClr val="3F3F3F"/>
                </a:solidFill>
                <a:latin typeface="Calibri"/>
                <a:cs typeface="Calibri"/>
              </a:rPr>
              <a:t>and</a:t>
            </a:r>
            <a:r>
              <a:rPr sz="2000" spc="5" dirty="0">
                <a:solidFill>
                  <a:srgbClr val="3F3F3F"/>
                </a:solidFill>
                <a:latin typeface="Calibri"/>
                <a:cs typeface="Calibri"/>
              </a:rPr>
              <a:t> </a:t>
            </a:r>
            <a:r>
              <a:rPr sz="2000" spc="-10" dirty="0">
                <a:solidFill>
                  <a:srgbClr val="3F3F3F"/>
                </a:solidFill>
                <a:latin typeface="Calibri"/>
                <a:cs typeface="Calibri"/>
              </a:rPr>
              <a:t>third </a:t>
            </a:r>
            <a:r>
              <a:rPr sz="2000" spc="-5" dirty="0">
                <a:solidFill>
                  <a:srgbClr val="3F3F3F"/>
                </a:solidFill>
                <a:latin typeface="Calibri"/>
                <a:cs typeface="Calibri"/>
              </a:rPr>
              <a:t>columns</a:t>
            </a:r>
            <a:r>
              <a:rPr sz="2000" dirty="0">
                <a:solidFill>
                  <a:srgbClr val="3F3F3F"/>
                </a:solidFill>
                <a:latin typeface="Calibri"/>
                <a:cs typeface="Calibri"/>
              </a:rPr>
              <a:t> </a:t>
            </a:r>
            <a:r>
              <a:rPr sz="2000" spc="-10" dirty="0">
                <a:solidFill>
                  <a:srgbClr val="3F3F3F"/>
                </a:solidFill>
                <a:latin typeface="Calibri"/>
                <a:cs typeface="Calibri"/>
              </a:rPr>
              <a:t>together </a:t>
            </a:r>
            <a:r>
              <a:rPr sz="2000" spc="-15" dirty="0">
                <a:solidFill>
                  <a:srgbClr val="3F3F3F"/>
                </a:solidFill>
                <a:latin typeface="Calibri"/>
                <a:cs typeface="Calibri"/>
              </a:rPr>
              <a:t>convey</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same</a:t>
            </a:r>
            <a:r>
              <a:rPr sz="2000" spc="15" dirty="0">
                <a:solidFill>
                  <a:srgbClr val="3F3F3F"/>
                </a:solidFill>
                <a:latin typeface="Calibri"/>
                <a:cs typeface="Calibri"/>
              </a:rPr>
              <a:t> </a:t>
            </a:r>
            <a:r>
              <a:rPr sz="2000" spc="-10" dirty="0">
                <a:solidFill>
                  <a:srgbClr val="3F3F3F"/>
                </a:solidFill>
                <a:latin typeface="Calibri"/>
                <a:cs typeface="Calibri"/>
              </a:rPr>
              <a:t>information</a:t>
            </a:r>
            <a:r>
              <a:rPr sz="2000" dirty="0">
                <a:solidFill>
                  <a:srgbClr val="3F3F3F"/>
                </a:solidFill>
                <a:latin typeface="Calibri"/>
                <a:cs typeface="Calibri"/>
              </a:rPr>
              <a:t> as</a:t>
            </a:r>
            <a:r>
              <a:rPr sz="2000" spc="5" dirty="0">
                <a:solidFill>
                  <a:srgbClr val="3F3F3F"/>
                </a:solidFill>
                <a:latin typeface="Calibri"/>
                <a:cs typeface="Calibri"/>
              </a:rPr>
              <a:t> </a:t>
            </a:r>
            <a:r>
              <a:rPr sz="2000" spc="-5" dirty="0">
                <a:solidFill>
                  <a:srgbClr val="3F3F3F"/>
                </a:solidFill>
                <a:latin typeface="Calibri"/>
                <a:cs typeface="Calibri"/>
              </a:rPr>
              <a:t>does </a:t>
            </a:r>
            <a:r>
              <a:rPr sz="2000" dirty="0">
                <a:solidFill>
                  <a:srgbClr val="3F3F3F"/>
                </a:solidFill>
                <a:latin typeface="Calibri"/>
                <a:cs typeface="Calibri"/>
              </a:rPr>
              <a:t>a </a:t>
            </a:r>
            <a:r>
              <a:rPr sz="2000" spc="-440" dirty="0">
                <a:solidFill>
                  <a:srgbClr val="3F3F3F"/>
                </a:solidFill>
                <a:latin typeface="Calibri"/>
                <a:cs typeface="Calibri"/>
              </a:rPr>
              <a:t> </a:t>
            </a:r>
            <a:r>
              <a:rPr sz="2000" spc="-10" dirty="0">
                <a:solidFill>
                  <a:srgbClr val="3F3F3F"/>
                </a:solidFill>
                <a:latin typeface="Calibri"/>
                <a:cs typeface="Calibri"/>
              </a:rPr>
              <a:t>distance </a:t>
            </a:r>
            <a:r>
              <a:rPr sz="2000" spc="-35" dirty="0">
                <a:solidFill>
                  <a:srgbClr val="3F3F3F"/>
                </a:solidFill>
                <a:latin typeface="Calibri"/>
                <a:cs typeface="Calibri"/>
              </a:rPr>
              <a:t>vector,</a:t>
            </a:r>
            <a:r>
              <a:rPr sz="2000" spc="20" dirty="0">
                <a:solidFill>
                  <a:srgbClr val="3F3F3F"/>
                </a:solidFill>
                <a:latin typeface="Calibri"/>
                <a:cs typeface="Calibri"/>
              </a:rPr>
              <a:t> </a:t>
            </a:r>
            <a:r>
              <a:rPr sz="2000" dirty="0">
                <a:solidFill>
                  <a:srgbClr val="3F3F3F"/>
                </a:solidFill>
                <a:latin typeface="Calibri"/>
                <a:cs typeface="Calibri"/>
              </a:rPr>
              <a:t>but</a:t>
            </a:r>
            <a:r>
              <a:rPr sz="2000" spc="-15" dirty="0">
                <a:solidFill>
                  <a:srgbClr val="3F3F3F"/>
                </a:solidFill>
                <a:latin typeface="Calibri"/>
                <a:cs typeface="Calibri"/>
              </a:rPr>
              <a:t> </a:t>
            </a:r>
            <a:r>
              <a:rPr sz="2000" dirty="0">
                <a:solidFill>
                  <a:srgbClr val="3F3F3F"/>
                </a:solidFill>
                <a:latin typeface="Calibri"/>
                <a:cs typeface="Calibri"/>
              </a:rPr>
              <a:t>the</a:t>
            </a:r>
            <a:r>
              <a:rPr sz="2000" spc="25" dirty="0">
                <a:solidFill>
                  <a:srgbClr val="3F3F3F"/>
                </a:solidFill>
                <a:latin typeface="Calibri"/>
                <a:cs typeface="Calibri"/>
              </a:rPr>
              <a:t> </a:t>
            </a:r>
            <a:r>
              <a:rPr sz="2000" spc="-10" dirty="0">
                <a:solidFill>
                  <a:srgbClr val="3F3F3F"/>
                </a:solidFill>
                <a:latin typeface="Calibri"/>
                <a:cs typeface="Calibri"/>
              </a:rPr>
              <a:t>cost shows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number</a:t>
            </a:r>
            <a:r>
              <a:rPr sz="2000" spc="-15" dirty="0">
                <a:solidFill>
                  <a:srgbClr val="3F3F3F"/>
                </a:solidFill>
                <a:latin typeface="Calibri"/>
                <a:cs typeface="Calibri"/>
              </a:rPr>
              <a:t> </a:t>
            </a:r>
            <a:r>
              <a:rPr sz="2000" spc="-5" dirty="0">
                <a:solidFill>
                  <a:srgbClr val="3F3F3F"/>
                </a:solidFill>
                <a:latin typeface="Calibri"/>
                <a:cs typeface="Calibri"/>
              </a:rPr>
              <a:t>of hops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destination </a:t>
            </a:r>
            <a:r>
              <a:rPr sz="2000" spc="-5" dirty="0">
                <a:solidFill>
                  <a:srgbClr val="3F3F3F"/>
                </a:solidFill>
                <a:latin typeface="Calibri"/>
                <a:cs typeface="Calibri"/>
              </a:rPr>
              <a:t> </a:t>
            </a:r>
            <a:r>
              <a:rPr sz="2000" spc="-10" dirty="0">
                <a:solidFill>
                  <a:srgbClr val="3F3F3F"/>
                </a:solidFill>
                <a:latin typeface="Calibri"/>
                <a:cs typeface="Calibri"/>
              </a:rPr>
              <a:t>networks.</a:t>
            </a:r>
            <a:endParaRPr sz="20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1888235" y="4724400"/>
            <a:ext cx="7456931" cy="18288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84</a:t>
            </a:fld>
            <a:endParaRPr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6677025" cy="756920"/>
          </a:xfrm>
          <a:prstGeom prst="rect">
            <a:avLst/>
          </a:prstGeom>
        </p:spPr>
        <p:txBody>
          <a:bodyPr vert="horz" wrap="square" lIns="0" tIns="12700" rIns="0" bIns="0" rtlCol="0">
            <a:spAutoFit/>
          </a:bodyPr>
          <a:lstStyle/>
          <a:p>
            <a:pPr marL="12700">
              <a:lnSpc>
                <a:spcPct val="100000"/>
              </a:lnSpc>
              <a:spcBef>
                <a:spcPts val="100"/>
              </a:spcBef>
            </a:pPr>
            <a:r>
              <a:rPr sz="4800" spc="-40" dirty="0"/>
              <a:t>RIP-</a:t>
            </a:r>
            <a:r>
              <a:rPr sz="4800" spc="-140" dirty="0"/>
              <a:t> </a:t>
            </a:r>
            <a:r>
              <a:rPr sz="4800" spc="-50" dirty="0"/>
              <a:t>Forwarding</a:t>
            </a:r>
            <a:r>
              <a:rPr sz="4800" spc="-100" dirty="0"/>
              <a:t> </a:t>
            </a:r>
            <a:r>
              <a:rPr sz="4800" spc="-80" dirty="0"/>
              <a:t>Tables</a:t>
            </a:r>
            <a:endParaRPr sz="4800"/>
          </a:p>
        </p:txBody>
      </p:sp>
      <p:sp>
        <p:nvSpPr>
          <p:cNvPr id="3" name="object 3"/>
          <p:cNvSpPr txBox="1"/>
          <p:nvPr/>
        </p:nvSpPr>
        <p:spPr>
          <a:xfrm>
            <a:off x="697667" y="1736298"/>
            <a:ext cx="8728075" cy="4155440"/>
          </a:xfrm>
          <a:prstGeom prst="rect">
            <a:avLst/>
          </a:prstGeom>
        </p:spPr>
        <p:txBody>
          <a:bodyPr vert="horz" wrap="square" lIns="0" tIns="97155" rIns="0" bIns="0" rtlCol="0">
            <a:spAutoFit/>
          </a:bodyPr>
          <a:lstStyle/>
          <a:p>
            <a:pPr marL="189230" marR="5080" indent="-177165">
              <a:lnSpc>
                <a:spcPct val="80000"/>
              </a:lnSpc>
              <a:spcBef>
                <a:spcPts val="765"/>
              </a:spcBef>
              <a:buClr>
                <a:srgbClr val="1CACE4"/>
              </a:buClr>
              <a:buFont typeface="Arial MT"/>
              <a:buChar char="•"/>
              <a:tabLst>
                <a:tab pos="189865" algn="l"/>
              </a:tabLst>
            </a:pPr>
            <a:r>
              <a:rPr sz="2800" spc="-10" dirty="0">
                <a:solidFill>
                  <a:srgbClr val="3F3F3F"/>
                </a:solidFill>
                <a:latin typeface="Calibri"/>
                <a:cs typeface="Calibri"/>
              </a:rPr>
              <a:t>Although</a:t>
            </a:r>
            <a:r>
              <a:rPr sz="2800" spc="20" dirty="0">
                <a:solidFill>
                  <a:srgbClr val="3F3F3F"/>
                </a:solidFill>
                <a:latin typeface="Calibri"/>
                <a:cs typeface="Calibri"/>
              </a:rPr>
              <a:t> </a:t>
            </a:r>
            <a:r>
              <a:rPr sz="2800" spc="-5" dirty="0">
                <a:solidFill>
                  <a:srgbClr val="3F3F3F"/>
                </a:solidFill>
                <a:latin typeface="Calibri"/>
                <a:cs typeface="Calibri"/>
              </a:rPr>
              <a:t>a </a:t>
            </a:r>
            <a:r>
              <a:rPr sz="2800" spc="-20" dirty="0">
                <a:solidFill>
                  <a:srgbClr val="3F3F3F"/>
                </a:solidFill>
                <a:latin typeface="Calibri"/>
                <a:cs typeface="Calibri"/>
              </a:rPr>
              <a:t>forwarding</a:t>
            </a:r>
            <a:r>
              <a:rPr sz="2800" spc="20" dirty="0">
                <a:solidFill>
                  <a:srgbClr val="3F3F3F"/>
                </a:solidFill>
                <a:latin typeface="Calibri"/>
                <a:cs typeface="Calibri"/>
              </a:rPr>
              <a:t> </a:t>
            </a:r>
            <a:r>
              <a:rPr sz="2800" spc="-15" dirty="0">
                <a:solidFill>
                  <a:srgbClr val="3F3F3F"/>
                </a:solidFill>
                <a:latin typeface="Calibri"/>
                <a:cs typeface="Calibri"/>
              </a:rPr>
              <a:t>table</a:t>
            </a:r>
            <a:r>
              <a:rPr sz="2800" spc="-5" dirty="0">
                <a:solidFill>
                  <a:srgbClr val="3F3F3F"/>
                </a:solidFill>
                <a:latin typeface="Calibri"/>
                <a:cs typeface="Calibri"/>
              </a:rPr>
              <a:t> </a:t>
            </a:r>
            <a:r>
              <a:rPr sz="2800" spc="-10" dirty="0">
                <a:solidFill>
                  <a:srgbClr val="3F3F3F"/>
                </a:solidFill>
                <a:latin typeface="Calibri"/>
                <a:cs typeface="Calibri"/>
              </a:rPr>
              <a:t>in</a:t>
            </a:r>
            <a:r>
              <a:rPr sz="2800" spc="10" dirty="0">
                <a:solidFill>
                  <a:srgbClr val="3F3F3F"/>
                </a:solidFill>
                <a:latin typeface="Calibri"/>
                <a:cs typeface="Calibri"/>
              </a:rPr>
              <a:t> </a:t>
            </a:r>
            <a:r>
              <a:rPr sz="2800" spc="-5" dirty="0">
                <a:solidFill>
                  <a:srgbClr val="3F3F3F"/>
                </a:solidFill>
                <a:latin typeface="Calibri"/>
                <a:cs typeface="Calibri"/>
              </a:rPr>
              <a:t>RIP</a:t>
            </a:r>
            <a:r>
              <a:rPr sz="2800" spc="5" dirty="0">
                <a:solidFill>
                  <a:srgbClr val="3F3F3F"/>
                </a:solidFill>
                <a:latin typeface="Calibri"/>
                <a:cs typeface="Calibri"/>
              </a:rPr>
              <a:t> </a:t>
            </a:r>
            <a:r>
              <a:rPr sz="2800" spc="-10" dirty="0">
                <a:solidFill>
                  <a:srgbClr val="3F3F3F"/>
                </a:solidFill>
                <a:latin typeface="Calibri"/>
                <a:cs typeface="Calibri"/>
              </a:rPr>
              <a:t>defines</a:t>
            </a:r>
            <a:r>
              <a:rPr sz="2800" spc="20" dirty="0">
                <a:solidFill>
                  <a:srgbClr val="3F3F3F"/>
                </a:solidFill>
                <a:latin typeface="Calibri"/>
                <a:cs typeface="Calibri"/>
              </a:rPr>
              <a:t> </a:t>
            </a:r>
            <a:r>
              <a:rPr sz="2800" spc="-10" dirty="0">
                <a:solidFill>
                  <a:srgbClr val="3F3F3F"/>
                </a:solidFill>
                <a:latin typeface="Calibri"/>
                <a:cs typeface="Calibri"/>
              </a:rPr>
              <a:t>only</a:t>
            </a:r>
            <a:r>
              <a:rPr sz="2800" spc="5" dirty="0">
                <a:solidFill>
                  <a:srgbClr val="3F3F3F"/>
                </a:solidFill>
                <a:latin typeface="Calibri"/>
                <a:cs typeface="Calibri"/>
              </a:rPr>
              <a:t> </a:t>
            </a:r>
            <a:r>
              <a:rPr sz="2800" spc="-10" dirty="0">
                <a:solidFill>
                  <a:srgbClr val="3F3F3F"/>
                </a:solidFill>
                <a:latin typeface="Calibri"/>
                <a:cs typeface="Calibri"/>
              </a:rPr>
              <a:t>the</a:t>
            </a:r>
            <a:r>
              <a:rPr sz="2800" spc="10" dirty="0">
                <a:solidFill>
                  <a:srgbClr val="3F3F3F"/>
                </a:solidFill>
                <a:latin typeface="Calibri"/>
                <a:cs typeface="Calibri"/>
              </a:rPr>
              <a:t> </a:t>
            </a:r>
            <a:r>
              <a:rPr sz="2800" spc="-15" dirty="0">
                <a:solidFill>
                  <a:srgbClr val="3F3F3F"/>
                </a:solidFill>
                <a:latin typeface="Calibri"/>
                <a:cs typeface="Calibri"/>
              </a:rPr>
              <a:t>next </a:t>
            </a:r>
            <a:r>
              <a:rPr sz="2800" spc="-10" dirty="0">
                <a:solidFill>
                  <a:srgbClr val="3F3F3F"/>
                </a:solidFill>
                <a:latin typeface="Calibri"/>
                <a:cs typeface="Calibri"/>
              </a:rPr>
              <a:t> </a:t>
            </a:r>
            <a:r>
              <a:rPr sz="2800" spc="-20" dirty="0">
                <a:solidFill>
                  <a:srgbClr val="3F3F3F"/>
                </a:solidFill>
                <a:latin typeface="Calibri"/>
                <a:cs typeface="Calibri"/>
              </a:rPr>
              <a:t>router</a:t>
            </a:r>
            <a:r>
              <a:rPr sz="2800" spc="-10" dirty="0">
                <a:solidFill>
                  <a:srgbClr val="3F3F3F"/>
                </a:solidFill>
                <a:latin typeface="Calibri"/>
                <a:cs typeface="Calibri"/>
              </a:rPr>
              <a:t> in</a:t>
            </a:r>
            <a:r>
              <a:rPr sz="2800" spc="20" dirty="0">
                <a:solidFill>
                  <a:srgbClr val="3F3F3F"/>
                </a:solidFill>
                <a:latin typeface="Calibri"/>
                <a:cs typeface="Calibri"/>
              </a:rPr>
              <a:t> </a:t>
            </a:r>
            <a:r>
              <a:rPr sz="2800" spc="-10" dirty="0">
                <a:solidFill>
                  <a:srgbClr val="3F3F3F"/>
                </a:solidFill>
                <a:latin typeface="Calibri"/>
                <a:cs typeface="Calibri"/>
              </a:rPr>
              <a:t>the</a:t>
            </a:r>
            <a:r>
              <a:rPr sz="2800" dirty="0">
                <a:solidFill>
                  <a:srgbClr val="3F3F3F"/>
                </a:solidFill>
                <a:latin typeface="Calibri"/>
                <a:cs typeface="Calibri"/>
              </a:rPr>
              <a:t> </a:t>
            </a:r>
            <a:r>
              <a:rPr sz="2800" spc="-10" dirty="0">
                <a:solidFill>
                  <a:srgbClr val="3F3F3F"/>
                </a:solidFill>
                <a:latin typeface="Calibri"/>
                <a:cs typeface="Calibri"/>
              </a:rPr>
              <a:t>second</a:t>
            </a:r>
            <a:r>
              <a:rPr sz="2800" spc="25" dirty="0">
                <a:solidFill>
                  <a:srgbClr val="3F3F3F"/>
                </a:solidFill>
                <a:latin typeface="Calibri"/>
                <a:cs typeface="Calibri"/>
              </a:rPr>
              <a:t> </a:t>
            </a:r>
            <a:r>
              <a:rPr sz="2800" spc="-10" dirty="0">
                <a:solidFill>
                  <a:srgbClr val="3F3F3F"/>
                </a:solidFill>
                <a:latin typeface="Calibri"/>
                <a:cs typeface="Calibri"/>
              </a:rPr>
              <a:t>column,</a:t>
            </a:r>
            <a:r>
              <a:rPr sz="2800" spc="35" dirty="0">
                <a:solidFill>
                  <a:srgbClr val="3F3F3F"/>
                </a:solidFill>
                <a:latin typeface="Calibri"/>
                <a:cs typeface="Calibri"/>
              </a:rPr>
              <a:t> </a:t>
            </a:r>
            <a:r>
              <a:rPr sz="2800" spc="-10" dirty="0">
                <a:solidFill>
                  <a:srgbClr val="3F3F3F"/>
                </a:solidFill>
                <a:latin typeface="Calibri"/>
                <a:cs typeface="Calibri"/>
              </a:rPr>
              <a:t>it </a:t>
            </a:r>
            <a:r>
              <a:rPr sz="2800" spc="-15" dirty="0">
                <a:solidFill>
                  <a:srgbClr val="3F3F3F"/>
                </a:solidFill>
                <a:latin typeface="Calibri"/>
                <a:cs typeface="Calibri"/>
              </a:rPr>
              <a:t>gives</a:t>
            </a:r>
            <a:r>
              <a:rPr sz="2800" spc="-5" dirty="0">
                <a:solidFill>
                  <a:srgbClr val="3F3F3F"/>
                </a:solidFill>
                <a:latin typeface="Calibri"/>
                <a:cs typeface="Calibri"/>
              </a:rPr>
              <a:t> </a:t>
            </a:r>
            <a:r>
              <a:rPr sz="2800" spc="-10" dirty="0">
                <a:solidFill>
                  <a:srgbClr val="3F3F3F"/>
                </a:solidFill>
                <a:latin typeface="Calibri"/>
                <a:cs typeface="Calibri"/>
              </a:rPr>
              <a:t>the</a:t>
            </a:r>
            <a:r>
              <a:rPr sz="2800" dirty="0">
                <a:solidFill>
                  <a:srgbClr val="3F3F3F"/>
                </a:solidFill>
                <a:latin typeface="Calibri"/>
                <a:cs typeface="Calibri"/>
              </a:rPr>
              <a:t> </a:t>
            </a:r>
            <a:r>
              <a:rPr sz="2800" spc="-15" dirty="0">
                <a:solidFill>
                  <a:srgbClr val="3F3F3F"/>
                </a:solidFill>
                <a:latin typeface="Calibri"/>
                <a:cs typeface="Calibri"/>
              </a:rPr>
              <a:t>information</a:t>
            </a:r>
            <a:r>
              <a:rPr sz="2800" spc="20" dirty="0">
                <a:solidFill>
                  <a:srgbClr val="3F3F3F"/>
                </a:solidFill>
                <a:latin typeface="Calibri"/>
                <a:cs typeface="Calibri"/>
              </a:rPr>
              <a:t> </a:t>
            </a:r>
            <a:r>
              <a:rPr sz="2800" spc="-5" dirty="0">
                <a:solidFill>
                  <a:srgbClr val="3F3F3F"/>
                </a:solidFill>
                <a:latin typeface="Calibri"/>
                <a:cs typeface="Calibri"/>
              </a:rPr>
              <a:t>about </a:t>
            </a:r>
            <a:r>
              <a:rPr sz="2800" spc="-620" dirty="0">
                <a:solidFill>
                  <a:srgbClr val="3F3F3F"/>
                </a:solidFill>
                <a:latin typeface="Calibri"/>
                <a:cs typeface="Calibri"/>
              </a:rPr>
              <a:t> </a:t>
            </a:r>
            <a:r>
              <a:rPr sz="2800" spc="-10" dirty="0">
                <a:solidFill>
                  <a:srgbClr val="3F3F3F"/>
                </a:solidFill>
                <a:latin typeface="Calibri"/>
                <a:cs typeface="Calibri"/>
              </a:rPr>
              <a:t>the whole</a:t>
            </a:r>
            <a:r>
              <a:rPr sz="2800" spc="-5" dirty="0">
                <a:solidFill>
                  <a:srgbClr val="3F3F3F"/>
                </a:solidFill>
                <a:latin typeface="Calibri"/>
                <a:cs typeface="Calibri"/>
              </a:rPr>
              <a:t> </a:t>
            </a:r>
            <a:r>
              <a:rPr sz="2800" spc="-15" dirty="0">
                <a:solidFill>
                  <a:srgbClr val="3F3F3F"/>
                </a:solidFill>
                <a:latin typeface="Calibri"/>
                <a:cs typeface="Calibri"/>
              </a:rPr>
              <a:t>least-cost</a:t>
            </a:r>
            <a:r>
              <a:rPr sz="2800" spc="40" dirty="0">
                <a:solidFill>
                  <a:srgbClr val="3F3F3F"/>
                </a:solidFill>
                <a:latin typeface="Calibri"/>
                <a:cs typeface="Calibri"/>
              </a:rPr>
              <a:t> </a:t>
            </a:r>
            <a:r>
              <a:rPr sz="2800" spc="-20" dirty="0">
                <a:solidFill>
                  <a:srgbClr val="3F3F3F"/>
                </a:solidFill>
                <a:latin typeface="Calibri"/>
                <a:cs typeface="Calibri"/>
              </a:rPr>
              <a:t>tree</a:t>
            </a:r>
            <a:endParaRPr sz="2800">
              <a:latin typeface="Calibri"/>
              <a:cs typeface="Calibri"/>
            </a:endParaRPr>
          </a:p>
          <a:p>
            <a:pPr marL="189230" marR="174625" indent="-177165">
              <a:lnSpc>
                <a:spcPts val="2690"/>
              </a:lnSpc>
              <a:spcBef>
                <a:spcPts val="1380"/>
              </a:spcBef>
              <a:buClr>
                <a:srgbClr val="1CACE4"/>
              </a:buClr>
              <a:buFont typeface="Arial MT"/>
              <a:buChar char="•"/>
              <a:tabLst>
                <a:tab pos="189865" algn="l"/>
              </a:tabLst>
            </a:pPr>
            <a:r>
              <a:rPr sz="2800" spc="-20" dirty="0">
                <a:solidFill>
                  <a:srgbClr val="3F3F3F"/>
                </a:solidFill>
                <a:latin typeface="Calibri"/>
                <a:cs typeface="Calibri"/>
              </a:rPr>
              <a:t>For</a:t>
            </a:r>
            <a:r>
              <a:rPr sz="2800" spc="-10" dirty="0">
                <a:solidFill>
                  <a:srgbClr val="3F3F3F"/>
                </a:solidFill>
                <a:latin typeface="Calibri"/>
                <a:cs typeface="Calibri"/>
              </a:rPr>
              <a:t> </a:t>
            </a:r>
            <a:r>
              <a:rPr sz="2800" spc="-20" dirty="0">
                <a:solidFill>
                  <a:srgbClr val="3F3F3F"/>
                </a:solidFill>
                <a:latin typeface="Calibri"/>
                <a:cs typeface="Calibri"/>
              </a:rPr>
              <a:t>example,</a:t>
            </a:r>
            <a:r>
              <a:rPr sz="2800" spc="5" dirty="0">
                <a:solidFill>
                  <a:srgbClr val="3F3F3F"/>
                </a:solidFill>
                <a:latin typeface="Calibri"/>
                <a:cs typeface="Calibri"/>
              </a:rPr>
              <a:t> </a:t>
            </a:r>
            <a:r>
              <a:rPr sz="2800" spc="-5" dirty="0">
                <a:solidFill>
                  <a:srgbClr val="3F3F3F"/>
                </a:solidFill>
                <a:latin typeface="Calibri"/>
                <a:cs typeface="Calibri"/>
              </a:rPr>
              <a:t>R1</a:t>
            </a:r>
            <a:r>
              <a:rPr sz="2800" spc="5" dirty="0">
                <a:solidFill>
                  <a:srgbClr val="3F3F3F"/>
                </a:solidFill>
                <a:latin typeface="Calibri"/>
                <a:cs typeface="Calibri"/>
              </a:rPr>
              <a:t> </a:t>
            </a:r>
            <a:r>
              <a:rPr sz="2800" spc="-10" dirty="0">
                <a:solidFill>
                  <a:srgbClr val="3F3F3F"/>
                </a:solidFill>
                <a:latin typeface="Calibri"/>
                <a:cs typeface="Calibri"/>
              </a:rPr>
              <a:t>defines</a:t>
            </a:r>
            <a:r>
              <a:rPr sz="2800" spc="25" dirty="0">
                <a:solidFill>
                  <a:srgbClr val="3F3F3F"/>
                </a:solidFill>
                <a:latin typeface="Calibri"/>
                <a:cs typeface="Calibri"/>
              </a:rPr>
              <a:t> </a:t>
            </a:r>
            <a:r>
              <a:rPr sz="2800" spc="-15" dirty="0">
                <a:solidFill>
                  <a:srgbClr val="3F3F3F"/>
                </a:solidFill>
                <a:latin typeface="Calibri"/>
                <a:cs typeface="Calibri"/>
              </a:rPr>
              <a:t>that</a:t>
            </a:r>
            <a:r>
              <a:rPr sz="2800" spc="5" dirty="0">
                <a:solidFill>
                  <a:srgbClr val="3F3F3F"/>
                </a:solidFill>
                <a:latin typeface="Calibri"/>
                <a:cs typeface="Calibri"/>
              </a:rPr>
              <a:t> </a:t>
            </a:r>
            <a:r>
              <a:rPr sz="2800" spc="-10" dirty="0">
                <a:solidFill>
                  <a:srgbClr val="3F3F3F"/>
                </a:solidFill>
                <a:latin typeface="Calibri"/>
                <a:cs typeface="Calibri"/>
              </a:rPr>
              <a:t>the</a:t>
            </a:r>
            <a:r>
              <a:rPr sz="2800" spc="35" dirty="0">
                <a:solidFill>
                  <a:srgbClr val="3F3F3F"/>
                </a:solidFill>
                <a:latin typeface="Calibri"/>
                <a:cs typeface="Calibri"/>
              </a:rPr>
              <a:t> </a:t>
            </a:r>
            <a:r>
              <a:rPr sz="2800" spc="-15" dirty="0">
                <a:solidFill>
                  <a:srgbClr val="3F3F3F"/>
                </a:solidFill>
                <a:latin typeface="Calibri"/>
                <a:cs typeface="Calibri"/>
              </a:rPr>
              <a:t>next</a:t>
            </a:r>
            <a:r>
              <a:rPr sz="2800" spc="5" dirty="0">
                <a:solidFill>
                  <a:srgbClr val="3F3F3F"/>
                </a:solidFill>
                <a:latin typeface="Calibri"/>
                <a:cs typeface="Calibri"/>
              </a:rPr>
              <a:t> </a:t>
            </a:r>
            <a:r>
              <a:rPr sz="2800" spc="-20" dirty="0">
                <a:solidFill>
                  <a:srgbClr val="3F3F3F"/>
                </a:solidFill>
                <a:latin typeface="Calibri"/>
                <a:cs typeface="Calibri"/>
              </a:rPr>
              <a:t>router</a:t>
            </a:r>
            <a:r>
              <a:rPr sz="2800" spc="25" dirty="0">
                <a:solidFill>
                  <a:srgbClr val="3F3F3F"/>
                </a:solidFill>
                <a:latin typeface="Calibri"/>
                <a:cs typeface="Calibri"/>
              </a:rPr>
              <a:t> </a:t>
            </a:r>
            <a:r>
              <a:rPr sz="2800" spc="-25" dirty="0">
                <a:solidFill>
                  <a:srgbClr val="3F3F3F"/>
                </a:solidFill>
                <a:latin typeface="Calibri"/>
                <a:cs typeface="Calibri"/>
              </a:rPr>
              <a:t>for</a:t>
            </a:r>
            <a:r>
              <a:rPr sz="2800" spc="1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path </a:t>
            </a:r>
            <a:r>
              <a:rPr sz="2800" spc="-10" dirty="0">
                <a:solidFill>
                  <a:srgbClr val="3F3F3F"/>
                </a:solidFill>
                <a:latin typeface="Calibri"/>
                <a:cs typeface="Calibri"/>
              </a:rPr>
              <a:t> </a:t>
            </a:r>
            <a:r>
              <a:rPr sz="2800" spc="-20" dirty="0">
                <a:solidFill>
                  <a:srgbClr val="3F3F3F"/>
                </a:solidFill>
                <a:latin typeface="Calibri"/>
                <a:cs typeface="Calibri"/>
              </a:rPr>
              <a:t>to</a:t>
            </a:r>
            <a:r>
              <a:rPr sz="2800" spc="-10" dirty="0">
                <a:solidFill>
                  <a:srgbClr val="3F3F3F"/>
                </a:solidFill>
                <a:latin typeface="Calibri"/>
                <a:cs typeface="Calibri"/>
              </a:rPr>
              <a:t> </a:t>
            </a:r>
            <a:r>
              <a:rPr sz="2800" spc="-5" dirty="0">
                <a:solidFill>
                  <a:srgbClr val="3F3F3F"/>
                </a:solidFill>
                <a:latin typeface="Calibri"/>
                <a:cs typeface="Calibri"/>
              </a:rPr>
              <a:t>N4</a:t>
            </a:r>
            <a:r>
              <a:rPr sz="2800" spc="1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5" dirty="0">
                <a:solidFill>
                  <a:srgbClr val="3F3F3F"/>
                </a:solidFill>
                <a:latin typeface="Calibri"/>
                <a:cs typeface="Calibri"/>
              </a:rPr>
              <a:t>R2;</a:t>
            </a:r>
            <a:r>
              <a:rPr sz="2800" spc="5" dirty="0">
                <a:solidFill>
                  <a:srgbClr val="3F3F3F"/>
                </a:solidFill>
                <a:latin typeface="Calibri"/>
                <a:cs typeface="Calibri"/>
              </a:rPr>
              <a:t> </a:t>
            </a:r>
            <a:r>
              <a:rPr sz="2800" spc="-5" dirty="0">
                <a:solidFill>
                  <a:srgbClr val="3F3F3F"/>
                </a:solidFill>
                <a:latin typeface="Calibri"/>
                <a:cs typeface="Calibri"/>
              </a:rPr>
              <a:t>R2</a:t>
            </a:r>
            <a:r>
              <a:rPr sz="2800" spc="5" dirty="0">
                <a:solidFill>
                  <a:srgbClr val="3F3F3F"/>
                </a:solidFill>
                <a:latin typeface="Calibri"/>
                <a:cs typeface="Calibri"/>
              </a:rPr>
              <a:t> </a:t>
            </a:r>
            <a:r>
              <a:rPr sz="2800" spc="-10" dirty="0">
                <a:solidFill>
                  <a:srgbClr val="3F3F3F"/>
                </a:solidFill>
                <a:latin typeface="Calibri"/>
                <a:cs typeface="Calibri"/>
              </a:rPr>
              <a:t>defines</a:t>
            </a:r>
            <a:r>
              <a:rPr sz="2800" spc="20" dirty="0">
                <a:solidFill>
                  <a:srgbClr val="3F3F3F"/>
                </a:solidFill>
                <a:latin typeface="Calibri"/>
                <a:cs typeface="Calibri"/>
              </a:rPr>
              <a:t> </a:t>
            </a:r>
            <a:r>
              <a:rPr sz="2800" spc="-15" dirty="0">
                <a:solidFill>
                  <a:srgbClr val="3F3F3F"/>
                </a:solidFill>
                <a:latin typeface="Calibri"/>
                <a:cs typeface="Calibri"/>
              </a:rPr>
              <a:t>that</a:t>
            </a:r>
            <a:r>
              <a:rPr sz="2800" spc="5"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next</a:t>
            </a:r>
            <a:r>
              <a:rPr sz="2800" spc="5" dirty="0">
                <a:solidFill>
                  <a:srgbClr val="3F3F3F"/>
                </a:solidFill>
                <a:latin typeface="Calibri"/>
                <a:cs typeface="Calibri"/>
              </a:rPr>
              <a:t> </a:t>
            </a:r>
            <a:r>
              <a:rPr sz="2800" spc="-20" dirty="0">
                <a:solidFill>
                  <a:srgbClr val="3F3F3F"/>
                </a:solidFill>
                <a:latin typeface="Calibri"/>
                <a:cs typeface="Calibri"/>
              </a:rPr>
              <a:t>router</a:t>
            </a:r>
            <a:r>
              <a:rPr sz="2800" spc="5" dirty="0">
                <a:solidFill>
                  <a:srgbClr val="3F3F3F"/>
                </a:solidFill>
                <a:latin typeface="Calibri"/>
                <a:cs typeface="Calibri"/>
              </a:rPr>
              <a:t> </a:t>
            </a:r>
            <a:r>
              <a:rPr sz="2800" spc="-20" dirty="0">
                <a:solidFill>
                  <a:srgbClr val="3F3F3F"/>
                </a:solidFill>
                <a:latin typeface="Calibri"/>
                <a:cs typeface="Calibri"/>
              </a:rPr>
              <a:t>to</a:t>
            </a:r>
            <a:r>
              <a:rPr sz="2800" spc="-5" dirty="0">
                <a:solidFill>
                  <a:srgbClr val="3F3F3F"/>
                </a:solidFill>
                <a:latin typeface="Calibri"/>
                <a:cs typeface="Calibri"/>
              </a:rPr>
              <a:t> N4</a:t>
            </a:r>
            <a:r>
              <a:rPr sz="2800" spc="1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20" dirty="0">
                <a:solidFill>
                  <a:srgbClr val="3F3F3F"/>
                </a:solidFill>
                <a:latin typeface="Calibri"/>
                <a:cs typeface="Calibri"/>
              </a:rPr>
              <a:t>R3;</a:t>
            </a:r>
            <a:r>
              <a:rPr sz="2800" spc="10" dirty="0">
                <a:solidFill>
                  <a:srgbClr val="3F3F3F"/>
                </a:solidFill>
                <a:latin typeface="Calibri"/>
                <a:cs typeface="Calibri"/>
              </a:rPr>
              <a:t> </a:t>
            </a:r>
            <a:r>
              <a:rPr sz="2800" spc="-5" dirty="0">
                <a:solidFill>
                  <a:srgbClr val="3F3F3F"/>
                </a:solidFill>
                <a:latin typeface="Calibri"/>
                <a:cs typeface="Calibri"/>
              </a:rPr>
              <a:t>R3 </a:t>
            </a:r>
            <a:r>
              <a:rPr sz="2800" spc="-615" dirty="0">
                <a:solidFill>
                  <a:srgbClr val="3F3F3F"/>
                </a:solidFill>
                <a:latin typeface="Calibri"/>
                <a:cs typeface="Calibri"/>
              </a:rPr>
              <a:t> </a:t>
            </a:r>
            <a:r>
              <a:rPr sz="2800" spc="-10" dirty="0">
                <a:solidFill>
                  <a:srgbClr val="3F3F3F"/>
                </a:solidFill>
                <a:latin typeface="Calibri"/>
                <a:cs typeface="Calibri"/>
              </a:rPr>
              <a:t>defines</a:t>
            </a:r>
            <a:r>
              <a:rPr sz="2800" dirty="0">
                <a:solidFill>
                  <a:srgbClr val="3F3F3F"/>
                </a:solidFill>
                <a:latin typeface="Calibri"/>
                <a:cs typeface="Calibri"/>
              </a:rPr>
              <a:t> </a:t>
            </a:r>
            <a:r>
              <a:rPr sz="2800" spc="-15" dirty="0">
                <a:solidFill>
                  <a:srgbClr val="3F3F3F"/>
                </a:solidFill>
                <a:latin typeface="Calibri"/>
                <a:cs typeface="Calibri"/>
              </a:rPr>
              <a:t>that</a:t>
            </a:r>
            <a:r>
              <a:rPr sz="2800" spc="-5" dirty="0">
                <a:solidFill>
                  <a:srgbClr val="3F3F3F"/>
                </a:solidFill>
                <a:latin typeface="Calibri"/>
                <a:cs typeface="Calibri"/>
              </a:rPr>
              <a:t> </a:t>
            </a:r>
            <a:r>
              <a:rPr sz="2800" spc="-15" dirty="0">
                <a:solidFill>
                  <a:srgbClr val="3F3F3F"/>
                </a:solidFill>
                <a:latin typeface="Calibri"/>
                <a:cs typeface="Calibri"/>
              </a:rPr>
              <a:t>there</a:t>
            </a:r>
            <a:r>
              <a:rPr sz="2800" spc="5" dirty="0">
                <a:solidFill>
                  <a:srgbClr val="3F3F3F"/>
                </a:solidFill>
                <a:latin typeface="Calibri"/>
                <a:cs typeface="Calibri"/>
              </a:rPr>
              <a:t> </a:t>
            </a:r>
            <a:r>
              <a:rPr sz="2800" spc="-10" dirty="0">
                <a:solidFill>
                  <a:srgbClr val="3F3F3F"/>
                </a:solidFill>
                <a:latin typeface="Calibri"/>
                <a:cs typeface="Calibri"/>
              </a:rPr>
              <a:t>is</a:t>
            </a:r>
            <a:r>
              <a:rPr sz="2800" spc="10" dirty="0">
                <a:solidFill>
                  <a:srgbClr val="3F3F3F"/>
                </a:solidFill>
                <a:latin typeface="Calibri"/>
                <a:cs typeface="Calibri"/>
              </a:rPr>
              <a:t> </a:t>
            </a:r>
            <a:r>
              <a:rPr sz="2800" spc="-5" dirty="0">
                <a:solidFill>
                  <a:srgbClr val="3F3F3F"/>
                </a:solidFill>
                <a:latin typeface="Calibri"/>
                <a:cs typeface="Calibri"/>
              </a:rPr>
              <a:t>no</a:t>
            </a:r>
            <a:r>
              <a:rPr sz="2800" spc="5" dirty="0">
                <a:solidFill>
                  <a:srgbClr val="3F3F3F"/>
                </a:solidFill>
                <a:latin typeface="Calibri"/>
                <a:cs typeface="Calibri"/>
              </a:rPr>
              <a:t> </a:t>
            </a:r>
            <a:r>
              <a:rPr sz="2800" spc="-15" dirty="0">
                <a:solidFill>
                  <a:srgbClr val="3F3F3F"/>
                </a:solidFill>
                <a:latin typeface="Calibri"/>
                <a:cs typeface="Calibri"/>
              </a:rPr>
              <a:t>next</a:t>
            </a:r>
            <a:r>
              <a:rPr sz="2800" spc="5" dirty="0">
                <a:solidFill>
                  <a:srgbClr val="3F3F3F"/>
                </a:solidFill>
                <a:latin typeface="Calibri"/>
                <a:cs typeface="Calibri"/>
              </a:rPr>
              <a:t> </a:t>
            </a:r>
            <a:r>
              <a:rPr sz="2800" spc="-20" dirty="0">
                <a:solidFill>
                  <a:srgbClr val="3F3F3F"/>
                </a:solidFill>
                <a:latin typeface="Calibri"/>
                <a:cs typeface="Calibri"/>
              </a:rPr>
              <a:t>router</a:t>
            </a:r>
            <a:r>
              <a:rPr sz="2800" spc="5" dirty="0">
                <a:solidFill>
                  <a:srgbClr val="3F3F3F"/>
                </a:solidFill>
                <a:latin typeface="Calibri"/>
                <a:cs typeface="Calibri"/>
              </a:rPr>
              <a:t> </a:t>
            </a:r>
            <a:r>
              <a:rPr sz="2800" spc="-25" dirty="0">
                <a:solidFill>
                  <a:srgbClr val="3F3F3F"/>
                </a:solidFill>
                <a:latin typeface="Calibri"/>
                <a:cs typeface="Calibri"/>
              </a:rPr>
              <a:t>for</a:t>
            </a:r>
            <a:r>
              <a:rPr sz="2800" spc="-5" dirty="0">
                <a:solidFill>
                  <a:srgbClr val="3F3F3F"/>
                </a:solidFill>
                <a:latin typeface="Calibri"/>
                <a:cs typeface="Calibri"/>
              </a:rPr>
              <a:t> </a:t>
            </a:r>
            <a:r>
              <a:rPr sz="2800" spc="-10" dirty="0">
                <a:solidFill>
                  <a:srgbClr val="3F3F3F"/>
                </a:solidFill>
                <a:latin typeface="Calibri"/>
                <a:cs typeface="Calibri"/>
              </a:rPr>
              <a:t>this</a:t>
            </a:r>
            <a:r>
              <a:rPr sz="2800" spc="15" dirty="0">
                <a:solidFill>
                  <a:srgbClr val="3F3F3F"/>
                </a:solidFill>
                <a:latin typeface="Calibri"/>
                <a:cs typeface="Calibri"/>
              </a:rPr>
              <a:t> </a:t>
            </a:r>
            <a:r>
              <a:rPr sz="2800" spc="-10" dirty="0">
                <a:solidFill>
                  <a:srgbClr val="3F3F3F"/>
                </a:solidFill>
                <a:latin typeface="Calibri"/>
                <a:cs typeface="Calibri"/>
              </a:rPr>
              <a:t>path.</a:t>
            </a:r>
            <a:endParaRPr sz="2800">
              <a:latin typeface="Calibri"/>
              <a:cs typeface="Calibri"/>
            </a:endParaRPr>
          </a:p>
          <a:p>
            <a:pPr marL="419100" lvl="1" indent="-183515">
              <a:lnSpc>
                <a:spcPts val="2735"/>
              </a:lnSpc>
              <a:buClr>
                <a:srgbClr val="1CACE4"/>
              </a:buClr>
              <a:buChar char="◦"/>
              <a:tabLst>
                <a:tab pos="419734" algn="l"/>
              </a:tabLst>
            </a:pPr>
            <a:r>
              <a:rPr sz="2400" spc="-5" dirty="0">
                <a:solidFill>
                  <a:srgbClr val="3F3F3F"/>
                </a:solidFill>
                <a:latin typeface="Calibri"/>
                <a:cs typeface="Calibri"/>
              </a:rPr>
              <a:t>The</a:t>
            </a:r>
            <a:r>
              <a:rPr sz="2400" spc="-10" dirty="0">
                <a:solidFill>
                  <a:srgbClr val="3F3F3F"/>
                </a:solidFill>
                <a:latin typeface="Calibri"/>
                <a:cs typeface="Calibri"/>
              </a:rPr>
              <a:t> tree</a:t>
            </a:r>
            <a:r>
              <a:rPr sz="2400" spc="-5" dirty="0">
                <a:solidFill>
                  <a:srgbClr val="3F3F3F"/>
                </a:solidFill>
                <a:latin typeface="Calibri"/>
                <a:cs typeface="Calibri"/>
              </a:rPr>
              <a:t> is</a:t>
            </a:r>
            <a:r>
              <a:rPr sz="2400" spc="-30" dirty="0">
                <a:solidFill>
                  <a:srgbClr val="3F3F3F"/>
                </a:solidFill>
                <a:latin typeface="Calibri"/>
                <a:cs typeface="Calibri"/>
              </a:rPr>
              <a:t> </a:t>
            </a:r>
            <a:r>
              <a:rPr sz="2400" spc="-5" dirty="0">
                <a:solidFill>
                  <a:srgbClr val="3F3F3F"/>
                </a:solidFill>
                <a:latin typeface="Calibri"/>
                <a:cs typeface="Calibri"/>
              </a:rPr>
              <a:t>then</a:t>
            </a:r>
            <a:r>
              <a:rPr sz="2400" spc="-10" dirty="0">
                <a:solidFill>
                  <a:srgbClr val="3F3F3F"/>
                </a:solidFill>
                <a:latin typeface="Calibri"/>
                <a:cs typeface="Calibri"/>
              </a:rPr>
              <a:t> </a:t>
            </a:r>
            <a:r>
              <a:rPr sz="2400" dirty="0">
                <a:solidFill>
                  <a:srgbClr val="3F3F3F"/>
                </a:solidFill>
                <a:latin typeface="Calibri"/>
                <a:cs typeface="Calibri"/>
              </a:rPr>
              <a:t>R1</a:t>
            </a:r>
            <a:r>
              <a:rPr sz="2400" spc="-25" dirty="0">
                <a:solidFill>
                  <a:srgbClr val="3F3F3F"/>
                </a:solidFill>
                <a:latin typeface="Calibri"/>
                <a:cs typeface="Calibri"/>
              </a:rPr>
              <a:t> </a:t>
            </a:r>
            <a:r>
              <a:rPr sz="2400" dirty="0">
                <a:solidFill>
                  <a:srgbClr val="3F3F3F"/>
                </a:solidFill>
                <a:latin typeface="Calibri"/>
                <a:cs typeface="Calibri"/>
              </a:rPr>
              <a:t>→</a:t>
            </a:r>
            <a:r>
              <a:rPr sz="2400" spc="5" dirty="0">
                <a:solidFill>
                  <a:srgbClr val="3F3F3F"/>
                </a:solidFill>
                <a:latin typeface="Calibri"/>
                <a:cs typeface="Calibri"/>
              </a:rPr>
              <a:t> </a:t>
            </a:r>
            <a:r>
              <a:rPr sz="2400" dirty="0">
                <a:solidFill>
                  <a:srgbClr val="3F3F3F"/>
                </a:solidFill>
                <a:latin typeface="Calibri"/>
                <a:cs typeface="Calibri"/>
              </a:rPr>
              <a:t>R2</a:t>
            </a:r>
            <a:r>
              <a:rPr sz="2400" spc="-15" dirty="0">
                <a:solidFill>
                  <a:srgbClr val="3F3F3F"/>
                </a:solidFill>
                <a:latin typeface="Calibri"/>
                <a:cs typeface="Calibri"/>
              </a:rPr>
              <a:t> </a:t>
            </a:r>
            <a:r>
              <a:rPr sz="2400" dirty="0">
                <a:solidFill>
                  <a:srgbClr val="3F3F3F"/>
                </a:solidFill>
                <a:latin typeface="Calibri"/>
                <a:cs typeface="Calibri"/>
              </a:rPr>
              <a:t>→</a:t>
            </a:r>
            <a:r>
              <a:rPr sz="2400" spc="-15" dirty="0">
                <a:solidFill>
                  <a:srgbClr val="3F3F3F"/>
                </a:solidFill>
                <a:latin typeface="Calibri"/>
                <a:cs typeface="Calibri"/>
              </a:rPr>
              <a:t> </a:t>
            </a:r>
            <a:r>
              <a:rPr sz="2400" dirty="0">
                <a:solidFill>
                  <a:srgbClr val="3F3F3F"/>
                </a:solidFill>
                <a:latin typeface="Calibri"/>
                <a:cs typeface="Calibri"/>
              </a:rPr>
              <a:t>R3</a:t>
            </a:r>
            <a:r>
              <a:rPr sz="2400" spc="-25" dirty="0">
                <a:solidFill>
                  <a:srgbClr val="3F3F3F"/>
                </a:solidFill>
                <a:latin typeface="Calibri"/>
                <a:cs typeface="Calibri"/>
              </a:rPr>
              <a:t> </a:t>
            </a:r>
            <a:r>
              <a:rPr sz="2400" dirty="0">
                <a:solidFill>
                  <a:srgbClr val="3F3F3F"/>
                </a:solidFill>
                <a:latin typeface="Calibri"/>
                <a:cs typeface="Calibri"/>
              </a:rPr>
              <a:t>→</a:t>
            </a:r>
            <a:r>
              <a:rPr sz="2400" spc="-10" dirty="0">
                <a:solidFill>
                  <a:srgbClr val="3F3F3F"/>
                </a:solidFill>
                <a:latin typeface="Calibri"/>
                <a:cs typeface="Calibri"/>
              </a:rPr>
              <a:t> </a:t>
            </a:r>
            <a:r>
              <a:rPr sz="2400" spc="-5" dirty="0">
                <a:solidFill>
                  <a:srgbClr val="3F3F3F"/>
                </a:solidFill>
                <a:latin typeface="Calibri"/>
                <a:cs typeface="Calibri"/>
              </a:rPr>
              <a:t>N4.</a:t>
            </a:r>
            <a:endParaRPr sz="2400">
              <a:latin typeface="Calibri"/>
              <a:cs typeface="Calibri"/>
            </a:endParaRPr>
          </a:p>
          <a:p>
            <a:pPr marL="189230" indent="-177165">
              <a:lnSpc>
                <a:spcPts val="3285"/>
              </a:lnSpc>
              <a:spcBef>
                <a:spcPts val="910"/>
              </a:spcBef>
              <a:buClr>
                <a:srgbClr val="1CACE4"/>
              </a:buClr>
              <a:buFont typeface="Arial MT"/>
              <a:buChar char="•"/>
              <a:tabLst>
                <a:tab pos="189865" algn="l"/>
              </a:tabLst>
            </a:pPr>
            <a:r>
              <a:rPr sz="2800" spc="-10" dirty="0">
                <a:solidFill>
                  <a:srgbClr val="3F3F3F"/>
                </a:solidFill>
                <a:latin typeface="Calibri"/>
                <a:cs typeface="Calibri"/>
              </a:rPr>
              <a:t>What the</a:t>
            </a:r>
            <a:r>
              <a:rPr sz="2800" spc="-5" dirty="0">
                <a:solidFill>
                  <a:srgbClr val="3F3F3F"/>
                </a:solidFill>
                <a:latin typeface="Calibri"/>
                <a:cs typeface="Calibri"/>
              </a:rPr>
              <a:t> </a:t>
            </a:r>
            <a:r>
              <a:rPr sz="2800" spc="-10" dirty="0">
                <a:solidFill>
                  <a:srgbClr val="3F3F3F"/>
                </a:solidFill>
                <a:latin typeface="Calibri"/>
                <a:cs typeface="Calibri"/>
              </a:rPr>
              <a:t>use</a:t>
            </a:r>
            <a:r>
              <a:rPr sz="2800" spc="5" dirty="0">
                <a:solidFill>
                  <a:srgbClr val="3F3F3F"/>
                </a:solidFill>
                <a:latin typeface="Calibri"/>
                <a:cs typeface="Calibri"/>
              </a:rPr>
              <a:t> </a:t>
            </a:r>
            <a:r>
              <a:rPr sz="2800" spc="-5" dirty="0">
                <a:solidFill>
                  <a:srgbClr val="3F3F3F"/>
                </a:solidFill>
                <a:latin typeface="Calibri"/>
                <a:cs typeface="Calibri"/>
              </a:rPr>
              <a:t>of</a:t>
            </a:r>
            <a:r>
              <a:rPr sz="2800" dirty="0">
                <a:solidFill>
                  <a:srgbClr val="3F3F3F"/>
                </a:solidFill>
                <a:latin typeface="Calibri"/>
                <a:cs typeface="Calibri"/>
              </a:rPr>
              <a:t> </a:t>
            </a:r>
            <a:r>
              <a:rPr sz="2800" spc="-10" dirty="0">
                <a:solidFill>
                  <a:srgbClr val="3F3F3F"/>
                </a:solidFill>
                <a:latin typeface="Calibri"/>
                <a:cs typeface="Calibri"/>
              </a:rPr>
              <a:t>the</a:t>
            </a:r>
            <a:r>
              <a:rPr sz="2800" spc="-5" dirty="0">
                <a:solidFill>
                  <a:srgbClr val="3F3F3F"/>
                </a:solidFill>
                <a:latin typeface="Calibri"/>
                <a:cs typeface="Calibri"/>
              </a:rPr>
              <a:t> </a:t>
            </a:r>
            <a:r>
              <a:rPr sz="2800" spc="-15" dirty="0">
                <a:solidFill>
                  <a:srgbClr val="3F3F3F"/>
                </a:solidFill>
                <a:latin typeface="Calibri"/>
                <a:cs typeface="Calibri"/>
              </a:rPr>
              <a:t>third</a:t>
            </a:r>
            <a:r>
              <a:rPr sz="2800" spc="15" dirty="0">
                <a:solidFill>
                  <a:srgbClr val="3F3F3F"/>
                </a:solidFill>
                <a:latin typeface="Calibri"/>
                <a:cs typeface="Calibri"/>
              </a:rPr>
              <a:t> </a:t>
            </a:r>
            <a:r>
              <a:rPr sz="2800" spc="-10" dirty="0">
                <a:solidFill>
                  <a:srgbClr val="3F3F3F"/>
                </a:solidFill>
                <a:latin typeface="Calibri"/>
                <a:cs typeface="Calibri"/>
              </a:rPr>
              <a:t>column?</a:t>
            </a:r>
            <a:endParaRPr sz="2800">
              <a:latin typeface="Calibri"/>
              <a:cs typeface="Calibri"/>
            </a:endParaRPr>
          </a:p>
          <a:p>
            <a:pPr marL="419100" marR="163830" lvl="1" indent="-182880">
              <a:lnSpc>
                <a:spcPts val="2300"/>
              </a:lnSpc>
              <a:spcBef>
                <a:spcPts val="484"/>
              </a:spcBef>
              <a:buClr>
                <a:srgbClr val="1CACE4"/>
              </a:buClr>
              <a:buChar char="◦"/>
              <a:tabLst>
                <a:tab pos="419734" algn="l"/>
              </a:tabLst>
            </a:pPr>
            <a:r>
              <a:rPr sz="2400" spc="-5" dirty="0">
                <a:solidFill>
                  <a:srgbClr val="3F3F3F"/>
                </a:solidFill>
                <a:latin typeface="Calibri"/>
                <a:cs typeface="Calibri"/>
              </a:rPr>
              <a:t>The </a:t>
            </a:r>
            <a:r>
              <a:rPr sz="2400" spc="-10" dirty="0">
                <a:solidFill>
                  <a:srgbClr val="3F3F3F"/>
                </a:solidFill>
                <a:latin typeface="Calibri"/>
                <a:cs typeface="Calibri"/>
              </a:rPr>
              <a:t>third</a:t>
            </a:r>
            <a:r>
              <a:rPr sz="2400" spc="-5" dirty="0">
                <a:solidFill>
                  <a:srgbClr val="3F3F3F"/>
                </a:solidFill>
                <a:latin typeface="Calibri"/>
                <a:cs typeface="Calibri"/>
              </a:rPr>
              <a:t> </a:t>
            </a:r>
            <a:r>
              <a:rPr sz="2400" spc="-10" dirty="0">
                <a:solidFill>
                  <a:srgbClr val="3F3F3F"/>
                </a:solidFill>
                <a:latin typeface="Calibri"/>
                <a:cs typeface="Calibri"/>
              </a:rPr>
              <a:t>column</a:t>
            </a:r>
            <a:r>
              <a:rPr sz="2400" spc="-2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not</a:t>
            </a:r>
            <a:r>
              <a:rPr sz="2400" spc="-10" dirty="0">
                <a:solidFill>
                  <a:srgbClr val="3F3F3F"/>
                </a:solidFill>
                <a:latin typeface="Calibri"/>
                <a:cs typeface="Calibri"/>
              </a:rPr>
              <a:t> </a:t>
            </a:r>
            <a:r>
              <a:rPr sz="2400" spc="-5" dirty="0">
                <a:solidFill>
                  <a:srgbClr val="3F3F3F"/>
                </a:solidFill>
                <a:latin typeface="Calibri"/>
                <a:cs typeface="Calibri"/>
              </a:rPr>
              <a:t>needed </a:t>
            </a:r>
            <a:r>
              <a:rPr sz="2400" spc="-20" dirty="0">
                <a:solidFill>
                  <a:srgbClr val="3F3F3F"/>
                </a:solidFill>
                <a:latin typeface="Calibri"/>
                <a:cs typeface="Calibri"/>
              </a:rPr>
              <a:t>for</a:t>
            </a:r>
            <a:r>
              <a:rPr sz="2400" spc="-10" dirty="0">
                <a:solidFill>
                  <a:srgbClr val="3F3F3F"/>
                </a:solidFill>
                <a:latin typeface="Calibri"/>
                <a:cs typeface="Calibri"/>
              </a:rPr>
              <a:t> </a:t>
            </a:r>
            <a:r>
              <a:rPr sz="2400" spc="-15" dirty="0">
                <a:solidFill>
                  <a:srgbClr val="3F3F3F"/>
                </a:solidFill>
                <a:latin typeface="Calibri"/>
                <a:cs typeface="Calibri"/>
              </a:rPr>
              <a:t>forwarding</a:t>
            </a:r>
            <a:r>
              <a:rPr sz="2400" spc="-5" dirty="0">
                <a:solidFill>
                  <a:srgbClr val="3F3F3F"/>
                </a:solidFill>
                <a:latin typeface="Calibri"/>
                <a:cs typeface="Calibri"/>
              </a:rPr>
              <a:t> the</a:t>
            </a:r>
            <a:r>
              <a:rPr sz="2400" spc="-15" dirty="0">
                <a:solidFill>
                  <a:srgbClr val="3F3F3F"/>
                </a:solidFill>
                <a:latin typeface="Calibri"/>
                <a:cs typeface="Calibri"/>
              </a:rPr>
              <a:t> packet,</a:t>
            </a:r>
            <a:r>
              <a:rPr sz="2400" spc="25" dirty="0">
                <a:solidFill>
                  <a:srgbClr val="3F3F3F"/>
                </a:solidFill>
                <a:latin typeface="Calibri"/>
                <a:cs typeface="Calibri"/>
              </a:rPr>
              <a:t> </a:t>
            </a:r>
            <a:r>
              <a:rPr sz="2400" spc="-5" dirty="0">
                <a:solidFill>
                  <a:srgbClr val="3F3F3F"/>
                </a:solidFill>
                <a:latin typeface="Calibri"/>
                <a:cs typeface="Calibri"/>
              </a:rPr>
              <a:t>but it</a:t>
            </a:r>
            <a:r>
              <a:rPr sz="2400" spc="-10" dirty="0">
                <a:solidFill>
                  <a:srgbClr val="3F3F3F"/>
                </a:solidFill>
                <a:latin typeface="Calibri"/>
                <a:cs typeface="Calibri"/>
              </a:rPr>
              <a:t> </a:t>
            </a:r>
            <a:r>
              <a:rPr sz="2400" spc="-5" dirty="0">
                <a:solidFill>
                  <a:srgbClr val="3F3F3F"/>
                </a:solidFill>
                <a:latin typeface="Calibri"/>
                <a:cs typeface="Calibri"/>
              </a:rPr>
              <a:t>is </a:t>
            </a:r>
            <a:r>
              <a:rPr sz="2400" spc="-530" dirty="0">
                <a:solidFill>
                  <a:srgbClr val="3F3F3F"/>
                </a:solidFill>
                <a:latin typeface="Calibri"/>
                <a:cs typeface="Calibri"/>
              </a:rPr>
              <a:t> </a:t>
            </a:r>
            <a:r>
              <a:rPr sz="2400" spc="-5" dirty="0">
                <a:solidFill>
                  <a:srgbClr val="3F3F3F"/>
                </a:solidFill>
                <a:latin typeface="Calibri"/>
                <a:cs typeface="Calibri"/>
              </a:rPr>
              <a:t>needed </a:t>
            </a:r>
            <a:r>
              <a:rPr sz="2400" spc="-20" dirty="0">
                <a:solidFill>
                  <a:srgbClr val="3F3F3F"/>
                </a:solidFill>
                <a:latin typeface="Calibri"/>
                <a:cs typeface="Calibri"/>
              </a:rPr>
              <a:t>for </a:t>
            </a:r>
            <a:r>
              <a:rPr sz="2400" spc="-10" dirty="0">
                <a:solidFill>
                  <a:srgbClr val="3F3F3F"/>
                </a:solidFill>
                <a:latin typeface="Calibri"/>
                <a:cs typeface="Calibri"/>
              </a:rPr>
              <a:t>updating </a:t>
            </a:r>
            <a:r>
              <a:rPr sz="2400" spc="-5" dirty="0">
                <a:solidFill>
                  <a:srgbClr val="3F3F3F"/>
                </a:solidFill>
                <a:latin typeface="Calibri"/>
                <a:cs typeface="Calibri"/>
              </a:rPr>
              <a:t>the </a:t>
            </a:r>
            <a:r>
              <a:rPr sz="2400" spc="-15" dirty="0">
                <a:solidFill>
                  <a:srgbClr val="3F3F3F"/>
                </a:solidFill>
                <a:latin typeface="Calibri"/>
                <a:cs typeface="Calibri"/>
              </a:rPr>
              <a:t>forwarding </a:t>
            </a:r>
            <a:r>
              <a:rPr sz="2400" spc="-5" dirty="0">
                <a:solidFill>
                  <a:srgbClr val="3F3F3F"/>
                </a:solidFill>
                <a:latin typeface="Calibri"/>
                <a:cs typeface="Calibri"/>
              </a:rPr>
              <a:t>table when </a:t>
            </a:r>
            <a:r>
              <a:rPr sz="2400" spc="-10" dirty="0">
                <a:solidFill>
                  <a:srgbClr val="3F3F3F"/>
                </a:solidFill>
                <a:latin typeface="Calibri"/>
                <a:cs typeface="Calibri"/>
              </a:rPr>
              <a:t>there </a:t>
            </a:r>
            <a:r>
              <a:rPr sz="2400" spc="-5" dirty="0">
                <a:solidFill>
                  <a:srgbClr val="3F3F3F"/>
                </a:solidFill>
                <a:latin typeface="Calibri"/>
                <a:cs typeface="Calibri"/>
              </a:rPr>
              <a:t>is </a:t>
            </a:r>
            <a:r>
              <a:rPr sz="2400" dirty="0">
                <a:solidFill>
                  <a:srgbClr val="3F3F3F"/>
                </a:solidFill>
                <a:latin typeface="Calibri"/>
                <a:cs typeface="Calibri"/>
              </a:rPr>
              <a:t>a </a:t>
            </a:r>
            <a:r>
              <a:rPr sz="2400" spc="-10" dirty="0">
                <a:solidFill>
                  <a:srgbClr val="3F3F3F"/>
                </a:solidFill>
                <a:latin typeface="Calibri"/>
                <a:cs typeface="Calibri"/>
              </a:rPr>
              <a:t>change </a:t>
            </a:r>
            <a:r>
              <a:rPr sz="2400" spc="-5" dirty="0">
                <a:solidFill>
                  <a:srgbClr val="3F3F3F"/>
                </a:solidFill>
                <a:latin typeface="Calibri"/>
                <a:cs typeface="Calibri"/>
              </a:rPr>
              <a:t> in</a:t>
            </a:r>
            <a:r>
              <a:rPr sz="2400" spc="-2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route</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85</a:t>
            </a:fld>
            <a:endParaRPr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583555" cy="756920"/>
          </a:xfrm>
          <a:prstGeom prst="rect">
            <a:avLst/>
          </a:prstGeom>
        </p:spPr>
        <p:txBody>
          <a:bodyPr vert="horz" wrap="square" lIns="0" tIns="12700" rIns="0" bIns="0" rtlCol="0">
            <a:spAutoFit/>
          </a:bodyPr>
          <a:lstStyle/>
          <a:p>
            <a:pPr marL="12700">
              <a:lnSpc>
                <a:spcPct val="100000"/>
              </a:lnSpc>
              <a:spcBef>
                <a:spcPts val="100"/>
              </a:spcBef>
            </a:pPr>
            <a:r>
              <a:rPr sz="4800" spc="-50" dirty="0"/>
              <a:t>R</a:t>
            </a:r>
            <a:r>
              <a:rPr sz="4800" spc="-55" dirty="0"/>
              <a:t>I</a:t>
            </a:r>
            <a:r>
              <a:rPr sz="4800" spc="-5" dirty="0"/>
              <a:t>P</a:t>
            </a:r>
            <a:r>
              <a:rPr sz="4800" spc="-285" dirty="0"/>
              <a:t> </a:t>
            </a:r>
            <a:r>
              <a:rPr sz="4800" spc="-55" dirty="0"/>
              <a:t>I</a:t>
            </a:r>
            <a:r>
              <a:rPr sz="4800" spc="-50" dirty="0"/>
              <a:t>m</a:t>
            </a:r>
            <a:r>
              <a:rPr sz="4800" spc="-55" dirty="0"/>
              <a:t>pl</a:t>
            </a:r>
            <a:r>
              <a:rPr sz="4800" spc="-60" dirty="0"/>
              <a:t>e</a:t>
            </a:r>
            <a:r>
              <a:rPr sz="4800" spc="-50" dirty="0"/>
              <a:t>m</a:t>
            </a:r>
            <a:r>
              <a:rPr sz="4800" spc="-60" dirty="0"/>
              <a:t>e</a:t>
            </a:r>
            <a:r>
              <a:rPr sz="4800" spc="-55" dirty="0"/>
              <a:t>n</a:t>
            </a:r>
            <a:r>
              <a:rPr sz="4800" spc="-50" dirty="0"/>
              <a:t>t</a:t>
            </a:r>
            <a:r>
              <a:rPr sz="4800" spc="-60" dirty="0"/>
              <a:t>a</a:t>
            </a:r>
            <a:r>
              <a:rPr sz="4800" spc="-50" dirty="0"/>
              <a:t>t</a:t>
            </a:r>
            <a:r>
              <a:rPr sz="4800" spc="-55" dirty="0"/>
              <a:t>io</a:t>
            </a:r>
            <a:r>
              <a:rPr sz="4800" spc="-5" dirty="0"/>
              <a:t>n</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788115"/>
            <a:ext cx="8746490" cy="4034154"/>
          </a:xfrm>
          <a:prstGeom prst="rect">
            <a:avLst/>
          </a:prstGeom>
        </p:spPr>
        <p:txBody>
          <a:bodyPr vert="horz" wrap="square" lIns="0" tIns="47625" rIns="0" bIns="0" rtlCol="0">
            <a:spAutoFit/>
          </a:bodyPr>
          <a:lstStyle/>
          <a:p>
            <a:pPr marL="189230" marR="92710" indent="-177165">
              <a:lnSpc>
                <a:spcPts val="2160"/>
              </a:lnSpc>
              <a:spcBef>
                <a:spcPts val="375"/>
              </a:spcBef>
              <a:buClr>
                <a:srgbClr val="1CACE4"/>
              </a:buClr>
              <a:buFont typeface="Arial MT"/>
              <a:buChar char="•"/>
              <a:tabLst>
                <a:tab pos="189865" algn="l"/>
              </a:tabLst>
            </a:pPr>
            <a:r>
              <a:rPr sz="2000" spc="-5" dirty="0">
                <a:solidFill>
                  <a:srgbClr val="3F3F3F"/>
                </a:solidFill>
                <a:latin typeface="Calibri"/>
                <a:cs typeface="Calibri"/>
              </a:rPr>
              <a:t>uses</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dirty="0">
                <a:solidFill>
                  <a:srgbClr val="3F3F3F"/>
                </a:solidFill>
                <a:latin typeface="Calibri"/>
                <a:cs typeface="Calibri"/>
              </a:rPr>
              <a:t>service</a:t>
            </a:r>
            <a:r>
              <a:rPr sz="2000" spc="15" dirty="0">
                <a:solidFill>
                  <a:srgbClr val="3F3F3F"/>
                </a:solidFill>
                <a:latin typeface="Calibri"/>
                <a:cs typeface="Calibri"/>
              </a:rPr>
              <a:t> </a:t>
            </a:r>
            <a:r>
              <a:rPr sz="2000" spc="-5" dirty="0">
                <a:solidFill>
                  <a:srgbClr val="3F3F3F"/>
                </a:solidFill>
                <a:latin typeface="Calibri"/>
                <a:cs typeface="Calibri"/>
              </a:rPr>
              <a:t>of User</a:t>
            </a:r>
            <a:r>
              <a:rPr sz="2000" spc="25" dirty="0">
                <a:solidFill>
                  <a:srgbClr val="3F3F3F"/>
                </a:solidFill>
                <a:latin typeface="Calibri"/>
                <a:cs typeface="Calibri"/>
              </a:rPr>
              <a:t> </a:t>
            </a:r>
            <a:r>
              <a:rPr sz="2000" spc="-10" dirty="0">
                <a:solidFill>
                  <a:srgbClr val="3F3F3F"/>
                </a:solidFill>
                <a:latin typeface="Calibri"/>
                <a:cs typeface="Calibri"/>
              </a:rPr>
              <a:t>Datagram</a:t>
            </a:r>
            <a:r>
              <a:rPr sz="2000" spc="5" dirty="0">
                <a:solidFill>
                  <a:srgbClr val="3F3F3F"/>
                </a:solidFill>
                <a:latin typeface="Calibri"/>
                <a:cs typeface="Calibri"/>
              </a:rPr>
              <a:t> </a:t>
            </a:r>
            <a:r>
              <a:rPr sz="2000" spc="-15" dirty="0">
                <a:solidFill>
                  <a:srgbClr val="3F3F3F"/>
                </a:solidFill>
                <a:latin typeface="Calibri"/>
                <a:cs typeface="Calibri"/>
              </a:rPr>
              <a:t>Protocol</a:t>
            </a:r>
            <a:r>
              <a:rPr sz="2000" spc="-10" dirty="0">
                <a:solidFill>
                  <a:srgbClr val="3F3F3F"/>
                </a:solidFill>
                <a:latin typeface="Calibri"/>
                <a:cs typeface="Calibri"/>
              </a:rPr>
              <a:t> </a:t>
            </a:r>
            <a:r>
              <a:rPr sz="2000" spc="-5" dirty="0">
                <a:solidFill>
                  <a:srgbClr val="3F3F3F"/>
                </a:solidFill>
                <a:latin typeface="Calibri"/>
                <a:cs typeface="Calibri"/>
              </a:rPr>
              <a:t>(UDP)</a:t>
            </a:r>
            <a:r>
              <a:rPr sz="2000" spc="5" dirty="0">
                <a:solidFill>
                  <a:srgbClr val="3F3F3F"/>
                </a:solidFill>
                <a:latin typeface="Calibri"/>
                <a:cs typeface="Calibri"/>
              </a:rPr>
              <a:t> </a:t>
            </a:r>
            <a:r>
              <a:rPr sz="2000" spc="-5" dirty="0">
                <a:solidFill>
                  <a:srgbClr val="3F3F3F"/>
                </a:solidFill>
                <a:latin typeface="Calibri"/>
                <a:cs typeface="Calibri"/>
              </a:rPr>
              <a:t>on</a:t>
            </a:r>
            <a:r>
              <a:rPr sz="2000" spc="-1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well-known port number </a:t>
            </a:r>
            <a:r>
              <a:rPr sz="2000" spc="-440" dirty="0">
                <a:solidFill>
                  <a:srgbClr val="3F3F3F"/>
                </a:solidFill>
                <a:latin typeface="Calibri"/>
                <a:cs typeface="Calibri"/>
              </a:rPr>
              <a:t> </a:t>
            </a:r>
            <a:r>
              <a:rPr sz="2000" dirty="0">
                <a:solidFill>
                  <a:srgbClr val="3F3F3F"/>
                </a:solidFill>
                <a:latin typeface="Calibri"/>
                <a:cs typeface="Calibri"/>
              </a:rPr>
              <a:t>520</a:t>
            </a:r>
            <a:endParaRPr sz="2000" dirty="0">
              <a:latin typeface="Calibri"/>
              <a:cs typeface="Calibri"/>
            </a:endParaRPr>
          </a:p>
          <a:p>
            <a:pPr marL="189230" indent="-177165">
              <a:lnSpc>
                <a:spcPts val="2280"/>
              </a:lnSpc>
              <a:spcBef>
                <a:spcPts val="1130"/>
              </a:spcBef>
              <a:buClr>
                <a:srgbClr val="1CACE4"/>
              </a:buClr>
              <a:buFont typeface="Arial MT"/>
              <a:buChar char="•"/>
              <a:tabLst>
                <a:tab pos="189865" algn="l"/>
              </a:tabLst>
            </a:pPr>
            <a:r>
              <a:rPr sz="2000" spc="-5" dirty="0">
                <a:solidFill>
                  <a:srgbClr val="3F3F3F"/>
                </a:solidFill>
                <a:latin typeface="Calibri"/>
                <a:cs typeface="Calibri"/>
              </a:rPr>
              <a:t>In</a:t>
            </a:r>
            <a:r>
              <a:rPr sz="2000" spc="-20" dirty="0">
                <a:solidFill>
                  <a:srgbClr val="3F3F3F"/>
                </a:solidFill>
                <a:latin typeface="Calibri"/>
                <a:cs typeface="Calibri"/>
              </a:rPr>
              <a:t> </a:t>
            </a:r>
            <a:r>
              <a:rPr sz="2000" spc="-15" dirty="0">
                <a:solidFill>
                  <a:srgbClr val="3F3F3F"/>
                </a:solidFill>
                <a:latin typeface="Calibri"/>
                <a:cs typeface="Calibri"/>
              </a:rPr>
              <a:t>BSD,</a:t>
            </a:r>
            <a:r>
              <a:rPr sz="2000" spc="-30" dirty="0">
                <a:solidFill>
                  <a:srgbClr val="3F3F3F"/>
                </a:solidFill>
                <a:latin typeface="Calibri"/>
                <a:cs typeface="Calibri"/>
              </a:rPr>
              <a:t> </a:t>
            </a:r>
            <a:r>
              <a:rPr sz="2000" dirty="0">
                <a:solidFill>
                  <a:srgbClr val="3F3F3F"/>
                </a:solidFill>
                <a:latin typeface="Calibri"/>
                <a:cs typeface="Calibri"/>
              </a:rPr>
              <a:t>RIP</a:t>
            </a:r>
            <a:r>
              <a:rPr sz="2000" spc="-10" dirty="0">
                <a:solidFill>
                  <a:srgbClr val="3F3F3F"/>
                </a:solidFill>
                <a:latin typeface="Calibri"/>
                <a:cs typeface="Calibri"/>
              </a:rPr>
              <a:t> </a:t>
            </a:r>
            <a:r>
              <a:rPr sz="2000" spc="-5" dirty="0">
                <a:solidFill>
                  <a:srgbClr val="3F3F3F"/>
                </a:solidFill>
                <a:latin typeface="Calibri"/>
                <a:cs typeface="Calibri"/>
              </a:rPr>
              <a:t>is</a:t>
            </a:r>
            <a:r>
              <a:rPr sz="2000" spc="2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dirty="0">
                <a:solidFill>
                  <a:srgbClr val="3F3F3F"/>
                </a:solidFill>
                <a:latin typeface="Calibri"/>
                <a:cs typeface="Calibri"/>
              </a:rPr>
              <a:t>daemon </a:t>
            </a:r>
            <a:r>
              <a:rPr sz="2000" spc="-10" dirty="0">
                <a:solidFill>
                  <a:srgbClr val="3F3F3F"/>
                </a:solidFill>
                <a:latin typeface="Calibri"/>
                <a:cs typeface="Calibri"/>
              </a:rPr>
              <a:t>process</a:t>
            </a:r>
            <a:r>
              <a:rPr sz="2000" dirty="0">
                <a:solidFill>
                  <a:srgbClr val="3F3F3F"/>
                </a:solidFill>
                <a:latin typeface="Calibri"/>
                <a:cs typeface="Calibri"/>
              </a:rPr>
              <a:t> </a:t>
            </a:r>
            <a:r>
              <a:rPr sz="2000" spc="-5" dirty="0">
                <a:solidFill>
                  <a:srgbClr val="3F3F3F"/>
                </a:solidFill>
                <a:latin typeface="Calibri"/>
                <a:cs typeface="Calibri"/>
              </a:rPr>
              <a:t>(a</a:t>
            </a:r>
            <a:r>
              <a:rPr sz="2000" spc="5" dirty="0">
                <a:solidFill>
                  <a:srgbClr val="3F3F3F"/>
                </a:solidFill>
                <a:latin typeface="Calibri"/>
                <a:cs typeface="Calibri"/>
              </a:rPr>
              <a:t> </a:t>
            </a:r>
            <a:r>
              <a:rPr sz="2000" spc="-10" dirty="0">
                <a:solidFill>
                  <a:srgbClr val="3F3F3F"/>
                </a:solidFill>
                <a:latin typeface="Calibri"/>
                <a:cs typeface="Calibri"/>
              </a:rPr>
              <a:t>process</a:t>
            </a:r>
            <a:r>
              <a:rPr sz="2000" spc="15" dirty="0">
                <a:solidFill>
                  <a:srgbClr val="3F3F3F"/>
                </a:solidFill>
                <a:latin typeface="Calibri"/>
                <a:cs typeface="Calibri"/>
              </a:rPr>
              <a:t> </a:t>
            </a:r>
            <a:r>
              <a:rPr sz="2000" dirty="0">
                <a:solidFill>
                  <a:srgbClr val="3F3F3F"/>
                </a:solidFill>
                <a:latin typeface="Calibri"/>
                <a:cs typeface="Calibri"/>
              </a:rPr>
              <a:t>running</a:t>
            </a:r>
            <a:r>
              <a:rPr sz="2000" spc="-25" dirty="0">
                <a:solidFill>
                  <a:srgbClr val="3F3F3F"/>
                </a:solidFill>
                <a:latin typeface="Calibri"/>
                <a:cs typeface="Calibri"/>
              </a:rPr>
              <a:t> </a:t>
            </a:r>
            <a:r>
              <a:rPr sz="2000" spc="-15" dirty="0">
                <a:solidFill>
                  <a:srgbClr val="3F3F3F"/>
                </a:solidFill>
                <a:latin typeface="Calibri"/>
                <a:cs typeface="Calibri"/>
              </a:rPr>
              <a:t>at</a:t>
            </a:r>
            <a:r>
              <a:rPr sz="2000" spc="1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background),</a:t>
            </a:r>
            <a:r>
              <a:rPr sz="2000" spc="-35" dirty="0">
                <a:solidFill>
                  <a:srgbClr val="3F3F3F"/>
                </a:solidFill>
                <a:latin typeface="Calibri"/>
                <a:cs typeface="Calibri"/>
              </a:rPr>
              <a:t> </a:t>
            </a:r>
            <a:r>
              <a:rPr sz="2000" spc="-5" dirty="0">
                <a:solidFill>
                  <a:srgbClr val="3F3F3F"/>
                </a:solidFill>
                <a:latin typeface="Calibri"/>
                <a:cs typeface="Calibri"/>
              </a:rPr>
              <a:t>named</a:t>
            </a:r>
            <a:endParaRPr sz="2000" dirty="0">
              <a:latin typeface="Calibri"/>
              <a:cs typeface="Calibri"/>
            </a:endParaRPr>
          </a:p>
          <a:p>
            <a:pPr marL="189230">
              <a:lnSpc>
                <a:spcPts val="2280"/>
              </a:lnSpc>
            </a:pPr>
            <a:r>
              <a:rPr sz="2000" i="1" spc="-5" dirty="0">
                <a:solidFill>
                  <a:srgbClr val="3F3F3F"/>
                </a:solidFill>
                <a:latin typeface="Calibri"/>
                <a:cs typeface="Calibri"/>
              </a:rPr>
              <a:t>routed</a:t>
            </a:r>
            <a:r>
              <a:rPr sz="2000" i="1" spc="-25" dirty="0">
                <a:solidFill>
                  <a:srgbClr val="3F3F3F"/>
                </a:solidFill>
                <a:latin typeface="Calibri"/>
                <a:cs typeface="Calibri"/>
              </a:rPr>
              <a:t> </a:t>
            </a:r>
            <a:r>
              <a:rPr sz="2000" spc="-10" dirty="0">
                <a:solidFill>
                  <a:srgbClr val="3F3F3F"/>
                </a:solidFill>
                <a:latin typeface="Calibri"/>
                <a:cs typeface="Calibri"/>
              </a:rPr>
              <a:t>(abbreviation</a:t>
            </a:r>
            <a:r>
              <a:rPr sz="2000" spc="20" dirty="0">
                <a:solidFill>
                  <a:srgbClr val="3F3F3F"/>
                </a:solidFill>
                <a:latin typeface="Calibri"/>
                <a:cs typeface="Calibri"/>
              </a:rPr>
              <a:t> </a:t>
            </a:r>
            <a:r>
              <a:rPr sz="2000" spc="-15" dirty="0">
                <a:solidFill>
                  <a:srgbClr val="3F3F3F"/>
                </a:solidFill>
                <a:latin typeface="Calibri"/>
                <a:cs typeface="Calibri"/>
              </a:rPr>
              <a:t>for</a:t>
            </a:r>
            <a:r>
              <a:rPr sz="2000" spc="-10" dirty="0">
                <a:solidFill>
                  <a:srgbClr val="3F3F3F"/>
                </a:solidFill>
                <a:latin typeface="Calibri"/>
                <a:cs typeface="Calibri"/>
              </a:rPr>
              <a:t> </a:t>
            </a:r>
            <a:r>
              <a:rPr sz="2000" i="1" spc="-10" dirty="0">
                <a:solidFill>
                  <a:srgbClr val="3F3F3F"/>
                </a:solidFill>
                <a:latin typeface="Calibri"/>
                <a:cs typeface="Calibri"/>
              </a:rPr>
              <a:t>route</a:t>
            </a:r>
            <a:r>
              <a:rPr sz="2000" i="1" spc="-15" dirty="0">
                <a:solidFill>
                  <a:srgbClr val="3F3F3F"/>
                </a:solidFill>
                <a:latin typeface="Calibri"/>
                <a:cs typeface="Calibri"/>
              </a:rPr>
              <a:t> </a:t>
            </a:r>
            <a:r>
              <a:rPr sz="2000" i="1" dirty="0">
                <a:solidFill>
                  <a:srgbClr val="3F3F3F"/>
                </a:solidFill>
                <a:latin typeface="Calibri"/>
                <a:cs typeface="Calibri"/>
              </a:rPr>
              <a:t>daemon</a:t>
            </a:r>
            <a:r>
              <a:rPr sz="2000" i="1" spc="-30" dirty="0">
                <a:solidFill>
                  <a:srgbClr val="3F3F3F"/>
                </a:solidFill>
                <a:latin typeface="Calibri"/>
                <a:cs typeface="Calibri"/>
              </a:rPr>
              <a:t> </a:t>
            </a:r>
            <a:r>
              <a:rPr sz="2000" i="1" spc="-5" dirty="0">
                <a:solidFill>
                  <a:srgbClr val="3F3F3F"/>
                </a:solidFill>
                <a:latin typeface="Calibri"/>
                <a:cs typeface="Calibri"/>
              </a:rPr>
              <a:t>and</a:t>
            </a:r>
            <a:r>
              <a:rPr sz="2000" i="1" spc="-15" dirty="0">
                <a:solidFill>
                  <a:srgbClr val="3F3F3F"/>
                </a:solidFill>
                <a:latin typeface="Calibri"/>
                <a:cs typeface="Calibri"/>
              </a:rPr>
              <a:t> </a:t>
            </a:r>
            <a:r>
              <a:rPr sz="2000" i="1" spc="-5" dirty="0">
                <a:solidFill>
                  <a:srgbClr val="3F3F3F"/>
                </a:solidFill>
                <a:latin typeface="Calibri"/>
                <a:cs typeface="Calibri"/>
              </a:rPr>
              <a:t>pronounced</a:t>
            </a:r>
            <a:r>
              <a:rPr sz="2000" i="1" spc="-55" dirty="0">
                <a:solidFill>
                  <a:srgbClr val="3F3F3F"/>
                </a:solidFill>
                <a:latin typeface="Calibri"/>
                <a:cs typeface="Calibri"/>
              </a:rPr>
              <a:t> </a:t>
            </a:r>
            <a:r>
              <a:rPr sz="2000" i="1" dirty="0">
                <a:solidFill>
                  <a:srgbClr val="3F3F3F"/>
                </a:solidFill>
                <a:latin typeface="Calibri"/>
                <a:cs typeface="Calibri"/>
              </a:rPr>
              <a:t>route-dee)</a:t>
            </a:r>
            <a:endParaRPr sz="2000" dirty="0">
              <a:latin typeface="Calibri"/>
              <a:cs typeface="Calibri"/>
            </a:endParaRPr>
          </a:p>
          <a:p>
            <a:pPr marL="419100" marR="5080" lvl="1" indent="-182880">
              <a:lnSpc>
                <a:spcPts val="2160"/>
              </a:lnSpc>
              <a:spcBef>
                <a:spcPts val="430"/>
              </a:spcBef>
              <a:buClr>
                <a:srgbClr val="1CACE4"/>
              </a:buClr>
              <a:buChar char="◦"/>
              <a:tabLst>
                <a:tab pos="419734" algn="l"/>
              </a:tabLst>
            </a:pPr>
            <a:r>
              <a:rPr sz="2000" dirty="0">
                <a:solidFill>
                  <a:srgbClr val="3F3F3F"/>
                </a:solidFill>
                <a:latin typeface="Calibri"/>
                <a:cs typeface="Calibri"/>
              </a:rPr>
              <a:t>Although</a:t>
            </a:r>
            <a:r>
              <a:rPr sz="2000" spc="-35" dirty="0">
                <a:solidFill>
                  <a:srgbClr val="3F3F3F"/>
                </a:solidFill>
                <a:latin typeface="Calibri"/>
                <a:cs typeface="Calibri"/>
              </a:rPr>
              <a:t> </a:t>
            </a:r>
            <a:r>
              <a:rPr sz="2000" dirty="0">
                <a:solidFill>
                  <a:srgbClr val="3F3F3F"/>
                </a:solidFill>
                <a:latin typeface="Calibri"/>
                <a:cs typeface="Calibri"/>
              </a:rPr>
              <a:t>RIP </a:t>
            </a:r>
            <a:r>
              <a:rPr sz="2000" spc="-5" dirty="0">
                <a:solidFill>
                  <a:srgbClr val="3F3F3F"/>
                </a:solidFill>
                <a:latin typeface="Calibri"/>
                <a:cs typeface="Calibri"/>
              </a:rPr>
              <a:t>is</a:t>
            </a:r>
            <a:r>
              <a:rPr sz="2000" dirty="0">
                <a:solidFill>
                  <a:srgbClr val="3F3F3F"/>
                </a:solidFill>
                <a:latin typeface="Calibri"/>
                <a:cs typeface="Calibri"/>
              </a:rPr>
              <a:t> a</a:t>
            </a:r>
            <a:r>
              <a:rPr sz="2000" spc="5" dirty="0">
                <a:solidFill>
                  <a:srgbClr val="3F3F3F"/>
                </a:solidFill>
                <a:latin typeface="Calibri"/>
                <a:cs typeface="Calibri"/>
              </a:rPr>
              <a:t> </a:t>
            </a:r>
            <a:r>
              <a:rPr sz="2000" spc="-10" dirty="0">
                <a:solidFill>
                  <a:srgbClr val="3F3F3F"/>
                </a:solidFill>
                <a:latin typeface="Calibri"/>
                <a:cs typeface="Calibri"/>
              </a:rPr>
              <a:t>routing</a:t>
            </a:r>
            <a:r>
              <a:rPr sz="2000" spc="-5" dirty="0">
                <a:solidFill>
                  <a:srgbClr val="3F3F3F"/>
                </a:solidFill>
                <a:latin typeface="Calibri"/>
                <a:cs typeface="Calibri"/>
              </a:rPr>
              <a:t> </a:t>
            </a:r>
            <a:r>
              <a:rPr sz="2000" spc="-10" dirty="0">
                <a:solidFill>
                  <a:srgbClr val="3F3F3F"/>
                </a:solidFill>
                <a:latin typeface="Calibri"/>
                <a:cs typeface="Calibri"/>
              </a:rPr>
              <a:t>protocol</a:t>
            </a:r>
            <a:r>
              <a:rPr sz="2000" spc="-20"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a:t>
            </a:r>
            <a:r>
              <a:rPr sz="2000" spc="-5" dirty="0">
                <a:solidFill>
                  <a:srgbClr val="3F3F3F"/>
                </a:solidFill>
                <a:latin typeface="Calibri"/>
                <a:cs typeface="Calibri"/>
              </a:rPr>
              <a:t>help IP </a:t>
            </a:r>
            <a:r>
              <a:rPr sz="2000" spc="-15" dirty="0">
                <a:solidFill>
                  <a:srgbClr val="3F3F3F"/>
                </a:solidFill>
                <a:latin typeface="Calibri"/>
                <a:cs typeface="Calibri"/>
              </a:rPr>
              <a:t>route</a:t>
            </a:r>
            <a:r>
              <a:rPr sz="2000" spc="5" dirty="0">
                <a:solidFill>
                  <a:srgbClr val="3F3F3F"/>
                </a:solidFill>
                <a:latin typeface="Calibri"/>
                <a:cs typeface="Calibri"/>
              </a:rPr>
              <a:t> </a:t>
            </a:r>
            <a:r>
              <a:rPr sz="2000" spc="-5" dirty="0">
                <a:solidFill>
                  <a:srgbClr val="3F3F3F"/>
                </a:solidFill>
                <a:latin typeface="Calibri"/>
                <a:cs typeface="Calibri"/>
              </a:rPr>
              <a:t>its</a:t>
            </a:r>
            <a:r>
              <a:rPr sz="2000" spc="35" dirty="0">
                <a:solidFill>
                  <a:srgbClr val="3F3F3F"/>
                </a:solidFill>
                <a:latin typeface="Calibri"/>
                <a:cs typeface="Calibri"/>
              </a:rPr>
              <a:t> </a:t>
            </a:r>
            <a:r>
              <a:rPr sz="2000" spc="-10" dirty="0">
                <a:solidFill>
                  <a:srgbClr val="3F3F3F"/>
                </a:solidFill>
                <a:latin typeface="Calibri"/>
                <a:cs typeface="Calibri"/>
              </a:rPr>
              <a:t>datagrams</a:t>
            </a:r>
            <a:r>
              <a:rPr sz="2000" spc="5" dirty="0">
                <a:solidFill>
                  <a:srgbClr val="3F3F3F"/>
                </a:solidFill>
                <a:latin typeface="Calibri"/>
                <a:cs typeface="Calibri"/>
              </a:rPr>
              <a:t> </a:t>
            </a:r>
            <a:r>
              <a:rPr sz="2000" spc="-10" dirty="0">
                <a:solidFill>
                  <a:srgbClr val="3F3F3F"/>
                </a:solidFill>
                <a:latin typeface="Calibri"/>
                <a:cs typeface="Calibri"/>
              </a:rPr>
              <a:t>through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AS, </a:t>
            </a:r>
            <a:r>
              <a:rPr sz="2000" spc="1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dirty="0">
                <a:solidFill>
                  <a:srgbClr val="3F3F3F"/>
                </a:solidFill>
                <a:latin typeface="Calibri"/>
                <a:cs typeface="Calibri"/>
              </a:rPr>
              <a:t>RIP</a:t>
            </a:r>
            <a:r>
              <a:rPr sz="2000" spc="-10" dirty="0">
                <a:solidFill>
                  <a:srgbClr val="3F3F3F"/>
                </a:solidFill>
                <a:latin typeface="Calibri"/>
                <a:cs typeface="Calibri"/>
              </a:rPr>
              <a:t> </a:t>
            </a:r>
            <a:r>
              <a:rPr sz="2000" spc="-5" dirty="0">
                <a:solidFill>
                  <a:srgbClr val="3F3F3F"/>
                </a:solidFill>
                <a:latin typeface="Calibri"/>
                <a:cs typeface="Calibri"/>
              </a:rPr>
              <a:t>messages</a:t>
            </a:r>
            <a:r>
              <a:rPr sz="2000" spc="20" dirty="0">
                <a:solidFill>
                  <a:srgbClr val="3F3F3F"/>
                </a:solidFill>
                <a:latin typeface="Calibri"/>
                <a:cs typeface="Calibri"/>
              </a:rPr>
              <a:t> </a:t>
            </a:r>
            <a:r>
              <a:rPr sz="2000" spc="-10" dirty="0">
                <a:solidFill>
                  <a:srgbClr val="3F3F3F"/>
                </a:solidFill>
                <a:latin typeface="Calibri"/>
                <a:cs typeface="Calibri"/>
              </a:rPr>
              <a:t>are</a:t>
            </a:r>
            <a:r>
              <a:rPr sz="2000" spc="5" dirty="0">
                <a:solidFill>
                  <a:srgbClr val="3F3F3F"/>
                </a:solidFill>
                <a:latin typeface="Calibri"/>
                <a:cs typeface="Calibri"/>
              </a:rPr>
              <a:t> </a:t>
            </a:r>
            <a:r>
              <a:rPr sz="2000" spc="-10" dirty="0">
                <a:solidFill>
                  <a:srgbClr val="3F3F3F"/>
                </a:solidFill>
                <a:latin typeface="Calibri"/>
                <a:cs typeface="Calibri"/>
              </a:rPr>
              <a:t>encapsulated</a:t>
            </a:r>
            <a:r>
              <a:rPr sz="2000" spc="20" dirty="0">
                <a:solidFill>
                  <a:srgbClr val="3F3F3F"/>
                </a:solidFill>
                <a:latin typeface="Calibri"/>
                <a:cs typeface="Calibri"/>
              </a:rPr>
              <a:t> </a:t>
            </a:r>
            <a:r>
              <a:rPr sz="2000" spc="-5" dirty="0">
                <a:solidFill>
                  <a:srgbClr val="3F3F3F"/>
                </a:solidFill>
                <a:latin typeface="Calibri"/>
                <a:cs typeface="Calibri"/>
              </a:rPr>
              <a:t>inside</a:t>
            </a:r>
            <a:r>
              <a:rPr sz="2000" spc="10" dirty="0">
                <a:solidFill>
                  <a:srgbClr val="3F3F3F"/>
                </a:solidFill>
                <a:latin typeface="Calibri"/>
                <a:cs typeface="Calibri"/>
              </a:rPr>
              <a:t> </a:t>
            </a:r>
            <a:r>
              <a:rPr sz="2000" dirty="0">
                <a:solidFill>
                  <a:srgbClr val="3F3F3F"/>
                </a:solidFill>
                <a:latin typeface="Calibri"/>
                <a:cs typeface="Calibri"/>
              </a:rPr>
              <a:t>UDP </a:t>
            </a:r>
            <a:r>
              <a:rPr sz="2000" spc="-5" dirty="0">
                <a:solidFill>
                  <a:srgbClr val="3F3F3F"/>
                </a:solidFill>
                <a:latin typeface="Calibri"/>
                <a:cs typeface="Calibri"/>
              </a:rPr>
              <a:t>user</a:t>
            </a:r>
            <a:r>
              <a:rPr sz="2000" spc="30" dirty="0">
                <a:solidFill>
                  <a:srgbClr val="3F3F3F"/>
                </a:solidFill>
                <a:latin typeface="Calibri"/>
                <a:cs typeface="Calibri"/>
              </a:rPr>
              <a:t> </a:t>
            </a:r>
            <a:r>
              <a:rPr sz="2000" spc="-10" dirty="0">
                <a:solidFill>
                  <a:srgbClr val="3F3F3F"/>
                </a:solidFill>
                <a:latin typeface="Calibri"/>
                <a:cs typeface="Calibri"/>
              </a:rPr>
              <a:t>datagrams,</a:t>
            </a:r>
            <a:r>
              <a:rPr sz="2000" spc="5" dirty="0">
                <a:solidFill>
                  <a:srgbClr val="3F3F3F"/>
                </a:solidFill>
                <a:latin typeface="Calibri"/>
                <a:cs typeface="Calibri"/>
              </a:rPr>
              <a:t> </a:t>
            </a:r>
            <a:r>
              <a:rPr sz="2000" spc="-5" dirty="0">
                <a:solidFill>
                  <a:srgbClr val="3F3F3F"/>
                </a:solidFill>
                <a:latin typeface="Calibri"/>
                <a:cs typeface="Calibri"/>
              </a:rPr>
              <a:t>which in</a:t>
            </a:r>
            <a:r>
              <a:rPr sz="2000" spc="10" dirty="0">
                <a:solidFill>
                  <a:srgbClr val="3F3F3F"/>
                </a:solidFill>
                <a:latin typeface="Calibri"/>
                <a:cs typeface="Calibri"/>
              </a:rPr>
              <a:t> </a:t>
            </a:r>
            <a:r>
              <a:rPr sz="2000" spc="-5" dirty="0">
                <a:solidFill>
                  <a:srgbClr val="3F3F3F"/>
                </a:solidFill>
                <a:latin typeface="Calibri"/>
                <a:cs typeface="Calibri"/>
              </a:rPr>
              <a:t>turn</a:t>
            </a:r>
            <a:r>
              <a:rPr sz="2000" spc="5" dirty="0">
                <a:solidFill>
                  <a:srgbClr val="3F3F3F"/>
                </a:solidFill>
                <a:latin typeface="Calibri"/>
                <a:cs typeface="Calibri"/>
              </a:rPr>
              <a:t> </a:t>
            </a:r>
            <a:r>
              <a:rPr sz="2000" spc="-10" dirty="0">
                <a:solidFill>
                  <a:srgbClr val="3F3F3F"/>
                </a:solidFill>
                <a:latin typeface="Calibri"/>
                <a:cs typeface="Calibri"/>
              </a:rPr>
              <a:t>are </a:t>
            </a:r>
            <a:r>
              <a:rPr sz="2000" spc="-434" dirty="0">
                <a:solidFill>
                  <a:srgbClr val="3F3F3F"/>
                </a:solidFill>
                <a:latin typeface="Calibri"/>
                <a:cs typeface="Calibri"/>
              </a:rPr>
              <a:t> </a:t>
            </a:r>
            <a:r>
              <a:rPr sz="2000" spc="-10" dirty="0">
                <a:solidFill>
                  <a:srgbClr val="3F3F3F"/>
                </a:solidFill>
                <a:latin typeface="Calibri"/>
                <a:cs typeface="Calibri"/>
              </a:rPr>
              <a:t>encapsulated </a:t>
            </a:r>
            <a:r>
              <a:rPr sz="2000" spc="-5" dirty="0">
                <a:solidFill>
                  <a:srgbClr val="3F3F3F"/>
                </a:solidFill>
                <a:latin typeface="Calibri"/>
                <a:cs typeface="Calibri"/>
              </a:rPr>
              <a:t>inside</a:t>
            </a:r>
            <a:r>
              <a:rPr sz="2000" spc="10" dirty="0">
                <a:solidFill>
                  <a:srgbClr val="3F3F3F"/>
                </a:solidFill>
                <a:latin typeface="Calibri"/>
                <a:cs typeface="Calibri"/>
              </a:rPr>
              <a:t> </a:t>
            </a:r>
            <a:r>
              <a:rPr sz="2000" spc="-5" dirty="0">
                <a:solidFill>
                  <a:srgbClr val="3F3F3F"/>
                </a:solidFill>
                <a:latin typeface="Calibri"/>
                <a:cs typeface="Calibri"/>
              </a:rPr>
              <a:t>IP</a:t>
            </a:r>
            <a:r>
              <a:rPr sz="2000" spc="-10" dirty="0">
                <a:solidFill>
                  <a:srgbClr val="3F3F3F"/>
                </a:solidFill>
                <a:latin typeface="Calibri"/>
                <a:cs typeface="Calibri"/>
              </a:rPr>
              <a:t> datagrams.</a:t>
            </a:r>
            <a:endParaRPr sz="2000" dirty="0">
              <a:latin typeface="Calibri"/>
              <a:cs typeface="Calibri"/>
            </a:endParaRPr>
          </a:p>
          <a:p>
            <a:pPr marL="640080" marR="434975" lvl="2" indent="-182880">
              <a:lnSpc>
                <a:spcPts val="2160"/>
              </a:lnSpc>
              <a:spcBef>
                <a:spcPts val="600"/>
              </a:spcBef>
              <a:buClr>
                <a:srgbClr val="1CACE4"/>
              </a:buClr>
              <a:buChar char="◦"/>
              <a:tabLst>
                <a:tab pos="640715" algn="l"/>
              </a:tabLst>
            </a:pPr>
            <a:r>
              <a:rPr sz="2000" dirty="0">
                <a:solidFill>
                  <a:srgbClr val="3F3F3F"/>
                </a:solidFill>
                <a:latin typeface="Calibri"/>
                <a:cs typeface="Calibri"/>
              </a:rPr>
              <a:t>RIP</a:t>
            </a:r>
            <a:r>
              <a:rPr sz="2000" spc="-20" dirty="0">
                <a:solidFill>
                  <a:srgbClr val="3F3F3F"/>
                </a:solidFill>
                <a:latin typeface="Calibri"/>
                <a:cs typeface="Calibri"/>
              </a:rPr>
              <a:t> </a:t>
            </a:r>
            <a:r>
              <a:rPr sz="2000" dirty="0">
                <a:solidFill>
                  <a:srgbClr val="3F3F3F"/>
                </a:solidFill>
                <a:latin typeface="Calibri"/>
                <a:cs typeface="Calibri"/>
              </a:rPr>
              <a:t>runs </a:t>
            </a:r>
            <a:r>
              <a:rPr sz="2000" spc="-15" dirty="0">
                <a:solidFill>
                  <a:srgbClr val="3F3F3F"/>
                </a:solidFill>
                <a:latin typeface="Calibri"/>
                <a:cs typeface="Calibri"/>
              </a:rPr>
              <a:t>at</a:t>
            </a:r>
            <a:r>
              <a:rPr sz="2000" spc="5"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application</a:t>
            </a:r>
            <a:r>
              <a:rPr sz="2000" spc="10" dirty="0">
                <a:solidFill>
                  <a:srgbClr val="3F3F3F"/>
                </a:solidFill>
                <a:latin typeface="Calibri"/>
                <a:cs typeface="Calibri"/>
              </a:rPr>
              <a:t> </a:t>
            </a:r>
            <a:r>
              <a:rPr sz="2000" spc="-40" dirty="0">
                <a:solidFill>
                  <a:srgbClr val="3F3F3F"/>
                </a:solidFill>
                <a:latin typeface="Calibri"/>
                <a:cs typeface="Calibri"/>
              </a:rPr>
              <a:t>layer,</a:t>
            </a:r>
            <a:r>
              <a:rPr sz="2000" dirty="0">
                <a:solidFill>
                  <a:srgbClr val="3F3F3F"/>
                </a:solidFill>
                <a:latin typeface="Calibri"/>
                <a:cs typeface="Calibri"/>
              </a:rPr>
              <a:t> but</a:t>
            </a:r>
            <a:r>
              <a:rPr sz="2000" spc="-25" dirty="0">
                <a:solidFill>
                  <a:srgbClr val="3F3F3F"/>
                </a:solidFill>
                <a:latin typeface="Calibri"/>
                <a:cs typeface="Calibri"/>
              </a:rPr>
              <a:t> </a:t>
            </a:r>
            <a:r>
              <a:rPr sz="2000" spc="-15" dirty="0">
                <a:solidFill>
                  <a:srgbClr val="3F3F3F"/>
                </a:solidFill>
                <a:latin typeface="Calibri"/>
                <a:cs typeface="Calibri"/>
              </a:rPr>
              <a:t>creates</a:t>
            </a:r>
            <a:r>
              <a:rPr sz="2000" spc="20" dirty="0">
                <a:solidFill>
                  <a:srgbClr val="3F3F3F"/>
                </a:solidFill>
                <a:latin typeface="Calibri"/>
                <a:cs typeface="Calibri"/>
              </a:rPr>
              <a:t> </a:t>
            </a:r>
            <a:r>
              <a:rPr sz="2000" spc="-10" dirty="0">
                <a:solidFill>
                  <a:srgbClr val="3F3F3F"/>
                </a:solidFill>
                <a:latin typeface="Calibri"/>
                <a:cs typeface="Calibri"/>
              </a:rPr>
              <a:t>forwarding</a:t>
            </a:r>
            <a:r>
              <a:rPr sz="2000" spc="-15" dirty="0">
                <a:solidFill>
                  <a:srgbClr val="3F3F3F"/>
                </a:solidFill>
                <a:latin typeface="Calibri"/>
                <a:cs typeface="Calibri"/>
              </a:rPr>
              <a:t> </a:t>
            </a:r>
            <a:r>
              <a:rPr sz="2000" spc="-5" dirty="0">
                <a:solidFill>
                  <a:srgbClr val="3F3F3F"/>
                </a:solidFill>
                <a:latin typeface="Calibri"/>
                <a:cs typeface="Calibri"/>
              </a:rPr>
              <a:t>tables</a:t>
            </a:r>
            <a:r>
              <a:rPr sz="2000" spc="10" dirty="0">
                <a:solidFill>
                  <a:srgbClr val="3F3F3F"/>
                </a:solidFill>
                <a:latin typeface="Calibri"/>
                <a:cs typeface="Calibri"/>
              </a:rPr>
              <a:t> </a:t>
            </a:r>
            <a:r>
              <a:rPr sz="2000" spc="-15" dirty="0">
                <a:solidFill>
                  <a:srgbClr val="3F3F3F"/>
                </a:solidFill>
                <a:latin typeface="Calibri"/>
                <a:cs typeface="Calibri"/>
              </a:rPr>
              <a:t>for</a:t>
            </a:r>
            <a:r>
              <a:rPr sz="2000" spc="-10" dirty="0">
                <a:solidFill>
                  <a:srgbClr val="3F3F3F"/>
                </a:solidFill>
                <a:latin typeface="Calibri"/>
                <a:cs typeface="Calibri"/>
              </a:rPr>
              <a:t> </a:t>
            </a:r>
            <a:r>
              <a:rPr sz="2000" spc="-5" dirty="0">
                <a:solidFill>
                  <a:srgbClr val="3F3F3F"/>
                </a:solidFill>
                <a:latin typeface="Calibri"/>
                <a:cs typeface="Calibri"/>
              </a:rPr>
              <a:t>IP</a:t>
            </a:r>
            <a:r>
              <a:rPr sz="2000" spc="-15" dirty="0">
                <a:solidFill>
                  <a:srgbClr val="3F3F3F"/>
                </a:solidFill>
                <a:latin typeface="Calibri"/>
                <a:cs typeface="Calibri"/>
              </a:rPr>
              <a:t> at</a:t>
            </a:r>
            <a:r>
              <a:rPr sz="2000" spc="10" dirty="0">
                <a:solidFill>
                  <a:srgbClr val="3F3F3F"/>
                </a:solidFill>
                <a:latin typeface="Calibri"/>
                <a:cs typeface="Calibri"/>
              </a:rPr>
              <a:t> </a:t>
            </a:r>
            <a:r>
              <a:rPr sz="2000" dirty="0">
                <a:solidFill>
                  <a:srgbClr val="3F3F3F"/>
                </a:solidFill>
                <a:latin typeface="Calibri"/>
                <a:cs typeface="Calibri"/>
              </a:rPr>
              <a:t>the </a:t>
            </a:r>
            <a:r>
              <a:rPr sz="2000" spc="-434" dirty="0">
                <a:solidFill>
                  <a:srgbClr val="3F3F3F"/>
                </a:solidFill>
                <a:latin typeface="Calibri"/>
                <a:cs typeface="Calibri"/>
              </a:rPr>
              <a:t> </a:t>
            </a:r>
            <a:r>
              <a:rPr sz="2000" spc="-10" dirty="0">
                <a:solidFill>
                  <a:srgbClr val="3F3F3F"/>
                </a:solidFill>
                <a:latin typeface="Calibri"/>
                <a:cs typeface="Calibri"/>
              </a:rPr>
              <a:t>network </a:t>
            </a:r>
            <a:r>
              <a:rPr sz="2000" spc="-15" dirty="0">
                <a:solidFill>
                  <a:srgbClr val="3F3F3F"/>
                </a:solidFill>
                <a:latin typeface="Calibri"/>
                <a:cs typeface="Calibri"/>
              </a:rPr>
              <a:t>later</a:t>
            </a:r>
            <a:endParaRPr sz="2000" dirty="0">
              <a:latin typeface="Calibri"/>
              <a:cs typeface="Calibri"/>
            </a:endParaRPr>
          </a:p>
          <a:p>
            <a:pPr marL="189230" indent="-177165">
              <a:lnSpc>
                <a:spcPct val="100000"/>
              </a:lnSpc>
              <a:spcBef>
                <a:spcPts val="1325"/>
              </a:spcBef>
              <a:buClr>
                <a:srgbClr val="1CACE4"/>
              </a:buClr>
              <a:buFont typeface="Arial MT"/>
              <a:buChar char="•"/>
              <a:tabLst>
                <a:tab pos="189865" algn="l"/>
              </a:tabLst>
            </a:pPr>
            <a:r>
              <a:rPr sz="2000" dirty="0">
                <a:solidFill>
                  <a:srgbClr val="3F3F3F"/>
                </a:solidFill>
                <a:latin typeface="Calibri"/>
                <a:cs typeface="Calibri"/>
              </a:rPr>
              <a:t>RIP</a:t>
            </a:r>
            <a:r>
              <a:rPr sz="2000" spc="-25" dirty="0">
                <a:solidFill>
                  <a:srgbClr val="3F3F3F"/>
                </a:solidFill>
                <a:latin typeface="Calibri"/>
                <a:cs typeface="Calibri"/>
              </a:rPr>
              <a:t> </a:t>
            </a:r>
            <a:r>
              <a:rPr sz="2000" dirty="0">
                <a:solidFill>
                  <a:srgbClr val="3F3F3F"/>
                </a:solidFill>
                <a:latin typeface="Calibri"/>
                <a:cs typeface="Calibri"/>
              </a:rPr>
              <a:t>has </a:t>
            </a:r>
            <a:r>
              <a:rPr sz="2000" spc="-5" dirty="0">
                <a:solidFill>
                  <a:srgbClr val="3F3F3F"/>
                </a:solidFill>
                <a:latin typeface="Calibri"/>
                <a:cs typeface="Calibri"/>
              </a:rPr>
              <a:t>gone</a:t>
            </a:r>
            <a:r>
              <a:rPr sz="2000" spc="-20" dirty="0">
                <a:solidFill>
                  <a:srgbClr val="3F3F3F"/>
                </a:solidFill>
                <a:latin typeface="Calibri"/>
                <a:cs typeface="Calibri"/>
              </a:rPr>
              <a:t> </a:t>
            </a:r>
            <a:r>
              <a:rPr sz="2000" spc="-10" dirty="0">
                <a:solidFill>
                  <a:srgbClr val="3F3F3F"/>
                </a:solidFill>
                <a:latin typeface="Calibri"/>
                <a:cs typeface="Calibri"/>
              </a:rPr>
              <a:t>through</a:t>
            </a:r>
            <a:r>
              <a:rPr sz="2000" spc="-35" dirty="0">
                <a:solidFill>
                  <a:srgbClr val="3F3F3F"/>
                </a:solidFill>
                <a:latin typeface="Calibri"/>
                <a:cs typeface="Calibri"/>
              </a:rPr>
              <a:t> </a:t>
            </a:r>
            <a:r>
              <a:rPr sz="2000" spc="-10" dirty="0">
                <a:solidFill>
                  <a:srgbClr val="3F3F3F"/>
                </a:solidFill>
                <a:latin typeface="Calibri"/>
                <a:cs typeface="Calibri"/>
              </a:rPr>
              <a:t>two</a:t>
            </a:r>
            <a:r>
              <a:rPr sz="2000" spc="5" dirty="0">
                <a:solidFill>
                  <a:srgbClr val="3F3F3F"/>
                </a:solidFill>
                <a:latin typeface="Calibri"/>
                <a:cs typeface="Calibri"/>
              </a:rPr>
              <a:t> </a:t>
            </a:r>
            <a:r>
              <a:rPr sz="2000" spc="-10" dirty="0">
                <a:solidFill>
                  <a:srgbClr val="3F3F3F"/>
                </a:solidFill>
                <a:latin typeface="Calibri"/>
                <a:cs typeface="Calibri"/>
              </a:rPr>
              <a:t>versions:</a:t>
            </a:r>
            <a:r>
              <a:rPr sz="2000" spc="15" dirty="0">
                <a:solidFill>
                  <a:srgbClr val="3F3F3F"/>
                </a:solidFill>
                <a:latin typeface="Calibri"/>
                <a:cs typeface="Calibri"/>
              </a:rPr>
              <a:t> </a:t>
            </a:r>
            <a:r>
              <a:rPr sz="2000" dirty="0">
                <a:solidFill>
                  <a:srgbClr val="3F3F3F"/>
                </a:solidFill>
                <a:latin typeface="Calibri"/>
                <a:cs typeface="Calibri"/>
              </a:rPr>
              <a:t>RIP-1 and</a:t>
            </a:r>
            <a:r>
              <a:rPr sz="2000" spc="-5" dirty="0">
                <a:solidFill>
                  <a:srgbClr val="3F3F3F"/>
                </a:solidFill>
                <a:latin typeface="Calibri"/>
                <a:cs typeface="Calibri"/>
              </a:rPr>
              <a:t> RIP-2</a:t>
            </a:r>
            <a:r>
              <a:rPr sz="2000" spc="-15" dirty="0">
                <a:solidFill>
                  <a:srgbClr val="3F3F3F"/>
                </a:solidFill>
                <a:latin typeface="Calibri"/>
                <a:cs typeface="Calibri"/>
              </a:rPr>
              <a:t> </a:t>
            </a:r>
            <a:r>
              <a:rPr sz="2000" spc="-5" dirty="0">
                <a:solidFill>
                  <a:srgbClr val="3F3F3F"/>
                </a:solidFill>
                <a:latin typeface="Calibri"/>
                <a:cs typeface="Calibri"/>
              </a:rPr>
              <a:t>(backward-compatible</a:t>
            </a:r>
            <a:r>
              <a:rPr sz="2000" dirty="0">
                <a:solidFill>
                  <a:srgbClr val="3F3F3F"/>
                </a:solidFill>
                <a:latin typeface="Calibri"/>
                <a:cs typeface="Calibri"/>
              </a:rPr>
              <a:t> )</a:t>
            </a:r>
            <a:endParaRPr sz="2000" dirty="0">
              <a:latin typeface="Calibri"/>
              <a:cs typeface="Calibri"/>
            </a:endParaRPr>
          </a:p>
          <a:p>
            <a:pPr marL="189230" marR="103505" indent="-177165">
              <a:lnSpc>
                <a:spcPts val="2160"/>
              </a:lnSpc>
              <a:spcBef>
                <a:spcPts val="1435"/>
              </a:spcBef>
              <a:buClr>
                <a:srgbClr val="1CACE4"/>
              </a:buClr>
              <a:buFont typeface="Arial MT"/>
              <a:buChar char="•"/>
              <a:tabLst>
                <a:tab pos="189865" algn="l"/>
              </a:tabLst>
            </a:pPr>
            <a:r>
              <a:rPr sz="2000" spc="-5" dirty="0">
                <a:solidFill>
                  <a:srgbClr val="3F3F3F"/>
                </a:solidFill>
                <a:latin typeface="Calibri"/>
                <a:cs typeface="Calibri"/>
              </a:rPr>
              <a:t>RIP-2</a:t>
            </a:r>
            <a:r>
              <a:rPr sz="2000" spc="-20" dirty="0">
                <a:solidFill>
                  <a:srgbClr val="3F3F3F"/>
                </a:solidFill>
                <a:latin typeface="Calibri"/>
                <a:cs typeface="Calibri"/>
              </a:rPr>
              <a:t> </a:t>
            </a:r>
            <a:r>
              <a:rPr sz="2000" spc="-10" dirty="0">
                <a:solidFill>
                  <a:srgbClr val="3F3F3F"/>
                </a:solidFill>
                <a:latin typeface="Calibri"/>
                <a:cs typeface="Calibri"/>
              </a:rPr>
              <a:t>allows</a:t>
            </a:r>
            <a:r>
              <a:rPr sz="2000" dirty="0">
                <a:solidFill>
                  <a:srgbClr val="3F3F3F"/>
                </a:solidFill>
                <a:latin typeface="Calibri"/>
                <a:cs typeface="Calibri"/>
              </a:rPr>
              <a:t> the use</a:t>
            </a:r>
            <a:r>
              <a:rPr sz="2000" spc="15" dirty="0">
                <a:solidFill>
                  <a:srgbClr val="3F3F3F"/>
                </a:solidFill>
                <a:latin typeface="Calibri"/>
                <a:cs typeface="Calibri"/>
              </a:rPr>
              <a:t> </a:t>
            </a:r>
            <a:r>
              <a:rPr sz="2000" spc="-5" dirty="0">
                <a:solidFill>
                  <a:srgbClr val="3F3F3F"/>
                </a:solidFill>
                <a:latin typeface="Calibri"/>
                <a:cs typeface="Calibri"/>
              </a:rPr>
              <a:t>of </a:t>
            </a:r>
            <a:r>
              <a:rPr sz="2000" spc="-10" dirty="0">
                <a:solidFill>
                  <a:srgbClr val="3F3F3F"/>
                </a:solidFill>
                <a:latin typeface="Calibri"/>
                <a:cs typeface="Calibri"/>
              </a:rPr>
              <a:t>more</a:t>
            </a:r>
            <a:r>
              <a:rPr sz="2000" spc="5" dirty="0">
                <a:solidFill>
                  <a:srgbClr val="3F3F3F"/>
                </a:solidFill>
                <a:latin typeface="Calibri"/>
                <a:cs typeface="Calibri"/>
              </a:rPr>
              <a:t> </a:t>
            </a:r>
            <a:r>
              <a:rPr sz="2000" spc="-10" dirty="0">
                <a:solidFill>
                  <a:srgbClr val="3F3F3F"/>
                </a:solidFill>
                <a:latin typeface="Calibri"/>
                <a:cs typeface="Calibri"/>
              </a:rPr>
              <a:t>information</a:t>
            </a:r>
            <a:r>
              <a:rPr sz="2000" spc="-5" dirty="0">
                <a:solidFill>
                  <a:srgbClr val="3F3F3F"/>
                </a:solidFill>
                <a:latin typeface="Calibri"/>
                <a:cs typeface="Calibri"/>
              </a:rPr>
              <a:t> in</a:t>
            </a:r>
            <a:r>
              <a:rPr sz="2000" spc="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dirty="0">
                <a:solidFill>
                  <a:srgbClr val="3F3F3F"/>
                </a:solidFill>
                <a:latin typeface="Calibri"/>
                <a:cs typeface="Calibri"/>
              </a:rPr>
              <a:t>RIP </a:t>
            </a:r>
            <a:r>
              <a:rPr sz="2000" spc="-5" dirty="0">
                <a:solidFill>
                  <a:srgbClr val="3F3F3F"/>
                </a:solidFill>
                <a:latin typeface="Calibri"/>
                <a:cs typeface="Calibri"/>
              </a:rPr>
              <a:t>messages</a:t>
            </a:r>
            <a:r>
              <a:rPr sz="2000" spc="15" dirty="0">
                <a:solidFill>
                  <a:srgbClr val="3F3F3F"/>
                </a:solidFill>
                <a:latin typeface="Calibri"/>
                <a:cs typeface="Calibri"/>
              </a:rPr>
              <a:t> </a:t>
            </a:r>
            <a:r>
              <a:rPr sz="2000" spc="-10" dirty="0">
                <a:solidFill>
                  <a:srgbClr val="3F3F3F"/>
                </a:solidFill>
                <a:latin typeface="Calibri"/>
                <a:cs typeface="Calibri"/>
              </a:rPr>
              <a:t>that</a:t>
            </a:r>
            <a:r>
              <a:rPr sz="2000" spc="-5" dirty="0">
                <a:solidFill>
                  <a:srgbClr val="3F3F3F"/>
                </a:solidFill>
                <a:latin typeface="Calibri"/>
                <a:cs typeface="Calibri"/>
              </a:rPr>
              <a:t> </a:t>
            </a:r>
            <a:r>
              <a:rPr sz="2000" spc="-15" dirty="0">
                <a:solidFill>
                  <a:srgbClr val="3F3F3F"/>
                </a:solidFill>
                <a:latin typeface="Calibri"/>
                <a:cs typeface="Calibri"/>
              </a:rPr>
              <a:t>were</a:t>
            </a:r>
            <a:r>
              <a:rPr sz="2000" spc="5" dirty="0">
                <a:solidFill>
                  <a:srgbClr val="3F3F3F"/>
                </a:solidFill>
                <a:latin typeface="Calibri"/>
                <a:cs typeface="Calibri"/>
              </a:rPr>
              <a:t> </a:t>
            </a:r>
            <a:r>
              <a:rPr sz="2000" spc="-5" dirty="0">
                <a:solidFill>
                  <a:srgbClr val="3F3F3F"/>
                </a:solidFill>
                <a:latin typeface="Calibri"/>
                <a:cs typeface="Calibri"/>
              </a:rPr>
              <a:t>set</a:t>
            </a:r>
            <a:r>
              <a:rPr sz="2000" spc="15" dirty="0">
                <a:solidFill>
                  <a:srgbClr val="3F3F3F"/>
                </a:solidFill>
                <a:latin typeface="Calibri"/>
                <a:cs typeface="Calibri"/>
              </a:rPr>
              <a: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0 </a:t>
            </a:r>
            <a:r>
              <a:rPr sz="2000" spc="-5" dirty="0">
                <a:solidFill>
                  <a:srgbClr val="3F3F3F"/>
                </a:solidFill>
                <a:latin typeface="Calibri"/>
                <a:cs typeface="Calibri"/>
              </a:rPr>
              <a:t>in </a:t>
            </a:r>
            <a:r>
              <a:rPr sz="2000" spc="-434"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first</a:t>
            </a:r>
            <a:r>
              <a:rPr sz="2000" spc="10" dirty="0">
                <a:solidFill>
                  <a:srgbClr val="3F3F3F"/>
                </a:solidFill>
                <a:latin typeface="Calibri"/>
                <a:cs typeface="Calibri"/>
              </a:rPr>
              <a:t> </a:t>
            </a:r>
            <a:r>
              <a:rPr sz="2000" spc="-10" dirty="0">
                <a:solidFill>
                  <a:srgbClr val="3F3F3F"/>
                </a:solidFill>
                <a:latin typeface="Calibri"/>
                <a:cs typeface="Calibri"/>
              </a:rPr>
              <a:t>version.</a:t>
            </a:r>
            <a:endParaRPr sz="20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86</a:t>
            </a:fld>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032250" cy="756920"/>
          </a:xfrm>
          <a:prstGeom prst="rect">
            <a:avLst/>
          </a:prstGeom>
        </p:spPr>
        <p:txBody>
          <a:bodyPr vert="horz" wrap="square" lIns="0" tIns="12700" rIns="0" bIns="0" rtlCol="0">
            <a:spAutoFit/>
          </a:bodyPr>
          <a:lstStyle/>
          <a:p>
            <a:pPr marL="12700">
              <a:lnSpc>
                <a:spcPct val="100000"/>
              </a:lnSpc>
              <a:spcBef>
                <a:spcPts val="100"/>
              </a:spcBef>
            </a:pPr>
            <a:r>
              <a:rPr sz="4800" spc="-50" dirty="0"/>
              <a:t>R</a:t>
            </a:r>
            <a:r>
              <a:rPr sz="4800" spc="-55" dirty="0"/>
              <a:t>I</a:t>
            </a:r>
            <a:r>
              <a:rPr sz="4800" spc="-5" dirty="0"/>
              <a:t>P</a:t>
            </a:r>
            <a:r>
              <a:rPr sz="4800" spc="-285" dirty="0"/>
              <a:t> </a:t>
            </a:r>
            <a:r>
              <a:rPr sz="4800" spc="-50" dirty="0"/>
              <a:t>M</a:t>
            </a:r>
            <a:r>
              <a:rPr sz="4800" spc="-60" dirty="0"/>
              <a:t>essa</a:t>
            </a:r>
            <a:r>
              <a:rPr sz="4800" spc="-55" dirty="0"/>
              <a:t>g</a:t>
            </a:r>
            <a:r>
              <a:rPr sz="4800" spc="-45" dirty="0"/>
              <a:t>e</a:t>
            </a:r>
            <a:r>
              <a:rPr sz="4800" spc="-5" dirty="0"/>
              <a:t>s</a:t>
            </a:r>
            <a:endParaRPr sz="4800"/>
          </a:p>
        </p:txBody>
      </p:sp>
      <p:sp>
        <p:nvSpPr>
          <p:cNvPr id="3" name="object 3"/>
          <p:cNvSpPr txBox="1"/>
          <p:nvPr/>
        </p:nvSpPr>
        <p:spPr>
          <a:xfrm>
            <a:off x="697667" y="1769826"/>
            <a:ext cx="8533130" cy="2110740"/>
          </a:xfrm>
          <a:prstGeom prst="rect">
            <a:avLst/>
          </a:prstGeom>
        </p:spPr>
        <p:txBody>
          <a:bodyPr vert="horz" wrap="square" lIns="0" tIns="60960" rIns="0" bIns="0" rtlCol="0">
            <a:spAutoFit/>
          </a:bodyPr>
          <a:lstStyle/>
          <a:p>
            <a:pPr marL="189230" marR="5080" indent="-177165">
              <a:lnSpc>
                <a:spcPts val="3020"/>
              </a:lnSpc>
              <a:spcBef>
                <a:spcPts val="480"/>
              </a:spcBef>
              <a:buClr>
                <a:srgbClr val="1CACE4"/>
              </a:buClr>
              <a:buFont typeface="Arial MT"/>
              <a:buChar char="•"/>
              <a:tabLst>
                <a:tab pos="189865" algn="l"/>
              </a:tabLst>
            </a:pPr>
            <a:r>
              <a:rPr sz="2800" spc="-50" dirty="0">
                <a:solidFill>
                  <a:srgbClr val="3F3F3F"/>
                </a:solidFill>
                <a:latin typeface="Calibri"/>
                <a:cs typeface="Calibri"/>
              </a:rPr>
              <a:t>Two</a:t>
            </a:r>
            <a:r>
              <a:rPr sz="2800" spc="-20" dirty="0">
                <a:solidFill>
                  <a:srgbClr val="3F3F3F"/>
                </a:solidFill>
                <a:latin typeface="Calibri"/>
                <a:cs typeface="Calibri"/>
              </a:rPr>
              <a:t> </a:t>
            </a:r>
            <a:r>
              <a:rPr sz="2800" spc="-5" dirty="0">
                <a:solidFill>
                  <a:srgbClr val="3F3F3F"/>
                </a:solidFill>
                <a:latin typeface="Calibri"/>
                <a:cs typeface="Calibri"/>
              </a:rPr>
              <a:t>RIP</a:t>
            </a:r>
            <a:r>
              <a:rPr sz="2800" spc="15" dirty="0">
                <a:solidFill>
                  <a:srgbClr val="3F3F3F"/>
                </a:solidFill>
                <a:latin typeface="Calibri"/>
                <a:cs typeface="Calibri"/>
              </a:rPr>
              <a:t> </a:t>
            </a:r>
            <a:r>
              <a:rPr sz="2800" spc="-15" dirty="0">
                <a:solidFill>
                  <a:srgbClr val="3F3F3F"/>
                </a:solidFill>
                <a:latin typeface="Calibri"/>
                <a:cs typeface="Calibri"/>
              </a:rPr>
              <a:t>processes,</a:t>
            </a:r>
            <a:r>
              <a:rPr sz="2800" spc="35" dirty="0">
                <a:solidFill>
                  <a:srgbClr val="3F3F3F"/>
                </a:solidFill>
                <a:latin typeface="Calibri"/>
                <a:cs typeface="Calibri"/>
              </a:rPr>
              <a:t> </a:t>
            </a:r>
            <a:r>
              <a:rPr sz="2800" spc="-5" dirty="0">
                <a:solidFill>
                  <a:srgbClr val="3F3F3F"/>
                </a:solidFill>
                <a:latin typeface="Calibri"/>
                <a:cs typeface="Calibri"/>
              </a:rPr>
              <a:t>a</a:t>
            </a:r>
            <a:r>
              <a:rPr sz="2800" spc="5" dirty="0">
                <a:solidFill>
                  <a:srgbClr val="3F3F3F"/>
                </a:solidFill>
                <a:latin typeface="Calibri"/>
                <a:cs typeface="Calibri"/>
              </a:rPr>
              <a:t> </a:t>
            </a:r>
            <a:r>
              <a:rPr sz="2800" spc="-15" dirty="0">
                <a:solidFill>
                  <a:srgbClr val="3F3F3F"/>
                </a:solidFill>
                <a:latin typeface="Calibri"/>
                <a:cs typeface="Calibri"/>
              </a:rPr>
              <a:t>client</a:t>
            </a:r>
            <a:r>
              <a:rPr sz="2800" spc="10" dirty="0">
                <a:solidFill>
                  <a:srgbClr val="3F3F3F"/>
                </a:solidFill>
                <a:latin typeface="Calibri"/>
                <a:cs typeface="Calibri"/>
              </a:rPr>
              <a:t> </a:t>
            </a:r>
            <a:r>
              <a:rPr sz="2800" spc="-5" dirty="0">
                <a:solidFill>
                  <a:srgbClr val="3F3F3F"/>
                </a:solidFill>
                <a:latin typeface="Calibri"/>
                <a:cs typeface="Calibri"/>
              </a:rPr>
              <a:t>and</a:t>
            </a:r>
            <a:r>
              <a:rPr sz="2800" spc="30" dirty="0">
                <a:solidFill>
                  <a:srgbClr val="3F3F3F"/>
                </a:solidFill>
                <a:latin typeface="Calibri"/>
                <a:cs typeface="Calibri"/>
              </a:rPr>
              <a:t> </a:t>
            </a:r>
            <a:r>
              <a:rPr sz="2800" spc="-5" dirty="0">
                <a:solidFill>
                  <a:srgbClr val="3F3F3F"/>
                </a:solidFill>
                <a:latin typeface="Calibri"/>
                <a:cs typeface="Calibri"/>
              </a:rPr>
              <a:t>a</a:t>
            </a:r>
            <a:r>
              <a:rPr sz="2800" spc="45" dirty="0">
                <a:solidFill>
                  <a:srgbClr val="3F3F3F"/>
                </a:solidFill>
                <a:latin typeface="Calibri"/>
                <a:cs typeface="Calibri"/>
              </a:rPr>
              <a:t> </a:t>
            </a:r>
            <a:r>
              <a:rPr sz="2800" spc="-10" dirty="0">
                <a:solidFill>
                  <a:srgbClr val="3F3F3F"/>
                </a:solidFill>
                <a:latin typeface="Calibri"/>
                <a:cs typeface="Calibri"/>
              </a:rPr>
              <a:t>server</a:t>
            </a:r>
            <a:r>
              <a:rPr sz="2800" spc="15" dirty="0">
                <a:solidFill>
                  <a:srgbClr val="3F3F3F"/>
                </a:solidFill>
                <a:latin typeface="Calibri"/>
                <a:cs typeface="Calibri"/>
              </a:rPr>
              <a:t> </a:t>
            </a:r>
            <a:r>
              <a:rPr sz="2800" spc="-10" dirty="0">
                <a:solidFill>
                  <a:srgbClr val="3F3F3F"/>
                </a:solidFill>
                <a:latin typeface="Calibri"/>
                <a:cs typeface="Calibri"/>
              </a:rPr>
              <a:t>need</a:t>
            </a:r>
            <a:r>
              <a:rPr sz="2800" spc="15" dirty="0">
                <a:solidFill>
                  <a:srgbClr val="3F3F3F"/>
                </a:solidFill>
                <a:latin typeface="Calibri"/>
                <a:cs typeface="Calibri"/>
              </a:rPr>
              <a:t> </a:t>
            </a:r>
            <a:r>
              <a:rPr sz="2800" spc="-20" dirty="0">
                <a:solidFill>
                  <a:srgbClr val="3F3F3F"/>
                </a:solidFill>
                <a:latin typeface="Calibri"/>
                <a:cs typeface="Calibri"/>
              </a:rPr>
              <a:t>to</a:t>
            </a:r>
            <a:r>
              <a:rPr sz="2800" dirty="0">
                <a:solidFill>
                  <a:srgbClr val="3F3F3F"/>
                </a:solidFill>
                <a:latin typeface="Calibri"/>
                <a:cs typeface="Calibri"/>
              </a:rPr>
              <a:t> </a:t>
            </a:r>
            <a:r>
              <a:rPr sz="2800" spc="-25" dirty="0">
                <a:solidFill>
                  <a:srgbClr val="3F3F3F"/>
                </a:solidFill>
                <a:latin typeface="Calibri"/>
                <a:cs typeface="Calibri"/>
              </a:rPr>
              <a:t>exchange </a:t>
            </a:r>
            <a:r>
              <a:rPr sz="2800" spc="-615" dirty="0">
                <a:solidFill>
                  <a:srgbClr val="3F3F3F"/>
                </a:solidFill>
                <a:latin typeface="Calibri"/>
                <a:cs typeface="Calibri"/>
              </a:rPr>
              <a:t> </a:t>
            </a:r>
            <a:r>
              <a:rPr sz="2800" spc="-10" dirty="0">
                <a:solidFill>
                  <a:srgbClr val="3F3F3F"/>
                </a:solidFill>
                <a:latin typeface="Calibri"/>
                <a:cs typeface="Calibri"/>
              </a:rPr>
              <a:t>messages</a:t>
            </a:r>
            <a:endParaRPr sz="2800">
              <a:latin typeface="Calibri"/>
              <a:cs typeface="Calibri"/>
            </a:endParaRPr>
          </a:p>
          <a:p>
            <a:pPr marL="189230" indent="-177165">
              <a:lnSpc>
                <a:spcPct val="100000"/>
              </a:lnSpc>
              <a:spcBef>
                <a:spcPts val="1025"/>
              </a:spcBef>
              <a:buClr>
                <a:srgbClr val="1CACE4"/>
              </a:buClr>
              <a:buFont typeface="Arial MT"/>
              <a:buChar char="•"/>
              <a:tabLst>
                <a:tab pos="189865" algn="l"/>
              </a:tabLst>
            </a:pPr>
            <a:r>
              <a:rPr sz="2800" spc="-25" dirty="0">
                <a:solidFill>
                  <a:srgbClr val="3F3F3F"/>
                </a:solidFill>
                <a:latin typeface="Calibri"/>
                <a:cs typeface="Calibri"/>
              </a:rPr>
              <a:t>Part</a:t>
            </a:r>
            <a:r>
              <a:rPr sz="2800" spc="-10" dirty="0">
                <a:solidFill>
                  <a:srgbClr val="3F3F3F"/>
                </a:solidFill>
                <a:latin typeface="Calibri"/>
                <a:cs typeface="Calibri"/>
              </a:rPr>
              <a:t> </a:t>
            </a:r>
            <a:r>
              <a:rPr sz="2800" spc="-5" dirty="0">
                <a:solidFill>
                  <a:srgbClr val="3F3F3F"/>
                </a:solidFill>
                <a:latin typeface="Calibri"/>
                <a:cs typeface="Calibri"/>
              </a:rPr>
              <a:t>of</a:t>
            </a:r>
            <a:r>
              <a:rPr sz="2800" spc="-10" dirty="0">
                <a:solidFill>
                  <a:srgbClr val="3F3F3F"/>
                </a:solidFill>
                <a:latin typeface="Calibri"/>
                <a:cs typeface="Calibri"/>
              </a:rPr>
              <a:t> the</a:t>
            </a:r>
            <a:r>
              <a:rPr sz="2800" spc="5" dirty="0">
                <a:solidFill>
                  <a:srgbClr val="3F3F3F"/>
                </a:solidFill>
                <a:latin typeface="Calibri"/>
                <a:cs typeface="Calibri"/>
              </a:rPr>
              <a:t> </a:t>
            </a:r>
            <a:r>
              <a:rPr sz="2800" spc="-10" dirty="0">
                <a:solidFill>
                  <a:srgbClr val="3F3F3F"/>
                </a:solidFill>
                <a:latin typeface="Calibri"/>
                <a:cs typeface="Calibri"/>
              </a:rPr>
              <a:t>message</a:t>
            </a:r>
            <a:r>
              <a:rPr sz="2800" spc="20" dirty="0">
                <a:solidFill>
                  <a:srgbClr val="3F3F3F"/>
                </a:solidFill>
                <a:latin typeface="Calibri"/>
                <a:cs typeface="Calibri"/>
              </a:rPr>
              <a:t> </a:t>
            </a:r>
            <a:r>
              <a:rPr sz="2800" spc="-10" dirty="0">
                <a:solidFill>
                  <a:srgbClr val="3F3F3F"/>
                </a:solidFill>
                <a:latin typeface="Calibri"/>
                <a:cs typeface="Calibri"/>
              </a:rPr>
              <a:t>-call</a:t>
            </a:r>
            <a:r>
              <a:rPr sz="2800" spc="-5" dirty="0">
                <a:solidFill>
                  <a:srgbClr val="3F3F3F"/>
                </a:solidFill>
                <a:latin typeface="Calibri"/>
                <a:cs typeface="Calibri"/>
              </a:rPr>
              <a:t> an</a:t>
            </a:r>
            <a:r>
              <a:rPr sz="2800" spc="5" dirty="0">
                <a:solidFill>
                  <a:srgbClr val="3F3F3F"/>
                </a:solidFill>
                <a:latin typeface="Calibri"/>
                <a:cs typeface="Calibri"/>
              </a:rPr>
              <a:t> </a:t>
            </a:r>
            <a:r>
              <a:rPr sz="2800" spc="-10" dirty="0">
                <a:solidFill>
                  <a:srgbClr val="3F3F3F"/>
                </a:solidFill>
                <a:latin typeface="Calibri"/>
                <a:cs typeface="Calibri"/>
              </a:rPr>
              <a:t>entry</a:t>
            </a:r>
            <a:endParaRPr sz="2800">
              <a:latin typeface="Calibri"/>
              <a:cs typeface="Calibri"/>
            </a:endParaRPr>
          </a:p>
          <a:p>
            <a:pPr marL="419100" marR="779780" lvl="1" indent="-182880">
              <a:lnSpc>
                <a:spcPts val="2590"/>
              </a:lnSpc>
              <a:spcBef>
                <a:spcPts val="465"/>
              </a:spcBef>
              <a:buClr>
                <a:srgbClr val="1CACE4"/>
              </a:buClr>
              <a:buChar char="◦"/>
              <a:tabLst>
                <a:tab pos="419734" algn="l"/>
              </a:tabLst>
            </a:pPr>
            <a:r>
              <a:rPr sz="2400" spc="-10" dirty="0">
                <a:solidFill>
                  <a:srgbClr val="3F3F3F"/>
                </a:solidFill>
                <a:latin typeface="Calibri"/>
                <a:cs typeface="Calibri"/>
              </a:rPr>
              <a:t>Each</a:t>
            </a:r>
            <a:r>
              <a:rPr sz="2400" spc="-30" dirty="0">
                <a:solidFill>
                  <a:srgbClr val="3F3F3F"/>
                </a:solidFill>
                <a:latin typeface="Calibri"/>
                <a:cs typeface="Calibri"/>
              </a:rPr>
              <a:t> </a:t>
            </a:r>
            <a:r>
              <a:rPr sz="2400" spc="-5" dirty="0">
                <a:solidFill>
                  <a:srgbClr val="3F3F3F"/>
                </a:solidFill>
                <a:latin typeface="Calibri"/>
                <a:cs typeface="Calibri"/>
              </a:rPr>
              <a:t>entry</a:t>
            </a:r>
            <a:r>
              <a:rPr sz="2400" spc="-15" dirty="0">
                <a:solidFill>
                  <a:srgbClr val="3F3F3F"/>
                </a:solidFill>
                <a:latin typeface="Calibri"/>
                <a:cs typeface="Calibri"/>
              </a:rPr>
              <a:t> </a:t>
            </a:r>
            <a:r>
              <a:rPr sz="2400" spc="-5" dirty="0">
                <a:solidFill>
                  <a:srgbClr val="3F3F3F"/>
                </a:solidFill>
                <a:latin typeface="Calibri"/>
                <a:cs typeface="Calibri"/>
              </a:rPr>
              <a:t>carries</a:t>
            </a:r>
            <a:r>
              <a:rPr sz="2400" spc="-2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information</a:t>
            </a:r>
            <a:r>
              <a:rPr sz="2400" spc="-20" dirty="0">
                <a:solidFill>
                  <a:srgbClr val="3F3F3F"/>
                </a:solidFill>
                <a:latin typeface="Calibri"/>
                <a:cs typeface="Calibri"/>
              </a:rPr>
              <a:t> </a:t>
            </a:r>
            <a:r>
              <a:rPr sz="2400" spc="-15" dirty="0">
                <a:solidFill>
                  <a:srgbClr val="3F3F3F"/>
                </a:solidFill>
                <a:latin typeface="Calibri"/>
                <a:cs typeface="Calibri"/>
              </a:rPr>
              <a:t>related</a:t>
            </a:r>
            <a:r>
              <a:rPr sz="2400" spc="-20"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one</a:t>
            </a:r>
            <a:r>
              <a:rPr sz="2400" dirty="0">
                <a:solidFill>
                  <a:srgbClr val="3F3F3F"/>
                </a:solidFill>
                <a:latin typeface="Calibri"/>
                <a:cs typeface="Calibri"/>
              </a:rPr>
              <a:t> </a:t>
            </a:r>
            <a:r>
              <a:rPr sz="2400" spc="-5" dirty="0">
                <a:solidFill>
                  <a:srgbClr val="3F3F3F"/>
                </a:solidFill>
                <a:latin typeface="Calibri"/>
                <a:cs typeface="Calibri"/>
              </a:rPr>
              <a:t>line</a:t>
            </a:r>
            <a:r>
              <a:rPr sz="2400" spc="60" dirty="0">
                <a:solidFill>
                  <a:srgbClr val="3F3F3F"/>
                </a:solidFill>
                <a:latin typeface="Calibri"/>
                <a:cs typeface="Calibri"/>
              </a:rPr>
              <a:t> </a:t>
            </a:r>
            <a:r>
              <a:rPr sz="2400" spc="-5" dirty="0">
                <a:solidFill>
                  <a:srgbClr val="3F3F3F"/>
                </a:solidFill>
                <a:latin typeface="Calibri"/>
                <a:cs typeface="Calibri"/>
              </a:rPr>
              <a:t>in the </a:t>
            </a:r>
            <a:r>
              <a:rPr sz="2400" spc="-530" dirty="0">
                <a:solidFill>
                  <a:srgbClr val="3F3F3F"/>
                </a:solidFill>
                <a:latin typeface="Calibri"/>
                <a:cs typeface="Calibri"/>
              </a:rPr>
              <a:t> </a:t>
            </a:r>
            <a:r>
              <a:rPr sz="2400" spc="-15" dirty="0">
                <a:solidFill>
                  <a:srgbClr val="3F3F3F"/>
                </a:solidFill>
                <a:latin typeface="Calibri"/>
                <a:cs typeface="Calibri"/>
              </a:rPr>
              <a:t>forwarding</a:t>
            </a:r>
            <a:r>
              <a:rPr sz="2400" spc="-35" dirty="0">
                <a:solidFill>
                  <a:srgbClr val="3F3F3F"/>
                </a:solidFill>
                <a:latin typeface="Calibri"/>
                <a:cs typeface="Calibri"/>
              </a:rPr>
              <a:t> </a:t>
            </a:r>
            <a:r>
              <a:rPr sz="2400" spc="-5" dirty="0">
                <a:solidFill>
                  <a:srgbClr val="3F3F3F"/>
                </a:solidFill>
                <a:latin typeface="Calibri"/>
                <a:cs typeface="Calibri"/>
              </a:rPr>
              <a:t>table</a:t>
            </a:r>
            <a:r>
              <a:rPr sz="2400" spc="-10" dirty="0">
                <a:solidFill>
                  <a:srgbClr val="3F3F3F"/>
                </a:solidFill>
                <a:latin typeface="Calibri"/>
                <a:cs typeface="Calibri"/>
              </a:rPr>
              <a:t> </a:t>
            </a:r>
            <a:r>
              <a:rPr sz="2400" spc="-5" dirty="0">
                <a:solidFill>
                  <a:srgbClr val="3F3F3F"/>
                </a:solidFill>
                <a:latin typeface="Calibri"/>
                <a:cs typeface="Calibri"/>
              </a:rPr>
              <a:t>of</a:t>
            </a:r>
            <a:r>
              <a:rPr sz="240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router</a:t>
            </a:r>
            <a:r>
              <a:rPr sz="2400" spc="-5" dirty="0">
                <a:solidFill>
                  <a:srgbClr val="3F3F3F"/>
                </a:solidFill>
                <a:latin typeface="Calibri"/>
                <a:cs typeface="Calibri"/>
              </a:rPr>
              <a:t> </a:t>
            </a:r>
            <a:r>
              <a:rPr sz="2400" spc="-10" dirty="0">
                <a:solidFill>
                  <a:srgbClr val="3F3F3F"/>
                </a:solidFill>
                <a:latin typeface="Calibri"/>
                <a:cs typeface="Calibri"/>
              </a:rPr>
              <a:t>that</a:t>
            </a:r>
            <a:r>
              <a:rPr sz="2400" spc="-25" dirty="0">
                <a:solidFill>
                  <a:srgbClr val="3F3F3F"/>
                </a:solidFill>
                <a:latin typeface="Calibri"/>
                <a:cs typeface="Calibri"/>
              </a:rPr>
              <a:t> </a:t>
            </a:r>
            <a:r>
              <a:rPr sz="2400" spc="-5" dirty="0">
                <a:solidFill>
                  <a:srgbClr val="3F3F3F"/>
                </a:solidFill>
                <a:latin typeface="Calibri"/>
                <a:cs typeface="Calibri"/>
              </a:rPr>
              <a:t>sends</a:t>
            </a:r>
            <a:r>
              <a:rPr sz="2400" spc="-10" dirty="0">
                <a:solidFill>
                  <a:srgbClr val="3F3F3F"/>
                </a:solidFill>
                <a:latin typeface="Calibri"/>
                <a:cs typeface="Calibri"/>
              </a:rPr>
              <a:t> </a:t>
            </a:r>
            <a:r>
              <a:rPr sz="2400" spc="-5" dirty="0">
                <a:solidFill>
                  <a:srgbClr val="3F3F3F"/>
                </a:solidFill>
                <a:latin typeface="Calibri"/>
                <a:cs typeface="Calibri"/>
              </a:rPr>
              <a:t>the message.</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685800" y="4191000"/>
            <a:ext cx="8630411" cy="227076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87</a:t>
            </a:fld>
            <a:endParaRPr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4032250" cy="756920"/>
          </a:xfrm>
          <a:prstGeom prst="rect">
            <a:avLst/>
          </a:prstGeom>
        </p:spPr>
        <p:txBody>
          <a:bodyPr vert="horz" wrap="square" lIns="0" tIns="12700" rIns="0" bIns="0" rtlCol="0">
            <a:spAutoFit/>
          </a:bodyPr>
          <a:lstStyle/>
          <a:p>
            <a:pPr marL="12700">
              <a:lnSpc>
                <a:spcPct val="100000"/>
              </a:lnSpc>
              <a:spcBef>
                <a:spcPts val="100"/>
              </a:spcBef>
            </a:pPr>
            <a:r>
              <a:rPr sz="4800" spc="-50" dirty="0"/>
              <a:t>R</a:t>
            </a:r>
            <a:r>
              <a:rPr sz="4800" spc="-55" dirty="0"/>
              <a:t>I</a:t>
            </a:r>
            <a:r>
              <a:rPr sz="4800" spc="-5" dirty="0"/>
              <a:t>P</a:t>
            </a:r>
            <a:r>
              <a:rPr sz="4800" spc="-285" dirty="0"/>
              <a:t> </a:t>
            </a:r>
            <a:r>
              <a:rPr sz="4800" spc="-50" dirty="0"/>
              <a:t>M</a:t>
            </a:r>
            <a:r>
              <a:rPr sz="4800" spc="-60" dirty="0"/>
              <a:t>essa</a:t>
            </a:r>
            <a:r>
              <a:rPr sz="4800" spc="-55" dirty="0"/>
              <a:t>g</a:t>
            </a:r>
            <a:r>
              <a:rPr sz="4800" spc="-45" dirty="0"/>
              <a:t>e</a:t>
            </a:r>
            <a:r>
              <a:rPr sz="4800" spc="-5" dirty="0"/>
              <a:t>s</a:t>
            </a:r>
            <a:endParaRPr sz="4800"/>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97667" y="1633581"/>
            <a:ext cx="8627110" cy="4540250"/>
          </a:xfrm>
          <a:prstGeom prst="rect">
            <a:avLst/>
          </a:prstGeom>
        </p:spPr>
        <p:txBody>
          <a:bodyPr vert="horz" wrap="square" lIns="0" tIns="147955" rIns="0" bIns="0" rtlCol="0">
            <a:spAutoFit/>
          </a:bodyPr>
          <a:lstStyle/>
          <a:p>
            <a:pPr marL="189230" indent="-177165">
              <a:lnSpc>
                <a:spcPct val="100000"/>
              </a:lnSpc>
              <a:spcBef>
                <a:spcPts val="1165"/>
              </a:spcBef>
              <a:buClr>
                <a:srgbClr val="1CACE4"/>
              </a:buClr>
              <a:buFont typeface="Arial MT"/>
              <a:buChar char="•"/>
              <a:tabLst>
                <a:tab pos="189865" algn="l"/>
              </a:tabLst>
            </a:pPr>
            <a:r>
              <a:rPr sz="2800" spc="-5" dirty="0">
                <a:solidFill>
                  <a:srgbClr val="3F3F3F"/>
                </a:solidFill>
                <a:latin typeface="Calibri"/>
                <a:cs typeface="Calibri"/>
              </a:rPr>
              <a:t>RIP</a:t>
            </a:r>
            <a:r>
              <a:rPr sz="2800" spc="-15" dirty="0">
                <a:solidFill>
                  <a:srgbClr val="3F3F3F"/>
                </a:solidFill>
                <a:latin typeface="Calibri"/>
                <a:cs typeface="Calibri"/>
              </a:rPr>
              <a:t> </a:t>
            </a:r>
            <a:r>
              <a:rPr sz="2800" spc="-5" dirty="0">
                <a:solidFill>
                  <a:srgbClr val="3F3F3F"/>
                </a:solidFill>
                <a:latin typeface="Calibri"/>
                <a:cs typeface="Calibri"/>
              </a:rPr>
              <a:t>has</a:t>
            </a:r>
            <a:r>
              <a:rPr sz="2800" spc="25" dirty="0">
                <a:solidFill>
                  <a:srgbClr val="3F3F3F"/>
                </a:solidFill>
                <a:latin typeface="Calibri"/>
                <a:cs typeface="Calibri"/>
              </a:rPr>
              <a:t> </a:t>
            </a:r>
            <a:r>
              <a:rPr sz="2800" spc="-15" dirty="0">
                <a:solidFill>
                  <a:srgbClr val="3F3F3F"/>
                </a:solidFill>
                <a:latin typeface="Calibri"/>
                <a:cs typeface="Calibri"/>
              </a:rPr>
              <a:t>two</a:t>
            </a:r>
            <a:r>
              <a:rPr sz="2800" spc="-10" dirty="0">
                <a:solidFill>
                  <a:srgbClr val="3F3F3F"/>
                </a:solidFill>
                <a:latin typeface="Calibri"/>
                <a:cs typeface="Calibri"/>
              </a:rPr>
              <a:t> types</a:t>
            </a:r>
            <a:r>
              <a:rPr sz="2800" spc="25" dirty="0">
                <a:solidFill>
                  <a:srgbClr val="3F3F3F"/>
                </a:solidFill>
                <a:latin typeface="Calibri"/>
                <a:cs typeface="Calibri"/>
              </a:rPr>
              <a:t> </a:t>
            </a:r>
            <a:r>
              <a:rPr sz="2800" spc="-5" dirty="0">
                <a:solidFill>
                  <a:srgbClr val="3F3F3F"/>
                </a:solidFill>
                <a:latin typeface="Calibri"/>
                <a:cs typeface="Calibri"/>
              </a:rPr>
              <a:t>of </a:t>
            </a:r>
            <a:r>
              <a:rPr sz="2800" spc="-10" dirty="0">
                <a:solidFill>
                  <a:srgbClr val="3F3F3F"/>
                </a:solidFill>
                <a:latin typeface="Calibri"/>
                <a:cs typeface="Calibri"/>
              </a:rPr>
              <a:t>messages:</a:t>
            </a:r>
            <a:r>
              <a:rPr sz="2800" spc="10" dirty="0">
                <a:solidFill>
                  <a:srgbClr val="3F3F3F"/>
                </a:solidFill>
                <a:latin typeface="Calibri"/>
                <a:cs typeface="Calibri"/>
              </a:rPr>
              <a:t> </a:t>
            </a:r>
            <a:r>
              <a:rPr sz="2800" spc="-20" dirty="0">
                <a:solidFill>
                  <a:srgbClr val="3F3F3F"/>
                </a:solidFill>
                <a:latin typeface="Calibri"/>
                <a:cs typeface="Calibri"/>
              </a:rPr>
              <a:t>request</a:t>
            </a:r>
            <a:r>
              <a:rPr sz="2800" spc="30" dirty="0">
                <a:solidFill>
                  <a:srgbClr val="3F3F3F"/>
                </a:solidFill>
                <a:latin typeface="Calibri"/>
                <a:cs typeface="Calibri"/>
              </a:rPr>
              <a:t> </a:t>
            </a:r>
            <a:r>
              <a:rPr sz="2800" spc="-5" dirty="0">
                <a:solidFill>
                  <a:srgbClr val="3F3F3F"/>
                </a:solidFill>
                <a:latin typeface="Calibri"/>
                <a:cs typeface="Calibri"/>
              </a:rPr>
              <a:t>and</a:t>
            </a:r>
            <a:r>
              <a:rPr sz="2800" spc="65" dirty="0">
                <a:solidFill>
                  <a:srgbClr val="3F3F3F"/>
                </a:solidFill>
                <a:latin typeface="Calibri"/>
                <a:cs typeface="Calibri"/>
              </a:rPr>
              <a:t> </a:t>
            </a:r>
            <a:r>
              <a:rPr sz="2800" spc="-15" dirty="0">
                <a:solidFill>
                  <a:srgbClr val="3F3F3F"/>
                </a:solidFill>
                <a:latin typeface="Calibri"/>
                <a:cs typeface="Calibri"/>
              </a:rPr>
              <a:t>response</a:t>
            </a:r>
            <a:endParaRPr sz="2800" dirty="0">
              <a:latin typeface="Calibri"/>
              <a:cs typeface="Calibri"/>
            </a:endParaRPr>
          </a:p>
          <a:p>
            <a:pPr marL="268605" indent="-256540">
              <a:lnSpc>
                <a:spcPct val="100000"/>
              </a:lnSpc>
              <a:spcBef>
                <a:spcPts val="1070"/>
              </a:spcBef>
              <a:buClr>
                <a:srgbClr val="1CACE4"/>
              </a:buClr>
              <a:buFont typeface="Arial MT"/>
              <a:buChar char="•"/>
              <a:tabLst>
                <a:tab pos="269240" algn="l"/>
              </a:tabLst>
            </a:pPr>
            <a:r>
              <a:rPr sz="2800" spc="-5" dirty="0">
                <a:solidFill>
                  <a:srgbClr val="3F3F3F"/>
                </a:solidFill>
                <a:latin typeface="Calibri"/>
                <a:cs typeface="Calibri"/>
              </a:rPr>
              <a:t>A </a:t>
            </a:r>
            <a:r>
              <a:rPr sz="2800" spc="-20" dirty="0">
                <a:solidFill>
                  <a:srgbClr val="3F3F3F"/>
                </a:solidFill>
                <a:latin typeface="Calibri"/>
                <a:cs typeface="Calibri"/>
              </a:rPr>
              <a:t>request</a:t>
            </a:r>
            <a:r>
              <a:rPr sz="2800" dirty="0">
                <a:solidFill>
                  <a:srgbClr val="3F3F3F"/>
                </a:solidFill>
                <a:latin typeface="Calibri"/>
                <a:cs typeface="Calibri"/>
              </a:rPr>
              <a:t> </a:t>
            </a:r>
            <a:r>
              <a:rPr sz="2800" spc="-10" dirty="0">
                <a:solidFill>
                  <a:srgbClr val="3F3F3F"/>
                </a:solidFill>
                <a:latin typeface="Calibri"/>
                <a:cs typeface="Calibri"/>
              </a:rPr>
              <a:t>message</a:t>
            </a:r>
            <a:endParaRPr sz="2800" dirty="0">
              <a:latin typeface="Calibri"/>
              <a:cs typeface="Calibri"/>
            </a:endParaRPr>
          </a:p>
          <a:p>
            <a:pPr marL="419100" marR="429895" lvl="1" indent="-182880">
              <a:lnSpc>
                <a:spcPts val="2590"/>
              </a:lnSpc>
              <a:spcBef>
                <a:spcPts val="465"/>
              </a:spcBef>
              <a:buClr>
                <a:srgbClr val="1CACE4"/>
              </a:buClr>
              <a:buChar char="◦"/>
              <a:tabLst>
                <a:tab pos="419734" algn="l"/>
              </a:tabLst>
            </a:pPr>
            <a:r>
              <a:rPr sz="2400" spc="-5" dirty="0">
                <a:solidFill>
                  <a:srgbClr val="3F3F3F"/>
                </a:solidFill>
                <a:latin typeface="Calibri"/>
                <a:cs typeface="Calibri"/>
              </a:rPr>
              <a:t>Is </a:t>
            </a:r>
            <a:r>
              <a:rPr sz="2400" spc="-10" dirty="0">
                <a:solidFill>
                  <a:srgbClr val="3F3F3F"/>
                </a:solidFill>
                <a:latin typeface="Calibri"/>
                <a:cs typeface="Calibri"/>
              </a:rPr>
              <a:t>sent by </a:t>
            </a:r>
            <a:r>
              <a:rPr sz="2400" dirty="0">
                <a:solidFill>
                  <a:srgbClr val="3F3F3F"/>
                </a:solidFill>
                <a:latin typeface="Calibri"/>
                <a:cs typeface="Calibri"/>
              </a:rPr>
              <a:t>a </a:t>
            </a:r>
            <a:r>
              <a:rPr sz="2400" spc="-15" dirty="0">
                <a:solidFill>
                  <a:srgbClr val="3F3F3F"/>
                </a:solidFill>
                <a:latin typeface="Calibri"/>
                <a:cs typeface="Calibri"/>
              </a:rPr>
              <a:t>router </a:t>
            </a:r>
            <a:r>
              <a:rPr sz="2400" spc="-10" dirty="0">
                <a:solidFill>
                  <a:srgbClr val="3F3F3F"/>
                </a:solidFill>
                <a:latin typeface="Calibri"/>
                <a:cs typeface="Calibri"/>
              </a:rPr>
              <a:t>that </a:t>
            </a:r>
            <a:r>
              <a:rPr sz="2400" spc="-5" dirty="0">
                <a:solidFill>
                  <a:srgbClr val="3F3F3F"/>
                </a:solidFill>
                <a:latin typeface="Calibri"/>
                <a:cs typeface="Calibri"/>
              </a:rPr>
              <a:t>has </a:t>
            </a:r>
            <a:r>
              <a:rPr sz="2400" spc="-10" dirty="0">
                <a:solidFill>
                  <a:srgbClr val="3F3F3F"/>
                </a:solidFill>
                <a:latin typeface="Calibri"/>
                <a:cs typeface="Calibri"/>
              </a:rPr>
              <a:t>just come </a:t>
            </a:r>
            <a:r>
              <a:rPr sz="2400" spc="-5" dirty="0">
                <a:solidFill>
                  <a:srgbClr val="3F3F3F"/>
                </a:solidFill>
                <a:latin typeface="Calibri"/>
                <a:cs typeface="Calibri"/>
              </a:rPr>
              <a:t>up or </a:t>
            </a:r>
            <a:r>
              <a:rPr sz="2400" spc="-10" dirty="0">
                <a:solidFill>
                  <a:srgbClr val="3F3F3F"/>
                </a:solidFill>
                <a:latin typeface="Calibri"/>
                <a:cs typeface="Calibri"/>
              </a:rPr>
              <a:t>by </a:t>
            </a:r>
            <a:r>
              <a:rPr sz="2400" dirty="0">
                <a:solidFill>
                  <a:srgbClr val="3F3F3F"/>
                </a:solidFill>
                <a:latin typeface="Calibri"/>
                <a:cs typeface="Calibri"/>
              </a:rPr>
              <a:t>a </a:t>
            </a:r>
            <a:r>
              <a:rPr sz="2400" spc="-15" dirty="0">
                <a:solidFill>
                  <a:srgbClr val="3F3F3F"/>
                </a:solidFill>
                <a:latin typeface="Calibri"/>
                <a:cs typeface="Calibri"/>
              </a:rPr>
              <a:t>router </a:t>
            </a:r>
            <a:r>
              <a:rPr sz="2400" spc="-10" dirty="0">
                <a:solidFill>
                  <a:srgbClr val="3F3F3F"/>
                </a:solidFill>
                <a:latin typeface="Calibri"/>
                <a:cs typeface="Calibri"/>
              </a:rPr>
              <a:t>that </a:t>
            </a:r>
            <a:r>
              <a:rPr sz="2400" spc="-5" dirty="0">
                <a:solidFill>
                  <a:srgbClr val="3F3F3F"/>
                </a:solidFill>
                <a:latin typeface="Calibri"/>
                <a:cs typeface="Calibri"/>
              </a:rPr>
              <a:t>has </a:t>
            </a:r>
            <a:r>
              <a:rPr sz="2400" spc="-530" dirty="0">
                <a:solidFill>
                  <a:srgbClr val="3F3F3F"/>
                </a:solidFill>
                <a:latin typeface="Calibri"/>
                <a:cs typeface="Calibri"/>
              </a:rPr>
              <a:t> </a:t>
            </a:r>
            <a:r>
              <a:rPr sz="2400" spc="-5" dirty="0">
                <a:solidFill>
                  <a:srgbClr val="3F3F3F"/>
                </a:solidFill>
                <a:latin typeface="Calibri"/>
                <a:cs typeface="Calibri"/>
              </a:rPr>
              <a:t>some</a:t>
            </a:r>
            <a:r>
              <a:rPr sz="2400" spc="-30" dirty="0">
                <a:solidFill>
                  <a:srgbClr val="3F3F3F"/>
                </a:solidFill>
                <a:latin typeface="Calibri"/>
                <a:cs typeface="Calibri"/>
              </a:rPr>
              <a:t> </a:t>
            </a:r>
            <a:r>
              <a:rPr sz="2400" spc="-5" dirty="0">
                <a:solidFill>
                  <a:srgbClr val="3F3F3F"/>
                </a:solidFill>
                <a:latin typeface="Calibri"/>
                <a:cs typeface="Calibri"/>
              </a:rPr>
              <a:t>time-out entries</a:t>
            </a:r>
            <a:endParaRPr sz="2400" dirty="0">
              <a:latin typeface="Calibri"/>
              <a:cs typeface="Calibri"/>
            </a:endParaRPr>
          </a:p>
          <a:p>
            <a:pPr marL="419100" lvl="1" indent="-183515">
              <a:lnSpc>
                <a:spcPct val="100000"/>
              </a:lnSpc>
              <a:spcBef>
                <a:spcPts val="275"/>
              </a:spcBef>
              <a:buClr>
                <a:srgbClr val="1CACE4"/>
              </a:buClr>
              <a:buChar char="◦"/>
              <a:tabLst>
                <a:tab pos="419734" algn="l"/>
              </a:tabLst>
            </a:pPr>
            <a:r>
              <a:rPr sz="2400" spc="-10" dirty="0">
                <a:solidFill>
                  <a:srgbClr val="3F3F3F"/>
                </a:solidFill>
                <a:latin typeface="Calibri"/>
                <a:cs typeface="Calibri"/>
              </a:rPr>
              <a:t>can</a:t>
            </a:r>
            <a:r>
              <a:rPr sz="2400" spc="-25" dirty="0">
                <a:solidFill>
                  <a:srgbClr val="3F3F3F"/>
                </a:solidFill>
                <a:latin typeface="Calibri"/>
                <a:cs typeface="Calibri"/>
              </a:rPr>
              <a:t> </a:t>
            </a:r>
            <a:r>
              <a:rPr sz="2400" spc="-5" dirty="0">
                <a:solidFill>
                  <a:srgbClr val="3F3F3F"/>
                </a:solidFill>
                <a:latin typeface="Calibri"/>
                <a:cs typeface="Calibri"/>
              </a:rPr>
              <a:t>ask</a:t>
            </a:r>
            <a:r>
              <a:rPr sz="2400" spc="-25" dirty="0">
                <a:solidFill>
                  <a:srgbClr val="3F3F3F"/>
                </a:solidFill>
                <a:latin typeface="Calibri"/>
                <a:cs typeface="Calibri"/>
              </a:rPr>
              <a:t> </a:t>
            </a:r>
            <a:r>
              <a:rPr sz="2400" spc="-5" dirty="0">
                <a:solidFill>
                  <a:srgbClr val="3F3F3F"/>
                </a:solidFill>
                <a:latin typeface="Calibri"/>
                <a:cs typeface="Calibri"/>
              </a:rPr>
              <a:t>about</a:t>
            </a:r>
            <a:r>
              <a:rPr sz="2400" spc="-10" dirty="0">
                <a:solidFill>
                  <a:srgbClr val="3F3F3F"/>
                </a:solidFill>
                <a:latin typeface="Calibri"/>
                <a:cs typeface="Calibri"/>
              </a:rPr>
              <a:t> </a:t>
            </a:r>
            <a:r>
              <a:rPr sz="2400" spc="-5" dirty="0">
                <a:solidFill>
                  <a:srgbClr val="3F3F3F"/>
                </a:solidFill>
                <a:latin typeface="Calibri"/>
                <a:cs typeface="Calibri"/>
              </a:rPr>
              <a:t>specific</a:t>
            </a:r>
            <a:r>
              <a:rPr sz="2400" spc="-20" dirty="0">
                <a:solidFill>
                  <a:srgbClr val="3F3F3F"/>
                </a:solidFill>
                <a:latin typeface="Calibri"/>
                <a:cs typeface="Calibri"/>
              </a:rPr>
              <a:t> </a:t>
            </a:r>
            <a:r>
              <a:rPr sz="2400" spc="-5" dirty="0">
                <a:solidFill>
                  <a:srgbClr val="3F3F3F"/>
                </a:solidFill>
                <a:latin typeface="Calibri"/>
                <a:cs typeface="Calibri"/>
              </a:rPr>
              <a:t>entries</a:t>
            </a:r>
            <a:r>
              <a:rPr sz="2400" spc="-25" dirty="0">
                <a:solidFill>
                  <a:srgbClr val="3F3F3F"/>
                </a:solidFill>
                <a:latin typeface="Calibri"/>
                <a:cs typeface="Calibri"/>
              </a:rPr>
              <a:t> </a:t>
            </a:r>
            <a:r>
              <a:rPr sz="2400" spc="-5" dirty="0">
                <a:solidFill>
                  <a:srgbClr val="3F3F3F"/>
                </a:solidFill>
                <a:latin typeface="Calibri"/>
                <a:cs typeface="Calibri"/>
              </a:rPr>
              <a:t>or</a:t>
            </a:r>
            <a:r>
              <a:rPr sz="2400" spc="20" dirty="0">
                <a:solidFill>
                  <a:srgbClr val="3F3F3F"/>
                </a:solidFill>
                <a:latin typeface="Calibri"/>
                <a:cs typeface="Calibri"/>
              </a:rPr>
              <a:t> </a:t>
            </a:r>
            <a:r>
              <a:rPr sz="2400" dirty="0">
                <a:solidFill>
                  <a:srgbClr val="3F3F3F"/>
                </a:solidFill>
                <a:latin typeface="Calibri"/>
                <a:cs typeface="Calibri"/>
              </a:rPr>
              <a:t>all</a:t>
            </a:r>
            <a:r>
              <a:rPr sz="2400" spc="-20" dirty="0">
                <a:solidFill>
                  <a:srgbClr val="3F3F3F"/>
                </a:solidFill>
                <a:latin typeface="Calibri"/>
                <a:cs typeface="Calibri"/>
              </a:rPr>
              <a:t> </a:t>
            </a:r>
            <a:r>
              <a:rPr sz="2400" spc="-5" dirty="0">
                <a:solidFill>
                  <a:srgbClr val="3F3F3F"/>
                </a:solidFill>
                <a:latin typeface="Calibri"/>
                <a:cs typeface="Calibri"/>
              </a:rPr>
              <a:t>entries</a:t>
            </a:r>
            <a:endParaRPr sz="2400" dirty="0">
              <a:latin typeface="Calibri"/>
              <a:cs typeface="Calibri"/>
            </a:endParaRPr>
          </a:p>
          <a:p>
            <a:pPr marL="189230" indent="-177165">
              <a:lnSpc>
                <a:spcPct val="100000"/>
              </a:lnSpc>
              <a:spcBef>
                <a:spcPts val="1245"/>
              </a:spcBef>
              <a:buClr>
                <a:srgbClr val="1CACE4"/>
              </a:buClr>
              <a:buFont typeface="Arial MT"/>
              <a:buChar char="•"/>
              <a:tabLst>
                <a:tab pos="189865" algn="l"/>
              </a:tabLst>
            </a:pPr>
            <a:r>
              <a:rPr sz="2800" spc="-5" dirty="0">
                <a:solidFill>
                  <a:srgbClr val="3F3F3F"/>
                </a:solidFill>
                <a:latin typeface="Calibri"/>
                <a:cs typeface="Calibri"/>
              </a:rPr>
              <a:t>A </a:t>
            </a:r>
            <a:r>
              <a:rPr sz="2800" spc="-15" dirty="0">
                <a:solidFill>
                  <a:srgbClr val="3F3F3F"/>
                </a:solidFill>
                <a:latin typeface="Calibri"/>
                <a:cs typeface="Calibri"/>
              </a:rPr>
              <a:t>response</a:t>
            </a:r>
            <a:r>
              <a:rPr sz="2800" spc="15" dirty="0">
                <a:solidFill>
                  <a:srgbClr val="3F3F3F"/>
                </a:solidFill>
                <a:latin typeface="Calibri"/>
                <a:cs typeface="Calibri"/>
              </a:rPr>
              <a:t> </a:t>
            </a:r>
            <a:r>
              <a:rPr sz="2800" spc="-5" dirty="0">
                <a:solidFill>
                  <a:srgbClr val="3F3F3F"/>
                </a:solidFill>
                <a:latin typeface="Calibri"/>
                <a:cs typeface="Calibri"/>
              </a:rPr>
              <a:t>(or</a:t>
            </a:r>
            <a:r>
              <a:rPr sz="2800" spc="-10" dirty="0">
                <a:solidFill>
                  <a:srgbClr val="3F3F3F"/>
                </a:solidFill>
                <a:latin typeface="Calibri"/>
                <a:cs typeface="Calibri"/>
              </a:rPr>
              <a:t> </a:t>
            </a:r>
            <a:r>
              <a:rPr sz="2800" spc="-15" dirty="0">
                <a:solidFill>
                  <a:srgbClr val="3F3F3F"/>
                </a:solidFill>
                <a:latin typeface="Calibri"/>
                <a:cs typeface="Calibri"/>
              </a:rPr>
              <a:t>update)</a:t>
            </a:r>
            <a:r>
              <a:rPr sz="2800" spc="15" dirty="0">
                <a:solidFill>
                  <a:srgbClr val="3F3F3F"/>
                </a:solidFill>
                <a:latin typeface="Calibri"/>
                <a:cs typeface="Calibri"/>
              </a:rPr>
              <a:t> </a:t>
            </a:r>
            <a:r>
              <a:rPr sz="2800" spc="-10" dirty="0">
                <a:solidFill>
                  <a:srgbClr val="3F3F3F"/>
                </a:solidFill>
                <a:latin typeface="Calibri"/>
                <a:cs typeface="Calibri"/>
              </a:rPr>
              <a:t>message</a:t>
            </a:r>
            <a:endParaRPr sz="2800" dirty="0">
              <a:latin typeface="Calibri"/>
              <a:cs typeface="Calibri"/>
            </a:endParaRPr>
          </a:p>
          <a:p>
            <a:pPr marL="419100" lvl="1" indent="-183515">
              <a:lnSpc>
                <a:spcPct val="100000"/>
              </a:lnSpc>
              <a:spcBef>
                <a:spcPts val="135"/>
              </a:spcBef>
              <a:buClr>
                <a:srgbClr val="1CACE4"/>
              </a:buClr>
              <a:buChar char="◦"/>
              <a:tabLst>
                <a:tab pos="419734" algn="l"/>
              </a:tabLst>
            </a:pPr>
            <a:r>
              <a:rPr sz="2400" spc="-10" dirty="0">
                <a:solidFill>
                  <a:srgbClr val="3F3F3F"/>
                </a:solidFill>
                <a:latin typeface="Calibri"/>
                <a:cs typeface="Calibri"/>
              </a:rPr>
              <a:t>Solicited</a:t>
            </a:r>
            <a:r>
              <a:rPr sz="2400" spc="-30" dirty="0">
                <a:solidFill>
                  <a:srgbClr val="3F3F3F"/>
                </a:solidFill>
                <a:latin typeface="Calibri"/>
                <a:cs typeface="Calibri"/>
              </a:rPr>
              <a:t> </a:t>
            </a:r>
            <a:r>
              <a:rPr sz="2400" dirty="0">
                <a:solidFill>
                  <a:srgbClr val="3F3F3F"/>
                </a:solidFill>
                <a:latin typeface="Calibri"/>
                <a:cs typeface="Calibri"/>
              </a:rPr>
              <a:t>-</a:t>
            </a:r>
            <a:r>
              <a:rPr sz="2400" spc="-10" dirty="0">
                <a:solidFill>
                  <a:srgbClr val="3F3F3F"/>
                </a:solidFill>
                <a:latin typeface="Calibri"/>
                <a:cs typeface="Calibri"/>
              </a:rPr>
              <a:t> sent</a:t>
            </a:r>
            <a:r>
              <a:rPr sz="2400" spc="-5" dirty="0">
                <a:solidFill>
                  <a:srgbClr val="3F3F3F"/>
                </a:solidFill>
                <a:latin typeface="Calibri"/>
                <a:cs typeface="Calibri"/>
              </a:rPr>
              <a:t> only</a:t>
            </a:r>
            <a:r>
              <a:rPr sz="2400" dirty="0">
                <a:solidFill>
                  <a:srgbClr val="3F3F3F"/>
                </a:solidFill>
                <a:latin typeface="Calibri"/>
                <a:cs typeface="Calibri"/>
              </a:rPr>
              <a:t> </a:t>
            </a:r>
            <a:r>
              <a:rPr sz="2400" spc="-5" dirty="0">
                <a:solidFill>
                  <a:srgbClr val="3F3F3F"/>
                </a:solidFill>
                <a:latin typeface="Calibri"/>
                <a:cs typeface="Calibri"/>
              </a:rPr>
              <a:t>in </a:t>
            </a:r>
            <a:r>
              <a:rPr sz="2400" spc="-10" dirty="0">
                <a:solidFill>
                  <a:srgbClr val="3F3F3F"/>
                </a:solidFill>
                <a:latin typeface="Calibri"/>
                <a:cs typeface="Calibri"/>
              </a:rPr>
              <a:t>answer</a:t>
            </a:r>
            <a:r>
              <a:rPr sz="2400" spc="-5" dirty="0">
                <a:solidFill>
                  <a:srgbClr val="3F3F3F"/>
                </a:solidFill>
                <a:latin typeface="Calibri"/>
                <a:cs typeface="Calibri"/>
              </a:rPr>
              <a:t> </a:t>
            </a:r>
            <a:r>
              <a:rPr sz="2400" spc="-15" dirty="0">
                <a:solidFill>
                  <a:srgbClr val="3F3F3F"/>
                </a:solidFill>
                <a:latin typeface="Calibri"/>
                <a:cs typeface="Calibri"/>
              </a:rPr>
              <a:t>to</a:t>
            </a:r>
            <a:r>
              <a:rPr sz="2400" spc="-25" dirty="0">
                <a:solidFill>
                  <a:srgbClr val="3F3F3F"/>
                </a:solidFill>
                <a:latin typeface="Calibri"/>
                <a:cs typeface="Calibri"/>
              </a:rPr>
              <a:t> </a:t>
            </a:r>
            <a:r>
              <a:rPr sz="2400" dirty="0">
                <a:solidFill>
                  <a:srgbClr val="3F3F3F"/>
                </a:solidFill>
                <a:latin typeface="Calibri"/>
                <a:cs typeface="Calibri"/>
              </a:rPr>
              <a:t>a</a:t>
            </a:r>
            <a:r>
              <a:rPr sz="2400" spc="10" dirty="0">
                <a:solidFill>
                  <a:srgbClr val="3F3F3F"/>
                </a:solidFill>
                <a:latin typeface="Calibri"/>
                <a:cs typeface="Calibri"/>
              </a:rPr>
              <a:t> </a:t>
            </a:r>
            <a:r>
              <a:rPr sz="2400" spc="-15" dirty="0">
                <a:solidFill>
                  <a:srgbClr val="3F3F3F"/>
                </a:solidFill>
                <a:latin typeface="Calibri"/>
                <a:cs typeface="Calibri"/>
              </a:rPr>
              <a:t>request</a:t>
            </a:r>
            <a:r>
              <a:rPr sz="2400" spc="-10" dirty="0">
                <a:solidFill>
                  <a:srgbClr val="3F3F3F"/>
                </a:solidFill>
                <a:latin typeface="Calibri"/>
                <a:cs typeface="Calibri"/>
              </a:rPr>
              <a:t> </a:t>
            </a:r>
            <a:r>
              <a:rPr sz="2400" spc="-5" dirty="0">
                <a:solidFill>
                  <a:srgbClr val="3F3F3F"/>
                </a:solidFill>
                <a:latin typeface="Calibri"/>
                <a:cs typeface="Calibri"/>
              </a:rPr>
              <a:t>message</a:t>
            </a:r>
            <a:endParaRPr sz="2400" dirty="0">
              <a:latin typeface="Calibri"/>
              <a:cs typeface="Calibri"/>
            </a:endParaRPr>
          </a:p>
          <a:p>
            <a:pPr marL="640080" marR="370205" lvl="2" indent="-182880">
              <a:lnSpc>
                <a:spcPts val="1939"/>
              </a:lnSpc>
              <a:spcBef>
                <a:spcPts val="670"/>
              </a:spcBef>
              <a:buClr>
                <a:srgbClr val="1CACE4"/>
              </a:buClr>
              <a:buChar char="◦"/>
              <a:tabLst>
                <a:tab pos="640715" algn="l"/>
              </a:tabLst>
            </a:pPr>
            <a:r>
              <a:rPr sz="1800" spc="-10" dirty="0">
                <a:solidFill>
                  <a:srgbClr val="3F3F3F"/>
                </a:solidFill>
                <a:latin typeface="Calibri"/>
                <a:cs typeface="Calibri"/>
              </a:rPr>
              <a:t>contains</a:t>
            </a:r>
            <a:r>
              <a:rPr sz="1800" spc="5" dirty="0">
                <a:solidFill>
                  <a:srgbClr val="3F3F3F"/>
                </a:solidFill>
                <a:latin typeface="Calibri"/>
                <a:cs typeface="Calibri"/>
              </a:rPr>
              <a:t> </a:t>
            </a:r>
            <a:r>
              <a:rPr sz="1800" spc="-10" dirty="0">
                <a:solidFill>
                  <a:srgbClr val="3F3F3F"/>
                </a:solidFill>
                <a:latin typeface="Calibri"/>
                <a:cs typeface="Calibri"/>
              </a:rPr>
              <a:t>information</a:t>
            </a:r>
            <a:r>
              <a:rPr sz="1800" spc="20" dirty="0">
                <a:solidFill>
                  <a:srgbClr val="3F3F3F"/>
                </a:solidFill>
                <a:latin typeface="Calibri"/>
                <a:cs typeface="Calibri"/>
              </a:rPr>
              <a:t> </a:t>
            </a:r>
            <a:r>
              <a:rPr sz="1800" spc="-5" dirty="0">
                <a:solidFill>
                  <a:srgbClr val="3F3F3F"/>
                </a:solidFill>
                <a:latin typeface="Calibri"/>
                <a:cs typeface="Calibri"/>
              </a:rPr>
              <a:t>about</a:t>
            </a:r>
            <a:r>
              <a:rPr sz="1800" spc="5" dirty="0">
                <a:solidFill>
                  <a:srgbClr val="3F3F3F"/>
                </a:solidFill>
                <a:latin typeface="Calibri"/>
                <a:cs typeface="Calibri"/>
              </a:rPr>
              <a:t> </a:t>
            </a:r>
            <a:r>
              <a:rPr sz="1800" spc="-5" dirty="0">
                <a:solidFill>
                  <a:srgbClr val="3F3F3F"/>
                </a:solidFill>
                <a:latin typeface="Calibri"/>
                <a:cs typeface="Calibri"/>
              </a:rPr>
              <a:t>the</a:t>
            </a:r>
            <a:r>
              <a:rPr sz="1800" spc="25" dirty="0">
                <a:solidFill>
                  <a:srgbClr val="3F3F3F"/>
                </a:solidFill>
                <a:latin typeface="Calibri"/>
                <a:cs typeface="Calibri"/>
              </a:rPr>
              <a:t> </a:t>
            </a:r>
            <a:r>
              <a:rPr sz="1800" spc="-5" dirty="0">
                <a:solidFill>
                  <a:srgbClr val="3F3F3F"/>
                </a:solidFill>
                <a:latin typeface="Calibri"/>
                <a:cs typeface="Calibri"/>
              </a:rPr>
              <a:t>destination</a:t>
            </a:r>
            <a:r>
              <a:rPr sz="1800" spc="20" dirty="0">
                <a:solidFill>
                  <a:srgbClr val="3F3F3F"/>
                </a:solidFill>
                <a:latin typeface="Calibri"/>
                <a:cs typeface="Calibri"/>
              </a:rPr>
              <a:t> </a:t>
            </a:r>
            <a:r>
              <a:rPr sz="1800" spc="-5" dirty="0">
                <a:solidFill>
                  <a:srgbClr val="3F3F3F"/>
                </a:solidFill>
                <a:latin typeface="Calibri"/>
                <a:cs typeface="Calibri"/>
              </a:rPr>
              <a:t>specified</a:t>
            </a:r>
            <a:r>
              <a:rPr sz="1800" spc="15" dirty="0">
                <a:solidFill>
                  <a:srgbClr val="3F3F3F"/>
                </a:solidFill>
                <a:latin typeface="Calibri"/>
                <a:cs typeface="Calibri"/>
              </a:rPr>
              <a:t> </a:t>
            </a:r>
            <a:r>
              <a:rPr sz="1800" spc="-5" dirty="0">
                <a:solidFill>
                  <a:srgbClr val="3F3F3F"/>
                </a:solidFill>
                <a:latin typeface="Calibri"/>
                <a:cs typeface="Calibri"/>
              </a:rPr>
              <a:t>in</a:t>
            </a:r>
            <a:r>
              <a:rPr sz="1800" spc="20" dirty="0">
                <a:solidFill>
                  <a:srgbClr val="3F3F3F"/>
                </a:solidFill>
                <a:latin typeface="Calibri"/>
                <a:cs typeface="Calibri"/>
              </a:rPr>
              <a:t> </a:t>
            </a:r>
            <a:r>
              <a:rPr sz="1800" spc="-5" dirty="0">
                <a:solidFill>
                  <a:srgbClr val="3F3F3F"/>
                </a:solidFill>
                <a:latin typeface="Calibri"/>
                <a:cs typeface="Calibri"/>
              </a:rPr>
              <a:t>the</a:t>
            </a:r>
            <a:r>
              <a:rPr sz="1800" spc="10" dirty="0">
                <a:solidFill>
                  <a:srgbClr val="3F3F3F"/>
                </a:solidFill>
                <a:latin typeface="Calibri"/>
                <a:cs typeface="Calibri"/>
              </a:rPr>
              <a:t> </a:t>
            </a:r>
            <a:r>
              <a:rPr sz="1800" spc="-10" dirty="0">
                <a:solidFill>
                  <a:srgbClr val="3F3F3F"/>
                </a:solidFill>
                <a:latin typeface="Calibri"/>
                <a:cs typeface="Calibri"/>
              </a:rPr>
              <a:t>corresponding</a:t>
            </a:r>
            <a:r>
              <a:rPr sz="1800" spc="35" dirty="0">
                <a:solidFill>
                  <a:srgbClr val="3F3F3F"/>
                </a:solidFill>
                <a:latin typeface="Calibri"/>
                <a:cs typeface="Calibri"/>
              </a:rPr>
              <a:t> </a:t>
            </a:r>
            <a:r>
              <a:rPr sz="1800" spc="-10" dirty="0">
                <a:solidFill>
                  <a:srgbClr val="3F3F3F"/>
                </a:solidFill>
                <a:latin typeface="Calibri"/>
                <a:cs typeface="Calibri"/>
              </a:rPr>
              <a:t>request </a:t>
            </a:r>
            <a:r>
              <a:rPr sz="1800" spc="-395" dirty="0">
                <a:solidFill>
                  <a:srgbClr val="3F3F3F"/>
                </a:solidFill>
                <a:latin typeface="Calibri"/>
                <a:cs typeface="Calibri"/>
              </a:rPr>
              <a:t> </a:t>
            </a:r>
            <a:r>
              <a:rPr sz="1800" spc="-5" dirty="0">
                <a:solidFill>
                  <a:srgbClr val="3F3F3F"/>
                </a:solidFill>
                <a:latin typeface="Calibri"/>
                <a:cs typeface="Calibri"/>
              </a:rPr>
              <a:t>message</a:t>
            </a:r>
            <a:endParaRPr sz="1800" dirty="0">
              <a:latin typeface="Calibri"/>
              <a:cs typeface="Calibri"/>
            </a:endParaRPr>
          </a:p>
          <a:p>
            <a:pPr marL="419100" marR="5080" lvl="1" indent="-182880">
              <a:lnSpc>
                <a:spcPts val="2590"/>
              </a:lnSpc>
              <a:spcBef>
                <a:spcPts val="580"/>
              </a:spcBef>
              <a:buClr>
                <a:srgbClr val="1CACE4"/>
              </a:buClr>
              <a:buChar char="◦"/>
              <a:tabLst>
                <a:tab pos="419734" algn="l"/>
              </a:tabLst>
            </a:pPr>
            <a:r>
              <a:rPr sz="2400" spc="-5" dirty="0">
                <a:solidFill>
                  <a:srgbClr val="3F3F3F"/>
                </a:solidFill>
                <a:latin typeface="Calibri"/>
                <a:cs typeface="Calibri"/>
              </a:rPr>
              <a:t>Unsolicited- </a:t>
            </a:r>
            <a:r>
              <a:rPr sz="2400" spc="-10" dirty="0">
                <a:solidFill>
                  <a:srgbClr val="3F3F3F"/>
                </a:solidFill>
                <a:latin typeface="Calibri"/>
                <a:cs typeface="Calibri"/>
              </a:rPr>
              <a:t>sent </a:t>
            </a:r>
            <a:r>
              <a:rPr sz="2400" spc="-20" dirty="0">
                <a:solidFill>
                  <a:srgbClr val="3F3F3F"/>
                </a:solidFill>
                <a:latin typeface="Calibri"/>
                <a:cs typeface="Calibri"/>
              </a:rPr>
              <a:t>periodically, </a:t>
            </a:r>
            <a:r>
              <a:rPr sz="2400" spc="-10" dirty="0">
                <a:solidFill>
                  <a:srgbClr val="3F3F3F"/>
                </a:solidFill>
                <a:latin typeface="Calibri"/>
                <a:cs typeface="Calibri"/>
              </a:rPr>
              <a:t>every </a:t>
            </a:r>
            <a:r>
              <a:rPr sz="2400" spc="-5" dirty="0">
                <a:solidFill>
                  <a:srgbClr val="3F3F3F"/>
                </a:solidFill>
                <a:latin typeface="Calibri"/>
                <a:cs typeface="Calibri"/>
              </a:rPr>
              <a:t>30 </a:t>
            </a:r>
            <a:r>
              <a:rPr sz="2400" dirty="0">
                <a:solidFill>
                  <a:srgbClr val="3F3F3F"/>
                </a:solidFill>
                <a:latin typeface="Calibri"/>
                <a:cs typeface="Calibri"/>
              </a:rPr>
              <a:t>s </a:t>
            </a:r>
            <a:r>
              <a:rPr sz="2400" spc="-5" dirty="0">
                <a:solidFill>
                  <a:srgbClr val="3F3F3F"/>
                </a:solidFill>
                <a:latin typeface="Calibri"/>
                <a:cs typeface="Calibri"/>
              </a:rPr>
              <a:t>or when </a:t>
            </a:r>
            <a:r>
              <a:rPr sz="2400" spc="-10" dirty="0">
                <a:solidFill>
                  <a:srgbClr val="3F3F3F"/>
                </a:solidFill>
                <a:latin typeface="Calibri"/>
                <a:cs typeface="Calibri"/>
              </a:rPr>
              <a:t>there </a:t>
            </a:r>
            <a:r>
              <a:rPr sz="2400" spc="-5" dirty="0">
                <a:solidFill>
                  <a:srgbClr val="3F3F3F"/>
                </a:solidFill>
                <a:latin typeface="Calibri"/>
                <a:cs typeface="Calibri"/>
              </a:rPr>
              <a:t>is </a:t>
            </a:r>
            <a:r>
              <a:rPr sz="2400" dirty="0">
                <a:solidFill>
                  <a:srgbClr val="3F3F3F"/>
                </a:solidFill>
                <a:latin typeface="Calibri"/>
                <a:cs typeface="Calibri"/>
              </a:rPr>
              <a:t>a </a:t>
            </a:r>
            <a:r>
              <a:rPr sz="2400" spc="-10" dirty="0">
                <a:solidFill>
                  <a:srgbClr val="3F3F3F"/>
                </a:solidFill>
                <a:latin typeface="Calibri"/>
                <a:cs typeface="Calibri"/>
              </a:rPr>
              <a:t>change </a:t>
            </a:r>
            <a:r>
              <a:rPr sz="2400" spc="-530" dirty="0">
                <a:solidFill>
                  <a:srgbClr val="3F3F3F"/>
                </a:solidFill>
                <a:latin typeface="Calibri"/>
                <a:cs typeface="Calibri"/>
              </a:rPr>
              <a:t> </a:t>
            </a:r>
            <a:r>
              <a:rPr sz="2400" spc="-5" dirty="0">
                <a:solidFill>
                  <a:srgbClr val="3F3F3F"/>
                </a:solidFill>
                <a:latin typeface="Calibri"/>
                <a:cs typeface="Calibri"/>
              </a:rPr>
              <a:t>in</a:t>
            </a:r>
            <a:r>
              <a:rPr sz="2400" spc="-20"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forwarding</a:t>
            </a:r>
            <a:r>
              <a:rPr sz="2400" spc="5" dirty="0">
                <a:solidFill>
                  <a:srgbClr val="3F3F3F"/>
                </a:solidFill>
                <a:latin typeface="Calibri"/>
                <a:cs typeface="Calibri"/>
              </a:rPr>
              <a:t> </a:t>
            </a:r>
            <a:r>
              <a:rPr sz="2400" spc="-5" dirty="0">
                <a:solidFill>
                  <a:srgbClr val="3F3F3F"/>
                </a:solidFill>
                <a:latin typeface="Calibri"/>
                <a:cs typeface="Calibri"/>
              </a:rPr>
              <a:t>table.</a:t>
            </a:r>
            <a:endParaRPr sz="2400" dirty="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88</a:t>
            </a:fld>
            <a:endParaRPr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3967479" cy="756920"/>
          </a:xfrm>
          <a:prstGeom prst="rect">
            <a:avLst/>
          </a:prstGeom>
        </p:spPr>
        <p:txBody>
          <a:bodyPr vert="horz" wrap="square" lIns="0" tIns="12700" rIns="0" bIns="0" rtlCol="0">
            <a:spAutoFit/>
          </a:bodyPr>
          <a:lstStyle/>
          <a:p>
            <a:pPr marL="12700">
              <a:lnSpc>
                <a:spcPct val="100000"/>
              </a:lnSpc>
              <a:spcBef>
                <a:spcPts val="100"/>
              </a:spcBef>
            </a:pPr>
            <a:r>
              <a:rPr sz="4800" spc="-50" dirty="0"/>
              <a:t>R</a:t>
            </a:r>
            <a:r>
              <a:rPr sz="4800" spc="-55" dirty="0"/>
              <a:t>I</a:t>
            </a:r>
            <a:r>
              <a:rPr sz="4800" spc="-5" dirty="0"/>
              <a:t>P</a:t>
            </a:r>
            <a:r>
              <a:rPr sz="4800" spc="-465" dirty="0"/>
              <a:t> </a:t>
            </a:r>
            <a:r>
              <a:rPr sz="4800" spc="-50" dirty="0"/>
              <a:t>A</a:t>
            </a:r>
            <a:r>
              <a:rPr sz="4800" spc="-55" dirty="0"/>
              <a:t>lgo</a:t>
            </a:r>
            <a:r>
              <a:rPr sz="4800" spc="-50" dirty="0"/>
              <a:t>r</a:t>
            </a:r>
            <a:r>
              <a:rPr sz="4800" spc="-55" dirty="0"/>
              <a:t>i</a:t>
            </a:r>
            <a:r>
              <a:rPr sz="4800" spc="-50" dirty="0"/>
              <a:t>t</a:t>
            </a:r>
            <a:r>
              <a:rPr sz="4800" spc="-55" dirty="0"/>
              <a:t>h</a:t>
            </a:r>
            <a:r>
              <a:rPr sz="4800" spc="-5" dirty="0"/>
              <a:t>m</a:t>
            </a:r>
            <a:endParaRPr sz="4800"/>
          </a:p>
        </p:txBody>
      </p:sp>
      <p:sp>
        <p:nvSpPr>
          <p:cNvPr id="3" name="object 3"/>
          <p:cNvSpPr txBox="1"/>
          <p:nvPr/>
        </p:nvSpPr>
        <p:spPr>
          <a:xfrm>
            <a:off x="651763" y="1587500"/>
            <a:ext cx="8596630" cy="5016500"/>
          </a:xfrm>
          <a:prstGeom prst="rect">
            <a:avLst/>
          </a:prstGeom>
        </p:spPr>
        <p:txBody>
          <a:bodyPr vert="horz" wrap="square" lIns="0" tIns="154305" rIns="0" bIns="0" rtlCol="0">
            <a:spAutoFit/>
          </a:bodyPr>
          <a:lstStyle/>
          <a:p>
            <a:pPr marL="189230" indent="-177165">
              <a:lnSpc>
                <a:spcPct val="100000"/>
              </a:lnSpc>
              <a:spcBef>
                <a:spcPts val="1215"/>
              </a:spcBef>
              <a:buClr>
                <a:srgbClr val="1CACE4"/>
              </a:buClr>
              <a:buFont typeface="Arial MT"/>
              <a:buChar char="•"/>
              <a:tabLst>
                <a:tab pos="189865" algn="l"/>
              </a:tabLst>
            </a:pPr>
            <a:r>
              <a:rPr sz="2400" spc="-5" dirty="0">
                <a:solidFill>
                  <a:srgbClr val="3F3F3F"/>
                </a:solidFill>
                <a:latin typeface="Calibri"/>
                <a:cs typeface="Calibri"/>
              </a:rPr>
              <a:t>Same</a:t>
            </a:r>
            <a:r>
              <a:rPr sz="2400" spc="-35" dirty="0">
                <a:solidFill>
                  <a:srgbClr val="3F3F3F"/>
                </a:solidFill>
                <a:latin typeface="Calibri"/>
                <a:cs typeface="Calibri"/>
              </a:rPr>
              <a:t> </a:t>
            </a:r>
            <a:r>
              <a:rPr sz="2400" dirty="0">
                <a:solidFill>
                  <a:srgbClr val="3F3F3F"/>
                </a:solidFill>
                <a:latin typeface="Calibri"/>
                <a:cs typeface="Calibri"/>
              </a:rPr>
              <a:t>as</a:t>
            </a:r>
            <a:r>
              <a:rPr sz="2400" spc="-15"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distance-vector</a:t>
            </a:r>
            <a:r>
              <a:rPr sz="2400" spc="-25" dirty="0">
                <a:solidFill>
                  <a:srgbClr val="3F3F3F"/>
                </a:solidFill>
                <a:latin typeface="Calibri"/>
                <a:cs typeface="Calibri"/>
              </a:rPr>
              <a:t> </a:t>
            </a:r>
            <a:r>
              <a:rPr sz="2400" spc="-10" dirty="0">
                <a:solidFill>
                  <a:srgbClr val="3F3F3F"/>
                </a:solidFill>
                <a:latin typeface="Calibri"/>
                <a:cs typeface="Calibri"/>
              </a:rPr>
              <a:t>routing</a:t>
            </a:r>
            <a:r>
              <a:rPr sz="2400" spc="-15" dirty="0">
                <a:solidFill>
                  <a:srgbClr val="3F3F3F"/>
                </a:solidFill>
                <a:latin typeface="Calibri"/>
                <a:cs typeface="Calibri"/>
              </a:rPr>
              <a:t> </a:t>
            </a:r>
            <a:r>
              <a:rPr sz="2400" spc="-5" dirty="0">
                <a:solidFill>
                  <a:srgbClr val="3F3F3F"/>
                </a:solidFill>
                <a:latin typeface="Calibri"/>
                <a:cs typeface="Calibri"/>
              </a:rPr>
              <a:t>algorithm</a:t>
            </a:r>
            <a:endParaRPr sz="2400">
              <a:latin typeface="Calibri"/>
              <a:cs typeface="Calibri"/>
            </a:endParaRPr>
          </a:p>
          <a:p>
            <a:pPr marL="189230" marR="1246505" indent="-177165">
              <a:lnSpc>
                <a:spcPts val="2590"/>
              </a:lnSpc>
              <a:spcBef>
                <a:spcPts val="1445"/>
              </a:spcBef>
              <a:buClr>
                <a:srgbClr val="1CACE4"/>
              </a:buClr>
              <a:buFont typeface="Arial MT"/>
              <a:buChar char="•"/>
              <a:tabLst>
                <a:tab pos="189865" algn="l"/>
              </a:tabLst>
            </a:pPr>
            <a:r>
              <a:rPr sz="2400" spc="-5" dirty="0">
                <a:solidFill>
                  <a:srgbClr val="3F3F3F"/>
                </a:solidFill>
                <a:latin typeface="Calibri"/>
                <a:cs typeface="Calibri"/>
              </a:rPr>
              <a:t>some</a:t>
            </a:r>
            <a:r>
              <a:rPr sz="2400" spc="-25" dirty="0">
                <a:solidFill>
                  <a:srgbClr val="3F3F3F"/>
                </a:solidFill>
                <a:latin typeface="Calibri"/>
                <a:cs typeface="Calibri"/>
              </a:rPr>
              <a:t> </a:t>
            </a:r>
            <a:r>
              <a:rPr sz="2400" spc="-10" dirty="0">
                <a:solidFill>
                  <a:srgbClr val="3F3F3F"/>
                </a:solidFill>
                <a:latin typeface="Calibri"/>
                <a:cs typeface="Calibri"/>
              </a:rPr>
              <a:t>changes</a:t>
            </a:r>
            <a:r>
              <a:rPr sz="2400" spc="5"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be</a:t>
            </a:r>
            <a:r>
              <a:rPr sz="2400" dirty="0">
                <a:solidFill>
                  <a:srgbClr val="3F3F3F"/>
                </a:solidFill>
                <a:latin typeface="Calibri"/>
                <a:cs typeface="Calibri"/>
              </a:rPr>
              <a:t> made</a:t>
            </a:r>
            <a:r>
              <a:rPr sz="2400" spc="-5" dirty="0">
                <a:solidFill>
                  <a:srgbClr val="3F3F3F"/>
                </a:solidFill>
                <a:latin typeface="Calibri"/>
                <a:cs typeface="Calibri"/>
              </a:rPr>
              <a:t> </a:t>
            </a:r>
            <a:r>
              <a:rPr sz="2400" spc="-15" dirty="0">
                <a:solidFill>
                  <a:srgbClr val="3F3F3F"/>
                </a:solidFill>
                <a:latin typeface="Calibri"/>
                <a:cs typeface="Calibri"/>
              </a:rPr>
              <a:t>to</a:t>
            </a:r>
            <a:r>
              <a:rPr sz="2400" spc="-10" dirty="0">
                <a:solidFill>
                  <a:srgbClr val="3F3F3F"/>
                </a:solidFill>
                <a:latin typeface="Calibri"/>
                <a:cs typeface="Calibri"/>
              </a:rPr>
              <a:t> </a:t>
            </a:r>
            <a:r>
              <a:rPr sz="2400" spc="-5" dirty="0">
                <a:solidFill>
                  <a:srgbClr val="3F3F3F"/>
                </a:solidFill>
                <a:latin typeface="Calibri"/>
                <a:cs typeface="Calibri"/>
              </a:rPr>
              <a:t>enable</a:t>
            </a:r>
            <a:r>
              <a:rPr sz="2400" dirty="0">
                <a:solidFill>
                  <a:srgbClr val="3F3F3F"/>
                </a:solidFill>
                <a:latin typeface="Calibri"/>
                <a:cs typeface="Calibri"/>
              </a:rPr>
              <a:t> a</a:t>
            </a:r>
            <a:r>
              <a:rPr sz="2400" spc="-15" dirty="0">
                <a:solidFill>
                  <a:srgbClr val="3F3F3F"/>
                </a:solidFill>
                <a:latin typeface="Calibri"/>
                <a:cs typeface="Calibri"/>
              </a:rPr>
              <a:t> router to</a:t>
            </a:r>
            <a:r>
              <a:rPr sz="2400" spc="-10" dirty="0">
                <a:solidFill>
                  <a:srgbClr val="3F3F3F"/>
                </a:solidFill>
                <a:latin typeface="Calibri"/>
                <a:cs typeface="Calibri"/>
              </a:rPr>
              <a:t> </a:t>
            </a:r>
            <a:r>
              <a:rPr sz="2400" spc="-15" dirty="0">
                <a:solidFill>
                  <a:srgbClr val="3F3F3F"/>
                </a:solidFill>
                <a:latin typeface="Calibri"/>
                <a:cs typeface="Calibri"/>
              </a:rPr>
              <a:t>update</a:t>
            </a:r>
            <a:r>
              <a:rPr sz="2400" dirty="0">
                <a:solidFill>
                  <a:srgbClr val="3F3F3F"/>
                </a:solidFill>
                <a:latin typeface="Calibri"/>
                <a:cs typeface="Calibri"/>
              </a:rPr>
              <a:t> </a:t>
            </a:r>
            <a:r>
              <a:rPr sz="2400" spc="-5" dirty="0">
                <a:solidFill>
                  <a:srgbClr val="3F3F3F"/>
                </a:solidFill>
                <a:latin typeface="Calibri"/>
                <a:cs typeface="Calibri"/>
              </a:rPr>
              <a:t>its </a:t>
            </a:r>
            <a:r>
              <a:rPr sz="2400" spc="-525" dirty="0">
                <a:solidFill>
                  <a:srgbClr val="3F3F3F"/>
                </a:solidFill>
                <a:latin typeface="Calibri"/>
                <a:cs typeface="Calibri"/>
              </a:rPr>
              <a:t> </a:t>
            </a:r>
            <a:r>
              <a:rPr sz="2400" spc="-15" dirty="0">
                <a:solidFill>
                  <a:srgbClr val="3F3F3F"/>
                </a:solidFill>
                <a:latin typeface="Calibri"/>
                <a:cs typeface="Calibri"/>
              </a:rPr>
              <a:t>forwarding</a:t>
            </a:r>
            <a:r>
              <a:rPr sz="2400" spc="-35" dirty="0">
                <a:solidFill>
                  <a:srgbClr val="3F3F3F"/>
                </a:solidFill>
                <a:latin typeface="Calibri"/>
                <a:cs typeface="Calibri"/>
              </a:rPr>
              <a:t> </a:t>
            </a:r>
            <a:r>
              <a:rPr sz="2400" spc="-5" dirty="0">
                <a:solidFill>
                  <a:srgbClr val="3F3F3F"/>
                </a:solidFill>
                <a:latin typeface="Calibri"/>
                <a:cs typeface="Calibri"/>
              </a:rPr>
              <a:t>table:</a:t>
            </a:r>
            <a:endParaRPr sz="2400">
              <a:latin typeface="Calibri"/>
              <a:cs typeface="Calibri"/>
            </a:endParaRPr>
          </a:p>
          <a:p>
            <a:pPr marL="419100" marR="64769" lvl="1" indent="-182880">
              <a:lnSpc>
                <a:spcPts val="2590"/>
              </a:lnSpc>
              <a:spcBef>
                <a:spcPts val="400"/>
              </a:spcBef>
              <a:buClr>
                <a:srgbClr val="1CACE4"/>
              </a:buClr>
              <a:buChar char="◦"/>
              <a:tabLst>
                <a:tab pos="419734" algn="l"/>
              </a:tabLst>
            </a:pPr>
            <a:r>
              <a:rPr sz="2400" spc="-10" dirty="0">
                <a:solidFill>
                  <a:srgbClr val="3F3F3F"/>
                </a:solidFill>
                <a:latin typeface="Calibri"/>
                <a:cs typeface="Calibri"/>
              </a:rPr>
              <a:t>Instead </a:t>
            </a:r>
            <a:r>
              <a:rPr sz="2400" spc="-5" dirty="0">
                <a:solidFill>
                  <a:srgbClr val="3F3F3F"/>
                </a:solidFill>
                <a:latin typeface="Calibri"/>
                <a:cs typeface="Calibri"/>
              </a:rPr>
              <a:t>of sending only </a:t>
            </a:r>
            <a:r>
              <a:rPr sz="2400" spc="-10" dirty="0">
                <a:solidFill>
                  <a:srgbClr val="3F3F3F"/>
                </a:solidFill>
                <a:latin typeface="Calibri"/>
                <a:cs typeface="Calibri"/>
              </a:rPr>
              <a:t>distance </a:t>
            </a:r>
            <a:r>
              <a:rPr sz="2400" spc="-15" dirty="0">
                <a:solidFill>
                  <a:srgbClr val="3F3F3F"/>
                </a:solidFill>
                <a:latin typeface="Calibri"/>
                <a:cs typeface="Calibri"/>
              </a:rPr>
              <a:t>vectors, </a:t>
            </a:r>
            <a:r>
              <a:rPr sz="2400" dirty="0">
                <a:solidFill>
                  <a:srgbClr val="3F3F3F"/>
                </a:solidFill>
                <a:latin typeface="Calibri"/>
                <a:cs typeface="Calibri"/>
              </a:rPr>
              <a:t>a </a:t>
            </a:r>
            <a:r>
              <a:rPr sz="2400" spc="-15" dirty="0">
                <a:solidFill>
                  <a:srgbClr val="3F3F3F"/>
                </a:solidFill>
                <a:latin typeface="Calibri"/>
                <a:cs typeface="Calibri"/>
              </a:rPr>
              <a:t>router </a:t>
            </a:r>
            <a:r>
              <a:rPr sz="2400" spc="-5" dirty="0">
                <a:solidFill>
                  <a:srgbClr val="3F3F3F"/>
                </a:solidFill>
                <a:latin typeface="Calibri"/>
                <a:cs typeface="Calibri"/>
              </a:rPr>
              <a:t>needs </a:t>
            </a:r>
            <a:r>
              <a:rPr sz="2400" spc="-15" dirty="0">
                <a:solidFill>
                  <a:srgbClr val="3F3F3F"/>
                </a:solidFill>
                <a:latin typeface="Calibri"/>
                <a:cs typeface="Calibri"/>
              </a:rPr>
              <a:t>to </a:t>
            </a:r>
            <a:r>
              <a:rPr sz="2400" spc="-5" dirty="0">
                <a:solidFill>
                  <a:srgbClr val="3F3F3F"/>
                </a:solidFill>
                <a:latin typeface="Calibri"/>
                <a:cs typeface="Calibri"/>
              </a:rPr>
              <a:t>send </a:t>
            </a:r>
            <a:r>
              <a:rPr sz="2400"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spc="-5" dirty="0">
                <a:solidFill>
                  <a:srgbClr val="3F3F3F"/>
                </a:solidFill>
                <a:latin typeface="Calibri"/>
                <a:cs typeface="Calibri"/>
              </a:rPr>
              <a:t>whole</a:t>
            </a:r>
            <a:r>
              <a:rPr sz="2400" spc="-15" dirty="0">
                <a:solidFill>
                  <a:srgbClr val="3F3F3F"/>
                </a:solidFill>
                <a:latin typeface="Calibri"/>
                <a:cs typeface="Calibri"/>
              </a:rPr>
              <a:t> contents</a:t>
            </a:r>
            <a:r>
              <a:rPr sz="2400" dirty="0">
                <a:solidFill>
                  <a:srgbClr val="3F3F3F"/>
                </a:solidFill>
                <a:latin typeface="Calibri"/>
                <a:cs typeface="Calibri"/>
              </a:rPr>
              <a:t>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its</a:t>
            </a:r>
            <a:r>
              <a:rPr sz="2400" spc="-25" dirty="0">
                <a:solidFill>
                  <a:srgbClr val="3F3F3F"/>
                </a:solidFill>
                <a:latin typeface="Calibri"/>
                <a:cs typeface="Calibri"/>
              </a:rPr>
              <a:t> </a:t>
            </a:r>
            <a:r>
              <a:rPr sz="2400" spc="-15" dirty="0">
                <a:solidFill>
                  <a:srgbClr val="3F3F3F"/>
                </a:solidFill>
                <a:latin typeface="Calibri"/>
                <a:cs typeface="Calibri"/>
              </a:rPr>
              <a:t>forwarding</a:t>
            </a:r>
            <a:r>
              <a:rPr sz="2400" spc="-20" dirty="0">
                <a:solidFill>
                  <a:srgbClr val="3F3F3F"/>
                </a:solidFill>
                <a:latin typeface="Calibri"/>
                <a:cs typeface="Calibri"/>
              </a:rPr>
              <a:t> </a:t>
            </a:r>
            <a:r>
              <a:rPr sz="2400" spc="-5" dirty="0">
                <a:solidFill>
                  <a:srgbClr val="3F3F3F"/>
                </a:solidFill>
                <a:latin typeface="Calibri"/>
                <a:cs typeface="Calibri"/>
              </a:rPr>
              <a:t>table</a:t>
            </a:r>
            <a:r>
              <a:rPr sz="2400" spc="-15" dirty="0">
                <a:solidFill>
                  <a:srgbClr val="3F3F3F"/>
                </a:solidFill>
                <a:latin typeface="Calibri"/>
                <a:cs typeface="Calibri"/>
              </a:rPr>
              <a:t> </a:t>
            </a:r>
            <a:r>
              <a:rPr sz="2400" spc="-5" dirty="0">
                <a:solidFill>
                  <a:srgbClr val="3F3F3F"/>
                </a:solidFill>
                <a:latin typeface="Calibri"/>
                <a:cs typeface="Calibri"/>
              </a:rPr>
              <a:t>in </a:t>
            </a:r>
            <a:r>
              <a:rPr sz="2400" dirty="0">
                <a:solidFill>
                  <a:srgbClr val="3F3F3F"/>
                </a:solidFill>
                <a:latin typeface="Calibri"/>
                <a:cs typeface="Calibri"/>
              </a:rPr>
              <a:t>a</a:t>
            </a:r>
            <a:r>
              <a:rPr sz="2400" spc="-10" dirty="0">
                <a:solidFill>
                  <a:srgbClr val="3F3F3F"/>
                </a:solidFill>
                <a:latin typeface="Calibri"/>
                <a:cs typeface="Calibri"/>
              </a:rPr>
              <a:t> response</a:t>
            </a:r>
            <a:r>
              <a:rPr sz="2400" spc="10" dirty="0">
                <a:solidFill>
                  <a:srgbClr val="3F3F3F"/>
                </a:solidFill>
                <a:latin typeface="Calibri"/>
                <a:cs typeface="Calibri"/>
              </a:rPr>
              <a:t> </a:t>
            </a:r>
            <a:r>
              <a:rPr sz="2400" dirty="0">
                <a:solidFill>
                  <a:srgbClr val="3F3F3F"/>
                </a:solidFill>
                <a:latin typeface="Calibri"/>
                <a:cs typeface="Calibri"/>
              </a:rPr>
              <a:t>message.</a:t>
            </a:r>
            <a:endParaRPr sz="2400">
              <a:latin typeface="Calibri"/>
              <a:cs typeface="Calibri"/>
            </a:endParaRPr>
          </a:p>
          <a:p>
            <a:pPr marL="419100" marR="641350" lvl="1" indent="-182880">
              <a:lnSpc>
                <a:spcPts val="2590"/>
              </a:lnSpc>
              <a:spcBef>
                <a:spcPts val="600"/>
              </a:spcBef>
              <a:buClr>
                <a:srgbClr val="1CACE4"/>
              </a:buClr>
              <a:buChar char="◦"/>
              <a:tabLst>
                <a:tab pos="419734" algn="l"/>
              </a:tabLst>
            </a:pPr>
            <a:r>
              <a:rPr sz="2400" spc="-5" dirty="0">
                <a:solidFill>
                  <a:srgbClr val="3F3F3F"/>
                </a:solidFill>
                <a:latin typeface="Calibri"/>
                <a:cs typeface="Calibri"/>
              </a:rPr>
              <a:t>The </a:t>
            </a:r>
            <a:r>
              <a:rPr sz="2400" spc="-10" dirty="0">
                <a:solidFill>
                  <a:srgbClr val="3F3F3F"/>
                </a:solidFill>
                <a:latin typeface="Calibri"/>
                <a:cs typeface="Calibri"/>
              </a:rPr>
              <a:t>receiver </a:t>
            </a:r>
            <a:r>
              <a:rPr sz="2400" dirty="0">
                <a:solidFill>
                  <a:srgbClr val="3F3F3F"/>
                </a:solidFill>
                <a:latin typeface="Calibri"/>
                <a:cs typeface="Calibri"/>
              </a:rPr>
              <a:t>adds </a:t>
            </a:r>
            <a:r>
              <a:rPr sz="2400" spc="-5" dirty="0">
                <a:solidFill>
                  <a:srgbClr val="3F3F3F"/>
                </a:solidFill>
                <a:latin typeface="Calibri"/>
                <a:cs typeface="Calibri"/>
              </a:rPr>
              <a:t>one hop </a:t>
            </a:r>
            <a:r>
              <a:rPr sz="2400" spc="-15" dirty="0">
                <a:solidFill>
                  <a:srgbClr val="3F3F3F"/>
                </a:solidFill>
                <a:latin typeface="Calibri"/>
                <a:cs typeface="Calibri"/>
              </a:rPr>
              <a:t>to </a:t>
            </a:r>
            <a:r>
              <a:rPr sz="2400" dirty="0">
                <a:solidFill>
                  <a:srgbClr val="3F3F3F"/>
                </a:solidFill>
                <a:latin typeface="Calibri"/>
                <a:cs typeface="Calibri"/>
              </a:rPr>
              <a:t>each </a:t>
            </a:r>
            <a:r>
              <a:rPr sz="2400" spc="-15" dirty="0">
                <a:solidFill>
                  <a:srgbClr val="3F3F3F"/>
                </a:solidFill>
                <a:latin typeface="Calibri"/>
                <a:cs typeface="Calibri"/>
              </a:rPr>
              <a:t>cost </a:t>
            </a:r>
            <a:r>
              <a:rPr sz="2400" dirty="0">
                <a:solidFill>
                  <a:srgbClr val="3F3F3F"/>
                </a:solidFill>
                <a:latin typeface="Calibri"/>
                <a:cs typeface="Calibri"/>
              </a:rPr>
              <a:t>and </a:t>
            </a:r>
            <a:r>
              <a:rPr sz="2400" spc="-10" dirty="0">
                <a:solidFill>
                  <a:srgbClr val="3F3F3F"/>
                </a:solidFill>
                <a:latin typeface="Calibri"/>
                <a:cs typeface="Calibri"/>
              </a:rPr>
              <a:t>changes </a:t>
            </a:r>
            <a:r>
              <a:rPr sz="2400" spc="-5" dirty="0">
                <a:solidFill>
                  <a:srgbClr val="3F3F3F"/>
                </a:solidFill>
                <a:latin typeface="Calibri"/>
                <a:cs typeface="Calibri"/>
              </a:rPr>
              <a:t>the </a:t>
            </a:r>
            <a:r>
              <a:rPr sz="2400" spc="-10" dirty="0">
                <a:solidFill>
                  <a:srgbClr val="3F3F3F"/>
                </a:solidFill>
                <a:latin typeface="Calibri"/>
                <a:cs typeface="Calibri"/>
              </a:rPr>
              <a:t>next </a:t>
            </a:r>
            <a:r>
              <a:rPr sz="2400" spc="-530" dirty="0">
                <a:solidFill>
                  <a:srgbClr val="3F3F3F"/>
                </a:solidFill>
                <a:latin typeface="Calibri"/>
                <a:cs typeface="Calibri"/>
              </a:rPr>
              <a:t> </a:t>
            </a:r>
            <a:r>
              <a:rPr sz="2400" spc="-15" dirty="0">
                <a:solidFill>
                  <a:srgbClr val="3F3F3F"/>
                </a:solidFill>
                <a:latin typeface="Calibri"/>
                <a:cs typeface="Calibri"/>
              </a:rPr>
              <a:t>router</a:t>
            </a:r>
            <a:r>
              <a:rPr sz="2400" spc="-30" dirty="0">
                <a:solidFill>
                  <a:srgbClr val="3F3F3F"/>
                </a:solidFill>
                <a:latin typeface="Calibri"/>
                <a:cs typeface="Calibri"/>
              </a:rPr>
              <a:t> </a:t>
            </a:r>
            <a:r>
              <a:rPr sz="2400" spc="-5" dirty="0">
                <a:solidFill>
                  <a:srgbClr val="3F3F3F"/>
                </a:solidFill>
                <a:latin typeface="Calibri"/>
                <a:cs typeface="Calibri"/>
              </a:rPr>
              <a:t>field </a:t>
            </a:r>
            <a:r>
              <a:rPr sz="2400" spc="-15" dirty="0">
                <a:solidFill>
                  <a:srgbClr val="3F3F3F"/>
                </a:solidFill>
                <a:latin typeface="Calibri"/>
                <a:cs typeface="Calibri"/>
              </a:rPr>
              <a:t>to</a:t>
            </a:r>
            <a:r>
              <a:rPr sz="2400" spc="-5" dirty="0">
                <a:solidFill>
                  <a:srgbClr val="3F3F3F"/>
                </a:solidFill>
                <a:latin typeface="Calibri"/>
                <a:cs typeface="Calibri"/>
              </a:rPr>
              <a:t> the </a:t>
            </a:r>
            <a:r>
              <a:rPr sz="2400" spc="-10" dirty="0">
                <a:solidFill>
                  <a:srgbClr val="3F3F3F"/>
                </a:solidFill>
                <a:latin typeface="Calibri"/>
                <a:cs typeface="Calibri"/>
              </a:rPr>
              <a:t>address </a:t>
            </a:r>
            <a:r>
              <a:rPr sz="2400" spc="-5" dirty="0">
                <a:solidFill>
                  <a:srgbClr val="3F3F3F"/>
                </a:solidFill>
                <a:latin typeface="Calibri"/>
                <a:cs typeface="Calibri"/>
              </a:rPr>
              <a:t>of</a:t>
            </a:r>
            <a:r>
              <a:rPr sz="2400" spc="5" dirty="0">
                <a:solidFill>
                  <a:srgbClr val="3F3F3F"/>
                </a:solidFill>
                <a:latin typeface="Calibri"/>
                <a:cs typeface="Calibri"/>
              </a:rPr>
              <a:t> </a:t>
            </a:r>
            <a:r>
              <a:rPr sz="2400" spc="-5" dirty="0">
                <a:solidFill>
                  <a:srgbClr val="3F3F3F"/>
                </a:solidFill>
                <a:latin typeface="Calibri"/>
                <a:cs typeface="Calibri"/>
              </a:rPr>
              <a:t>the</a:t>
            </a:r>
            <a:r>
              <a:rPr sz="2400" spc="-15" dirty="0">
                <a:solidFill>
                  <a:srgbClr val="3F3F3F"/>
                </a:solidFill>
                <a:latin typeface="Calibri"/>
                <a:cs typeface="Calibri"/>
              </a:rPr>
              <a:t> </a:t>
            </a:r>
            <a:r>
              <a:rPr sz="2400" spc="-5" dirty="0">
                <a:solidFill>
                  <a:srgbClr val="3F3F3F"/>
                </a:solidFill>
                <a:latin typeface="Calibri"/>
                <a:cs typeface="Calibri"/>
              </a:rPr>
              <a:t>sending</a:t>
            </a:r>
            <a:r>
              <a:rPr sz="2400" spc="15" dirty="0">
                <a:solidFill>
                  <a:srgbClr val="3F3F3F"/>
                </a:solidFill>
                <a:latin typeface="Calibri"/>
                <a:cs typeface="Calibri"/>
              </a:rPr>
              <a:t> </a:t>
            </a:r>
            <a:r>
              <a:rPr sz="2400" spc="-15" dirty="0">
                <a:solidFill>
                  <a:srgbClr val="3F3F3F"/>
                </a:solidFill>
                <a:latin typeface="Calibri"/>
                <a:cs typeface="Calibri"/>
              </a:rPr>
              <a:t>router</a:t>
            </a:r>
            <a:endParaRPr sz="2400">
              <a:latin typeface="Calibri"/>
              <a:cs typeface="Calibri"/>
            </a:endParaRPr>
          </a:p>
          <a:p>
            <a:pPr marL="640080" marR="5080" lvl="2" indent="-182880">
              <a:lnSpc>
                <a:spcPts val="2590"/>
              </a:lnSpc>
              <a:spcBef>
                <a:spcPts val="605"/>
              </a:spcBef>
              <a:buClr>
                <a:srgbClr val="1CACE4"/>
              </a:buClr>
              <a:buChar char="◦"/>
              <a:tabLst>
                <a:tab pos="640715" algn="l"/>
              </a:tabLst>
            </a:pPr>
            <a:r>
              <a:rPr sz="2400" spc="-45" dirty="0">
                <a:solidFill>
                  <a:srgbClr val="3F3F3F"/>
                </a:solidFill>
                <a:latin typeface="Calibri"/>
                <a:cs typeface="Calibri"/>
              </a:rPr>
              <a:t>We</a:t>
            </a:r>
            <a:r>
              <a:rPr sz="2400" spc="-15" dirty="0">
                <a:solidFill>
                  <a:srgbClr val="3F3F3F"/>
                </a:solidFill>
                <a:latin typeface="Calibri"/>
                <a:cs typeface="Calibri"/>
              </a:rPr>
              <a:t> </a:t>
            </a:r>
            <a:r>
              <a:rPr sz="2400" spc="-5" dirty="0">
                <a:solidFill>
                  <a:srgbClr val="3F3F3F"/>
                </a:solidFill>
                <a:latin typeface="Calibri"/>
                <a:cs typeface="Calibri"/>
              </a:rPr>
              <a:t>call</a:t>
            </a:r>
            <a:r>
              <a:rPr sz="2400" spc="-20" dirty="0">
                <a:solidFill>
                  <a:srgbClr val="3F3F3F"/>
                </a:solidFill>
                <a:latin typeface="Calibri"/>
                <a:cs typeface="Calibri"/>
              </a:rPr>
              <a:t> </a:t>
            </a:r>
            <a:r>
              <a:rPr sz="2400" dirty="0">
                <a:solidFill>
                  <a:srgbClr val="3F3F3F"/>
                </a:solidFill>
                <a:latin typeface="Calibri"/>
                <a:cs typeface="Calibri"/>
              </a:rPr>
              <a:t>each</a:t>
            </a:r>
            <a:r>
              <a:rPr sz="2400" spc="-20" dirty="0">
                <a:solidFill>
                  <a:srgbClr val="3F3F3F"/>
                </a:solidFill>
                <a:latin typeface="Calibri"/>
                <a:cs typeface="Calibri"/>
              </a:rPr>
              <a:t> </a:t>
            </a:r>
            <a:r>
              <a:rPr sz="2400" spc="-15" dirty="0">
                <a:solidFill>
                  <a:srgbClr val="3F3F3F"/>
                </a:solidFill>
                <a:latin typeface="Calibri"/>
                <a:cs typeface="Calibri"/>
              </a:rPr>
              <a:t>route</a:t>
            </a:r>
            <a:r>
              <a:rPr sz="2400" spc="-20" dirty="0">
                <a:solidFill>
                  <a:srgbClr val="3F3F3F"/>
                </a:solidFill>
                <a:latin typeface="Calibri"/>
                <a:cs typeface="Calibri"/>
              </a:rPr>
              <a:t> </a:t>
            </a:r>
            <a:r>
              <a:rPr sz="2400" spc="-5" dirty="0">
                <a:solidFill>
                  <a:srgbClr val="3F3F3F"/>
                </a:solidFill>
                <a:latin typeface="Calibri"/>
                <a:cs typeface="Calibri"/>
              </a:rPr>
              <a:t>in the</a:t>
            </a:r>
            <a:r>
              <a:rPr sz="2400" spc="15" dirty="0">
                <a:solidFill>
                  <a:srgbClr val="3F3F3F"/>
                </a:solidFill>
                <a:latin typeface="Calibri"/>
                <a:cs typeface="Calibri"/>
              </a:rPr>
              <a:t> </a:t>
            </a:r>
            <a:r>
              <a:rPr sz="2400" spc="-5" dirty="0">
                <a:solidFill>
                  <a:srgbClr val="3F3F3F"/>
                </a:solidFill>
                <a:latin typeface="Calibri"/>
                <a:cs typeface="Calibri"/>
              </a:rPr>
              <a:t>modified</a:t>
            </a:r>
            <a:r>
              <a:rPr sz="2400" spc="-10" dirty="0">
                <a:solidFill>
                  <a:srgbClr val="3F3F3F"/>
                </a:solidFill>
                <a:latin typeface="Calibri"/>
                <a:cs typeface="Calibri"/>
              </a:rPr>
              <a:t> </a:t>
            </a:r>
            <a:r>
              <a:rPr sz="2400" spc="-15" dirty="0">
                <a:solidFill>
                  <a:srgbClr val="3F3F3F"/>
                </a:solidFill>
                <a:latin typeface="Calibri"/>
                <a:cs typeface="Calibri"/>
              </a:rPr>
              <a:t>forwarding</a:t>
            </a:r>
            <a:r>
              <a:rPr sz="2400" spc="-5" dirty="0">
                <a:solidFill>
                  <a:srgbClr val="3F3F3F"/>
                </a:solidFill>
                <a:latin typeface="Calibri"/>
                <a:cs typeface="Calibri"/>
              </a:rPr>
              <a:t> table</a:t>
            </a:r>
            <a:r>
              <a:rPr sz="2400" spc="-15" dirty="0">
                <a:solidFill>
                  <a:srgbClr val="3F3F3F"/>
                </a:solidFill>
                <a:latin typeface="Calibri"/>
                <a:cs typeface="Calibri"/>
              </a:rPr>
              <a:t> </a:t>
            </a:r>
            <a:r>
              <a:rPr sz="2400" spc="-5" dirty="0">
                <a:solidFill>
                  <a:srgbClr val="3F3F3F"/>
                </a:solidFill>
                <a:latin typeface="Calibri"/>
                <a:cs typeface="Calibri"/>
              </a:rPr>
              <a:t>the</a:t>
            </a:r>
            <a:r>
              <a:rPr sz="2400" spc="10" dirty="0">
                <a:solidFill>
                  <a:srgbClr val="3F3F3F"/>
                </a:solidFill>
                <a:latin typeface="Calibri"/>
                <a:cs typeface="Calibri"/>
              </a:rPr>
              <a:t> </a:t>
            </a:r>
            <a:r>
              <a:rPr sz="2400" i="1" spc="-5" dirty="0">
                <a:solidFill>
                  <a:srgbClr val="3F3F3F"/>
                </a:solidFill>
                <a:latin typeface="Calibri"/>
                <a:cs typeface="Calibri"/>
              </a:rPr>
              <a:t>received </a:t>
            </a:r>
            <a:r>
              <a:rPr sz="2400" i="1" spc="-530" dirty="0">
                <a:solidFill>
                  <a:srgbClr val="3F3F3F"/>
                </a:solidFill>
                <a:latin typeface="Calibri"/>
                <a:cs typeface="Calibri"/>
              </a:rPr>
              <a:t> </a:t>
            </a:r>
            <a:r>
              <a:rPr sz="2400" i="1" spc="-10" dirty="0">
                <a:solidFill>
                  <a:srgbClr val="3F3F3F"/>
                </a:solidFill>
                <a:latin typeface="Calibri"/>
                <a:cs typeface="Calibri"/>
              </a:rPr>
              <a:t>route</a:t>
            </a:r>
            <a:r>
              <a:rPr sz="2400" i="1" spc="-25" dirty="0">
                <a:solidFill>
                  <a:srgbClr val="3F3F3F"/>
                </a:solidFill>
                <a:latin typeface="Calibri"/>
                <a:cs typeface="Calibri"/>
              </a:rPr>
              <a:t> </a:t>
            </a:r>
            <a:r>
              <a:rPr sz="2400" i="1" spc="-5" dirty="0">
                <a:solidFill>
                  <a:srgbClr val="3F3F3F"/>
                </a:solidFill>
                <a:latin typeface="Calibri"/>
                <a:cs typeface="Calibri"/>
              </a:rPr>
              <a:t>and each</a:t>
            </a:r>
            <a:r>
              <a:rPr sz="2400" i="1" spc="5" dirty="0">
                <a:solidFill>
                  <a:srgbClr val="3F3F3F"/>
                </a:solidFill>
                <a:latin typeface="Calibri"/>
                <a:cs typeface="Calibri"/>
              </a:rPr>
              <a:t> </a:t>
            </a:r>
            <a:r>
              <a:rPr sz="2400" i="1" spc="-10" dirty="0">
                <a:solidFill>
                  <a:srgbClr val="3F3F3F"/>
                </a:solidFill>
                <a:latin typeface="Calibri"/>
                <a:cs typeface="Calibri"/>
              </a:rPr>
              <a:t>route</a:t>
            </a:r>
            <a:r>
              <a:rPr sz="2400" i="1" spc="-15" dirty="0">
                <a:solidFill>
                  <a:srgbClr val="3F3F3F"/>
                </a:solidFill>
                <a:latin typeface="Calibri"/>
                <a:cs typeface="Calibri"/>
              </a:rPr>
              <a:t> </a:t>
            </a:r>
            <a:r>
              <a:rPr sz="2400" i="1" spc="-5" dirty="0">
                <a:solidFill>
                  <a:srgbClr val="3F3F3F"/>
                </a:solidFill>
                <a:latin typeface="Calibri"/>
                <a:cs typeface="Calibri"/>
              </a:rPr>
              <a:t>in</a:t>
            </a:r>
            <a:r>
              <a:rPr sz="2400" i="1" spc="-15" dirty="0">
                <a:solidFill>
                  <a:srgbClr val="3F3F3F"/>
                </a:solidFill>
                <a:latin typeface="Calibri"/>
                <a:cs typeface="Calibri"/>
              </a:rPr>
              <a:t> </a:t>
            </a:r>
            <a:r>
              <a:rPr sz="2400" i="1" spc="-5" dirty="0">
                <a:solidFill>
                  <a:srgbClr val="3F3F3F"/>
                </a:solidFill>
                <a:latin typeface="Calibri"/>
                <a:cs typeface="Calibri"/>
              </a:rPr>
              <a:t>the old</a:t>
            </a:r>
            <a:r>
              <a:rPr sz="2400" i="1" spc="55" dirty="0">
                <a:solidFill>
                  <a:srgbClr val="3F3F3F"/>
                </a:solidFill>
                <a:latin typeface="Calibri"/>
                <a:cs typeface="Calibri"/>
              </a:rPr>
              <a:t> </a:t>
            </a:r>
            <a:r>
              <a:rPr sz="2400" i="1" spc="-5" dirty="0">
                <a:solidFill>
                  <a:srgbClr val="3F3F3F"/>
                </a:solidFill>
                <a:latin typeface="Calibri"/>
                <a:cs typeface="Calibri"/>
              </a:rPr>
              <a:t>forwarding</a:t>
            </a:r>
            <a:r>
              <a:rPr sz="2400" i="1" spc="10" dirty="0">
                <a:solidFill>
                  <a:srgbClr val="3F3F3F"/>
                </a:solidFill>
                <a:latin typeface="Calibri"/>
                <a:cs typeface="Calibri"/>
              </a:rPr>
              <a:t> </a:t>
            </a:r>
            <a:r>
              <a:rPr sz="2400" spc="-5" dirty="0">
                <a:solidFill>
                  <a:srgbClr val="3F3F3F"/>
                </a:solidFill>
                <a:latin typeface="Calibri"/>
                <a:cs typeface="Calibri"/>
              </a:rPr>
              <a:t>table</a:t>
            </a:r>
            <a:r>
              <a:rPr sz="2400" spc="-10" dirty="0">
                <a:solidFill>
                  <a:srgbClr val="3F3F3F"/>
                </a:solidFill>
                <a:latin typeface="Calibri"/>
                <a:cs typeface="Calibri"/>
              </a:rPr>
              <a:t> </a:t>
            </a:r>
            <a:r>
              <a:rPr sz="2400" spc="-5" dirty="0">
                <a:solidFill>
                  <a:srgbClr val="3F3F3F"/>
                </a:solidFill>
                <a:latin typeface="Calibri"/>
                <a:cs typeface="Calibri"/>
              </a:rPr>
              <a:t>the</a:t>
            </a:r>
            <a:r>
              <a:rPr sz="2400" spc="5" dirty="0">
                <a:solidFill>
                  <a:srgbClr val="3F3F3F"/>
                </a:solidFill>
                <a:latin typeface="Calibri"/>
                <a:cs typeface="Calibri"/>
              </a:rPr>
              <a:t> </a:t>
            </a:r>
            <a:r>
              <a:rPr sz="2400" i="1" spc="-5" dirty="0">
                <a:solidFill>
                  <a:srgbClr val="3F3F3F"/>
                </a:solidFill>
                <a:latin typeface="Calibri"/>
                <a:cs typeface="Calibri"/>
              </a:rPr>
              <a:t>old</a:t>
            </a:r>
            <a:r>
              <a:rPr sz="2400" i="1" dirty="0">
                <a:solidFill>
                  <a:srgbClr val="3F3F3F"/>
                </a:solidFill>
                <a:latin typeface="Calibri"/>
                <a:cs typeface="Calibri"/>
              </a:rPr>
              <a:t> </a:t>
            </a:r>
            <a:r>
              <a:rPr sz="2400" i="1" spc="-10" dirty="0">
                <a:solidFill>
                  <a:srgbClr val="3F3F3F"/>
                </a:solidFill>
                <a:latin typeface="Calibri"/>
                <a:cs typeface="Calibri"/>
              </a:rPr>
              <a:t>route</a:t>
            </a:r>
            <a:endParaRPr sz="2400">
              <a:latin typeface="Calibri"/>
              <a:cs typeface="Calibri"/>
            </a:endParaRPr>
          </a:p>
          <a:p>
            <a:pPr marL="640080" marR="86995" lvl="2" indent="-182880">
              <a:lnSpc>
                <a:spcPts val="2590"/>
              </a:lnSpc>
              <a:spcBef>
                <a:spcPts val="605"/>
              </a:spcBef>
              <a:buClr>
                <a:srgbClr val="1CACE4"/>
              </a:buClr>
              <a:buFont typeface="Calibri"/>
              <a:buChar char="◦"/>
              <a:tabLst>
                <a:tab pos="640715" algn="l"/>
              </a:tabLst>
            </a:pPr>
            <a:r>
              <a:rPr sz="2400" i="1" spc="-5" dirty="0">
                <a:solidFill>
                  <a:srgbClr val="3F3F3F"/>
                </a:solidFill>
                <a:latin typeface="Calibri"/>
                <a:cs typeface="Calibri"/>
              </a:rPr>
              <a:t>The</a:t>
            </a:r>
            <a:r>
              <a:rPr sz="2400" i="1" dirty="0">
                <a:solidFill>
                  <a:srgbClr val="3F3F3F"/>
                </a:solidFill>
                <a:latin typeface="Calibri"/>
                <a:cs typeface="Calibri"/>
              </a:rPr>
              <a:t> </a:t>
            </a:r>
            <a:r>
              <a:rPr sz="2400" i="1" spc="-5" dirty="0">
                <a:solidFill>
                  <a:srgbClr val="3F3F3F"/>
                </a:solidFill>
                <a:latin typeface="Calibri"/>
                <a:cs typeface="Calibri"/>
              </a:rPr>
              <a:t>received</a:t>
            </a:r>
            <a:r>
              <a:rPr sz="2400" i="1" spc="-25" dirty="0">
                <a:solidFill>
                  <a:srgbClr val="3F3F3F"/>
                </a:solidFill>
                <a:latin typeface="Calibri"/>
                <a:cs typeface="Calibri"/>
              </a:rPr>
              <a:t> </a:t>
            </a:r>
            <a:r>
              <a:rPr sz="2400" i="1" spc="-5" dirty="0">
                <a:solidFill>
                  <a:srgbClr val="3F3F3F"/>
                </a:solidFill>
                <a:latin typeface="Calibri"/>
                <a:cs typeface="Calibri"/>
              </a:rPr>
              <a:t>router</a:t>
            </a:r>
            <a:r>
              <a:rPr sz="2400" i="1" spc="-15" dirty="0">
                <a:solidFill>
                  <a:srgbClr val="3F3F3F"/>
                </a:solidFill>
                <a:latin typeface="Calibri"/>
                <a:cs typeface="Calibri"/>
              </a:rPr>
              <a:t> </a:t>
            </a:r>
            <a:r>
              <a:rPr sz="2400" i="1" spc="-5" dirty="0">
                <a:solidFill>
                  <a:srgbClr val="3F3F3F"/>
                </a:solidFill>
                <a:latin typeface="Calibri"/>
                <a:cs typeface="Calibri"/>
              </a:rPr>
              <a:t>selects</a:t>
            </a:r>
            <a:r>
              <a:rPr sz="2400" i="1" spc="-15" dirty="0">
                <a:solidFill>
                  <a:srgbClr val="3F3F3F"/>
                </a:solidFill>
                <a:latin typeface="Calibri"/>
                <a:cs typeface="Calibri"/>
              </a:rPr>
              <a:t> </a:t>
            </a:r>
            <a:r>
              <a:rPr sz="2400" i="1" spc="-5" dirty="0">
                <a:solidFill>
                  <a:srgbClr val="3F3F3F"/>
                </a:solidFill>
                <a:latin typeface="Calibri"/>
                <a:cs typeface="Calibri"/>
              </a:rPr>
              <a:t>the</a:t>
            </a:r>
            <a:r>
              <a:rPr sz="2400" i="1" spc="-20" dirty="0">
                <a:solidFill>
                  <a:srgbClr val="3F3F3F"/>
                </a:solidFill>
                <a:latin typeface="Calibri"/>
                <a:cs typeface="Calibri"/>
              </a:rPr>
              <a:t> </a:t>
            </a:r>
            <a:r>
              <a:rPr sz="2400" i="1" spc="-5" dirty="0">
                <a:solidFill>
                  <a:srgbClr val="3F3F3F"/>
                </a:solidFill>
                <a:latin typeface="Calibri"/>
                <a:cs typeface="Calibri"/>
              </a:rPr>
              <a:t>old routes</a:t>
            </a:r>
            <a:r>
              <a:rPr sz="2400" i="1" spc="-25" dirty="0">
                <a:solidFill>
                  <a:srgbClr val="3F3F3F"/>
                </a:solidFill>
                <a:latin typeface="Calibri"/>
                <a:cs typeface="Calibri"/>
              </a:rPr>
              <a:t> </a:t>
            </a:r>
            <a:r>
              <a:rPr sz="2400" i="1" spc="-5" dirty="0">
                <a:solidFill>
                  <a:srgbClr val="3F3F3F"/>
                </a:solidFill>
                <a:latin typeface="Calibri"/>
                <a:cs typeface="Calibri"/>
              </a:rPr>
              <a:t>as the</a:t>
            </a:r>
            <a:r>
              <a:rPr sz="2400" i="1" spc="85" dirty="0">
                <a:solidFill>
                  <a:srgbClr val="3F3F3F"/>
                </a:solidFill>
                <a:latin typeface="Calibri"/>
                <a:cs typeface="Calibri"/>
              </a:rPr>
              <a:t> </a:t>
            </a:r>
            <a:r>
              <a:rPr sz="2400" i="1" spc="-5" dirty="0">
                <a:solidFill>
                  <a:srgbClr val="3F3F3F"/>
                </a:solidFill>
                <a:latin typeface="Calibri"/>
                <a:cs typeface="Calibri"/>
              </a:rPr>
              <a:t>new</a:t>
            </a:r>
            <a:r>
              <a:rPr sz="2400" i="1" spc="-20" dirty="0">
                <a:solidFill>
                  <a:srgbClr val="3F3F3F"/>
                </a:solidFill>
                <a:latin typeface="Calibri"/>
                <a:cs typeface="Calibri"/>
              </a:rPr>
              <a:t> </a:t>
            </a:r>
            <a:r>
              <a:rPr sz="2400" spc="-5" dirty="0">
                <a:solidFill>
                  <a:srgbClr val="3F3F3F"/>
                </a:solidFill>
                <a:latin typeface="Calibri"/>
                <a:cs typeface="Calibri"/>
              </a:rPr>
              <a:t>ones</a:t>
            </a:r>
            <a:r>
              <a:rPr sz="2400" spc="-10" dirty="0">
                <a:solidFill>
                  <a:srgbClr val="3F3F3F"/>
                </a:solidFill>
                <a:latin typeface="Calibri"/>
                <a:cs typeface="Calibri"/>
              </a:rPr>
              <a:t> three </a:t>
            </a:r>
            <a:r>
              <a:rPr sz="2400" spc="-530" dirty="0">
                <a:solidFill>
                  <a:srgbClr val="3F3F3F"/>
                </a:solidFill>
                <a:latin typeface="Calibri"/>
                <a:cs typeface="Calibri"/>
              </a:rPr>
              <a:t> </a:t>
            </a:r>
            <a:r>
              <a:rPr sz="2400" spc="-5" dirty="0">
                <a:solidFill>
                  <a:srgbClr val="3F3F3F"/>
                </a:solidFill>
                <a:latin typeface="Calibri"/>
                <a:cs typeface="Calibri"/>
              </a:rPr>
              <a:t>cases</a:t>
            </a:r>
            <a:endParaRPr sz="2400">
              <a:latin typeface="Calibri"/>
              <a:cs typeface="Calibri"/>
            </a:endParaRPr>
          </a:p>
          <a:p>
            <a:pPr marL="419100" marR="542925" lvl="1" indent="-182880">
              <a:lnSpc>
                <a:spcPts val="2590"/>
              </a:lnSpc>
              <a:spcBef>
                <a:spcPts val="605"/>
              </a:spcBef>
              <a:buClr>
                <a:srgbClr val="1CACE4"/>
              </a:buClr>
              <a:buChar char="◦"/>
              <a:tabLst>
                <a:tab pos="419734" algn="l"/>
              </a:tabLst>
            </a:pPr>
            <a:r>
              <a:rPr sz="2400" spc="-5" dirty="0">
                <a:solidFill>
                  <a:srgbClr val="3F3F3F"/>
                </a:solidFill>
                <a:latin typeface="Calibri"/>
                <a:cs typeface="Calibri"/>
              </a:rPr>
              <a:t>The new </a:t>
            </a:r>
            <a:r>
              <a:rPr sz="2400" spc="-15" dirty="0">
                <a:solidFill>
                  <a:srgbClr val="3F3F3F"/>
                </a:solidFill>
                <a:latin typeface="Calibri"/>
                <a:cs typeface="Calibri"/>
              </a:rPr>
              <a:t>forwarding </a:t>
            </a:r>
            <a:r>
              <a:rPr sz="2400" spc="-5" dirty="0">
                <a:solidFill>
                  <a:srgbClr val="3F3F3F"/>
                </a:solidFill>
                <a:latin typeface="Calibri"/>
                <a:cs typeface="Calibri"/>
              </a:rPr>
              <a:t>table needs </a:t>
            </a:r>
            <a:r>
              <a:rPr sz="2400" spc="-15" dirty="0">
                <a:solidFill>
                  <a:srgbClr val="3F3F3F"/>
                </a:solidFill>
                <a:latin typeface="Calibri"/>
                <a:cs typeface="Calibri"/>
              </a:rPr>
              <a:t>to </a:t>
            </a:r>
            <a:r>
              <a:rPr sz="2400" spc="-5" dirty="0">
                <a:solidFill>
                  <a:srgbClr val="3F3F3F"/>
                </a:solidFill>
                <a:latin typeface="Calibri"/>
                <a:cs typeface="Calibri"/>
              </a:rPr>
              <a:t>be </a:t>
            </a:r>
            <a:r>
              <a:rPr sz="2400" spc="-10" dirty="0">
                <a:solidFill>
                  <a:srgbClr val="3F3F3F"/>
                </a:solidFill>
                <a:latin typeface="Calibri"/>
                <a:cs typeface="Calibri"/>
              </a:rPr>
              <a:t>sorted according </a:t>
            </a:r>
            <a:r>
              <a:rPr sz="2400" spc="-15" dirty="0">
                <a:solidFill>
                  <a:srgbClr val="3F3F3F"/>
                </a:solidFill>
                <a:latin typeface="Calibri"/>
                <a:cs typeface="Calibri"/>
              </a:rPr>
              <a:t>to </a:t>
            </a:r>
            <a:r>
              <a:rPr sz="2400" spc="-5" dirty="0">
                <a:solidFill>
                  <a:srgbClr val="3F3F3F"/>
                </a:solidFill>
                <a:latin typeface="Calibri"/>
                <a:cs typeface="Calibri"/>
              </a:rPr>
              <a:t>the </a:t>
            </a:r>
            <a:r>
              <a:rPr sz="2400" spc="-530" dirty="0">
                <a:solidFill>
                  <a:srgbClr val="3F3F3F"/>
                </a:solidFill>
                <a:latin typeface="Calibri"/>
                <a:cs typeface="Calibri"/>
              </a:rPr>
              <a:t> </a:t>
            </a:r>
            <a:r>
              <a:rPr sz="2400" spc="-10" dirty="0">
                <a:solidFill>
                  <a:srgbClr val="3F3F3F"/>
                </a:solidFill>
                <a:latin typeface="Calibri"/>
                <a:cs typeface="Calibri"/>
              </a:rPr>
              <a:t>destination</a:t>
            </a:r>
            <a:r>
              <a:rPr sz="2400" spc="-30" dirty="0">
                <a:solidFill>
                  <a:srgbClr val="3F3F3F"/>
                </a:solidFill>
                <a:latin typeface="Calibri"/>
                <a:cs typeface="Calibri"/>
              </a:rPr>
              <a:t> </a:t>
            </a:r>
            <a:r>
              <a:rPr sz="2400" spc="-15" dirty="0">
                <a:solidFill>
                  <a:srgbClr val="3F3F3F"/>
                </a:solidFill>
                <a:latin typeface="Calibri"/>
                <a:cs typeface="Calibri"/>
              </a:rPr>
              <a:t>route</a:t>
            </a:r>
            <a:r>
              <a:rPr sz="2400" dirty="0">
                <a:solidFill>
                  <a:srgbClr val="3F3F3F"/>
                </a:solidFill>
                <a:latin typeface="Calibri"/>
                <a:cs typeface="Calibri"/>
              </a:rPr>
              <a:t> </a:t>
            </a:r>
            <a:r>
              <a:rPr sz="2400" spc="-10" dirty="0">
                <a:solidFill>
                  <a:srgbClr val="3F3F3F"/>
                </a:solidFill>
                <a:latin typeface="Calibri"/>
                <a:cs typeface="Calibri"/>
              </a:rPr>
              <a:t>(mostly</a:t>
            </a:r>
            <a:r>
              <a:rPr sz="2400" spc="-25" dirty="0">
                <a:solidFill>
                  <a:srgbClr val="3F3F3F"/>
                </a:solidFill>
                <a:latin typeface="Calibri"/>
                <a:cs typeface="Calibri"/>
              </a:rPr>
              <a:t> </a:t>
            </a:r>
            <a:r>
              <a:rPr sz="2400" spc="-5" dirty="0">
                <a:solidFill>
                  <a:srgbClr val="3F3F3F"/>
                </a:solidFill>
                <a:latin typeface="Calibri"/>
                <a:cs typeface="Calibri"/>
              </a:rPr>
              <a:t>using</a:t>
            </a:r>
            <a:r>
              <a:rPr sz="2400" spc="-2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longest</a:t>
            </a:r>
            <a:r>
              <a:rPr sz="2400" spc="-10" dirty="0">
                <a:solidFill>
                  <a:srgbClr val="3F3F3F"/>
                </a:solidFill>
                <a:latin typeface="Calibri"/>
                <a:cs typeface="Calibri"/>
              </a:rPr>
              <a:t> </a:t>
            </a:r>
            <a:r>
              <a:rPr sz="2400" spc="-15" dirty="0">
                <a:solidFill>
                  <a:srgbClr val="3F3F3F"/>
                </a:solidFill>
                <a:latin typeface="Calibri"/>
                <a:cs typeface="Calibri"/>
              </a:rPr>
              <a:t>prefix</a:t>
            </a:r>
            <a:r>
              <a:rPr sz="2400" spc="-5" dirty="0">
                <a:solidFill>
                  <a:srgbClr val="3F3F3F"/>
                </a:solidFill>
                <a:latin typeface="Calibri"/>
                <a:cs typeface="Calibri"/>
              </a:rPr>
              <a:t> </a:t>
            </a:r>
            <a:r>
              <a:rPr sz="2400" spc="-15" dirty="0">
                <a:solidFill>
                  <a:srgbClr val="3F3F3F"/>
                </a:solidFill>
                <a:latin typeface="Calibri"/>
                <a:cs typeface="Calibri"/>
              </a:rPr>
              <a:t>first).</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89</a:t>
            </a:fld>
            <a:endParaRPr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7777480" cy="756920"/>
          </a:xfrm>
          <a:prstGeom prst="rect">
            <a:avLst/>
          </a:prstGeom>
        </p:spPr>
        <p:txBody>
          <a:bodyPr vert="horz" wrap="square" lIns="0" tIns="12700" rIns="0" bIns="0" rtlCol="0">
            <a:spAutoFit/>
          </a:bodyPr>
          <a:lstStyle/>
          <a:p>
            <a:pPr marL="12700">
              <a:lnSpc>
                <a:spcPct val="100000"/>
              </a:lnSpc>
              <a:spcBef>
                <a:spcPts val="100"/>
              </a:spcBef>
            </a:pPr>
            <a:r>
              <a:rPr sz="4800" spc="-50" dirty="0"/>
              <a:t>R</a:t>
            </a:r>
            <a:r>
              <a:rPr sz="4800" spc="-55" dirty="0"/>
              <a:t>I</a:t>
            </a:r>
            <a:r>
              <a:rPr sz="4800" spc="-5" dirty="0"/>
              <a:t>P</a:t>
            </a:r>
            <a:r>
              <a:rPr sz="4800" spc="-465" dirty="0"/>
              <a:t> </a:t>
            </a:r>
            <a:r>
              <a:rPr sz="4800" spc="-50" dirty="0"/>
              <a:t>A</a:t>
            </a:r>
            <a:r>
              <a:rPr sz="4800" spc="-55" dirty="0"/>
              <a:t>lgo</a:t>
            </a:r>
            <a:r>
              <a:rPr sz="4800" spc="-50" dirty="0"/>
              <a:t>r</a:t>
            </a:r>
            <a:r>
              <a:rPr sz="4800" spc="-55" dirty="0"/>
              <a:t>i</a:t>
            </a:r>
            <a:r>
              <a:rPr sz="4800" spc="-50" dirty="0"/>
              <a:t>t</a:t>
            </a:r>
            <a:r>
              <a:rPr sz="4800" spc="-55" dirty="0"/>
              <a:t>h</a:t>
            </a:r>
            <a:r>
              <a:rPr sz="4800" spc="-5" dirty="0"/>
              <a:t>m</a:t>
            </a:r>
            <a:r>
              <a:rPr sz="4800" spc="-95" dirty="0"/>
              <a:t> </a:t>
            </a:r>
            <a:r>
              <a:rPr sz="4800" dirty="0"/>
              <a:t>-</a:t>
            </a:r>
            <a:r>
              <a:rPr sz="4800" spc="-90" dirty="0"/>
              <a:t> </a:t>
            </a:r>
            <a:r>
              <a:rPr sz="4800" i="0" spc="-50" dirty="0">
                <a:latin typeface="Arial"/>
                <a:cs typeface="Arial"/>
              </a:rPr>
              <a:t>t</a:t>
            </a:r>
            <a:r>
              <a:rPr sz="4800" i="0" spc="-55" dirty="0">
                <a:latin typeface="Arial"/>
                <a:cs typeface="Arial"/>
              </a:rPr>
              <a:t>h</a:t>
            </a:r>
            <a:r>
              <a:rPr sz="4800" i="0" spc="-50" dirty="0">
                <a:latin typeface="Arial"/>
                <a:cs typeface="Arial"/>
              </a:rPr>
              <a:t>r</a:t>
            </a:r>
            <a:r>
              <a:rPr sz="4800" i="0" spc="-60" dirty="0">
                <a:latin typeface="Arial"/>
                <a:cs typeface="Arial"/>
              </a:rPr>
              <a:t>e</a:t>
            </a:r>
            <a:r>
              <a:rPr sz="4800" i="0" spc="-5" dirty="0">
                <a:latin typeface="Arial"/>
                <a:cs typeface="Arial"/>
              </a:rPr>
              <a:t>e</a:t>
            </a:r>
            <a:r>
              <a:rPr sz="4800" i="0" spc="-95" dirty="0">
                <a:latin typeface="Arial"/>
                <a:cs typeface="Arial"/>
              </a:rPr>
              <a:t> </a:t>
            </a:r>
            <a:r>
              <a:rPr sz="4800" i="0" spc="-60" dirty="0">
                <a:latin typeface="Arial"/>
                <a:cs typeface="Arial"/>
              </a:rPr>
              <a:t>case</a:t>
            </a:r>
            <a:r>
              <a:rPr sz="4800" i="0" spc="-5" dirty="0">
                <a:latin typeface="Arial"/>
                <a:cs typeface="Arial"/>
              </a:rPr>
              <a:t>s</a:t>
            </a:r>
            <a:endParaRPr sz="4800">
              <a:latin typeface="Arial"/>
              <a:cs typeface="Arial"/>
            </a:endParaRPr>
          </a:p>
        </p:txBody>
      </p:sp>
      <p:grpSp>
        <p:nvGrpSpPr>
          <p:cNvPr id="3" name="object 3"/>
          <p:cNvGrpSpPr/>
          <p:nvPr/>
        </p:nvGrpSpPr>
        <p:grpSpPr>
          <a:xfrm>
            <a:off x="457200" y="3886200"/>
            <a:ext cx="9142730" cy="3427729"/>
            <a:chOff x="457200" y="3886200"/>
            <a:chExt cx="9142730" cy="3427729"/>
          </a:xfrm>
        </p:grpSpPr>
        <p:sp>
          <p:nvSpPr>
            <p:cNvPr id="4" name="object 4"/>
            <p:cNvSpPr/>
            <p:nvPr/>
          </p:nvSpPr>
          <p:spPr>
            <a:xfrm>
              <a:off x="457200" y="6856475"/>
              <a:ext cx="9142730" cy="1905"/>
            </a:xfrm>
            <a:custGeom>
              <a:avLst/>
              <a:gdLst/>
              <a:ahLst/>
              <a:cxnLst/>
              <a:rect l="l" t="t" r="r" b="b"/>
              <a:pathLst>
                <a:path w="9142730" h="1904">
                  <a:moveTo>
                    <a:pt x="0" y="1523"/>
                  </a:moveTo>
                  <a:lnTo>
                    <a:pt x="9142475" y="1523"/>
                  </a:lnTo>
                  <a:lnTo>
                    <a:pt x="9142475" y="0"/>
                  </a:lnTo>
                  <a:lnTo>
                    <a:pt x="0" y="0"/>
                  </a:lnTo>
                  <a:lnTo>
                    <a:pt x="0" y="1523"/>
                  </a:lnTo>
                  <a:close/>
                </a:path>
              </a:pathLst>
            </a:custGeom>
            <a:solidFill>
              <a:srgbClr val="FFFFFF"/>
            </a:solidFill>
          </p:spPr>
          <p:txBody>
            <a:bodyPr wrap="square" lIns="0" tIns="0" rIns="0" bIns="0" rtlCol="0"/>
            <a:lstStyle/>
            <a:p>
              <a:endParaRPr/>
            </a:p>
          </p:txBody>
        </p:sp>
        <p:sp>
          <p:nvSpPr>
            <p:cNvPr id="5" name="object 5"/>
            <p:cNvSpPr/>
            <p:nvPr/>
          </p:nvSpPr>
          <p:spPr>
            <a:xfrm>
              <a:off x="457200" y="6858000"/>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3886200"/>
              <a:ext cx="9142730" cy="2906395"/>
            </a:xfrm>
            <a:custGeom>
              <a:avLst/>
              <a:gdLst/>
              <a:ahLst/>
              <a:cxnLst/>
              <a:rect l="l" t="t" r="r" b="b"/>
              <a:pathLst>
                <a:path w="9142730" h="2906395">
                  <a:moveTo>
                    <a:pt x="0" y="2906267"/>
                  </a:moveTo>
                  <a:lnTo>
                    <a:pt x="9142475" y="2906267"/>
                  </a:lnTo>
                  <a:lnTo>
                    <a:pt x="9142475" y="0"/>
                  </a:lnTo>
                  <a:lnTo>
                    <a:pt x="0" y="0"/>
                  </a:lnTo>
                  <a:lnTo>
                    <a:pt x="0" y="2906267"/>
                  </a:lnTo>
                  <a:close/>
                </a:path>
              </a:pathLst>
            </a:custGeom>
            <a:solidFill>
              <a:srgbClr val="FFFFFF"/>
            </a:solidFill>
          </p:spPr>
          <p:txBody>
            <a:bodyPr wrap="square" lIns="0" tIns="0" rIns="0" bIns="0" rtlCol="0"/>
            <a:lstStyle/>
            <a:p>
              <a:endParaRPr/>
            </a:p>
          </p:txBody>
        </p:sp>
        <p:sp>
          <p:nvSpPr>
            <p:cNvPr id="7" name="object 7"/>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8" name="object 8"/>
          <p:cNvSpPr txBox="1"/>
          <p:nvPr/>
        </p:nvSpPr>
        <p:spPr>
          <a:xfrm>
            <a:off x="651763" y="1438758"/>
            <a:ext cx="8679180" cy="5377180"/>
          </a:xfrm>
          <a:prstGeom prst="rect">
            <a:avLst/>
          </a:prstGeom>
        </p:spPr>
        <p:txBody>
          <a:bodyPr vert="horz" wrap="square" lIns="0" tIns="190500" rIns="0" bIns="0" rtlCol="0">
            <a:spAutoFit/>
          </a:bodyPr>
          <a:lstStyle/>
          <a:p>
            <a:pPr marL="12700">
              <a:lnSpc>
                <a:spcPct val="100000"/>
              </a:lnSpc>
              <a:spcBef>
                <a:spcPts val="1500"/>
              </a:spcBef>
            </a:pPr>
            <a:r>
              <a:rPr sz="2000" spc="-5" dirty="0">
                <a:solidFill>
                  <a:srgbClr val="3F3F3F"/>
                </a:solidFill>
                <a:latin typeface="Calibri"/>
                <a:cs typeface="Calibri"/>
              </a:rPr>
              <a:t>Cases </a:t>
            </a:r>
            <a:r>
              <a:rPr sz="2000" spc="-10" dirty="0">
                <a:solidFill>
                  <a:srgbClr val="3F3F3F"/>
                </a:solidFill>
                <a:latin typeface="Calibri"/>
                <a:cs typeface="Calibri"/>
              </a:rPr>
              <a:t>where</a:t>
            </a:r>
            <a:r>
              <a:rPr sz="2000" spc="-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received</a:t>
            </a:r>
            <a:r>
              <a:rPr sz="2000" spc="35" dirty="0">
                <a:solidFill>
                  <a:srgbClr val="3F3F3F"/>
                </a:solidFill>
                <a:latin typeface="Calibri"/>
                <a:cs typeface="Calibri"/>
              </a:rPr>
              <a:t> </a:t>
            </a:r>
            <a:r>
              <a:rPr sz="2000" spc="-15" dirty="0">
                <a:solidFill>
                  <a:srgbClr val="3F3F3F"/>
                </a:solidFill>
                <a:latin typeface="Calibri"/>
                <a:cs typeface="Calibri"/>
              </a:rPr>
              <a:t>router</a:t>
            </a:r>
            <a:r>
              <a:rPr sz="2000" spc="5" dirty="0">
                <a:solidFill>
                  <a:srgbClr val="3F3F3F"/>
                </a:solidFill>
                <a:latin typeface="Calibri"/>
                <a:cs typeface="Calibri"/>
              </a:rPr>
              <a:t> </a:t>
            </a:r>
            <a:r>
              <a:rPr sz="2000" spc="-5" dirty="0">
                <a:solidFill>
                  <a:srgbClr val="3F3F3F"/>
                </a:solidFill>
                <a:latin typeface="Calibri"/>
                <a:cs typeface="Calibri"/>
              </a:rPr>
              <a:t>does</a:t>
            </a:r>
            <a:r>
              <a:rPr sz="2000" spc="5" dirty="0">
                <a:solidFill>
                  <a:srgbClr val="3F3F3F"/>
                </a:solidFill>
                <a:latin typeface="Calibri"/>
                <a:cs typeface="Calibri"/>
              </a:rPr>
              <a:t> </a:t>
            </a:r>
            <a:r>
              <a:rPr sz="2000" dirty="0">
                <a:solidFill>
                  <a:srgbClr val="3F3F3F"/>
                </a:solidFill>
                <a:latin typeface="Calibri"/>
                <a:cs typeface="Calibri"/>
              </a:rPr>
              <a:t>not</a:t>
            </a:r>
            <a:r>
              <a:rPr sz="2000" spc="-20" dirty="0">
                <a:solidFill>
                  <a:srgbClr val="3F3F3F"/>
                </a:solidFill>
                <a:latin typeface="Calibri"/>
                <a:cs typeface="Calibri"/>
              </a:rPr>
              <a:t> </a:t>
            </a:r>
            <a:r>
              <a:rPr sz="2000" spc="-5" dirty="0">
                <a:solidFill>
                  <a:srgbClr val="3F3F3F"/>
                </a:solidFill>
                <a:latin typeface="Calibri"/>
                <a:cs typeface="Calibri"/>
              </a:rPr>
              <a:t>selects</a:t>
            </a:r>
            <a:r>
              <a:rPr sz="2000" spc="35"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old </a:t>
            </a:r>
            <a:r>
              <a:rPr sz="2000" spc="-15" dirty="0">
                <a:solidFill>
                  <a:srgbClr val="3F3F3F"/>
                </a:solidFill>
                <a:latin typeface="Calibri"/>
                <a:cs typeface="Calibri"/>
              </a:rPr>
              <a:t>routes</a:t>
            </a:r>
            <a:r>
              <a:rPr sz="2000" spc="15" dirty="0">
                <a:solidFill>
                  <a:srgbClr val="3F3F3F"/>
                </a:solidFill>
                <a:latin typeface="Calibri"/>
                <a:cs typeface="Calibri"/>
              </a:rPr>
              <a:t> </a:t>
            </a:r>
            <a:r>
              <a:rPr sz="2000" dirty="0">
                <a:solidFill>
                  <a:srgbClr val="3F3F3F"/>
                </a:solidFill>
                <a:latin typeface="Calibri"/>
                <a:cs typeface="Calibri"/>
              </a:rPr>
              <a:t>as</a:t>
            </a:r>
            <a:r>
              <a:rPr sz="2000" spc="5" dirty="0">
                <a:solidFill>
                  <a:srgbClr val="3F3F3F"/>
                </a:solidFill>
                <a:latin typeface="Calibri"/>
                <a:cs typeface="Calibri"/>
              </a:rPr>
              <a:t> </a:t>
            </a:r>
            <a:r>
              <a:rPr sz="2000" dirty="0">
                <a:solidFill>
                  <a:srgbClr val="3F3F3F"/>
                </a:solidFill>
                <a:latin typeface="Calibri"/>
                <a:cs typeface="Calibri"/>
              </a:rPr>
              <a:t>the</a:t>
            </a:r>
            <a:r>
              <a:rPr sz="2000" spc="20" dirty="0">
                <a:solidFill>
                  <a:srgbClr val="3F3F3F"/>
                </a:solidFill>
                <a:latin typeface="Calibri"/>
                <a:cs typeface="Calibri"/>
              </a:rPr>
              <a:t> </a:t>
            </a:r>
            <a:r>
              <a:rPr sz="2000" spc="-5" dirty="0">
                <a:solidFill>
                  <a:srgbClr val="3F3F3F"/>
                </a:solidFill>
                <a:latin typeface="Calibri"/>
                <a:cs typeface="Calibri"/>
              </a:rPr>
              <a:t>new</a:t>
            </a:r>
            <a:r>
              <a:rPr sz="2000" spc="-10" dirty="0">
                <a:solidFill>
                  <a:srgbClr val="3F3F3F"/>
                </a:solidFill>
                <a:latin typeface="Calibri"/>
                <a:cs typeface="Calibri"/>
              </a:rPr>
              <a:t> </a:t>
            </a:r>
            <a:r>
              <a:rPr sz="2000" spc="-5" dirty="0">
                <a:solidFill>
                  <a:srgbClr val="3F3F3F"/>
                </a:solidFill>
                <a:latin typeface="Calibri"/>
                <a:cs typeface="Calibri"/>
              </a:rPr>
              <a:t>ones</a:t>
            </a:r>
            <a:endParaRPr sz="2000">
              <a:latin typeface="Calibri"/>
              <a:cs typeface="Calibri"/>
            </a:endParaRPr>
          </a:p>
          <a:p>
            <a:pPr marL="189230" marR="59690" indent="-177165">
              <a:lnSpc>
                <a:spcPct val="100000"/>
              </a:lnSpc>
              <a:spcBef>
                <a:spcPts val="1405"/>
              </a:spcBef>
              <a:buClr>
                <a:srgbClr val="1CACE4"/>
              </a:buClr>
              <a:buFont typeface="Arial MT"/>
              <a:buChar char="•"/>
              <a:tabLst>
                <a:tab pos="189865" algn="l"/>
              </a:tabLst>
            </a:pPr>
            <a:r>
              <a:rPr sz="2000" spc="-5" dirty="0">
                <a:solidFill>
                  <a:srgbClr val="3F3F3F"/>
                </a:solidFill>
                <a:latin typeface="Calibri"/>
                <a:cs typeface="Calibri"/>
              </a:rPr>
              <a:t>If</a:t>
            </a:r>
            <a:r>
              <a:rPr sz="2000" spc="-2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received</a:t>
            </a:r>
            <a:r>
              <a:rPr sz="2000" spc="20" dirty="0">
                <a:solidFill>
                  <a:srgbClr val="3F3F3F"/>
                </a:solidFill>
                <a:latin typeface="Calibri"/>
                <a:cs typeface="Calibri"/>
              </a:rPr>
              <a:t> </a:t>
            </a:r>
            <a:r>
              <a:rPr sz="2000" spc="-15" dirty="0">
                <a:solidFill>
                  <a:srgbClr val="3F3F3F"/>
                </a:solidFill>
                <a:latin typeface="Calibri"/>
                <a:cs typeface="Calibri"/>
              </a:rPr>
              <a:t>route</a:t>
            </a:r>
            <a:r>
              <a:rPr sz="2000" dirty="0">
                <a:solidFill>
                  <a:srgbClr val="3F3F3F"/>
                </a:solidFill>
                <a:latin typeface="Calibri"/>
                <a:cs typeface="Calibri"/>
              </a:rPr>
              <a:t> </a:t>
            </a:r>
            <a:r>
              <a:rPr sz="2000" spc="-5" dirty="0">
                <a:solidFill>
                  <a:srgbClr val="3F3F3F"/>
                </a:solidFill>
                <a:latin typeface="Calibri"/>
                <a:cs typeface="Calibri"/>
              </a:rPr>
              <a:t>does </a:t>
            </a:r>
            <a:r>
              <a:rPr sz="2000" dirty="0">
                <a:solidFill>
                  <a:srgbClr val="3F3F3F"/>
                </a:solidFill>
                <a:latin typeface="Calibri"/>
                <a:cs typeface="Calibri"/>
              </a:rPr>
              <a:t>not</a:t>
            </a:r>
            <a:r>
              <a:rPr sz="2000" spc="-10" dirty="0">
                <a:solidFill>
                  <a:srgbClr val="3F3F3F"/>
                </a:solidFill>
                <a:latin typeface="Calibri"/>
                <a:cs typeface="Calibri"/>
              </a:rPr>
              <a:t> </a:t>
            </a:r>
            <a:r>
              <a:rPr sz="2000" spc="-15" dirty="0">
                <a:solidFill>
                  <a:srgbClr val="3F3F3F"/>
                </a:solidFill>
                <a:latin typeface="Calibri"/>
                <a:cs typeface="Calibri"/>
              </a:rPr>
              <a:t>exist</a:t>
            </a:r>
            <a:r>
              <a:rPr sz="2000" spc="25" dirty="0">
                <a:solidFill>
                  <a:srgbClr val="3F3F3F"/>
                </a:solidFill>
                <a:latin typeface="Calibri"/>
                <a:cs typeface="Calibri"/>
              </a:rPr>
              <a:t> </a:t>
            </a:r>
            <a:r>
              <a:rPr sz="2000" spc="-5" dirty="0">
                <a:solidFill>
                  <a:srgbClr val="3F3F3F"/>
                </a:solidFill>
                <a:latin typeface="Calibri"/>
                <a:cs typeface="Calibri"/>
              </a:rPr>
              <a:t>in</a:t>
            </a:r>
            <a:r>
              <a:rPr sz="2000" spc="-1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5" dirty="0">
                <a:solidFill>
                  <a:srgbClr val="3F3F3F"/>
                </a:solidFill>
                <a:latin typeface="Calibri"/>
                <a:cs typeface="Calibri"/>
              </a:rPr>
              <a:t>old</a:t>
            </a:r>
            <a:r>
              <a:rPr sz="2000" spc="-10" dirty="0">
                <a:solidFill>
                  <a:srgbClr val="3F3F3F"/>
                </a:solidFill>
                <a:latin typeface="Calibri"/>
                <a:cs typeface="Calibri"/>
              </a:rPr>
              <a:t> forwarding</a:t>
            </a:r>
            <a:r>
              <a:rPr sz="2000" spc="-30" dirty="0">
                <a:solidFill>
                  <a:srgbClr val="3F3F3F"/>
                </a:solidFill>
                <a:latin typeface="Calibri"/>
                <a:cs typeface="Calibri"/>
              </a:rPr>
              <a:t> </a:t>
            </a:r>
            <a:r>
              <a:rPr sz="2000" spc="-5" dirty="0">
                <a:solidFill>
                  <a:srgbClr val="3F3F3F"/>
                </a:solidFill>
                <a:latin typeface="Calibri"/>
                <a:cs typeface="Calibri"/>
              </a:rPr>
              <a:t>table,</a:t>
            </a:r>
            <a:r>
              <a:rPr sz="2000" spc="5" dirty="0">
                <a:solidFill>
                  <a:srgbClr val="3F3F3F"/>
                </a:solidFill>
                <a:latin typeface="Calibri"/>
                <a:cs typeface="Calibri"/>
              </a:rPr>
              <a:t> </a:t>
            </a:r>
            <a:r>
              <a:rPr sz="2000" spc="-5" dirty="0">
                <a:solidFill>
                  <a:srgbClr val="3F3F3F"/>
                </a:solidFill>
                <a:latin typeface="Calibri"/>
                <a:cs typeface="Calibri"/>
              </a:rPr>
              <a:t>it</a:t>
            </a:r>
            <a:r>
              <a:rPr sz="2000" spc="10" dirty="0">
                <a:solidFill>
                  <a:srgbClr val="3F3F3F"/>
                </a:solidFill>
                <a:latin typeface="Calibri"/>
                <a:cs typeface="Calibri"/>
              </a:rPr>
              <a:t> </a:t>
            </a:r>
            <a:r>
              <a:rPr sz="2000" spc="-5" dirty="0">
                <a:solidFill>
                  <a:srgbClr val="3F3F3F"/>
                </a:solidFill>
                <a:latin typeface="Calibri"/>
                <a:cs typeface="Calibri"/>
              </a:rPr>
              <a:t>should</a:t>
            </a:r>
            <a:r>
              <a:rPr sz="2000" spc="-15" dirty="0">
                <a:solidFill>
                  <a:srgbClr val="3F3F3F"/>
                </a:solidFill>
                <a:latin typeface="Calibri"/>
                <a:cs typeface="Calibri"/>
              </a:rPr>
              <a:t> </a:t>
            </a:r>
            <a:r>
              <a:rPr sz="2000" dirty="0">
                <a:solidFill>
                  <a:srgbClr val="3F3F3F"/>
                </a:solidFill>
                <a:latin typeface="Calibri"/>
                <a:cs typeface="Calibri"/>
              </a:rPr>
              <a:t>be added </a:t>
            </a:r>
            <a:r>
              <a:rPr sz="2000" spc="-434" dirty="0">
                <a:solidFill>
                  <a:srgbClr val="3F3F3F"/>
                </a:solidFill>
                <a:latin typeface="Calibri"/>
                <a:cs typeface="Calibri"/>
              </a:rPr>
              <a:t> </a:t>
            </a:r>
            <a:r>
              <a:rPr sz="2000" spc="-15" dirty="0">
                <a:solidFill>
                  <a:srgbClr val="3F3F3F"/>
                </a:solidFill>
                <a:latin typeface="Calibri"/>
                <a:cs typeface="Calibri"/>
              </a:rPr>
              <a:t>to </a:t>
            </a:r>
            <a:r>
              <a:rPr sz="2000" dirty="0">
                <a:solidFill>
                  <a:srgbClr val="3F3F3F"/>
                </a:solidFill>
                <a:latin typeface="Calibri"/>
                <a:cs typeface="Calibri"/>
              </a:rPr>
              <a:t>the</a:t>
            </a:r>
            <a:r>
              <a:rPr sz="2000" spc="-10" dirty="0">
                <a:solidFill>
                  <a:srgbClr val="3F3F3F"/>
                </a:solidFill>
                <a:latin typeface="Calibri"/>
                <a:cs typeface="Calibri"/>
              </a:rPr>
              <a:t> </a:t>
            </a:r>
            <a:r>
              <a:rPr sz="2000" spc="-15" dirty="0">
                <a:solidFill>
                  <a:srgbClr val="3F3F3F"/>
                </a:solidFill>
                <a:latin typeface="Calibri"/>
                <a:cs typeface="Calibri"/>
              </a:rPr>
              <a:t>route.</a:t>
            </a:r>
            <a:endParaRPr sz="2000">
              <a:latin typeface="Calibri"/>
              <a:cs typeface="Calibri"/>
            </a:endParaRPr>
          </a:p>
          <a:p>
            <a:pPr marL="189230" marR="55880" indent="-177165">
              <a:lnSpc>
                <a:spcPct val="100000"/>
              </a:lnSpc>
              <a:spcBef>
                <a:spcPts val="1395"/>
              </a:spcBef>
              <a:buClr>
                <a:srgbClr val="1CACE4"/>
              </a:buClr>
              <a:buFont typeface="Arial MT"/>
              <a:buChar char="•"/>
              <a:tabLst>
                <a:tab pos="189865" algn="l"/>
              </a:tabLst>
            </a:pPr>
            <a:r>
              <a:rPr sz="2000" spc="-5" dirty="0">
                <a:solidFill>
                  <a:srgbClr val="3F3F3F"/>
                </a:solidFill>
                <a:latin typeface="Calibri"/>
                <a:cs typeface="Calibri"/>
              </a:rPr>
              <a:t>If</a:t>
            </a:r>
            <a:r>
              <a:rPr sz="2000" spc="-20"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dirty="0">
                <a:solidFill>
                  <a:srgbClr val="3F3F3F"/>
                </a:solidFill>
                <a:latin typeface="Calibri"/>
                <a:cs typeface="Calibri"/>
              </a:rPr>
              <a:t>than </a:t>
            </a:r>
            <a:r>
              <a:rPr sz="2000" spc="-10" dirty="0">
                <a:solidFill>
                  <a:srgbClr val="3F3F3F"/>
                </a:solidFill>
                <a:latin typeface="Calibri"/>
                <a:cs typeface="Calibri"/>
              </a:rPr>
              <a:t>cost</a:t>
            </a:r>
            <a:r>
              <a:rPr sz="2000" spc="-15" dirty="0">
                <a:solidFill>
                  <a:srgbClr val="3F3F3F"/>
                </a:solidFill>
                <a:latin typeface="Calibri"/>
                <a:cs typeface="Calibri"/>
              </a:rPr>
              <a:t> </a:t>
            </a:r>
            <a:r>
              <a:rPr sz="2000" spc="-5" dirty="0">
                <a:solidFill>
                  <a:srgbClr val="3F3F3F"/>
                </a:solidFill>
                <a:latin typeface="Calibri"/>
                <a:cs typeface="Calibri"/>
              </a:rPr>
              <a:t>of </a:t>
            </a:r>
            <a:r>
              <a:rPr sz="2000" dirty="0">
                <a:solidFill>
                  <a:srgbClr val="3F3F3F"/>
                </a:solidFill>
                <a:latin typeface="Calibri"/>
                <a:cs typeface="Calibri"/>
              </a:rPr>
              <a:t>the </a:t>
            </a:r>
            <a:r>
              <a:rPr sz="2000" spc="-10" dirty="0">
                <a:solidFill>
                  <a:srgbClr val="3F3F3F"/>
                </a:solidFill>
                <a:latin typeface="Calibri"/>
                <a:cs typeface="Calibri"/>
              </a:rPr>
              <a:t>received</a:t>
            </a:r>
            <a:r>
              <a:rPr sz="2000" spc="15" dirty="0">
                <a:solidFill>
                  <a:srgbClr val="3F3F3F"/>
                </a:solidFill>
                <a:latin typeface="Calibri"/>
                <a:cs typeface="Calibri"/>
              </a:rPr>
              <a:t> </a:t>
            </a:r>
            <a:r>
              <a:rPr sz="2000" spc="-15" dirty="0">
                <a:solidFill>
                  <a:srgbClr val="3F3F3F"/>
                </a:solidFill>
                <a:latin typeface="Calibri"/>
                <a:cs typeface="Calibri"/>
              </a:rPr>
              <a:t>route</a:t>
            </a:r>
            <a:r>
              <a:rPr sz="2000" dirty="0">
                <a:solidFill>
                  <a:srgbClr val="3F3F3F"/>
                </a:solidFill>
                <a:latin typeface="Calibri"/>
                <a:cs typeface="Calibri"/>
              </a:rPr>
              <a:t> </a:t>
            </a:r>
            <a:r>
              <a:rPr sz="2000" spc="-5" dirty="0">
                <a:solidFill>
                  <a:srgbClr val="3F3F3F"/>
                </a:solidFill>
                <a:latin typeface="Calibri"/>
                <a:cs typeface="Calibri"/>
              </a:rPr>
              <a:t>is</a:t>
            </a:r>
            <a:r>
              <a:rPr sz="2000" dirty="0">
                <a:solidFill>
                  <a:srgbClr val="3F3F3F"/>
                </a:solidFill>
                <a:latin typeface="Calibri"/>
                <a:cs typeface="Calibri"/>
              </a:rPr>
              <a:t> </a:t>
            </a:r>
            <a:r>
              <a:rPr sz="2000" spc="-10" dirty="0">
                <a:solidFill>
                  <a:srgbClr val="3F3F3F"/>
                </a:solidFill>
                <a:latin typeface="Calibri"/>
                <a:cs typeface="Calibri"/>
              </a:rPr>
              <a:t>lower</a:t>
            </a:r>
            <a:r>
              <a:rPr sz="2000" spc="2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cost</a:t>
            </a:r>
            <a:r>
              <a:rPr sz="2000" spc="-15"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old</a:t>
            </a:r>
            <a:r>
              <a:rPr sz="2000" spc="10" dirty="0">
                <a:solidFill>
                  <a:srgbClr val="3F3F3F"/>
                </a:solidFill>
                <a:latin typeface="Calibri"/>
                <a:cs typeface="Calibri"/>
              </a:rPr>
              <a:t> </a:t>
            </a:r>
            <a:r>
              <a:rPr sz="2000" spc="-5" dirty="0">
                <a:solidFill>
                  <a:srgbClr val="3F3F3F"/>
                </a:solidFill>
                <a:latin typeface="Calibri"/>
                <a:cs typeface="Calibri"/>
              </a:rPr>
              <a:t>one,</a:t>
            </a:r>
            <a:r>
              <a:rPr sz="2000" spc="-2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0" dirty="0">
                <a:solidFill>
                  <a:srgbClr val="3F3F3F"/>
                </a:solidFill>
                <a:latin typeface="Calibri"/>
                <a:cs typeface="Calibri"/>
              </a:rPr>
              <a:t>received </a:t>
            </a:r>
            <a:r>
              <a:rPr sz="2000" spc="-434" dirty="0">
                <a:solidFill>
                  <a:srgbClr val="3F3F3F"/>
                </a:solidFill>
                <a:latin typeface="Calibri"/>
                <a:cs typeface="Calibri"/>
              </a:rPr>
              <a:t> </a:t>
            </a:r>
            <a:r>
              <a:rPr sz="2000" spc="-15" dirty="0">
                <a:solidFill>
                  <a:srgbClr val="3F3F3F"/>
                </a:solidFill>
                <a:latin typeface="Calibri"/>
                <a:cs typeface="Calibri"/>
              </a:rPr>
              <a:t>route </a:t>
            </a:r>
            <a:r>
              <a:rPr sz="2000" spc="-5" dirty="0">
                <a:solidFill>
                  <a:srgbClr val="3F3F3F"/>
                </a:solidFill>
                <a:latin typeface="Calibri"/>
                <a:cs typeface="Calibri"/>
              </a:rPr>
              <a:t>should</a:t>
            </a:r>
            <a:r>
              <a:rPr sz="2000" spc="-10" dirty="0">
                <a:solidFill>
                  <a:srgbClr val="3F3F3F"/>
                </a:solidFill>
                <a:latin typeface="Calibri"/>
                <a:cs typeface="Calibri"/>
              </a:rPr>
              <a:t> </a:t>
            </a:r>
            <a:r>
              <a:rPr sz="2000" dirty="0">
                <a:solidFill>
                  <a:srgbClr val="3F3F3F"/>
                </a:solidFill>
                <a:latin typeface="Calibri"/>
                <a:cs typeface="Calibri"/>
              </a:rPr>
              <a:t>be</a:t>
            </a:r>
            <a:r>
              <a:rPr sz="2000" spc="-10" dirty="0">
                <a:solidFill>
                  <a:srgbClr val="3F3F3F"/>
                </a:solidFill>
                <a:latin typeface="Calibri"/>
                <a:cs typeface="Calibri"/>
              </a:rPr>
              <a:t> </a:t>
            </a:r>
            <a:r>
              <a:rPr sz="2000" spc="-5" dirty="0">
                <a:solidFill>
                  <a:srgbClr val="3F3F3F"/>
                </a:solidFill>
                <a:latin typeface="Calibri"/>
                <a:cs typeface="Calibri"/>
              </a:rPr>
              <a:t>selected</a:t>
            </a:r>
            <a:r>
              <a:rPr sz="2000" spc="15" dirty="0">
                <a:solidFill>
                  <a:srgbClr val="3F3F3F"/>
                </a:solidFill>
                <a:latin typeface="Calibri"/>
                <a:cs typeface="Calibri"/>
              </a:rPr>
              <a:t> </a:t>
            </a:r>
            <a:r>
              <a:rPr sz="2000" dirty="0">
                <a:solidFill>
                  <a:srgbClr val="3F3F3F"/>
                </a:solidFill>
                <a:latin typeface="Calibri"/>
                <a:cs typeface="Calibri"/>
              </a:rPr>
              <a:t>as</a:t>
            </a:r>
            <a:r>
              <a:rPr sz="2000" spc="1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new</a:t>
            </a:r>
            <a:r>
              <a:rPr sz="2000" spc="15" dirty="0">
                <a:solidFill>
                  <a:srgbClr val="3F3F3F"/>
                </a:solidFill>
                <a:latin typeface="Calibri"/>
                <a:cs typeface="Calibri"/>
              </a:rPr>
              <a:t> </a:t>
            </a:r>
            <a:r>
              <a:rPr sz="2000" spc="-5" dirty="0">
                <a:solidFill>
                  <a:srgbClr val="3F3F3F"/>
                </a:solidFill>
                <a:latin typeface="Calibri"/>
                <a:cs typeface="Calibri"/>
              </a:rPr>
              <a:t>one.</a:t>
            </a:r>
            <a:endParaRPr sz="2000">
              <a:latin typeface="Calibri"/>
              <a:cs typeface="Calibri"/>
            </a:endParaRPr>
          </a:p>
          <a:p>
            <a:pPr marL="189230" marR="215900" indent="-177165">
              <a:lnSpc>
                <a:spcPct val="100000"/>
              </a:lnSpc>
              <a:spcBef>
                <a:spcPts val="1400"/>
              </a:spcBef>
              <a:buClr>
                <a:srgbClr val="1CACE4"/>
              </a:buClr>
              <a:buFont typeface="Arial MT"/>
              <a:buChar char="•"/>
              <a:tabLst>
                <a:tab pos="189865" algn="l"/>
              </a:tabLst>
            </a:pPr>
            <a:r>
              <a:rPr sz="2000" spc="-5" dirty="0">
                <a:solidFill>
                  <a:srgbClr val="3F3F3F"/>
                </a:solidFill>
                <a:latin typeface="Calibri"/>
                <a:cs typeface="Calibri"/>
              </a:rPr>
              <a:t>If</a:t>
            </a:r>
            <a:r>
              <a:rPr sz="2000" spc="-2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cost</a:t>
            </a:r>
            <a:r>
              <a:rPr sz="2000" spc="-15"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received</a:t>
            </a:r>
            <a:r>
              <a:rPr sz="2000" spc="15" dirty="0">
                <a:solidFill>
                  <a:srgbClr val="3F3F3F"/>
                </a:solidFill>
                <a:latin typeface="Calibri"/>
                <a:cs typeface="Calibri"/>
              </a:rPr>
              <a:t> </a:t>
            </a:r>
            <a:r>
              <a:rPr sz="2000" spc="-15" dirty="0">
                <a:solidFill>
                  <a:srgbClr val="3F3F3F"/>
                </a:solidFill>
                <a:latin typeface="Calibri"/>
                <a:cs typeface="Calibri"/>
              </a:rPr>
              <a:t>route</a:t>
            </a:r>
            <a:r>
              <a:rPr sz="2000" dirty="0">
                <a:solidFill>
                  <a:srgbClr val="3F3F3F"/>
                </a:solidFill>
                <a:latin typeface="Calibri"/>
                <a:cs typeface="Calibri"/>
              </a:rPr>
              <a:t> </a:t>
            </a:r>
            <a:r>
              <a:rPr sz="2000" spc="-5" dirty="0">
                <a:solidFill>
                  <a:srgbClr val="3F3F3F"/>
                </a:solidFill>
                <a:latin typeface="Calibri"/>
                <a:cs typeface="Calibri"/>
              </a:rPr>
              <a:t>is</a:t>
            </a:r>
            <a:r>
              <a:rPr sz="2000" dirty="0">
                <a:solidFill>
                  <a:srgbClr val="3F3F3F"/>
                </a:solidFill>
                <a:latin typeface="Calibri"/>
                <a:cs typeface="Calibri"/>
              </a:rPr>
              <a:t> higher</a:t>
            </a:r>
            <a:r>
              <a:rPr sz="2000" spc="-15" dirty="0">
                <a:solidFill>
                  <a:srgbClr val="3F3F3F"/>
                </a:solidFill>
                <a:latin typeface="Calibri"/>
                <a:cs typeface="Calibri"/>
              </a:rPr>
              <a:t> </a:t>
            </a:r>
            <a:r>
              <a:rPr sz="2000" dirty="0">
                <a:solidFill>
                  <a:srgbClr val="3F3F3F"/>
                </a:solidFill>
                <a:latin typeface="Calibri"/>
                <a:cs typeface="Calibri"/>
              </a:rPr>
              <a:t>than</a:t>
            </a:r>
            <a:r>
              <a:rPr sz="2000" spc="-10" dirty="0">
                <a:solidFill>
                  <a:srgbClr val="3F3F3F"/>
                </a:solidFill>
                <a:latin typeface="Calibri"/>
                <a:cs typeface="Calibri"/>
              </a:rPr>
              <a:t> </a:t>
            </a:r>
            <a:r>
              <a:rPr sz="2000" dirty="0">
                <a:solidFill>
                  <a:srgbClr val="3F3F3F"/>
                </a:solidFill>
                <a:latin typeface="Calibri"/>
                <a:cs typeface="Calibri"/>
              </a:rPr>
              <a:t>the </a:t>
            </a:r>
            <a:r>
              <a:rPr sz="2000" spc="-10" dirty="0">
                <a:solidFill>
                  <a:srgbClr val="3F3F3F"/>
                </a:solidFill>
                <a:latin typeface="Calibri"/>
                <a:cs typeface="Calibri"/>
              </a:rPr>
              <a:t>cost</a:t>
            </a:r>
            <a:r>
              <a:rPr sz="2000" spc="-15"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dirty="0">
                <a:solidFill>
                  <a:srgbClr val="3F3F3F"/>
                </a:solidFill>
                <a:latin typeface="Calibri"/>
                <a:cs typeface="Calibri"/>
              </a:rPr>
              <a:t>the </a:t>
            </a:r>
            <a:r>
              <a:rPr sz="2000" spc="-5" dirty="0">
                <a:solidFill>
                  <a:srgbClr val="3F3F3F"/>
                </a:solidFill>
                <a:latin typeface="Calibri"/>
                <a:cs typeface="Calibri"/>
              </a:rPr>
              <a:t>old</a:t>
            </a:r>
            <a:r>
              <a:rPr sz="2000" spc="50" dirty="0">
                <a:solidFill>
                  <a:srgbClr val="3F3F3F"/>
                </a:solidFill>
                <a:latin typeface="Calibri"/>
                <a:cs typeface="Calibri"/>
              </a:rPr>
              <a:t> </a:t>
            </a:r>
            <a:r>
              <a:rPr sz="2000" spc="-5" dirty="0">
                <a:solidFill>
                  <a:srgbClr val="3F3F3F"/>
                </a:solidFill>
                <a:latin typeface="Calibri"/>
                <a:cs typeface="Calibri"/>
              </a:rPr>
              <a:t>one,</a:t>
            </a:r>
            <a:r>
              <a:rPr sz="2000" spc="-20" dirty="0">
                <a:solidFill>
                  <a:srgbClr val="3F3F3F"/>
                </a:solidFill>
                <a:latin typeface="Calibri"/>
                <a:cs typeface="Calibri"/>
              </a:rPr>
              <a:t> </a:t>
            </a:r>
            <a:r>
              <a:rPr sz="2000" dirty="0">
                <a:solidFill>
                  <a:srgbClr val="3F3F3F"/>
                </a:solidFill>
                <a:latin typeface="Calibri"/>
                <a:cs typeface="Calibri"/>
              </a:rPr>
              <a:t>but the </a:t>
            </a:r>
            <a:r>
              <a:rPr sz="2000" spc="5" dirty="0">
                <a:solidFill>
                  <a:srgbClr val="3F3F3F"/>
                </a:solidFill>
                <a:latin typeface="Calibri"/>
                <a:cs typeface="Calibri"/>
              </a:rPr>
              <a:t> </a:t>
            </a:r>
            <a:r>
              <a:rPr sz="2000" spc="-10" dirty="0">
                <a:solidFill>
                  <a:srgbClr val="3F3F3F"/>
                </a:solidFill>
                <a:latin typeface="Calibri"/>
                <a:cs typeface="Calibri"/>
              </a:rPr>
              <a:t>value </a:t>
            </a:r>
            <a:r>
              <a:rPr sz="2000" spc="-5" dirty="0">
                <a:solidFill>
                  <a:srgbClr val="3F3F3F"/>
                </a:solidFill>
                <a:latin typeface="Calibri"/>
                <a:cs typeface="Calibri"/>
              </a:rPr>
              <a:t>of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next</a:t>
            </a:r>
            <a:r>
              <a:rPr sz="2000" spc="15" dirty="0">
                <a:solidFill>
                  <a:srgbClr val="3F3F3F"/>
                </a:solidFill>
                <a:latin typeface="Calibri"/>
                <a:cs typeface="Calibri"/>
              </a:rPr>
              <a:t> </a:t>
            </a:r>
            <a:r>
              <a:rPr sz="2000" spc="-15" dirty="0">
                <a:solidFill>
                  <a:srgbClr val="3F3F3F"/>
                </a:solidFill>
                <a:latin typeface="Calibri"/>
                <a:cs typeface="Calibri"/>
              </a:rPr>
              <a:t>router</a:t>
            </a:r>
            <a:r>
              <a:rPr sz="200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dirty="0">
                <a:solidFill>
                  <a:srgbClr val="3F3F3F"/>
                </a:solidFill>
                <a:latin typeface="Calibri"/>
                <a:cs typeface="Calibri"/>
              </a:rPr>
              <a:t>the</a:t>
            </a:r>
            <a:r>
              <a:rPr sz="2000" spc="-5" dirty="0">
                <a:solidFill>
                  <a:srgbClr val="3F3F3F"/>
                </a:solidFill>
                <a:latin typeface="Calibri"/>
                <a:cs typeface="Calibri"/>
              </a:rPr>
              <a:t> same</a:t>
            </a:r>
            <a:r>
              <a:rPr sz="2000" spc="15" dirty="0">
                <a:solidFill>
                  <a:srgbClr val="3F3F3F"/>
                </a:solidFill>
                <a:latin typeface="Calibri"/>
                <a:cs typeface="Calibri"/>
              </a:rPr>
              <a:t> </a:t>
            </a:r>
            <a:r>
              <a:rPr sz="2000" spc="-5" dirty="0">
                <a:solidFill>
                  <a:srgbClr val="3F3F3F"/>
                </a:solidFill>
                <a:latin typeface="Calibri"/>
                <a:cs typeface="Calibri"/>
              </a:rPr>
              <a:t>in</a:t>
            </a:r>
            <a:r>
              <a:rPr sz="2000" spc="5" dirty="0">
                <a:solidFill>
                  <a:srgbClr val="3F3F3F"/>
                </a:solidFill>
                <a:latin typeface="Calibri"/>
                <a:cs typeface="Calibri"/>
              </a:rPr>
              <a:t> </a:t>
            </a:r>
            <a:r>
              <a:rPr sz="2000" spc="-5" dirty="0">
                <a:solidFill>
                  <a:srgbClr val="3F3F3F"/>
                </a:solidFill>
                <a:latin typeface="Calibri"/>
                <a:cs typeface="Calibri"/>
              </a:rPr>
              <a:t>both</a:t>
            </a:r>
            <a:r>
              <a:rPr sz="2000" spc="-15" dirty="0">
                <a:solidFill>
                  <a:srgbClr val="3F3F3F"/>
                </a:solidFill>
                <a:latin typeface="Calibri"/>
                <a:cs typeface="Calibri"/>
              </a:rPr>
              <a:t> </a:t>
            </a:r>
            <a:r>
              <a:rPr sz="2000" spc="-10" dirty="0">
                <a:solidFill>
                  <a:srgbClr val="3F3F3F"/>
                </a:solidFill>
                <a:latin typeface="Calibri"/>
                <a:cs typeface="Calibri"/>
              </a:rPr>
              <a:t>routes,</a:t>
            </a:r>
            <a:r>
              <a:rPr sz="2000" spc="5" dirty="0">
                <a:solidFill>
                  <a:srgbClr val="3F3F3F"/>
                </a:solidFill>
                <a:latin typeface="Calibri"/>
                <a:cs typeface="Calibri"/>
              </a:rPr>
              <a:t> </a:t>
            </a:r>
            <a:r>
              <a:rPr sz="2000" dirty="0">
                <a:solidFill>
                  <a:srgbClr val="3F3F3F"/>
                </a:solidFill>
                <a:latin typeface="Calibri"/>
                <a:cs typeface="Calibri"/>
              </a:rPr>
              <a:t>the</a:t>
            </a:r>
            <a:r>
              <a:rPr sz="2000" spc="45" dirty="0">
                <a:solidFill>
                  <a:srgbClr val="3F3F3F"/>
                </a:solidFill>
                <a:latin typeface="Calibri"/>
                <a:cs typeface="Calibri"/>
              </a:rPr>
              <a:t> </a:t>
            </a:r>
            <a:r>
              <a:rPr sz="2000" spc="-10" dirty="0">
                <a:solidFill>
                  <a:srgbClr val="3F3F3F"/>
                </a:solidFill>
                <a:latin typeface="Calibri"/>
                <a:cs typeface="Calibri"/>
              </a:rPr>
              <a:t>received</a:t>
            </a:r>
            <a:r>
              <a:rPr sz="2000" spc="20" dirty="0">
                <a:solidFill>
                  <a:srgbClr val="3F3F3F"/>
                </a:solidFill>
                <a:latin typeface="Calibri"/>
                <a:cs typeface="Calibri"/>
              </a:rPr>
              <a:t> </a:t>
            </a:r>
            <a:r>
              <a:rPr sz="2000" spc="-15" dirty="0">
                <a:solidFill>
                  <a:srgbClr val="3F3F3F"/>
                </a:solidFill>
                <a:latin typeface="Calibri"/>
                <a:cs typeface="Calibri"/>
              </a:rPr>
              <a:t>route</a:t>
            </a:r>
            <a:r>
              <a:rPr sz="2000" spc="15" dirty="0">
                <a:solidFill>
                  <a:srgbClr val="3F3F3F"/>
                </a:solidFill>
                <a:latin typeface="Calibri"/>
                <a:cs typeface="Calibri"/>
              </a:rPr>
              <a:t> </a:t>
            </a:r>
            <a:r>
              <a:rPr sz="2000" spc="-5" dirty="0">
                <a:solidFill>
                  <a:srgbClr val="3F3F3F"/>
                </a:solidFill>
                <a:latin typeface="Calibri"/>
                <a:cs typeface="Calibri"/>
              </a:rPr>
              <a:t>should</a:t>
            </a:r>
            <a:r>
              <a:rPr sz="2000" spc="-15" dirty="0">
                <a:solidFill>
                  <a:srgbClr val="3F3F3F"/>
                </a:solidFill>
                <a:latin typeface="Calibri"/>
                <a:cs typeface="Calibri"/>
              </a:rPr>
              <a:t> </a:t>
            </a:r>
            <a:r>
              <a:rPr sz="2000" dirty="0">
                <a:solidFill>
                  <a:srgbClr val="3F3F3F"/>
                </a:solidFill>
                <a:latin typeface="Calibri"/>
                <a:cs typeface="Calibri"/>
              </a:rPr>
              <a:t>be </a:t>
            </a:r>
            <a:r>
              <a:rPr sz="2000" spc="-440" dirty="0">
                <a:solidFill>
                  <a:srgbClr val="3F3F3F"/>
                </a:solidFill>
                <a:latin typeface="Calibri"/>
                <a:cs typeface="Calibri"/>
              </a:rPr>
              <a:t> </a:t>
            </a:r>
            <a:r>
              <a:rPr sz="2000" spc="-5" dirty="0">
                <a:solidFill>
                  <a:srgbClr val="3F3F3F"/>
                </a:solidFill>
                <a:latin typeface="Calibri"/>
                <a:cs typeface="Calibri"/>
              </a:rPr>
              <a:t>selected </a:t>
            </a:r>
            <a:r>
              <a:rPr sz="2000" dirty="0">
                <a:solidFill>
                  <a:srgbClr val="3F3F3F"/>
                </a:solidFill>
                <a:latin typeface="Calibri"/>
                <a:cs typeface="Calibri"/>
              </a:rPr>
              <a:t>as</a:t>
            </a:r>
            <a:r>
              <a:rPr sz="2000" spc="1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new one.</a:t>
            </a:r>
            <a:endParaRPr sz="2000">
              <a:latin typeface="Calibri"/>
              <a:cs typeface="Calibri"/>
            </a:endParaRPr>
          </a:p>
          <a:p>
            <a:pPr marL="419100" marR="198755" lvl="1" indent="-182880">
              <a:lnSpc>
                <a:spcPct val="100000"/>
              </a:lnSpc>
              <a:spcBef>
                <a:spcPts val="420"/>
              </a:spcBef>
              <a:buClr>
                <a:srgbClr val="1CACE4"/>
              </a:buClr>
              <a:buChar char="◦"/>
              <a:tabLst>
                <a:tab pos="419734" algn="l"/>
              </a:tabLst>
            </a:pPr>
            <a:r>
              <a:rPr sz="1800" spc="-5" dirty="0">
                <a:solidFill>
                  <a:srgbClr val="3F3F3F"/>
                </a:solidFill>
                <a:latin typeface="Calibri"/>
                <a:cs typeface="Calibri"/>
              </a:rPr>
              <a:t>the</a:t>
            </a:r>
            <a:r>
              <a:rPr sz="1800" dirty="0">
                <a:solidFill>
                  <a:srgbClr val="3F3F3F"/>
                </a:solidFill>
                <a:latin typeface="Calibri"/>
                <a:cs typeface="Calibri"/>
              </a:rPr>
              <a:t> </a:t>
            </a:r>
            <a:r>
              <a:rPr sz="1800" spc="-15" dirty="0">
                <a:solidFill>
                  <a:srgbClr val="3F3F3F"/>
                </a:solidFill>
                <a:latin typeface="Calibri"/>
                <a:cs typeface="Calibri"/>
              </a:rPr>
              <a:t>route</a:t>
            </a:r>
            <a:r>
              <a:rPr sz="1800" spc="10" dirty="0">
                <a:solidFill>
                  <a:srgbClr val="3F3F3F"/>
                </a:solidFill>
                <a:latin typeface="Calibri"/>
                <a:cs typeface="Calibri"/>
              </a:rPr>
              <a:t> </a:t>
            </a:r>
            <a:r>
              <a:rPr sz="1800" spc="-10" dirty="0">
                <a:solidFill>
                  <a:srgbClr val="3F3F3F"/>
                </a:solidFill>
                <a:latin typeface="Calibri"/>
                <a:cs typeface="Calibri"/>
              </a:rPr>
              <a:t>was</a:t>
            </a:r>
            <a:r>
              <a:rPr sz="1800" spc="5" dirty="0">
                <a:solidFill>
                  <a:srgbClr val="3F3F3F"/>
                </a:solidFill>
                <a:latin typeface="Calibri"/>
                <a:cs typeface="Calibri"/>
              </a:rPr>
              <a:t> </a:t>
            </a:r>
            <a:r>
              <a:rPr sz="1800" spc="-5" dirty="0">
                <a:solidFill>
                  <a:srgbClr val="3F3F3F"/>
                </a:solidFill>
                <a:latin typeface="Calibri"/>
                <a:cs typeface="Calibri"/>
              </a:rPr>
              <a:t>actually</a:t>
            </a:r>
            <a:r>
              <a:rPr sz="1800" spc="20" dirty="0">
                <a:solidFill>
                  <a:srgbClr val="3F3F3F"/>
                </a:solidFill>
                <a:latin typeface="Calibri"/>
                <a:cs typeface="Calibri"/>
              </a:rPr>
              <a:t> </a:t>
            </a:r>
            <a:r>
              <a:rPr sz="1800" spc="-5" dirty="0">
                <a:solidFill>
                  <a:srgbClr val="3F3F3F"/>
                </a:solidFill>
                <a:latin typeface="Calibri"/>
                <a:cs typeface="Calibri"/>
              </a:rPr>
              <a:t>advertised</a:t>
            </a:r>
            <a:r>
              <a:rPr sz="1800" spc="-10" dirty="0">
                <a:solidFill>
                  <a:srgbClr val="3F3F3F"/>
                </a:solidFill>
                <a:latin typeface="Calibri"/>
                <a:cs typeface="Calibri"/>
              </a:rPr>
              <a:t> </a:t>
            </a:r>
            <a:r>
              <a:rPr sz="1800" spc="-5" dirty="0">
                <a:solidFill>
                  <a:srgbClr val="3F3F3F"/>
                </a:solidFill>
                <a:latin typeface="Calibri"/>
                <a:cs typeface="Calibri"/>
              </a:rPr>
              <a:t>by</a:t>
            </a:r>
            <a:r>
              <a:rPr sz="1800" spc="15"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same</a:t>
            </a:r>
            <a:r>
              <a:rPr sz="1800" spc="5" dirty="0">
                <a:solidFill>
                  <a:srgbClr val="3F3F3F"/>
                </a:solidFill>
                <a:latin typeface="Calibri"/>
                <a:cs typeface="Calibri"/>
              </a:rPr>
              <a:t> </a:t>
            </a:r>
            <a:r>
              <a:rPr sz="1800" spc="-15" dirty="0">
                <a:solidFill>
                  <a:srgbClr val="3F3F3F"/>
                </a:solidFill>
                <a:latin typeface="Calibri"/>
                <a:cs typeface="Calibri"/>
              </a:rPr>
              <a:t>router</a:t>
            </a:r>
            <a:r>
              <a:rPr sz="1800" spc="5" dirty="0">
                <a:solidFill>
                  <a:srgbClr val="3F3F3F"/>
                </a:solidFill>
                <a:latin typeface="Calibri"/>
                <a:cs typeface="Calibri"/>
              </a:rPr>
              <a:t> </a:t>
            </a:r>
            <a:r>
              <a:rPr sz="1800" spc="-5" dirty="0">
                <a:solidFill>
                  <a:srgbClr val="3F3F3F"/>
                </a:solidFill>
                <a:latin typeface="Calibri"/>
                <a:cs typeface="Calibri"/>
              </a:rPr>
              <a:t>in</a:t>
            </a:r>
            <a:r>
              <a:rPr sz="1800" spc="10" dirty="0">
                <a:solidFill>
                  <a:srgbClr val="3F3F3F"/>
                </a:solidFill>
                <a:latin typeface="Calibri"/>
                <a:cs typeface="Calibri"/>
              </a:rPr>
              <a:t> </a:t>
            </a:r>
            <a:r>
              <a:rPr sz="1800" spc="-5" dirty="0">
                <a:solidFill>
                  <a:srgbClr val="3F3F3F"/>
                </a:solidFill>
                <a:latin typeface="Calibri"/>
                <a:cs typeface="Calibri"/>
              </a:rPr>
              <a:t>the</a:t>
            </a:r>
            <a:r>
              <a:rPr sz="1800" spc="5" dirty="0">
                <a:solidFill>
                  <a:srgbClr val="3F3F3F"/>
                </a:solidFill>
                <a:latin typeface="Calibri"/>
                <a:cs typeface="Calibri"/>
              </a:rPr>
              <a:t> </a:t>
            </a:r>
            <a:r>
              <a:rPr sz="1800" spc="-5" dirty="0">
                <a:solidFill>
                  <a:srgbClr val="3F3F3F"/>
                </a:solidFill>
                <a:latin typeface="Calibri"/>
                <a:cs typeface="Calibri"/>
              </a:rPr>
              <a:t>past,</a:t>
            </a:r>
            <a:r>
              <a:rPr sz="1800" spc="5" dirty="0">
                <a:solidFill>
                  <a:srgbClr val="3F3F3F"/>
                </a:solidFill>
                <a:latin typeface="Calibri"/>
                <a:cs typeface="Calibri"/>
              </a:rPr>
              <a:t> </a:t>
            </a:r>
            <a:r>
              <a:rPr sz="1800" dirty="0">
                <a:solidFill>
                  <a:srgbClr val="3F3F3F"/>
                </a:solidFill>
                <a:latin typeface="Calibri"/>
                <a:cs typeface="Calibri"/>
              </a:rPr>
              <a:t>but</a:t>
            </a:r>
            <a:r>
              <a:rPr sz="1800" spc="45" dirty="0">
                <a:solidFill>
                  <a:srgbClr val="3F3F3F"/>
                </a:solidFill>
                <a:latin typeface="Calibri"/>
                <a:cs typeface="Calibri"/>
              </a:rPr>
              <a:t> </a:t>
            </a:r>
            <a:r>
              <a:rPr sz="1800" spc="-5" dirty="0">
                <a:solidFill>
                  <a:srgbClr val="3F3F3F"/>
                </a:solidFill>
                <a:latin typeface="Calibri"/>
                <a:cs typeface="Calibri"/>
              </a:rPr>
              <a:t>now</a:t>
            </a:r>
            <a:r>
              <a:rPr sz="1800" spc="15" dirty="0">
                <a:solidFill>
                  <a:srgbClr val="3F3F3F"/>
                </a:solidFill>
                <a:latin typeface="Calibri"/>
                <a:cs typeface="Calibri"/>
              </a:rPr>
              <a:t> </a:t>
            </a:r>
            <a:r>
              <a:rPr sz="1800" spc="-5" dirty="0">
                <a:solidFill>
                  <a:srgbClr val="3F3F3F"/>
                </a:solidFill>
                <a:latin typeface="Calibri"/>
                <a:cs typeface="Calibri"/>
              </a:rPr>
              <a:t>the</a:t>
            </a:r>
            <a:r>
              <a:rPr sz="1800" spc="10" dirty="0">
                <a:solidFill>
                  <a:srgbClr val="3F3F3F"/>
                </a:solidFill>
                <a:latin typeface="Calibri"/>
                <a:cs typeface="Calibri"/>
              </a:rPr>
              <a:t> </a:t>
            </a:r>
            <a:r>
              <a:rPr sz="1800" spc="-5" dirty="0">
                <a:solidFill>
                  <a:srgbClr val="3F3F3F"/>
                </a:solidFill>
                <a:latin typeface="Calibri"/>
                <a:cs typeface="Calibri"/>
              </a:rPr>
              <a:t>situation </a:t>
            </a:r>
            <a:r>
              <a:rPr sz="1800" spc="-390" dirty="0">
                <a:solidFill>
                  <a:srgbClr val="3F3F3F"/>
                </a:solidFill>
                <a:latin typeface="Calibri"/>
                <a:cs typeface="Calibri"/>
              </a:rPr>
              <a:t> </a:t>
            </a:r>
            <a:r>
              <a:rPr sz="1800" dirty="0">
                <a:solidFill>
                  <a:srgbClr val="3F3F3F"/>
                </a:solidFill>
                <a:latin typeface="Calibri"/>
                <a:cs typeface="Calibri"/>
              </a:rPr>
              <a:t>has</a:t>
            </a:r>
            <a:r>
              <a:rPr sz="1800" spc="-15" dirty="0">
                <a:solidFill>
                  <a:srgbClr val="3F3F3F"/>
                </a:solidFill>
                <a:latin typeface="Calibri"/>
                <a:cs typeface="Calibri"/>
              </a:rPr>
              <a:t> </a:t>
            </a:r>
            <a:r>
              <a:rPr sz="1800" dirty="0">
                <a:solidFill>
                  <a:srgbClr val="3F3F3F"/>
                </a:solidFill>
                <a:latin typeface="Calibri"/>
                <a:cs typeface="Calibri"/>
              </a:rPr>
              <a:t>been</a:t>
            </a:r>
            <a:r>
              <a:rPr sz="1800" spc="10" dirty="0">
                <a:solidFill>
                  <a:srgbClr val="3F3F3F"/>
                </a:solidFill>
                <a:latin typeface="Calibri"/>
                <a:cs typeface="Calibri"/>
              </a:rPr>
              <a:t> </a:t>
            </a:r>
            <a:r>
              <a:rPr sz="1800" spc="-5" dirty="0">
                <a:solidFill>
                  <a:srgbClr val="3F3F3F"/>
                </a:solidFill>
                <a:latin typeface="Calibri"/>
                <a:cs typeface="Calibri"/>
              </a:rPr>
              <a:t>changed</a:t>
            </a:r>
            <a:endParaRPr sz="1800">
              <a:latin typeface="Calibri"/>
              <a:cs typeface="Calibri"/>
            </a:endParaRPr>
          </a:p>
          <a:p>
            <a:pPr marL="640080" marR="328295" lvl="2" indent="-182880">
              <a:lnSpc>
                <a:spcPct val="100000"/>
              </a:lnSpc>
              <a:spcBef>
                <a:spcPts val="600"/>
              </a:spcBef>
              <a:buClr>
                <a:srgbClr val="1CACE4"/>
              </a:buClr>
              <a:buChar char="◦"/>
              <a:tabLst>
                <a:tab pos="640715" algn="l"/>
              </a:tabLst>
            </a:pPr>
            <a:r>
              <a:rPr sz="1800" spc="-10" dirty="0">
                <a:solidFill>
                  <a:srgbClr val="3F3F3F"/>
                </a:solidFill>
                <a:latin typeface="Calibri"/>
                <a:cs typeface="Calibri"/>
              </a:rPr>
              <a:t>For</a:t>
            </a:r>
            <a:r>
              <a:rPr sz="1800" spc="-15" dirty="0">
                <a:solidFill>
                  <a:srgbClr val="3F3F3F"/>
                </a:solidFill>
                <a:latin typeface="Calibri"/>
                <a:cs typeface="Calibri"/>
              </a:rPr>
              <a:t> </a:t>
            </a:r>
            <a:r>
              <a:rPr sz="1800" spc="-10" dirty="0">
                <a:solidFill>
                  <a:srgbClr val="3F3F3F"/>
                </a:solidFill>
                <a:latin typeface="Calibri"/>
                <a:cs typeface="Calibri"/>
              </a:rPr>
              <a:t>example,</a:t>
            </a:r>
            <a:r>
              <a:rPr sz="1800" spc="15" dirty="0">
                <a:solidFill>
                  <a:srgbClr val="3F3F3F"/>
                </a:solidFill>
                <a:latin typeface="Calibri"/>
                <a:cs typeface="Calibri"/>
              </a:rPr>
              <a:t> </a:t>
            </a:r>
            <a:r>
              <a:rPr sz="1800" spc="-5" dirty="0">
                <a:solidFill>
                  <a:srgbClr val="3F3F3F"/>
                </a:solidFill>
                <a:latin typeface="Calibri"/>
                <a:cs typeface="Calibri"/>
              </a:rPr>
              <a:t>suppose</a:t>
            </a:r>
            <a:r>
              <a:rPr sz="1800" spc="10" dirty="0">
                <a:solidFill>
                  <a:srgbClr val="3F3F3F"/>
                </a:solidFill>
                <a:latin typeface="Calibri"/>
                <a:cs typeface="Calibri"/>
              </a:rPr>
              <a:t> </a:t>
            </a:r>
            <a:r>
              <a:rPr sz="1800" dirty="0">
                <a:solidFill>
                  <a:srgbClr val="3F3F3F"/>
                </a:solidFill>
                <a:latin typeface="Calibri"/>
                <a:cs typeface="Calibri"/>
              </a:rPr>
              <a:t>a </a:t>
            </a:r>
            <a:r>
              <a:rPr sz="1800" spc="-5" dirty="0">
                <a:solidFill>
                  <a:srgbClr val="3F3F3F"/>
                </a:solidFill>
                <a:latin typeface="Calibri"/>
                <a:cs typeface="Calibri"/>
              </a:rPr>
              <a:t>neighbor</a:t>
            </a:r>
            <a:r>
              <a:rPr sz="1800" spc="35" dirty="0">
                <a:solidFill>
                  <a:srgbClr val="3F3F3F"/>
                </a:solidFill>
                <a:latin typeface="Calibri"/>
                <a:cs typeface="Calibri"/>
              </a:rPr>
              <a:t> </a:t>
            </a:r>
            <a:r>
              <a:rPr sz="1800" dirty="0">
                <a:solidFill>
                  <a:srgbClr val="3F3F3F"/>
                </a:solidFill>
                <a:latin typeface="Calibri"/>
                <a:cs typeface="Calibri"/>
              </a:rPr>
              <a:t>has</a:t>
            </a:r>
            <a:r>
              <a:rPr sz="1800" spc="10" dirty="0">
                <a:solidFill>
                  <a:srgbClr val="3F3F3F"/>
                </a:solidFill>
                <a:latin typeface="Calibri"/>
                <a:cs typeface="Calibri"/>
              </a:rPr>
              <a:t> </a:t>
            </a:r>
            <a:r>
              <a:rPr sz="1800" spc="-10" dirty="0">
                <a:solidFill>
                  <a:srgbClr val="3F3F3F"/>
                </a:solidFill>
                <a:latin typeface="Calibri"/>
                <a:cs typeface="Calibri"/>
              </a:rPr>
              <a:t>previously</a:t>
            </a:r>
            <a:r>
              <a:rPr sz="1800" spc="30" dirty="0">
                <a:solidFill>
                  <a:srgbClr val="3F3F3F"/>
                </a:solidFill>
                <a:latin typeface="Calibri"/>
                <a:cs typeface="Calibri"/>
              </a:rPr>
              <a:t> </a:t>
            </a:r>
            <a:r>
              <a:rPr sz="1800" spc="-5" dirty="0">
                <a:solidFill>
                  <a:srgbClr val="3F3F3F"/>
                </a:solidFill>
                <a:latin typeface="Calibri"/>
                <a:cs typeface="Calibri"/>
              </a:rPr>
              <a:t>advertised</a:t>
            </a:r>
            <a:r>
              <a:rPr sz="1800" dirty="0">
                <a:solidFill>
                  <a:srgbClr val="3F3F3F"/>
                </a:solidFill>
                <a:latin typeface="Calibri"/>
                <a:cs typeface="Calibri"/>
              </a:rPr>
              <a:t> a</a:t>
            </a:r>
            <a:r>
              <a:rPr sz="1800" spc="15" dirty="0">
                <a:solidFill>
                  <a:srgbClr val="3F3F3F"/>
                </a:solidFill>
                <a:latin typeface="Calibri"/>
                <a:cs typeface="Calibri"/>
              </a:rPr>
              <a:t> </a:t>
            </a:r>
            <a:r>
              <a:rPr sz="1800" spc="-15" dirty="0">
                <a:solidFill>
                  <a:srgbClr val="3F3F3F"/>
                </a:solidFill>
                <a:latin typeface="Calibri"/>
                <a:cs typeface="Calibri"/>
              </a:rPr>
              <a:t>route</a:t>
            </a:r>
            <a:r>
              <a:rPr sz="1800" spc="10" dirty="0">
                <a:solidFill>
                  <a:srgbClr val="3F3F3F"/>
                </a:solidFill>
                <a:latin typeface="Calibri"/>
                <a:cs typeface="Calibri"/>
              </a:rPr>
              <a:t> </a:t>
            </a:r>
            <a:r>
              <a:rPr sz="1800" spc="-10" dirty="0">
                <a:solidFill>
                  <a:srgbClr val="3F3F3F"/>
                </a:solidFill>
                <a:latin typeface="Calibri"/>
                <a:cs typeface="Calibri"/>
              </a:rPr>
              <a:t>to</a:t>
            </a:r>
            <a:r>
              <a:rPr sz="1800" spc="20" dirty="0">
                <a:solidFill>
                  <a:srgbClr val="3F3F3F"/>
                </a:solidFill>
                <a:latin typeface="Calibri"/>
                <a:cs typeface="Calibri"/>
              </a:rPr>
              <a:t> </a:t>
            </a:r>
            <a:r>
              <a:rPr sz="1800" dirty="0">
                <a:solidFill>
                  <a:srgbClr val="3F3F3F"/>
                </a:solidFill>
                <a:latin typeface="Calibri"/>
                <a:cs typeface="Calibri"/>
              </a:rPr>
              <a:t>a</a:t>
            </a:r>
            <a:r>
              <a:rPr sz="1800" spc="5" dirty="0">
                <a:solidFill>
                  <a:srgbClr val="3F3F3F"/>
                </a:solidFill>
                <a:latin typeface="Calibri"/>
                <a:cs typeface="Calibri"/>
              </a:rPr>
              <a:t> </a:t>
            </a:r>
            <a:r>
              <a:rPr sz="1800" spc="-10" dirty="0">
                <a:solidFill>
                  <a:srgbClr val="3F3F3F"/>
                </a:solidFill>
                <a:latin typeface="Calibri"/>
                <a:cs typeface="Calibri"/>
              </a:rPr>
              <a:t>destination </a:t>
            </a:r>
            <a:r>
              <a:rPr sz="1800" spc="-395" dirty="0">
                <a:solidFill>
                  <a:srgbClr val="3F3F3F"/>
                </a:solidFill>
                <a:latin typeface="Calibri"/>
                <a:cs typeface="Calibri"/>
              </a:rPr>
              <a:t> </a:t>
            </a:r>
            <a:r>
              <a:rPr sz="1800" spc="-5" dirty="0">
                <a:solidFill>
                  <a:srgbClr val="3F3F3F"/>
                </a:solidFill>
                <a:latin typeface="Calibri"/>
                <a:cs typeface="Calibri"/>
              </a:rPr>
              <a:t>with </a:t>
            </a:r>
            <a:r>
              <a:rPr sz="1800" spc="-15" dirty="0">
                <a:solidFill>
                  <a:srgbClr val="3F3F3F"/>
                </a:solidFill>
                <a:latin typeface="Calibri"/>
                <a:cs typeface="Calibri"/>
              </a:rPr>
              <a:t>cost</a:t>
            </a:r>
            <a:r>
              <a:rPr sz="1800" spc="5" dirty="0">
                <a:solidFill>
                  <a:srgbClr val="3F3F3F"/>
                </a:solidFill>
                <a:latin typeface="Calibri"/>
                <a:cs typeface="Calibri"/>
              </a:rPr>
              <a:t> </a:t>
            </a:r>
            <a:r>
              <a:rPr sz="1800" spc="-5" dirty="0">
                <a:solidFill>
                  <a:srgbClr val="3F3F3F"/>
                </a:solidFill>
                <a:latin typeface="Calibri"/>
                <a:cs typeface="Calibri"/>
              </a:rPr>
              <a:t>3,</a:t>
            </a:r>
            <a:r>
              <a:rPr sz="1800" spc="5" dirty="0">
                <a:solidFill>
                  <a:srgbClr val="3F3F3F"/>
                </a:solidFill>
                <a:latin typeface="Calibri"/>
                <a:cs typeface="Calibri"/>
              </a:rPr>
              <a:t> </a:t>
            </a:r>
            <a:r>
              <a:rPr sz="1800" dirty="0">
                <a:solidFill>
                  <a:srgbClr val="3F3F3F"/>
                </a:solidFill>
                <a:latin typeface="Calibri"/>
                <a:cs typeface="Calibri"/>
              </a:rPr>
              <a:t>but</a:t>
            </a:r>
            <a:r>
              <a:rPr sz="1800" spc="5" dirty="0">
                <a:solidFill>
                  <a:srgbClr val="3F3F3F"/>
                </a:solidFill>
                <a:latin typeface="Calibri"/>
                <a:cs typeface="Calibri"/>
              </a:rPr>
              <a:t> </a:t>
            </a:r>
            <a:r>
              <a:rPr sz="1800" spc="-5" dirty="0">
                <a:solidFill>
                  <a:srgbClr val="3F3F3F"/>
                </a:solidFill>
                <a:latin typeface="Calibri"/>
                <a:cs typeface="Calibri"/>
              </a:rPr>
              <a:t>now</a:t>
            </a:r>
            <a:r>
              <a:rPr sz="1800" spc="15" dirty="0">
                <a:solidFill>
                  <a:srgbClr val="3F3F3F"/>
                </a:solidFill>
                <a:latin typeface="Calibri"/>
                <a:cs typeface="Calibri"/>
              </a:rPr>
              <a:t> </a:t>
            </a:r>
            <a:r>
              <a:rPr sz="1800" spc="-10" dirty="0">
                <a:solidFill>
                  <a:srgbClr val="3F3F3F"/>
                </a:solidFill>
                <a:latin typeface="Calibri"/>
                <a:cs typeface="Calibri"/>
              </a:rPr>
              <a:t>there</a:t>
            </a:r>
            <a:r>
              <a:rPr sz="1800" spc="10" dirty="0">
                <a:solidFill>
                  <a:srgbClr val="3F3F3F"/>
                </a:solidFill>
                <a:latin typeface="Calibri"/>
                <a:cs typeface="Calibri"/>
              </a:rPr>
              <a:t> </a:t>
            </a:r>
            <a:r>
              <a:rPr sz="1800" spc="-5" dirty="0">
                <a:solidFill>
                  <a:srgbClr val="3F3F3F"/>
                </a:solidFill>
                <a:latin typeface="Calibri"/>
                <a:cs typeface="Calibri"/>
              </a:rPr>
              <a:t>is</a:t>
            </a:r>
            <a:r>
              <a:rPr sz="1800" spc="15" dirty="0">
                <a:solidFill>
                  <a:srgbClr val="3F3F3F"/>
                </a:solidFill>
                <a:latin typeface="Calibri"/>
                <a:cs typeface="Calibri"/>
              </a:rPr>
              <a:t> </a:t>
            </a:r>
            <a:r>
              <a:rPr sz="1800" dirty="0">
                <a:solidFill>
                  <a:srgbClr val="3F3F3F"/>
                </a:solidFill>
                <a:latin typeface="Calibri"/>
                <a:cs typeface="Calibri"/>
              </a:rPr>
              <a:t>no</a:t>
            </a:r>
            <a:r>
              <a:rPr sz="1800" spc="-5" dirty="0">
                <a:solidFill>
                  <a:srgbClr val="3F3F3F"/>
                </a:solidFill>
                <a:latin typeface="Calibri"/>
                <a:cs typeface="Calibri"/>
              </a:rPr>
              <a:t> path</a:t>
            </a:r>
            <a:r>
              <a:rPr sz="1800" dirty="0">
                <a:solidFill>
                  <a:srgbClr val="3F3F3F"/>
                </a:solidFill>
                <a:latin typeface="Calibri"/>
                <a:cs typeface="Calibri"/>
              </a:rPr>
              <a:t> </a:t>
            </a:r>
            <a:r>
              <a:rPr sz="1800" spc="-5" dirty="0">
                <a:solidFill>
                  <a:srgbClr val="3F3F3F"/>
                </a:solidFill>
                <a:latin typeface="Calibri"/>
                <a:cs typeface="Calibri"/>
              </a:rPr>
              <a:t>between</a:t>
            </a:r>
            <a:r>
              <a:rPr sz="1800" spc="10" dirty="0">
                <a:solidFill>
                  <a:srgbClr val="3F3F3F"/>
                </a:solidFill>
                <a:latin typeface="Calibri"/>
                <a:cs typeface="Calibri"/>
              </a:rPr>
              <a:t> </a:t>
            </a:r>
            <a:r>
              <a:rPr sz="1800" spc="-5" dirty="0">
                <a:solidFill>
                  <a:srgbClr val="3F3F3F"/>
                </a:solidFill>
                <a:latin typeface="Calibri"/>
                <a:cs typeface="Calibri"/>
              </a:rPr>
              <a:t>this</a:t>
            </a:r>
            <a:r>
              <a:rPr sz="1800" spc="15" dirty="0">
                <a:solidFill>
                  <a:srgbClr val="3F3F3F"/>
                </a:solidFill>
                <a:latin typeface="Calibri"/>
                <a:cs typeface="Calibri"/>
              </a:rPr>
              <a:t> </a:t>
            </a:r>
            <a:r>
              <a:rPr sz="1800" spc="-5" dirty="0">
                <a:solidFill>
                  <a:srgbClr val="3F3F3F"/>
                </a:solidFill>
                <a:latin typeface="Calibri"/>
                <a:cs typeface="Calibri"/>
              </a:rPr>
              <a:t>neighbor</a:t>
            </a:r>
            <a:r>
              <a:rPr sz="1800" spc="10" dirty="0">
                <a:solidFill>
                  <a:srgbClr val="3F3F3F"/>
                </a:solidFill>
                <a:latin typeface="Calibri"/>
                <a:cs typeface="Calibri"/>
              </a:rPr>
              <a:t> </a:t>
            </a:r>
            <a:r>
              <a:rPr sz="1800" dirty="0">
                <a:solidFill>
                  <a:srgbClr val="3F3F3F"/>
                </a:solidFill>
                <a:latin typeface="Calibri"/>
                <a:cs typeface="Calibri"/>
              </a:rPr>
              <a:t>and </a:t>
            </a:r>
            <a:r>
              <a:rPr sz="1800" spc="-5" dirty="0">
                <a:solidFill>
                  <a:srgbClr val="3F3F3F"/>
                </a:solidFill>
                <a:latin typeface="Calibri"/>
                <a:cs typeface="Calibri"/>
              </a:rPr>
              <a:t>that</a:t>
            </a:r>
            <a:r>
              <a:rPr sz="1800" spc="5" dirty="0">
                <a:solidFill>
                  <a:srgbClr val="3F3F3F"/>
                </a:solidFill>
                <a:latin typeface="Calibri"/>
                <a:cs typeface="Calibri"/>
              </a:rPr>
              <a:t> </a:t>
            </a:r>
            <a:r>
              <a:rPr sz="1800" spc="-5" dirty="0">
                <a:solidFill>
                  <a:srgbClr val="3F3F3F"/>
                </a:solidFill>
                <a:latin typeface="Calibri"/>
                <a:cs typeface="Calibri"/>
              </a:rPr>
              <a:t>destination.</a:t>
            </a:r>
            <a:endParaRPr sz="1800">
              <a:latin typeface="Calibri"/>
              <a:cs typeface="Calibri"/>
            </a:endParaRPr>
          </a:p>
          <a:p>
            <a:pPr marL="817244" lvl="3" indent="-183515">
              <a:lnSpc>
                <a:spcPct val="100000"/>
              </a:lnSpc>
              <a:spcBef>
                <a:spcPts val="600"/>
              </a:spcBef>
              <a:buClr>
                <a:srgbClr val="1CACE4"/>
              </a:buClr>
              <a:buChar char="◦"/>
              <a:tabLst>
                <a:tab pos="817880" algn="l"/>
              </a:tabLst>
            </a:pPr>
            <a:r>
              <a:rPr sz="1800" spc="-5" dirty="0">
                <a:solidFill>
                  <a:srgbClr val="3F3F3F"/>
                </a:solidFill>
                <a:latin typeface="Calibri"/>
                <a:cs typeface="Calibri"/>
              </a:rPr>
              <a:t>The</a:t>
            </a:r>
            <a:r>
              <a:rPr sz="1800" spc="-10" dirty="0">
                <a:solidFill>
                  <a:srgbClr val="3F3F3F"/>
                </a:solidFill>
                <a:latin typeface="Calibri"/>
                <a:cs typeface="Calibri"/>
              </a:rPr>
              <a:t> </a:t>
            </a:r>
            <a:r>
              <a:rPr sz="1800" spc="-5" dirty="0">
                <a:solidFill>
                  <a:srgbClr val="3F3F3F"/>
                </a:solidFill>
                <a:latin typeface="Calibri"/>
                <a:cs typeface="Calibri"/>
              </a:rPr>
              <a:t>neighbor</a:t>
            </a:r>
            <a:r>
              <a:rPr sz="1800" spc="35" dirty="0">
                <a:solidFill>
                  <a:srgbClr val="3F3F3F"/>
                </a:solidFill>
                <a:latin typeface="Calibri"/>
                <a:cs typeface="Calibri"/>
              </a:rPr>
              <a:t> </a:t>
            </a:r>
            <a:r>
              <a:rPr sz="1800" spc="-5" dirty="0">
                <a:solidFill>
                  <a:srgbClr val="3F3F3F"/>
                </a:solidFill>
                <a:latin typeface="Calibri"/>
                <a:cs typeface="Calibri"/>
              </a:rPr>
              <a:t>advertises</a:t>
            </a:r>
            <a:r>
              <a:rPr sz="1800" spc="-10" dirty="0">
                <a:solidFill>
                  <a:srgbClr val="3F3F3F"/>
                </a:solidFill>
                <a:latin typeface="Calibri"/>
                <a:cs typeface="Calibri"/>
              </a:rPr>
              <a:t> </a:t>
            </a:r>
            <a:r>
              <a:rPr sz="1800" spc="-5" dirty="0">
                <a:solidFill>
                  <a:srgbClr val="3F3F3F"/>
                </a:solidFill>
                <a:latin typeface="Calibri"/>
                <a:cs typeface="Calibri"/>
              </a:rPr>
              <a:t>this</a:t>
            </a:r>
            <a:r>
              <a:rPr sz="1800" spc="5" dirty="0">
                <a:solidFill>
                  <a:srgbClr val="3F3F3F"/>
                </a:solidFill>
                <a:latin typeface="Calibri"/>
                <a:cs typeface="Calibri"/>
              </a:rPr>
              <a:t> </a:t>
            </a:r>
            <a:r>
              <a:rPr sz="1800" spc="-5" dirty="0">
                <a:solidFill>
                  <a:srgbClr val="3F3F3F"/>
                </a:solidFill>
                <a:latin typeface="Calibri"/>
                <a:cs typeface="Calibri"/>
              </a:rPr>
              <a:t>destination</a:t>
            </a:r>
            <a:r>
              <a:rPr sz="1800" spc="10" dirty="0">
                <a:solidFill>
                  <a:srgbClr val="3F3F3F"/>
                </a:solidFill>
                <a:latin typeface="Calibri"/>
                <a:cs typeface="Calibri"/>
              </a:rPr>
              <a:t> </a:t>
            </a:r>
            <a:r>
              <a:rPr sz="1800" spc="-5" dirty="0">
                <a:solidFill>
                  <a:srgbClr val="3F3F3F"/>
                </a:solidFill>
                <a:latin typeface="Calibri"/>
                <a:cs typeface="Calibri"/>
              </a:rPr>
              <a:t>with</a:t>
            </a:r>
            <a:r>
              <a:rPr sz="1800" spc="15" dirty="0">
                <a:solidFill>
                  <a:srgbClr val="3F3F3F"/>
                </a:solidFill>
                <a:latin typeface="Calibri"/>
                <a:cs typeface="Calibri"/>
              </a:rPr>
              <a:t> </a:t>
            </a:r>
            <a:r>
              <a:rPr sz="1800" spc="-15" dirty="0">
                <a:solidFill>
                  <a:srgbClr val="3F3F3F"/>
                </a:solidFill>
                <a:latin typeface="Calibri"/>
                <a:cs typeface="Calibri"/>
              </a:rPr>
              <a:t>cost</a:t>
            </a:r>
            <a:r>
              <a:rPr sz="1800" spc="5" dirty="0">
                <a:solidFill>
                  <a:srgbClr val="3F3F3F"/>
                </a:solidFill>
                <a:latin typeface="Calibri"/>
                <a:cs typeface="Calibri"/>
              </a:rPr>
              <a:t> </a:t>
            </a:r>
            <a:r>
              <a:rPr sz="1800" spc="-10" dirty="0">
                <a:solidFill>
                  <a:srgbClr val="3F3F3F"/>
                </a:solidFill>
                <a:latin typeface="Calibri"/>
                <a:cs typeface="Calibri"/>
              </a:rPr>
              <a:t>value</a:t>
            </a:r>
            <a:r>
              <a:rPr sz="1800" spc="5" dirty="0">
                <a:solidFill>
                  <a:srgbClr val="3F3F3F"/>
                </a:solidFill>
                <a:latin typeface="Calibri"/>
                <a:cs typeface="Calibri"/>
              </a:rPr>
              <a:t> </a:t>
            </a:r>
            <a:r>
              <a:rPr sz="1800" spc="-5" dirty="0">
                <a:solidFill>
                  <a:srgbClr val="3F3F3F"/>
                </a:solidFill>
                <a:latin typeface="Calibri"/>
                <a:cs typeface="Calibri"/>
              </a:rPr>
              <a:t>infinity</a:t>
            </a:r>
            <a:r>
              <a:rPr sz="1800" spc="15" dirty="0">
                <a:solidFill>
                  <a:srgbClr val="3F3F3F"/>
                </a:solidFill>
                <a:latin typeface="Calibri"/>
                <a:cs typeface="Calibri"/>
              </a:rPr>
              <a:t> </a:t>
            </a:r>
            <a:r>
              <a:rPr sz="1800" spc="-5" dirty="0">
                <a:solidFill>
                  <a:srgbClr val="3F3F3F"/>
                </a:solidFill>
                <a:latin typeface="Calibri"/>
                <a:cs typeface="Calibri"/>
              </a:rPr>
              <a:t>(16</a:t>
            </a:r>
            <a:r>
              <a:rPr sz="1800" spc="45" dirty="0">
                <a:solidFill>
                  <a:srgbClr val="3F3F3F"/>
                </a:solidFill>
                <a:latin typeface="Calibri"/>
                <a:cs typeface="Calibri"/>
              </a:rPr>
              <a:t> </a:t>
            </a:r>
            <a:r>
              <a:rPr sz="1800" spc="-5" dirty="0">
                <a:solidFill>
                  <a:srgbClr val="3F3F3F"/>
                </a:solidFill>
                <a:latin typeface="Calibri"/>
                <a:cs typeface="Calibri"/>
              </a:rPr>
              <a:t>in</a:t>
            </a:r>
            <a:r>
              <a:rPr sz="1800" spc="15" dirty="0">
                <a:solidFill>
                  <a:srgbClr val="3F3F3F"/>
                </a:solidFill>
                <a:latin typeface="Calibri"/>
                <a:cs typeface="Calibri"/>
              </a:rPr>
              <a:t> </a:t>
            </a:r>
            <a:r>
              <a:rPr sz="1800" spc="-5" dirty="0">
                <a:solidFill>
                  <a:srgbClr val="3F3F3F"/>
                </a:solidFill>
                <a:latin typeface="Calibri"/>
                <a:cs typeface="Calibri"/>
              </a:rPr>
              <a:t>RIP).</a:t>
            </a:r>
            <a:endParaRPr sz="1800">
              <a:latin typeface="Calibri"/>
              <a:cs typeface="Calibri"/>
            </a:endParaRPr>
          </a:p>
          <a:p>
            <a:pPr marL="817244" marR="5080" lvl="3" indent="-182880">
              <a:lnSpc>
                <a:spcPct val="100000"/>
              </a:lnSpc>
              <a:spcBef>
                <a:spcPts val="600"/>
              </a:spcBef>
              <a:buClr>
                <a:srgbClr val="1CACE4"/>
              </a:buClr>
              <a:buChar char="◦"/>
              <a:tabLst>
                <a:tab pos="817880" algn="l"/>
              </a:tabLst>
            </a:pPr>
            <a:r>
              <a:rPr sz="1800" spc="-5" dirty="0">
                <a:solidFill>
                  <a:srgbClr val="3F3F3F"/>
                </a:solidFill>
                <a:latin typeface="Calibri"/>
                <a:cs typeface="Calibri"/>
              </a:rPr>
              <a:t>The </a:t>
            </a:r>
            <a:r>
              <a:rPr sz="1800" spc="-10" dirty="0">
                <a:solidFill>
                  <a:srgbClr val="3F3F3F"/>
                </a:solidFill>
                <a:latin typeface="Calibri"/>
                <a:cs typeface="Calibri"/>
              </a:rPr>
              <a:t>receiving</a:t>
            </a:r>
            <a:r>
              <a:rPr sz="1800" spc="30" dirty="0">
                <a:solidFill>
                  <a:srgbClr val="3F3F3F"/>
                </a:solidFill>
                <a:latin typeface="Calibri"/>
                <a:cs typeface="Calibri"/>
              </a:rPr>
              <a:t> </a:t>
            </a:r>
            <a:r>
              <a:rPr sz="1800" spc="-15" dirty="0">
                <a:solidFill>
                  <a:srgbClr val="3F3F3F"/>
                </a:solidFill>
                <a:latin typeface="Calibri"/>
                <a:cs typeface="Calibri"/>
              </a:rPr>
              <a:t>router</a:t>
            </a:r>
            <a:r>
              <a:rPr sz="1800" spc="10" dirty="0">
                <a:solidFill>
                  <a:srgbClr val="3F3F3F"/>
                </a:solidFill>
                <a:latin typeface="Calibri"/>
                <a:cs typeface="Calibri"/>
              </a:rPr>
              <a:t> </a:t>
            </a:r>
            <a:r>
              <a:rPr sz="1800" spc="-5" dirty="0">
                <a:solidFill>
                  <a:srgbClr val="3F3F3F"/>
                </a:solidFill>
                <a:latin typeface="Calibri"/>
                <a:cs typeface="Calibri"/>
              </a:rPr>
              <a:t>must</a:t>
            </a:r>
            <a:r>
              <a:rPr sz="1800" dirty="0">
                <a:solidFill>
                  <a:srgbClr val="3F3F3F"/>
                </a:solidFill>
                <a:latin typeface="Calibri"/>
                <a:cs typeface="Calibri"/>
              </a:rPr>
              <a:t> </a:t>
            </a:r>
            <a:r>
              <a:rPr sz="1800" spc="-5" dirty="0">
                <a:solidFill>
                  <a:srgbClr val="3F3F3F"/>
                </a:solidFill>
                <a:latin typeface="Calibri"/>
                <a:cs typeface="Calibri"/>
              </a:rPr>
              <a:t>not</a:t>
            </a:r>
            <a:r>
              <a:rPr sz="1800" spc="15" dirty="0">
                <a:solidFill>
                  <a:srgbClr val="3F3F3F"/>
                </a:solidFill>
                <a:latin typeface="Calibri"/>
                <a:cs typeface="Calibri"/>
              </a:rPr>
              <a:t> </a:t>
            </a:r>
            <a:r>
              <a:rPr sz="1800" spc="-10" dirty="0">
                <a:solidFill>
                  <a:srgbClr val="3F3F3F"/>
                </a:solidFill>
                <a:latin typeface="Calibri"/>
                <a:cs typeface="Calibri"/>
              </a:rPr>
              <a:t>ignore</a:t>
            </a:r>
            <a:r>
              <a:rPr sz="1800" spc="20" dirty="0">
                <a:solidFill>
                  <a:srgbClr val="3F3F3F"/>
                </a:solidFill>
                <a:latin typeface="Calibri"/>
                <a:cs typeface="Calibri"/>
              </a:rPr>
              <a:t> </a:t>
            </a:r>
            <a:r>
              <a:rPr sz="1800" spc="-5" dirty="0">
                <a:solidFill>
                  <a:srgbClr val="3F3F3F"/>
                </a:solidFill>
                <a:latin typeface="Calibri"/>
                <a:cs typeface="Calibri"/>
              </a:rPr>
              <a:t>this</a:t>
            </a:r>
            <a:r>
              <a:rPr sz="1800" spc="5" dirty="0">
                <a:solidFill>
                  <a:srgbClr val="3F3F3F"/>
                </a:solidFill>
                <a:latin typeface="Calibri"/>
                <a:cs typeface="Calibri"/>
              </a:rPr>
              <a:t> </a:t>
            </a:r>
            <a:r>
              <a:rPr sz="1800" spc="-10" dirty="0">
                <a:solidFill>
                  <a:srgbClr val="3F3F3F"/>
                </a:solidFill>
                <a:latin typeface="Calibri"/>
                <a:cs typeface="Calibri"/>
              </a:rPr>
              <a:t>value</a:t>
            </a:r>
            <a:r>
              <a:rPr sz="1800" spc="5" dirty="0">
                <a:solidFill>
                  <a:srgbClr val="3F3F3F"/>
                </a:solidFill>
                <a:latin typeface="Calibri"/>
                <a:cs typeface="Calibri"/>
              </a:rPr>
              <a:t> </a:t>
            </a:r>
            <a:r>
              <a:rPr sz="1800" spc="-5" dirty="0">
                <a:solidFill>
                  <a:srgbClr val="3F3F3F"/>
                </a:solidFill>
                <a:latin typeface="Calibri"/>
                <a:cs typeface="Calibri"/>
              </a:rPr>
              <a:t>even</a:t>
            </a:r>
            <a:r>
              <a:rPr sz="1800" spc="5" dirty="0">
                <a:solidFill>
                  <a:srgbClr val="3F3F3F"/>
                </a:solidFill>
                <a:latin typeface="Calibri"/>
                <a:cs typeface="Calibri"/>
              </a:rPr>
              <a:t> </a:t>
            </a:r>
            <a:r>
              <a:rPr sz="1800" spc="-5" dirty="0">
                <a:solidFill>
                  <a:srgbClr val="3F3F3F"/>
                </a:solidFill>
                <a:latin typeface="Calibri"/>
                <a:cs typeface="Calibri"/>
              </a:rPr>
              <a:t>though</a:t>
            </a:r>
            <a:r>
              <a:rPr sz="1800" spc="65" dirty="0">
                <a:solidFill>
                  <a:srgbClr val="3F3F3F"/>
                </a:solidFill>
                <a:latin typeface="Calibri"/>
                <a:cs typeface="Calibri"/>
              </a:rPr>
              <a:t> </a:t>
            </a:r>
            <a:r>
              <a:rPr sz="1800" spc="-5" dirty="0">
                <a:solidFill>
                  <a:srgbClr val="3F3F3F"/>
                </a:solidFill>
                <a:latin typeface="Calibri"/>
                <a:cs typeface="Calibri"/>
              </a:rPr>
              <a:t>its</a:t>
            </a:r>
            <a:r>
              <a:rPr sz="1800" spc="5" dirty="0">
                <a:solidFill>
                  <a:srgbClr val="3F3F3F"/>
                </a:solidFill>
                <a:latin typeface="Calibri"/>
                <a:cs typeface="Calibri"/>
              </a:rPr>
              <a:t> </a:t>
            </a:r>
            <a:r>
              <a:rPr sz="1800" spc="-5" dirty="0">
                <a:solidFill>
                  <a:srgbClr val="3F3F3F"/>
                </a:solidFill>
                <a:latin typeface="Calibri"/>
                <a:cs typeface="Calibri"/>
              </a:rPr>
              <a:t>old</a:t>
            </a:r>
            <a:r>
              <a:rPr sz="1800" spc="20" dirty="0">
                <a:solidFill>
                  <a:srgbClr val="3F3F3F"/>
                </a:solidFill>
                <a:latin typeface="Calibri"/>
                <a:cs typeface="Calibri"/>
              </a:rPr>
              <a:t> </a:t>
            </a:r>
            <a:r>
              <a:rPr sz="1800" spc="-15" dirty="0">
                <a:solidFill>
                  <a:srgbClr val="3F3F3F"/>
                </a:solidFill>
                <a:latin typeface="Calibri"/>
                <a:cs typeface="Calibri"/>
              </a:rPr>
              <a:t>route</a:t>
            </a:r>
            <a:r>
              <a:rPr sz="1800" spc="20" dirty="0">
                <a:solidFill>
                  <a:srgbClr val="3F3F3F"/>
                </a:solidFill>
                <a:latin typeface="Calibri"/>
                <a:cs typeface="Calibri"/>
              </a:rPr>
              <a:t> </a:t>
            </a:r>
            <a:r>
              <a:rPr sz="1800" dirty="0">
                <a:solidFill>
                  <a:srgbClr val="3F3F3F"/>
                </a:solidFill>
                <a:latin typeface="Calibri"/>
                <a:cs typeface="Calibri"/>
              </a:rPr>
              <a:t>has</a:t>
            </a:r>
            <a:r>
              <a:rPr sz="1800" spc="5" dirty="0">
                <a:solidFill>
                  <a:srgbClr val="3F3F3F"/>
                </a:solidFill>
                <a:latin typeface="Calibri"/>
                <a:cs typeface="Calibri"/>
              </a:rPr>
              <a:t> </a:t>
            </a:r>
            <a:r>
              <a:rPr sz="1800" dirty="0">
                <a:solidFill>
                  <a:srgbClr val="3F3F3F"/>
                </a:solidFill>
                <a:latin typeface="Calibri"/>
                <a:cs typeface="Calibri"/>
              </a:rPr>
              <a:t>a </a:t>
            </a:r>
            <a:r>
              <a:rPr sz="1800" spc="-10" dirty="0">
                <a:solidFill>
                  <a:srgbClr val="3F3F3F"/>
                </a:solidFill>
                <a:latin typeface="Calibri"/>
                <a:cs typeface="Calibri"/>
              </a:rPr>
              <a:t>lower </a:t>
            </a:r>
            <a:r>
              <a:rPr sz="1800" spc="-390" dirty="0">
                <a:solidFill>
                  <a:srgbClr val="3F3F3F"/>
                </a:solidFill>
                <a:latin typeface="Calibri"/>
                <a:cs typeface="Calibri"/>
              </a:rPr>
              <a:t> </a:t>
            </a:r>
            <a:r>
              <a:rPr sz="1800" spc="-15" dirty="0">
                <a:solidFill>
                  <a:srgbClr val="3F3F3F"/>
                </a:solidFill>
                <a:latin typeface="Calibri"/>
                <a:cs typeface="Calibri"/>
              </a:rPr>
              <a:t>cost</a:t>
            </a:r>
            <a:r>
              <a:rPr sz="1800" spc="-20" dirty="0">
                <a:solidFill>
                  <a:srgbClr val="3F3F3F"/>
                </a:solidFill>
                <a:latin typeface="Calibri"/>
                <a:cs typeface="Calibri"/>
              </a:rPr>
              <a:t> </a:t>
            </a:r>
            <a:r>
              <a:rPr sz="1800" spc="-10" dirty="0">
                <a:solidFill>
                  <a:srgbClr val="3F3F3F"/>
                </a:solidFill>
                <a:latin typeface="Calibri"/>
                <a:cs typeface="Calibri"/>
              </a:rPr>
              <a:t>to</a:t>
            </a:r>
            <a:r>
              <a:rPr sz="1800" spc="10" dirty="0">
                <a:solidFill>
                  <a:srgbClr val="3F3F3F"/>
                </a:solidFill>
                <a:latin typeface="Calibri"/>
                <a:cs typeface="Calibri"/>
              </a:rPr>
              <a:t> </a:t>
            </a:r>
            <a:r>
              <a:rPr sz="1800" spc="-5" dirty="0">
                <a:solidFill>
                  <a:srgbClr val="3F3F3F"/>
                </a:solidFill>
                <a:latin typeface="Calibri"/>
                <a:cs typeface="Calibri"/>
              </a:rPr>
              <a:t>the</a:t>
            </a:r>
            <a:r>
              <a:rPr sz="1800" dirty="0">
                <a:solidFill>
                  <a:srgbClr val="3F3F3F"/>
                </a:solidFill>
                <a:latin typeface="Calibri"/>
                <a:cs typeface="Calibri"/>
              </a:rPr>
              <a:t> same </a:t>
            </a:r>
            <a:r>
              <a:rPr sz="1800" spc="-5" dirty="0">
                <a:solidFill>
                  <a:srgbClr val="3F3F3F"/>
                </a:solidFill>
                <a:latin typeface="Calibri"/>
                <a:cs typeface="Calibri"/>
              </a:rPr>
              <a:t>destination.</a:t>
            </a:r>
            <a:endParaRPr sz="18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90</a:t>
            </a:fld>
            <a:endParaRPr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1042660"/>
            <a:ext cx="7638415" cy="513715"/>
          </a:xfrm>
          <a:prstGeom prst="rect">
            <a:avLst/>
          </a:prstGeom>
        </p:spPr>
        <p:txBody>
          <a:bodyPr vert="horz" wrap="square" lIns="0" tIns="12700" rIns="0" bIns="0" rtlCol="0">
            <a:spAutoFit/>
          </a:bodyPr>
          <a:lstStyle/>
          <a:p>
            <a:pPr marL="12700">
              <a:lnSpc>
                <a:spcPct val="100000"/>
              </a:lnSpc>
              <a:spcBef>
                <a:spcPts val="100"/>
              </a:spcBef>
            </a:pPr>
            <a:r>
              <a:rPr sz="3200" i="0" spc="-45" dirty="0">
                <a:latin typeface="Arial"/>
                <a:cs typeface="Arial"/>
              </a:rPr>
              <a:t>Realistic</a:t>
            </a:r>
            <a:r>
              <a:rPr sz="3200" i="0" spc="-170" dirty="0">
                <a:latin typeface="Arial"/>
                <a:cs typeface="Arial"/>
              </a:rPr>
              <a:t> </a:t>
            </a:r>
            <a:r>
              <a:rPr sz="3200" i="0" spc="-45" dirty="0">
                <a:latin typeface="Arial"/>
                <a:cs typeface="Arial"/>
              </a:rPr>
              <a:t>example</a:t>
            </a:r>
            <a:r>
              <a:rPr sz="3200" i="0" spc="-140" dirty="0">
                <a:latin typeface="Arial"/>
                <a:cs typeface="Arial"/>
              </a:rPr>
              <a:t> </a:t>
            </a:r>
            <a:r>
              <a:rPr sz="3200" i="0" spc="-25" dirty="0">
                <a:latin typeface="Arial"/>
                <a:cs typeface="Arial"/>
              </a:rPr>
              <a:t>of</a:t>
            </a:r>
            <a:r>
              <a:rPr sz="3200" i="0" spc="-120" dirty="0">
                <a:latin typeface="Arial"/>
                <a:cs typeface="Arial"/>
              </a:rPr>
              <a:t> </a:t>
            </a:r>
            <a:r>
              <a:rPr sz="3200" i="0" spc="-35" dirty="0">
                <a:latin typeface="Arial"/>
                <a:cs typeface="Arial"/>
              </a:rPr>
              <a:t>the</a:t>
            </a:r>
            <a:r>
              <a:rPr sz="3200" i="0" spc="-140" dirty="0">
                <a:latin typeface="Arial"/>
                <a:cs typeface="Arial"/>
              </a:rPr>
              <a:t> </a:t>
            </a:r>
            <a:r>
              <a:rPr sz="3200" i="0" spc="-45" dirty="0">
                <a:latin typeface="Arial"/>
                <a:cs typeface="Arial"/>
              </a:rPr>
              <a:t>operation</a:t>
            </a:r>
            <a:r>
              <a:rPr sz="3200" i="0" spc="-160" dirty="0">
                <a:latin typeface="Arial"/>
                <a:cs typeface="Arial"/>
              </a:rPr>
              <a:t> </a:t>
            </a:r>
            <a:r>
              <a:rPr sz="3200" i="0" spc="-25" dirty="0">
                <a:latin typeface="Arial"/>
                <a:cs typeface="Arial"/>
              </a:rPr>
              <a:t>of</a:t>
            </a:r>
            <a:r>
              <a:rPr sz="3200" i="0" spc="-135" dirty="0">
                <a:latin typeface="Arial"/>
                <a:cs typeface="Arial"/>
              </a:rPr>
              <a:t> </a:t>
            </a:r>
            <a:r>
              <a:rPr sz="3200" i="0" spc="-35" dirty="0">
                <a:latin typeface="Arial"/>
                <a:cs typeface="Arial"/>
              </a:rPr>
              <a:t>RIP</a:t>
            </a:r>
            <a:endParaRPr sz="3200">
              <a:latin typeface="Arial"/>
              <a:cs typeface="Arial"/>
            </a:endParaRPr>
          </a:p>
        </p:txBody>
      </p:sp>
      <p:pic>
        <p:nvPicPr>
          <p:cNvPr id="3" name="object 3"/>
          <p:cNvPicPr/>
          <p:nvPr/>
        </p:nvPicPr>
        <p:blipFill>
          <a:blip r:embed="rId2" cstate="print"/>
          <a:stretch>
            <a:fillRect/>
          </a:stretch>
        </p:blipFill>
        <p:spPr>
          <a:xfrm>
            <a:off x="838200" y="1676400"/>
            <a:ext cx="8112252" cy="1600200"/>
          </a:xfrm>
          <a:prstGeom prst="rect">
            <a:avLst/>
          </a:prstGeom>
        </p:spPr>
      </p:pic>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p:nvPr/>
        </p:nvSpPr>
        <p:spPr>
          <a:xfrm>
            <a:off x="651763" y="3701288"/>
            <a:ext cx="8175625" cy="452120"/>
          </a:xfrm>
          <a:prstGeom prst="rect">
            <a:avLst/>
          </a:prstGeom>
        </p:spPr>
        <p:txBody>
          <a:bodyPr vert="horz" wrap="square" lIns="0" tIns="12065" rIns="0" bIns="0" rtlCol="0">
            <a:spAutoFit/>
          </a:bodyPr>
          <a:lstStyle/>
          <a:p>
            <a:pPr marL="189230" indent="-177165">
              <a:lnSpc>
                <a:spcPct val="100000"/>
              </a:lnSpc>
              <a:spcBef>
                <a:spcPts val="95"/>
              </a:spcBef>
              <a:buClr>
                <a:srgbClr val="1CACE4"/>
              </a:buClr>
              <a:buFont typeface="Arial MT"/>
              <a:buChar char="•"/>
              <a:tabLst>
                <a:tab pos="189865" algn="l"/>
              </a:tabLst>
            </a:pPr>
            <a:r>
              <a:rPr sz="2800" spc="-10" dirty="0">
                <a:solidFill>
                  <a:srgbClr val="3F3F3F"/>
                </a:solidFill>
                <a:latin typeface="Calibri"/>
                <a:cs typeface="Calibri"/>
              </a:rPr>
              <a:t>All</a:t>
            </a:r>
            <a:r>
              <a:rPr sz="2800" spc="-5" dirty="0">
                <a:solidFill>
                  <a:srgbClr val="3F3F3F"/>
                </a:solidFill>
                <a:latin typeface="Calibri"/>
                <a:cs typeface="Calibri"/>
              </a:rPr>
              <a:t> </a:t>
            </a:r>
            <a:r>
              <a:rPr sz="2800" spc="-20" dirty="0">
                <a:solidFill>
                  <a:srgbClr val="3F3F3F"/>
                </a:solidFill>
                <a:latin typeface="Calibri"/>
                <a:cs typeface="Calibri"/>
              </a:rPr>
              <a:t>forwarding</a:t>
            </a:r>
            <a:r>
              <a:rPr sz="2800" spc="30" dirty="0">
                <a:solidFill>
                  <a:srgbClr val="3F3F3F"/>
                </a:solidFill>
                <a:latin typeface="Calibri"/>
                <a:cs typeface="Calibri"/>
              </a:rPr>
              <a:t> </a:t>
            </a:r>
            <a:r>
              <a:rPr sz="2800" spc="-15" dirty="0">
                <a:solidFill>
                  <a:srgbClr val="3F3F3F"/>
                </a:solidFill>
                <a:latin typeface="Calibri"/>
                <a:cs typeface="Calibri"/>
              </a:rPr>
              <a:t>tables</a:t>
            </a:r>
            <a:r>
              <a:rPr sz="2800" spc="10" dirty="0">
                <a:solidFill>
                  <a:srgbClr val="3F3F3F"/>
                </a:solidFill>
                <a:latin typeface="Calibri"/>
                <a:cs typeface="Calibri"/>
              </a:rPr>
              <a:t> </a:t>
            </a:r>
            <a:r>
              <a:rPr sz="2800" spc="-15" dirty="0">
                <a:solidFill>
                  <a:srgbClr val="3F3F3F"/>
                </a:solidFill>
                <a:latin typeface="Calibri"/>
                <a:cs typeface="Calibri"/>
              </a:rPr>
              <a:t>after</a:t>
            </a:r>
            <a:r>
              <a:rPr sz="2800" dirty="0">
                <a:solidFill>
                  <a:srgbClr val="3F3F3F"/>
                </a:solidFill>
                <a:latin typeface="Calibri"/>
                <a:cs typeface="Calibri"/>
              </a:rPr>
              <a:t> </a:t>
            </a:r>
            <a:r>
              <a:rPr sz="2800" spc="-5" dirty="0">
                <a:solidFill>
                  <a:srgbClr val="3F3F3F"/>
                </a:solidFill>
                <a:latin typeface="Calibri"/>
                <a:cs typeface="Calibri"/>
              </a:rPr>
              <a:t>all </a:t>
            </a:r>
            <a:r>
              <a:rPr sz="2800" spc="-25" dirty="0">
                <a:solidFill>
                  <a:srgbClr val="3F3F3F"/>
                </a:solidFill>
                <a:latin typeface="Calibri"/>
                <a:cs typeface="Calibri"/>
              </a:rPr>
              <a:t>routers</a:t>
            </a:r>
            <a:r>
              <a:rPr sz="2800" spc="30" dirty="0">
                <a:solidFill>
                  <a:srgbClr val="3F3F3F"/>
                </a:solidFill>
                <a:latin typeface="Calibri"/>
                <a:cs typeface="Calibri"/>
              </a:rPr>
              <a:t> </a:t>
            </a:r>
            <a:r>
              <a:rPr sz="2800" spc="-25" dirty="0">
                <a:solidFill>
                  <a:srgbClr val="3F3F3F"/>
                </a:solidFill>
                <a:latin typeface="Calibri"/>
                <a:cs typeface="Calibri"/>
              </a:rPr>
              <a:t>have</a:t>
            </a:r>
            <a:r>
              <a:rPr sz="2800" spc="10" dirty="0">
                <a:solidFill>
                  <a:srgbClr val="3F3F3F"/>
                </a:solidFill>
                <a:latin typeface="Calibri"/>
                <a:cs typeface="Calibri"/>
              </a:rPr>
              <a:t> </a:t>
            </a:r>
            <a:r>
              <a:rPr sz="2800" spc="-10" dirty="0">
                <a:solidFill>
                  <a:srgbClr val="3F3F3F"/>
                </a:solidFill>
                <a:latin typeface="Calibri"/>
                <a:cs typeface="Calibri"/>
              </a:rPr>
              <a:t>been</a:t>
            </a:r>
            <a:r>
              <a:rPr sz="2800" spc="20" dirty="0">
                <a:solidFill>
                  <a:srgbClr val="3F3F3F"/>
                </a:solidFill>
                <a:latin typeface="Calibri"/>
                <a:cs typeface="Calibri"/>
              </a:rPr>
              <a:t> </a:t>
            </a:r>
            <a:r>
              <a:rPr sz="2800" spc="-15" dirty="0">
                <a:solidFill>
                  <a:srgbClr val="3F3F3F"/>
                </a:solidFill>
                <a:latin typeface="Calibri"/>
                <a:cs typeface="Calibri"/>
              </a:rPr>
              <a:t>booted</a:t>
            </a:r>
            <a:endParaRPr sz="2800">
              <a:latin typeface="Calibri"/>
              <a:cs typeface="Calibri"/>
            </a:endParaRPr>
          </a:p>
        </p:txBody>
      </p:sp>
      <p:pic>
        <p:nvPicPr>
          <p:cNvPr id="8" name="object 8"/>
          <p:cNvPicPr/>
          <p:nvPr/>
        </p:nvPicPr>
        <p:blipFill>
          <a:blip r:embed="rId3" cstate="print"/>
          <a:stretch>
            <a:fillRect/>
          </a:stretch>
        </p:blipFill>
        <p:spPr>
          <a:xfrm>
            <a:off x="685800" y="4724400"/>
            <a:ext cx="8909303" cy="1277654"/>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91</a:t>
            </a:fld>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042660"/>
            <a:ext cx="7639050" cy="513715"/>
          </a:xfrm>
          <a:prstGeom prst="rect">
            <a:avLst/>
          </a:prstGeom>
        </p:spPr>
        <p:txBody>
          <a:bodyPr vert="horz" wrap="square" lIns="0" tIns="12700" rIns="0" bIns="0" rtlCol="0">
            <a:spAutoFit/>
          </a:bodyPr>
          <a:lstStyle/>
          <a:p>
            <a:pPr marL="12700">
              <a:lnSpc>
                <a:spcPct val="100000"/>
              </a:lnSpc>
              <a:spcBef>
                <a:spcPts val="100"/>
              </a:spcBef>
            </a:pPr>
            <a:r>
              <a:rPr sz="3200" i="0" spc="-45" dirty="0">
                <a:latin typeface="Arial"/>
                <a:cs typeface="Arial"/>
              </a:rPr>
              <a:t>Realistic</a:t>
            </a:r>
            <a:r>
              <a:rPr sz="3200" i="0" spc="-160" dirty="0">
                <a:latin typeface="Arial"/>
                <a:cs typeface="Arial"/>
              </a:rPr>
              <a:t> </a:t>
            </a:r>
            <a:r>
              <a:rPr sz="3200" i="0" spc="-45" dirty="0">
                <a:latin typeface="Arial"/>
                <a:cs typeface="Arial"/>
              </a:rPr>
              <a:t>example</a:t>
            </a:r>
            <a:r>
              <a:rPr sz="3200" i="0" spc="-140" dirty="0">
                <a:latin typeface="Arial"/>
                <a:cs typeface="Arial"/>
              </a:rPr>
              <a:t> </a:t>
            </a:r>
            <a:r>
              <a:rPr sz="3200" i="0" spc="-25" dirty="0">
                <a:latin typeface="Arial"/>
                <a:cs typeface="Arial"/>
              </a:rPr>
              <a:t>of</a:t>
            </a:r>
            <a:r>
              <a:rPr sz="3200" i="0" spc="-120" dirty="0">
                <a:latin typeface="Arial"/>
                <a:cs typeface="Arial"/>
              </a:rPr>
              <a:t> </a:t>
            </a:r>
            <a:r>
              <a:rPr sz="3200" i="0" spc="-35" dirty="0">
                <a:latin typeface="Arial"/>
                <a:cs typeface="Arial"/>
              </a:rPr>
              <a:t>the</a:t>
            </a:r>
            <a:r>
              <a:rPr sz="3200" i="0" spc="-140" dirty="0">
                <a:latin typeface="Arial"/>
                <a:cs typeface="Arial"/>
              </a:rPr>
              <a:t> </a:t>
            </a:r>
            <a:r>
              <a:rPr sz="3200" i="0" spc="-45" dirty="0">
                <a:latin typeface="Arial"/>
                <a:cs typeface="Arial"/>
              </a:rPr>
              <a:t>operation</a:t>
            </a:r>
            <a:r>
              <a:rPr sz="3200" i="0" spc="-160" dirty="0">
                <a:latin typeface="Arial"/>
                <a:cs typeface="Arial"/>
              </a:rPr>
              <a:t> </a:t>
            </a:r>
            <a:r>
              <a:rPr sz="3200" i="0" spc="-25" dirty="0">
                <a:latin typeface="Arial"/>
                <a:cs typeface="Arial"/>
              </a:rPr>
              <a:t>of</a:t>
            </a:r>
            <a:r>
              <a:rPr sz="3200" i="0" spc="-135" dirty="0">
                <a:latin typeface="Arial"/>
                <a:cs typeface="Arial"/>
              </a:rPr>
              <a:t> </a:t>
            </a:r>
            <a:r>
              <a:rPr sz="3200" i="0" spc="-35" dirty="0">
                <a:latin typeface="Arial"/>
                <a:cs typeface="Arial"/>
              </a:rPr>
              <a:t>RIP</a:t>
            </a:r>
            <a:endParaRPr sz="3200">
              <a:latin typeface="Arial"/>
              <a:cs typeface="Arial"/>
            </a:endParaRPr>
          </a:p>
        </p:txBody>
      </p:sp>
      <p:sp>
        <p:nvSpPr>
          <p:cNvPr id="3" name="object 3"/>
          <p:cNvSpPr txBox="1"/>
          <p:nvPr/>
        </p:nvSpPr>
        <p:spPr>
          <a:xfrm>
            <a:off x="697667" y="1729232"/>
            <a:ext cx="8531860" cy="720725"/>
          </a:xfrm>
          <a:prstGeom prst="rect">
            <a:avLst/>
          </a:prstGeom>
        </p:spPr>
        <p:txBody>
          <a:bodyPr vert="horz" wrap="square" lIns="0" tIns="53975" rIns="0" bIns="0" rtlCol="0">
            <a:spAutoFit/>
          </a:bodyPr>
          <a:lstStyle/>
          <a:p>
            <a:pPr marL="189230" marR="5080" indent="-177165">
              <a:lnSpc>
                <a:spcPts val="2590"/>
              </a:lnSpc>
              <a:spcBef>
                <a:spcPts val="425"/>
              </a:spcBef>
              <a:buClr>
                <a:srgbClr val="1CACE4"/>
              </a:buClr>
              <a:buFont typeface="Arial MT"/>
              <a:buChar char="•"/>
              <a:tabLst>
                <a:tab pos="189865" algn="l"/>
              </a:tabLst>
            </a:pPr>
            <a:r>
              <a:rPr sz="2400" spc="-5" dirty="0">
                <a:solidFill>
                  <a:srgbClr val="3F3F3F"/>
                </a:solidFill>
                <a:latin typeface="Calibri"/>
                <a:cs typeface="Calibri"/>
              </a:rPr>
              <a:t>Then it </a:t>
            </a:r>
            <a:r>
              <a:rPr sz="2400" spc="-15" dirty="0">
                <a:solidFill>
                  <a:srgbClr val="3F3F3F"/>
                </a:solidFill>
                <a:latin typeface="Calibri"/>
                <a:cs typeface="Calibri"/>
              </a:rPr>
              <a:t>shows </a:t>
            </a:r>
            <a:r>
              <a:rPr sz="2400" spc="-10" dirty="0">
                <a:solidFill>
                  <a:srgbClr val="3F3F3F"/>
                </a:solidFill>
                <a:latin typeface="Calibri"/>
                <a:cs typeface="Calibri"/>
              </a:rPr>
              <a:t>changes </a:t>
            </a:r>
            <a:r>
              <a:rPr sz="2400" spc="-5" dirty="0">
                <a:solidFill>
                  <a:srgbClr val="3F3F3F"/>
                </a:solidFill>
                <a:latin typeface="Calibri"/>
                <a:cs typeface="Calibri"/>
              </a:rPr>
              <a:t>in some tables when some </a:t>
            </a:r>
            <a:r>
              <a:rPr sz="2400" spc="-15" dirty="0">
                <a:solidFill>
                  <a:srgbClr val="3F3F3F"/>
                </a:solidFill>
                <a:latin typeface="Calibri"/>
                <a:cs typeface="Calibri"/>
              </a:rPr>
              <a:t>update </a:t>
            </a:r>
            <a:r>
              <a:rPr sz="2400" spc="-5" dirty="0">
                <a:solidFill>
                  <a:srgbClr val="3F3F3F"/>
                </a:solidFill>
                <a:latin typeface="Calibri"/>
                <a:cs typeface="Calibri"/>
              </a:rPr>
              <a:t>messages </a:t>
            </a:r>
            <a:r>
              <a:rPr sz="2400" spc="-530" dirty="0">
                <a:solidFill>
                  <a:srgbClr val="3F3F3F"/>
                </a:solidFill>
                <a:latin typeface="Calibri"/>
                <a:cs typeface="Calibri"/>
              </a:rPr>
              <a:t> </a:t>
            </a:r>
            <a:r>
              <a:rPr sz="2400" spc="-20" dirty="0">
                <a:solidFill>
                  <a:srgbClr val="3F3F3F"/>
                </a:solidFill>
                <a:latin typeface="Calibri"/>
                <a:cs typeface="Calibri"/>
              </a:rPr>
              <a:t>have </a:t>
            </a:r>
            <a:r>
              <a:rPr sz="2400" spc="-5" dirty="0">
                <a:solidFill>
                  <a:srgbClr val="3F3F3F"/>
                </a:solidFill>
                <a:latin typeface="Calibri"/>
                <a:cs typeface="Calibri"/>
              </a:rPr>
              <a:t>been</a:t>
            </a:r>
            <a:r>
              <a:rPr sz="2400" dirty="0">
                <a:solidFill>
                  <a:srgbClr val="3F3F3F"/>
                </a:solidFill>
                <a:latin typeface="Calibri"/>
                <a:cs typeface="Calibri"/>
              </a:rPr>
              <a:t> </a:t>
            </a:r>
            <a:r>
              <a:rPr sz="2400" spc="-15" dirty="0">
                <a:solidFill>
                  <a:srgbClr val="3F3F3F"/>
                </a:solidFill>
                <a:latin typeface="Calibri"/>
                <a:cs typeface="Calibri"/>
              </a:rPr>
              <a:t>exchanged</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762000" y="2438400"/>
            <a:ext cx="8447531" cy="4190999"/>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92</a:t>
            </a:fld>
            <a:endParaRPr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966460"/>
            <a:ext cx="7639050" cy="513715"/>
          </a:xfrm>
          <a:prstGeom prst="rect">
            <a:avLst/>
          </a:prstGeom>
        </p:spPr>
        <p:txBody>
          <a:bodyPr vert="horz" wrap="square" lIns="0" tIns="12700" rIns="0" bIns="0" rtlCol="0">
            <a:spAutoFit/>
          </a:bodyPr>
          <a:lstStyle/>
          <a:p>
            <a:pPr marL="12700">
              <a:lnSpc>
                <a:spcPct val="100000"/>
              </a:lnSpc>
              <a:spcBef>
                <a:spcPts val="100"/>
              </a:spcBef>
            </a:pPr>
            <a:r>
              <a:rPr sz="3200" i="0" spc="-45" dirty="0">
                <a:latin typeface="Arial"/>
                <a:cs typeface="Arial"/>
              </a:rPr>
              <a:t>Realistic</a:t>
            </a:r>
            <a:r>
              <a:rPr sz="3200" i="0" spc="-160" dirty="0">
                <a:latin typeface="Arial"/>
                <a:cs typeface="Arial"/>
              </a:rPr>
              <a:t> </a:t>
            </a:r>
            <a:r>
              <a:rPr sz="3200" i="0" spc="-45" dirty="0">
                <a:latin typeface="Arial"/>
                <a:cs typeface="Arial"/>
              </a:rPr>
              <a:t>example</a:t>
            </a:r>
            <a:r>
              <a:rPr sz="3200" i="0" spc="-140" dirty="0">
                <a:latin typeface="Arial"/>
                <a:cs typeface="Arial"/>
              </a:rPr>
              <a:t> </a:t>
            </a:r>
            <a:r>
              <a:rPr sz="3200" i="0" spc="-25" dirty="0">
                <a:latin typeface="Arial"/>
                <a:cs typeface="Arial"/>
              </a:rPr>
              <a:t>of</a:t>
            </a:r>
            <a:r>
              <a:rPr sz="3200" i="0" spc="-120" dirty="0">
                <a:latin typeface="Arial"/>
                <a:cs typeface="Arial"/>
              </a:rPr>
              <a:t> </a:t>
            </a:r>
            <a:r>
              <a:rPr sz="3200" i="0" spc="-35" dirty="0">
                <a:latin typeface="Arial"/>
                <a:cs typeface="Arial"/>
              </a:rPr>
              <a:t>the</a:t>
            </a:r>
            <a:r>
              <a:rPr sz="3200" i="0" spc="-140" dirty="0">
                <a:latin typeface="Arial"/>
                <a:cs typeface="Arial"/>
              </a:rPr>
              <a:t> </a:t>
            </a:r>
            <a:r>
              <a:rPr sz="3200" i="0" spc="-45" dirty="0">
                <a:latin typeface="Arial"/>
                <a:cs typeface="Arial"/>
              </a:rPr>
              <a:t>operation</a:t>
            </a:r>
            <a:r>
              <a:rPr sz="3200" i="0" spc="-160" dirty="0">
                <a:latin typeface="Arial"/>
                <a:cs typeface="Arial"/>
              </a:rPr>
              <a:t> </a:t>
            </a:r>
            <a:r>
              <a:rPr sz="3200" i="0" spc="-25" dirty="0">
                <a:latin typeface="Arial"/>
                <a:cs typeface="Arial"/>
              </a:rPr>
              <a:t>of</a:t>
            </a:r>
            <a:r>
              <a:rPr sz="3200" i="0" spc="-135" dirty="0">
                <a:latin typeface="Arial"/>
                <a:cs typeface="Arial"/>
              </a:rPr>
              <a:t> </a:t>
            </a:r>
            <a:r>
              <a:rPr sz="3200" i="0" spc="-35" dirty="0">
                <a:latin typeface="Arial"/>
                <a:cs typeface="Arial"/>
              </a:rPr>
              <a:t>RIP</a:t>
            </a:r>
            <a:endParaRPr sz="3200">
              <a:latin typeface="Arial"/>
              <a:cs typeface="Arial"/>
            </a:endParaRPr>
          </a:p>
        </p:txBody>
      </p:sp>
      <p:sp>
        <p:nvSpPr>
          <p:cNvPr id="3" name="object 3"/>
          <p:cNvSpPr txBox="1"/>
          <p:nvPr/>
        </p:nvSpPr>
        <p:spPr>
          <a:xfrm>
            <a:off x="697667" y="1769826"/>
            <a:ext cx="8032750" cy="835660"/>
          </a:xfrm>
          <a:prstGeom prst="rect">
            <a:avLst/>
          </a:prstGeom>
        </p:spPr>
        <p:txBody>
          <a:bodyPr vert="horz" wrap="square" lIns="0" tIns="60960" rIns="0" bIns="0" rtlCol="0">
            <a:spAutoFit/>
          </a:bodyPr>
          <a:lstStyle/>
          <a:p>
            <a:pPr marL="189230" marR="5080" indent="-177165">
              <a:lnSpc>
                <a:spcPts val="3020"/>
              </a:lnSpc>
              <a:spcBef>
                <a:spcPts val="480"/>
              </a:spcBef>
              <a:buClr>
                <a:srgbClr val="1CACE4"/>
              </a:buClr>
              <a:buFont typeface="Arial MT"/>
              <a:buChar char="•"/>
              <a:tabLst>
                <a:tab pos="189865" algn="l"/>
              </a:tabLst>
            </a:pPr>
            <a:r>
              <a:rPr sz="2800" spc="-20" dirty="0">
                <a:solidFill>
                  <a:srgbClr val="3F3F3F"/>
                </a:solidFill>
                <a:latin typeface="Calibri"/>
                <a:cs typeface="Calibri"/>
              </a:rPr>
              <a:t>Thestabilized</a:t>
            </a:r>
            <a:r>
              <a:rPr sz="2800" spc="20" dirty="0">
                <a:solidFill>
                  <a:srgbClr val="3F3F3F"/>
                </a:solidFill>
                <a:latin typeface="Calibri"/>
                <a:cs typeface="Calibri"/>
              </a:rPr>
              <a:t> </a:t>
            </a:r>
            <a:r>
              <a:rPr sz="2800" spc="-20" dirty="0">
                <a:solidFill>
                  <a:srgbClr val="3F3F3F"/>
                </a:solidFill>
                <a:latin typeface="Calibri"/>
                <a:cs typeface="Calibri"/>
              </a:rPr>
              <a:t>forwarding</a:t>
            </a:r>
            <a:r>
              <a:rPr sz="2800" spc="20" dirty="0">
                <a:solidFill>
                  <a:srgbClr val="3F3F3F"/>
                </a:solidFill>
                <a:latin typeface="Calibri"/>
                <a:cs typeface="Calibri"/>
              </a:rPr>
              <a:t> </a:t>
            </a:r>
            <a:r>
              <a:rPr sz="2800" spc="-15" dirty="0">
                <a:solidFill>
                  <a:srgbClr val="3F3F3F"/>
                </a:solidFill>
                <a:latin typeface="Calibri"/>
                <a:cs typeface="Calibri"/>
              </a:rPr>
              <a:t>tables</a:t>
            </a:r>
            <a:r>
              <a:rPr sz="2800" spc="10" dirty="0">
                <a:solidFill>
                  <a:srgbClr val="3F3F3F"/>
                </a:solidFill>
                <a:latin typeface="Calibri"/>
                <a:cs typeface="Calibri"/>
              </a:rPr>
              <a:t> </a:t>
            </a:r>
            <a:r>
              <a:rPr sz="2800" spc="-5" dirty="0">
                <a:solidFill>
                  <a:srgbClr val="3F3F3F"/>
                </a:solidFill>
                <a:latin typeface="Calibri"/>
                <a:cs typeface="Calibri"/>
              </a:rPr>
              <a:t>when</a:t>
            </a:r>
            <a:r>
              <a:rPr sz="2800" spc="5" dirty="0">
                <a:solidFill>
                  <a:srgbClr val="3F3F3F"/>
                </a:solidFill>
                <a:latin typeface="Calibri"/>
                <a:cs typeface="Calibri"/>
              </a:rPr>
              <a:t> </a:t>
            </a:r>
            <a:r>
              <a:rPr sz="2800" spc="-15" dirty="0">
                <a:solidFill>
                  <a:srgbClr val="3F3F3F"/>
                </a:solidFill>
                <a:latin typeface="Calibri"/>
                <a:cs typeface="Calibri"/>
              </a:rPr>
              <a:t>there</a:t>
            </a:r>
            <a:r>
              <a:rPr sz="2800" spc="5" dirty="0">
                <a:solidFill>
                  <a:srgbClr val="3F3F3F"/>
                </a:solidFill>
                <a:latin typeface="Calibri"/>
                <a:cs typeface="Calibri"/>
              </a:rPr>
              <a:t> </a:t>
            </a:r>
            <a:r>
              <a:rPr sz="2800" spc="-10" dirty="0">
                <a:solidFill>
                  <a:srgbClr val="3F3F3F"/>
                </a:solidFill>
                <a:latin typeface="Calibri"/>
                <a:cs typeface="Calibri"/>
              </a:rPr>
              <a:t>is</a:t>
            </a:r>
            <a:r>
              <a:rPr sz="2800" spc="15" dirty="0">
                <a:solidFill>
                  <a:srgbClr val="3F3F3F"/>
                </a:solidFill>
                <a:latin typeface="Calibri"/>
                <a:cs typeface="Calibri"/>
              </a:rPr>
              <a:t> </a:t>
            </a:r>
            <a:r>
              <a:rPr sz="2800" spc="-5" dirty="0">
                <a:solidFill>
                  <a:srgbClr val="3F3F3F"/>
                </a:solidFill>
                <a:latin typeface="Calibri"/>
                <a:cs typeface="Calibri"/>
              </a:rPr>
              <a:t>no</a:t>
            </a:r>
            <a:r>
              <a:rPr sz="2800" spc="10" dirty="0">
                <a:solidFill>
                  <a:srgbClr val="3F3F3F"/>
                </a:solidFill>
                <a:latin typeface="Calibri"/>
                <a:cs typeface="Calibri"/>
              </a:rPr>
              <a:t> </a:t>
            </a:r>
            <a:r>
              <a:rPr sz="2800" spc="-15" dirty="0">
                <a:solidFill>
                  <a:srgbClr val="3F3F3F"/>
                </a:solidFill>
                <a:latin typeface="Calibri"/>
                <a:cs typeface="Calibri"/>
              </a:rPr>
              <a:t>more </a:t>
            </a:r>
            <a:r>
              <a:rPr sz="2800" spc="-620" dirty="0">
                <a:solidFill>
                  <a:srgbClr val="3F3F3F"/>
                </a:solidFill>
                <a:latin typeface="Calibri"/>
                <a:cs typeface="Calibri"/>
              </a:rPr>
              <a:t> </a:t>
            </a:r>
            <a:r>
              <a:rPr sz="2800" spc="-10" dirty="0">
                <a:solidFill>
                  <a:srgbClr val="3F3F3F"/>
                </a:solidFill>
                <a:latin typeface="Calibri"/>
                <a:cs typeface="Calibri"/>
              </a:rPr>
              <a:t>change</a:t>
            </a:r>
            <a:endParaRPr sz="2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pic>
        <p:nvPicPr>
          <p:cNvPr id="7" name="object 7"/>
          <p:cNvPicPr/>
          <p:nvPr/>
        </p:nvPicPr>
        <p:blipFill>
          <a:blip r:embed="rId2" cstate="print"/>
          <a:stretch>
            <a:fillRect/>
          </a:stretch>
        </p:blipFill>
        <p:spPr>
          <a:xfrm>
            <a:off x="533400" y="3352800"/>
            <a:ext cx="8985503" cy="1828799"/>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93</a:t>
            </a:fld>
            <a:endParaRPr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3835400" cy="756920"/>
          </a:xfrm>
          <a:prstGeom prst="rect">
            <a:avLst/>
          </a:prstGeom>
        </p:spPr>
        <p:txBody>
          <a:bodyPr vert="horz" wrap="square" lIns="0" tIns="12700" rIns="0" bIns="0" rtlCol="0">
            <a:spAutoFit/>
          </a:bodyPr>
          <a:lstStyle/>
          <a:p>
            <a:pPr marL="12700">
              <a:lnSpc>
                <a:spcPct val="100000"/>
              </a:lnSpc>
              <a:spcBef>
                <a:spcPts val="100"/>
              </a:spcBef>
            </a:pPr>
            <a:r>
              <a:rPr sz="4800" spc="-60" dirty="0"/>
              <a:t>Timers</a:t>
            </a:r>
            <a:r>
              <a:rPr sz="4800" spc="-145" dirty="0"/>
              <a:t> </a:t>
            </a:r>
            <a:r>
              <a:rPr sz="4800" spc="-30" dirty="0"/>
              <a:t>in</a:t>
            </a:r>
            <a:r>
              <a:rPr sz="4800" spc="-125" dirty="0"/>
              <a:t> </a:t>
            </a:r>
            <a:r>
              <a:rPr sz="4800" spc="-35" dirty="0"/>
              <a:t>RIP</a:t>
            </a:r>
            <a:endParaRPr sz="4800"/>
          </a:p>
        </p:txBody>
      </p:sp>
      <p:sp>
        <p:nvSpPr>
          <p:cNvPr id="3" name="object 3"/>
          <p:cNvSpPr txBox="1"/>
          <p:nvPr/>
        </p:nvSpPr>
        <p:spPr>
          <a:xfrm>
            <a:off x="697667" y="1591157"/>
            <a:ext cx="8719820" cy="5106670"/>
          </a:xfrm>
          <a:prstGeom prst="rect">
            <a:avLst/>
          </a:prstGeom>
        </p:spPr>
        <p:txBody>
          <a:bodyPr vert="horz" wrap="square" lIns="0" tIns="160020" rIns="0" bIns="0" rtlCol="0">
            <a:spAutoFit/>
          </a:bodyPr>
          <a:lstStyle/>
          <a:p>
            <a:pPr marL="189230" indent="-177165">
              <a:lnSpc>
                <a:spcPct val="100000"/>
              </a:lnSpc>
              <a:spcBef>
                <a:spcPts val="1260"/>
              </a:spcBef>
              <a:buClr>
                <a:srgbClr val="1CACE4"/>
              </a:buClr>
              <a:buFont typeface="Arial MT"/>
              <a:buChar char="•"/>
              <a:tabLst>
                <a:tab pos="189865" algn="l"/>
              </a:tabLst>
            </a:pPr>
            <a:r>
              <a:rPr sz="2000" dirty="0">
                <a:solidFill>
                  <a:srgbClr val="3F3F3F"/>
                </a:solidFill>
                <a:latin typeface="Calibri"/>
                <a:cs typeface="Calibri"/>
              </a:rPr>
              <a:t>RIP</a:t>
            </a:r>
            <a:r>
              <a:rPr sz="2000" spc="-25" dirty="0">
                <a:solidFill>
                  <a:srgbClr val="3F3F3F"/>
                </a:solidFill>
                <a:latin typeface="Calibri"/>
                <a:cs typeface="Calibri"/>
              </a:rPr>
              <a:t> </a:t>
            </a:r>
            <a:r>
              <a:rPr sz="2000" spc="-5" dirty="0">
                <a:solidFill>
                  <a:srgbClr val="3F3F3F"/>
                </a:solidFill>
                <a:latin typeface="Calibri"/>
                <a:cs typeface="Calibri"/>
              </a:rPr>
              <a:t>uses</a:t>
            </a:r>
            <a:r>
              <a:rPr sz="2000" spc="10" dirty="0">
                <a:solidFill>
                  <a:srgbClr val="3F3F3F"/>
                </a:solidFill>
                <a:latin typeface="Calibri"/>
                <a:cs typeface="Calibri"/>
              </a:rPr>
              <a:t> </a:t>
            </a:r>
            <a:r>
              <a:rPr sz="2000" spc="-10" dirty="0">
                <a:solidFill>
                  <a:srgbClr val="3F3F3F"/>
                </a:solidFill>
                <a:latin typeface="Calibri"/>
                <a:cs typeface="Calibri"/>
              </a:rPr>
              <a:t>three</a:t>
            </a:r>
            <a:r>
              <a:rPr sz="2000" dirty="0">
                <a:solidFill>
                  <a:srgbClr val="3F3F3F"/>
                </a:solidFill>
                <a:latin typeface="Calibri"/>
                <a:cs typeface="Calibri"/>
              </a:rPr>
              <a:t> </a:t>
            </a:r>
            <a:r>
              <a:rPr sz="2000" spc="-10" dirty="0">
                <a:solidFill>
                  <a:srgbClr val="3F3F3F"/>
                </a:solidFill>
                <a:latin typeface="Calibri"/>
                <a:cs typeface="Calibri"/>
              </a:rPr>
              <a:t>timers</a:t>
            </a:r>
            <a:r>
              <a:rPr sz="2000" spc="20" dirty="0">
                <a:solidFill>
                  <a:srgbClr val="3F3F3F"/>
                </a:solidFill>
                <a:latin typeface="Calibri"/>
                <a:cs typeface="Calibri"/>
              </a:rPr>
              <a:t> </a:t>
            </a:r>
            <a:r>
              <a:rPr sz="2000" spc="-15" dirty="0">
                <a:solidFill>
                  <a:srgbClr val="3F3F3F"/>
                </a:solidFill>
                <a:latin typeface="Calibri"/>
                <a:cs typeface="Calibri"/>
              </a:rPr>
              <a:t>to</a:t>
            </a:r>
            <a:r>
              <a:rPr sz="2000" dirty="0">
                <a:solidFill>
                  <a:srgbClr val="3F3F3F"/>
                </a:solidFill>
                <a:latin typeface="Calibri"/>
                <a:cs typeface="Calibri"/>
              </a:rPr>
              <a:t> </a:t>
            </a:r>
            <a:r>
              <a:rPr sz="2000" spc="-5" dirty="0">
                <a:solidFill>
                  <a:srgbClr val="3F3F3F"/>
                </a:solidFill>
                <a:latin typeface="Calibri"/>
                <a:cs typeface="Calibri"/>
              </a:rPr>
              <a:t>support</a:t>
            </a:r>
            <a:r>
              <a:rPr sz="2000" spc="-25" dirty="0">
                <a:solidFill>
                  <a:srgbClr val="3F3F3F"/>
                </a:solidFill>
                <a:latin typeface="Calibri"/>
                <a:cs typeface="Calibri"/>
              </a:rPr>
              <a:t> </a:t>
            </a:r>
            <a:r>
              <a:rPr sz="2000" spc="-5" dirty="0">
                <a:solidFill>
                  <a:srgbClr val="3F3F3F"/>
                </a:solidFill>
                <a:latin typeface="Calibri"/>
                <a:cs typeface="Calibri"/>
              </a:rPr>
              <a:t>its</a:t>
            </a:r>
            <a:r>
              <a:rPr sz="2000" spc="40" dirty="0">
                <a:solidFill>
                  <a:srgbClr val="3F3F3F"/>
                </a:solidFill>
                <a:latin typeface="Calibri"/>
                <a:cs typeface="Calibri"/>
              </a:rPr>
              <a:t> </a:t>
            </a:r>
            <a:r>
              <a:rPr sz="2000" spc="-10" dirty="0">
                <a:solidFill>
                  <a:srgbClr val="3F3F3F"/>
                </a:solidFill>
                <a:latin typeface="Calibri"/>
                <a:cs typeface="Calibri"/>
              </a:rPr>
              <a:t>operation</a:t>
            </a:r>
            <a:endParaRPr sz="2000">
              <a:latin typeface="Calibri"/>
              <a:cs typeface="Calibri"/>
            </a:endParaRPr>
          </a:p>
          <a:p>
            <a:pPr marL="189230" indent="-177165">
              <a:lnSpc>
                <a:spcPct val="100000"/>
              </a:lnSpc>
              <a:spcBef>
                <a:spcPts val="1165"/>
              </a:spcBef>
              <a:buClr>
                <a:srgbClr val="1CACE4"/>
              </a:buClr>
              <a:buFont typeface="Arial MT"/>
              <a:buChar char="•"/>
              <a:tabLst>
                <a:tab pos="189865" algn="l"/>
              </a:tabLst>
            </a:pPr>
            <a:r>
              <a:rPr sz="2000" i="1" spc="-10" dirty="0">
                <a:solidFill>
                  <a:srgbClr val="3F3F3F"/>
                </a:solidFill>
                <a:latin typeface="Calibri"/>
                <a:cs typeface="Calibri"/>
              </a:rPr>
              <a:t>Periodic</a:t>
            </a:r>
            <a:r>
              <a:rPr sz="2000" i="1" spc="-5" dirty="0">
                <a:solidFill>
                  <a:srgbClr val="3F3F3F"/>
                </a:solidFill>
                <a:latin typeface="Calibri"/>
                <a:cs typeface="Calibri"/>
              </a:rPr>
              <a:t> timer</a:t>
            </a:r>
            <a:r>
              <a:rPr sz="2000" i="1" spc="5" dirty="0">
                <a:solidFill>
                  <a:srgbClr val="3F3F3F"/>
                </a:solidFill>
                <a:latin typeface="Calibri"/>
                <a:cs typeface="Calibri"/>
              </a:rPr>
              <a:t> </a:t>
            </a:r>
            <a:r>
              <a:rPr sz="2000" i="1" spc="-10" dirty="0">
                <a:solidFill>
                  <a:srgbClr val="3F3F3F"/>
                </a:solidFill>
                <a:latin typeface="Calibri"/>
                <a:cs typeface="Calibri"/>
              </a:rPr>
              <a:t>controls</a:t>
            </a:r>
            <a:r>
              <a:rPr sz="2000" i="1"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advertising</a:t>
            </a:r>
            <a:r>
              <a:rPr sz="2000" spc="10" dirty="0">
                <a:solidFill>
                  <a:srgbClr val="3F3F3F"/>
                </a:solidFill>
                <a:latin typeface="Calibri"/>
                <a:cs typeface="Calibri"/>
              </a:rPr>
              <a:t> </a:t>
            </a:r>
            <a:r>
              <a:rPr sz="2000" spc="-5" dirty="0">
                <a:solidFill>
                  <a:srgbClr val="3F3F3F"/>
                </a:solidFill>
                <a:latin typeface="Calibri"/>
                <a:cs typeface="Calibri"/>
              </a:rPr>
              <a:t>of</a:t>
            </a:r>
            <a:r>
              <a:rPr sz="2000" spc="5" dirty="0">
                <a:solidFill>
                  <a:srgbClr val="3F3F3F"/>
                </a:solidFill>
                <a:latin typeface="Calibri"/>
                <a:cs typeface="Calibri"/>
              </a:rPr>
              <a:t> </a:t>
            </a:r>
            <a:r>
              <a:rPr sz="2000" spc="-5" dirty="0">
                <a:solidFill>
                  <a:srgbClr val="3F3F3F"/>
                </a:solidFill>
                <a:latin typeface="Calibri"/>
                <a:cs typeface="Calibri"/>
              </a:rPr>
              <a:t>regular </a:t>
            </a:r>
            <a:r>
              <a:rPr sz="2000" spc="-10" dirty="0">
                <a:solidFill>
                  <a:srgbClr val="3F3F3F"/>
                </a:solidFill>
                <a:latin typeface="Calibri"/>
                <a:cs typeface="Calibri"/>
              </a:rPr>
              <a:t>update</a:t>
            </a:r>
            <a:r>
              <a:rPr sz="2000" spc="25" dirty="0">
                <a:solidFill>
                  <a:srgbClr val="3F3F3F"/>
                </a:solidFill>
                <a:latin typeface="Calibri"/>
                <a:cs typeface="Calibri"/>
              </a:rPr>
              <a:t> </a:t>
            </a:r>
            <a:r>
              <a:rPr sz="2000" spc="-5" dirty="0">
                <a:solidFill>
                  <a:srgbClr val="3F3F3F"/>
                </a:solidFill>
                <a:latin typeface="Calibri"/>
                <a:cs typeface="Calibri"/>
              </a:rPr>
              <a:t>messages</a:t>
            </a:r>
            <a:endParaRPr sz="2000">
              <a:latin typeface="Calibri"/>
              <a:cs typeface="Calibri"/>
            </a:endParaRPr>
          </a:p>
          <a:p>
            <a:pPr marL="419100" marR="5080" lvl="1" indent="-182880">
              <a:lnSpc>
                <a:spcPts val="2160"/>
              </a:lnSpc>
              <a:spcBef>
                <a:spcPts val="430"/>
              </a:spcBef>
              <a:buClr>
                <a:srgbClr val="1CACE4"/>
              </a:buClr>
              <a:buChar char="◦"/>
              <a:tabLst>
                <a:tab pos="419734" algn="l"/>
              </a:tabLst>
            </a:pPr>
            <a:r>
              <a:rPr sz="2000" spc="-10" dirty="0">
                <a:solidFill>
                  <a:srgbClr val="3F3F3F"/>
                </a:solidFill>
                <a:latin typeface="Calibri"/>
                <a:cs typeface="Calibri"/>
              </a:rPr>
              <a:t>Each</a:t>
            </a:r>
            <a:r>
              <a:rPr sz="2000" spc="-15" dirty="0">
                <a:solidFill>
                  <a:srgbClr val="3F3F3F"/>
                </a:solidFill>
                <a:latin typeface="Calibri"/>
                <a:cs typeface="Calibri"/>
              </a:rPr>
              <a:t> router</a:t>
            </a:r>
            <a:r>
              <a:rPr sz="2000" dirty="0">
                <a:solidFill>
                  <a:srgbClr val="3F3F3F"/>
                </a:solidFill>
                <a:latin typeface="Calibri"/>
                <a:cs typeface="Calibri"/>
              </a:rPr>
              <a:t> has</a:t>
            </a:r>
            <a:r>
              <a:rPr sz="2000" spc="5" dirty="0">
                <a:solidFill>
                  <a:srgbClr val="3F3F3F"/>
                </a:solidFill>
                <a:latin typeface="Calibri"/>
                <a:cs typeface="Calibri"/>
              </a:rPr>
              <a:t> </a:t>
            </a:r>
            <a:r>
              <a:rPr sz="2000" dirty="0">
                <a:solidFill>
                  <a:srgbClr val="3F3F3F"/>
                </a:solidFill>
                <a:latin typeface="Calibri"/>
                <a:cs typeface="Calibri"/>
              </a:rPr>
              <a:t>one </a:t>
            </a:r>
            <a:r>
              <a:rPr sz="2000" spc="-5" dirty="0">
                <a:solidFill>
                  <a:srgbClr val="3F3F3F"/>
                </a:solidFill>
                <a:latin typeface="Calibri"/>
                <a:cs typeface="Calibri"/>
              </a:rPr>
              <a:t>periodic</a:t>
            </a:r>
            <a:r>
              <a:rPr sz="2000" dirty="0">
                <a:solidFill>
                  <a:srgbClr val="3F3F3F"/>
                </a:solidFill>
                <a:latin typeface="Calibri"/>
                <a:cs typeface="Calibri"/>
              </a:rPr>
              <a:t> </a:t>
            </a:r>
            <a:r>
              <a:rPr sz="2000" spc="-5" dirty="0">
                <a:solidFill>
                  <a:srgbClr val="3F3F3F"/>
                </a:solidFill>
                <a:latin typeface="Calibri"/>
                <a:cs typeface="Calibri"/>
              </a:rPr>
              <a:t>timer</a:t>
            </a:r>
            <a:r>
              <a:rPr sz="2000" spc="25" dirty="0">
                <a:solidFill>
                  <a:srgbClr val="3F3F3F"/>
                </a:solidFill>
                <a:latin typeface="Calibri"/>
                <a:cs typeface="Calibri"/>
              </a:rPr>
              <a:t> </a:t>
            </a:r>
            <a:r>
              <a:rPr sz="2000" spc="-10" dirty="0">
                <a:solidFill>
                  <a:srgbClr val="3F3F3F"/>
                </a:solidFill>
                <a:latin typeface="Calibri"/>
                <a:cs typeface="Calibri"/>
              </a:rPr>
              <a:t>that</a:t>
            </a:r>
            <a:r>
              <a:rPr sz="2000" spc="20" dirty="0">
                <a:solidFill>
                  <a:srgbClr val="3F3F3F"/>
                </a:solidFill>
                <a:latin typeface="Calibri"/>
                <a:cs typeface="Calibri"/>
              </a:rPr>
              <a:t> </a:t>
            </a:r>
            <a:r>
              <a:rPr sz="2000" spc="-5" dirty="0">
                <a:solidFill>
                  <a:srgbClr val="3F3F3F"/>
                </a:solidFill>
                <a:latin typeface="Calibri"/>
                <a:cs typeface="Calibri"/>
              </a:rPr>
              <a:t>is</a:t>
            </a:r>
            <a:r>
              <a:rPr sz="2000" spc="5" dirty="0">
                <a:solidFill>
                  <a:srgbClr val="3F3F3F"/>
                </a:solidFill>
                <a:latin typeface="Calibri"/>
                <a:cs typeface="Calibri"/>
              </a:rPr>
              <a:t> </a:t>
            </a:r>
            <a:r>
              <a:rPr sz="2000" spc="-5" dirty="0">
                <a:solidFill>
                  <a:srgbClr val="3F3F3F"/>
                </a:solidFill>
                <a:latin typeface="Calibri"/>
                <a:cs typeface="Calibri"/>
              </a:rPr>
              <a:t>randomly</a:t>
            </a:r>
            <a:r>
              <a:rPr sz="2000" spc="-15" dirty="0">
                <a:solidFill>
                  <a:srgbClr val="3F3F3F"/>
                </a:solidFill>
                <a:latin typeface="Calibri"/>
                <a:cs typeface="Calibri"/>
              </a:rPr>
              <a:t> </a:t>
            </a:r>
            <a:r>
              <a:rPr sz="2000" spc="-5" dirty="0">
                <a:solidFill>
                  <a:srgbClr val="3F3F3F"/>
                </a:solidFill>
                <a:latin typeface="Calibri"/>
                <a:cs typeface="Calibri"/>
              </a:rPr>
              <a:t>set</a:t>
            </a:r>
            <a:r>
              <a:rPr sz="2000" spc="15" dirty="0">
                <a:solidFill>
                  <a:srgbClr val="3F3F3F"/>
                </a:solidFill>
                <a:latin typeface="Calibri"/>
                <a:cs typeface="Calibri"/>
              </a:rPr>
              <a:t> </a:t>
            </a:r>
            <a:r>
              <a:rPr sz="2000" spc="-15" dirty="0">
                <a:solidFill>
                  <a:srgbClr val="3F3F3F"/>
                </a:solidFill>
                <a:latin typeface="Calibri"/>
                <a:cs typeface="Calibri"/>
              </a:rPr>
              <a:t>to</a:t>
            </a:r>
            <a:r>
              <a:rPr sz="2000" spc="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number </a:t>
            </a:r>
            <a:r>
              <a:rPr sz="2000" spc="-10" dirty="0">
                <a:solidFill>
                  <a:srgbClr val="3F3F3F"/>
                </a:solidFill>
                <a:latin typeface="Calibri"/>
                <a:cs typeface="Calibri"/>
              </a:rPr>
              <a:t>between</a:t>
            </a:r>
            <a:r>
              <a:rPr sz="2000" spc="5" dirty="0">
                <a:solidFill>
                  <a:srgbClr val="3F3F3F"/>
                </a:solidFill>
                <a:latin typeface="Calibri"/>
                <a:cs typeface="Calibri"/>
              </a:rPr>
              <a:t> </a:t>
            </a:r>
            <a:r>
              <a:rPr sz="2000" dirty="0">
                <a:solidFill>
                  <a:srgbClr val="3F3F3F"/>
                </a:solidFill>
                <a:latin typeface="Calibri"/>
                <a:cs typeface="Calibri"/>
              </a:rPr>
              <a:t>25 </a:t>
            </a:r>
            <a:r>
              <a:rPr sz="2000" spc="-440" dirty="0">
                <a:solidFill>
                  <a:srgbClr val="3F3F3F"/>
                </a:solidFill>
                <a:latin typeface="Calibri"/>
                <a:cs typeface="Calibri"/>
              </a:rPr>
              <a:t> </a:t>
            </a:r>
            <a:r>
              <a:rPr sz="2000" dirty="0">
                <a:solidFill>
                  <a:srgbClr val="3F3F3F"/>
                </a:solidFill>
                <a:latin typeface="Calibri"/>
                <a:cs typeface="Calibri"/>
              </a:rPr>
              <a:t>and</a:t>
            </a:r>
            <a:r>
              <a:rPr sz="2000" spc="-20" dirty="0">
                <a:solidFill>
                  <a:srgbClr val="3F3F3F"/>
                </a:solidFill>
                <a:latin typeface="Calibri"/>
                <a:cs typeface="Calibri"/>
              </a:rPr>
              <a:t> </a:t>
            </a:r>
            <a:r>
              <a:rPr sz="2000" dirty="0">
                <a:solidFill>
                  <a:srgbClr val="3F3F3F"/>
                </a:solidFill>
                <a:latin typeface="Calibri"/>
                <a:cs typeface="Calibri"/>
              </a:rPr>
              <a:t>35</a:t>
            </a:r>
            <a:r>
              <a:rPr sz="2000" spc="-20" dirty="0">
                <a:solidFill>
                  <a:srgbClr val="3F3F3F"/>
                </a:solidFill>
                <a:latin typeface="Calibri"/>
                <a:cs typeface="Calibri"/>
              </a:rPr>
              <a:t> </a:t>
            </a:r>
            <a:r>
              <a:rPr sz="2000" dirty="0">
                <a:solidFill>
                  <a:srgbClr val="3F3F3F"/>
                </a:solidFill>
                <a:latin typeface="Calibri"/>
                <a:cs typeface="Calibri"/>
              </a:rPr>
              <a:t>s</a:t>
            </a:r>
            <a:r>
              <a:rPr sz="2000" spc="5" dirty="0">
                <a:solidFill>
                  <a:srgbClr val="3F3F3F"/>
                </a:solidFill>
                <a:latin typeface="Calibri"/>
                <a:cs typeface="Calibri"/>
              </a:rPr>
              <a:t> </a:t>
            </a:r>
            <a:r>
              <a:rPr sz="2000" spc="-10" dirty="0">
                <a:solidFill>
                  <a:srgbClr val="3F3F3F"/>
                </a:solidFill>
                <a:latin typeface="Calibri"/>
                <a:cs typeface="Calibri"/>
              </a:rPr>
              <a:t>(to</a:t>
            </a:r>
            <a:r>
              <a:rPr sz="2000" dirty="0">
                <a:solidFill>
                  <a:srgbClr val="3F3F3F"/>
                </a:solidFill>
                <a:latin typeface="Calibri"/>
                <a:cs typeface="Calibri"/>
              </a:rPr>
              <a:t> </a:t>
            </a:r>
            <a:r>
              <a:rPr sz="2000" spc="-15" dirty="0">
                <a:solidFill>
                  <a:srgbClr val="3F3F3F"/>
                </a:solidFill>
                <a:latin typeface="Calibri"/>
                <a:cs typeface="Calibri"/>
              </a:rPr>
              <a:t>prevent</a:t>
            </a:r>
            <a:r>
              <a:rPr sz="2000" spc="20" dirty="0">
                <a:solidFill>
                  <a:srgbClr val="3F3F3F"/>
                </a:solidFill>
                <a:latin typeface="Calibri"/>
                <a:cs typeface="Calibri"/>
              </a:rPr>
              <a:t> </a:t>
            </a:r>
            <a:r>
              <a:rPr sz="2000" spc="-5" dirty="0">
                <a:solidFill>
                  <a:srgbClr val="3F3F3F"/>
                </a:solidFill>
                <a:latin typeface="Calibri"/>
                <a:cs typeface="Calibri"/>
              </a:rPr>
              <a:t>all</a:t>
            </a:r>
            <a:r>
              <a:rPr sz="2000" spc="10" dirty="0">
                <a:solidFill>
                  <a:srgbClr val="3F3F3F"/>
                </a:solidFill>
                <a:latin typeface="Calibri"/>
                <a:cs typeface="Calibri"/>
              </a:rPr>
              <a:t> </a:t>
            </a:r>
            <a:r>
              <a:rPr sz="2000" spc="-15" dirty="0">
                <a:solidFill>
                  <a:srgbClr val="3F3F3F"/>
                </a:solidFill>
                <a:latin typeface="Calibri"/>
                <a:cs typeface="Calibri"/>
              </a:rPr>
              <a:t>routers</a:t>
            </a:r>
            <a:r>
              <a:rPr sz="2000" spc="15" dirty="0">
                <a:solidFill>
                  <a:srgbClr val="3F3F3F"/>
                </a:solidFill>
                <a:latin typeface="Calibri"/>
                <a:cs typeface="Calibri"/>
              </a:rPr>
              <a:t> </a:t>
            </a:r>
            <a:r>
              <a:rPr sz="2000" spc="-5" dirty="0">
                <a:solidFill>
                  <a:srgbClr val="3F3F3F"/>
                </a:solidFill>
                <a:latin typeface="Calibri"/>
                <a:cs typeface="Calibri"/>
              </a:rPr>
              <a:t>sending their</a:t>
            </a:r>
            <a:r>
              <a:rPr sz="2000" dirty="0">
                <a:solidFill>
                  <a:srgbClr val="3F3F3F"/>
                </a:solidFill>
                <a:latin typeface="Calibri"/>
                <a:cs typeface="Calibri"/>
              </a:rPr>
              <a:t> </a:t>
            </a:r>
            <a:r>
              <a:rPr sz="2000" spc="-5" dirty="0">
                <a:solidFill>
                  <a:srgbClr val="3F3F3F"/>
                </a:solidFill>
                <a:latin typeface="Calibri"/>
                <a:cs typeface="Calibri"/>
              </a:rPr>
              <a:t>messages</a:t>
            </a:r>
            <a:r>
              <a:rPr sz="2000" spc="20" dirty="0">
                <a:solidFill>
                  <a:srgbClr val="3F3F3F"/>
                </a:solidFill>
                <a:latin typeface="Calibri"/>
                <a:cs typeface="Calibri"/>
              </a:rPr>
              <a:t> </a:t>
            </a:r>
            <a:r>
              <a:rPr sz="2000" spc="-15" dirty="0">
                <a:solidFill>
                  <a:srgbClr val="3F3F3F"/>
                </a:solidFill>
                <a:latin typeface="Calibri"/>
                <a:cs typeface="Calibri"/>
              </a:rPr>
              <a:t>at</a:t>
            </a:r>
            <a:r>
              <a:rPr sz="2000" dirty="0">
                <a:solidFill>
                  <a:srgbClr val="3F3F3F"/>
                </a:solidFill>
                <a:latin typeface="Calibri"/>
                <a:cs typeface="Calibri"/>
              </a:rPr>
              <a:t> the </a:t>
            </a:r>
            <a:r>
              <a:rPr sz="2000" spc="-5" dirty="0">
                <a:solidFill>
                  <a:srgbClr val="3F3F3F"/>
                </a:solidFill>
                <a:latin typeface="Calibri"/>
                <a:cs typeface="Calibri"/>
              </a:rPr>
              <a:t>same</a:t>
            </a:r>
            <a:r>
              <a:rPr sz="2000" spc="15" dirty="0">
                <a:solidFill>
                  <a:srgbClr val="3F3F3F"/>
                </a:solidFill>
                <a:latin typeface="Calibri"/>
                <a:cs typeface="Calibri"/>
              </a:rPr>
              <a:t> </a:t>
            </a:r>
            <a:r>
              <a:rPr sz="2000" spc="-5" dirty="0">
                <a:solidFill>
                  <a:srgbClr val="3F3F3F"/>
                </a:solidFill>
                <a:latin typeface="Calibri"/>
                <a:cs typeface="Calibri"/>
              </a:rPr>
              <a:t>time</a:t>
            </a:r>
            <a:r>
              <a:rPr sz="2000" spc="10" dirty="0">
                <a:solidFill>
                  <a:srgbClr val="3F3F3F"/>
                </a:solidFill>
                <a:latin typeface="Calibri"/>
                <a:cs typeface="Calibri"/>
              </a:rPr>
              <a:t> </a:t>
            </a:r>
            <a:r>
              <a:rPr sz="2000" dirty="0">
                <a:solidFill>
                  <a:srgbClr val="3F3F3F"/>
                </a:solidFill>
                <a:latin typeface="Calibri"/>
                <a:cs typeface="Calibri"/>
              </a:rPr>
              <a:t>and </a:t>
            </a:r>
            <a:r>
              <a:rPr sz="2000" spc="5" dirty="0">
                <a:solidFill>
                  <a:srgbClr val="3F3F3F"/>
                </a:solidFill>
                <a:latin typeface="Calibri"/>
                <a:cs typeface="Calibri"/>
              </a:rPr>
              <a:t> </a:t>
            </a:r>
            <a:r>
              <a:rPr sz="2000" spc="-10" dirty="0">
                <a:solidFill>
                  <a:srgbClr val="3F3F3F"/>
                </a:solidFill>
                <a:latin typeface="Calibri"/>
                <a:cs typeface="Calibri"/>
              </a:rPr>
              <a:t>creating </a:t>
            </a:r>
            <a:r>
              <a:rPr sz="2000" spc="-20" dirty="0">
                <a:solidFill>
                  <a:srgbClr val="3F3F3F"/>
                </a:solidFill>
                <a:latin typeface="Calibri"/>
                <a:cs typeface="Calibri"/>
              </a:rPr>
              <a:t>excess</a:t>
            </a:r>
            <a:r>
              <a:rPr sz="2000" spc="20" dirty="0">
                <a:solidFill>
                  <a:srgbClr val="3F3F3F"/>
                </a:solidFill>
                <a:latin typeface="Calibri"/>
                <a:cs typeface="Calibri"/>
              </a:rPr>
              <a:t> </a:t>
            </a:r>
            <a:r>
              <a:rPr sz="2000" spc="-10" dirty="0">
                <a:solidFill>
                  <a:srgbClr val="3F3F3F"/>
                </a:solidFill>
                <a:latin typeface="Calibri"/>
                <a:cs typeface="Calibri"/>
              </a:rPr>
              <a:t>traffic).</a:t>
            </a:r>
            <a:endParaRPr sz="2000">
              <a:latin typeface="Calibri"/>
              <a:cs typeface="Calibri"/>
            </a:endParaRPr>
          </a:p>
          <a:p>
            <a:pPr marL="419100" marR="165735" lvl="1" indent="-182880">
              <a:lnSpc>
                <a:spcPts val="2160"/>
              </a:lnSpc>
              <a:spcBef>
                <a:spcPts val="600"/>
              </a:spcBef>
              <a:buClr>
                <a:srgbClr val="1CACE4"/>
              </a:buClr>
              <a:buChar char="◦"/>
              <a:tabLst>
                <a:tab pos="419734" algn="l"/>
              </a:tabLst>
            </a:pP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timer</a:t>
            </a:r>
            <a:r>
              <a:rPr sz="2000" spc="15" dirty="0">
                <a:solidFill>
                  <a:srgbClr val="3F3F3F"/>
                </a:solidFill>
                <a:latin typeface="Calibri"/>
                <a:cs typeface="Calibri"/>
              </a:rPr>
              <a:t> </a:t>
            </a:r>
            <a:r>
              <a:rPr sz="2000" spc="-10" dirty="0">
                <a:solidFill>
                  <a:srgbClr val="3F3F3F"/>
                </a:solidFill>
                <a:latin typeface="Calibri"/>
                <a:cs typeface="Calibri"/>
              </a:rPr>
              <a:t>counts </a:t>
            </a:r>
            <a:r>
              <a:rPr sz="2000" spc="-5" dirty="0">
                <a:solidFill>
                  <a:srgbClr val="3F3F3F"/>
                </a:solidFill>
                <a:latin typeface="Calibri"/>
                <a:cs typeface="Calibri"/>
              </a:rPr>
              <a:t>down;</a:t>
            </a:r>
            <a:r>
              <a:rPr sz="2000" spc="-15" dirty="0">
                <a:solidFill>
                  <a:srgbClr val="3F3F3F"/>
                </a:solidFill>
                <a:latin typeface="Calibri"/>
                <a:cs typeface="Calibri"/>
              </a:rPr>
              <a:t> </a:t>
            </a:r>
            <a:r>
              <a:rPr sz="2000" spc="-5" dirty="0">
                <a:solidFill>
                  <a:srgbClr val="3F3F3F"/>
                </a:solidFill>
                <a:latin typeface="Calibri"/>
                <a:cs typeface="Calibri"/>
              </a:rPr>
              <a:t>when</a:t>
            </a:r>
            <a:r>
              <a:rPr sz="2000" spc="-15" dirty="0">
                <a:solidFill>
                  <a:srgbClr val="3F3F3F"/>
                </a:solidFill>
                <a:latin typeface="Calibri"/>
                <a:cs typeface="Calibri"/>
              </a:rPr>
              <a:t> </a:t>
            </a:r>
            <a:r>
              <a:rPr sz="2000" spc="-25" dirty="0">
                <a:solidFill>
                  <a:srgbClr val="3F3F3F"/>
                </a:solidFill>
                <a:latin typeface="Calibri"/>
                <a:cs typeface="Calibri"/>
              </a:rPr>
              <a:t>zero</a:t>
            </a:r>
            <a:r>
              <a:rPr sz="2000" dirty="0">
                <a:solidFill>
                  <a:srgbClr val="3F3F3F"/>
                </a:solidFill>
                <a:latin typeface="Calibri"/>
                <a:cs typeface="Calibri"/>
              </a:rPr>
              <a:t> </a:t>
            </a:r>
            <a:r>
              <a:rPr sz="2000" spc="-5" dirty="0">
                <a:solidFill>
                  <a:srgbClr val="3F3F3F"/>
                </a:solidFill>
                <a:latin typeface="Calibri"/>
                <a:cs typeface="Calibri"/>
              </a:rPr>
              <a:t>is</a:t>
            </a:r>
            <a:r>
              <a:rPr sz="2000" spc="15" dirty="0">
                <a:solidFill>
                  <a:srgbClr val="3F3F3F"/>
                </a:solidFill>
                <a:latin typeface="Calibri"/>
                <a:cs typeface="Calibri"/>
              </a:rPr>
              <a:t> </a:t>
            </a:r>
            <a:r>
              <a:rPr sz="2000" spc="-5" dirty="0">
                <a:solidFill>
                  <a:srgbClr val="3F3F3F"/>
                </a:solidFill>
                <a:latin typeface="Calibri"/>
                <a:cs typeface="Calibri"/>
              </a:rPr>
              <a:t>reached,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update</a:t>
            </a:r>
            <a:r>
              <a:rPr sz="2000" spc="5" dirty="0">
                <a:solidFill>
                  <a:srgbClr val="3F3F3F"/>
                </a:solidFill>
                <a:latin typeface="Calibri"/>
                <a:cs typeface="Calibri"/>
              </a:rPr>
              <a:t> </a:t>
            </a:r>
            <a:r>
              <a:rPr sz="2000" spc="-5" dirty="0">
                <a:solidFill>
                  <a:srgbClr val="3F3F3F"/>
                </a:solidFill>
                <a:latin typeface="Calibri"/>
                <a:cs typeface="Calibri"/>
              </a:rPr>
              <a:t>message</a:t>
            </a:r>
            <a:r>
              <a:rPr sz="2000" spc="5" dirty="0">
                <a:solidFill>
                  <a:srgbClr val="3F3F3F"/>
                </a:solidFill>
                <a:latin typeface="Calibri"/>
                <a:cs typeface="Calibri"/>
              </a:rPr>
              <a:t> </a:t>
            </a:r>
            <a:r>
              <a:rPr sz="2000" spc="-5" dirty="0">
                <a:solidFill>
                  <a:srgbClr val="3F3F3F"/>
                </a:solidFill>
                <a:latin typeface="Calibri"/>
                <a:cs typeface="Calibri"/>
              </a:rPr>
              <a:t>is</a:t>
            </a:r>
            <a:r>
              <a:rPr sz="2000" spc="60" dirty="0">
                <a:solidFill>
                  <a:srgbClr val="3F3F3F"/>
                </a:solidFill>
                <a:latin typeface="Calibri"/>
                <a:cs typeface="Calibri"/>
              </a:rPr>
              <a:t> </a:t>
            </a:r>
            <a:r>
              <a:rPr sz="2000" spc="-10" dirty="0">
                <a:solidFill>
                  <a:srgbClr val="3F3F3F"/>
                </a:solidFill>
                <a:latin typeface="Calibri"/>
                <a:cs typeface="Calibri"/>
              </a:rPr>
              <a:t>sent,</a:t>
            </a:r>
            <a:r>
              <a:rPr sz="2000" spc="5" dirty="0">
                <a:solidFill>
                  <a:srgbClr val="3F3F3F"/>
                </a:solidFill>
                <a:latin typeface="Calibri"/>
                <a:cs typeface="Calibri"/>
              </a:rPr>
              <a:t> </a:t>
            </a:r>
            <a:r>
              <a:rPr sz="2000" dirty="0">
                <a:solidFill>
                  <a:srgbClr val="3F3F3F"/>
                </a:solidFill>
                <a:latin typeface="Calibri"/>
                <a:cs typeface="Calibri"/>
              </a:rPr>
              <a:t>and </a:t>
            </a:r>
            <a:r>
              <a:rPr sz="2000" spc="-440"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a:t>
            </a:r>
            <a:r>
              <a:rPr sz="2000" spc="-5" dirty="0">
                <a:solidFill>
                  <a:srgbClr val="3F3F3F"/>
                </a:solidFill>
                <a:latin typeface="Calibri"/>
                <a:cs typeface="Calibri"/>
              </a:rPr>
              <a:t>timer</a:t>
            </a:r>
            <a:r>
              <a:rPr sz="2000" spc="10" dirty="0">
                <a:solidFill>
                  <a:srgbClr val="3F3F3F"/>
                </a:solidFill>
                <a:latin typeface="Calibri"/>
                <a:cs typeface="Calibri"/>
              </a:rPr>
              <a:t> </a:t>
            </a:r>
            <a:r>
              <a:rPr sz="2000" spc="-5" dirty="0">
                <a:solidFill>
                  <a:srgbClr val="3F3F3F"/>
                </a:solidFill>
                <a:latin typeface="Calibri"/>
                <a:cs typeface="Calibri"/>
              </a:rPr>
              <a:t>is</a:t>
            </a:r>
            <a:r>
              <a:rPr sz="2000" spc="10" dirty="0">
                <a:solidFill>
                  <a:srgbClr val="3F3F3F"/>
                </a:solidFill>
                <a:latin typeface="Calibri"/>
                <a:cs typeface="Calibri"/>
              </a:rPr>
              <a:t> </a:t>
            </a:r>
            <a:r>
              <a:rPr sz="2000" spc="-5" dirty="0">
                <a:solidFill>
                  <a:srgbClr val="3F3F3F"/>
                </a:solidFill>
                <a:latin typeface="Calibri"/>
                <a:cs typeface="Calibri"/>
              </a:rPr>
              <a:t>randomly</a:t>
            </a:r>
            <a:r>
              <a:rPr sz="2000" spc="-20" dirty="0">
                <a:solidFill>
                  <a:srgbClr val="3F3F3F"/>
                </a:solidFill>
                <a:latin typeface="Calibri"/>
                <a:cs typeface="Calibri"/>
              </a:rPr>
              <a:t> </a:t>
            </a:r>
            <a:r>
              <a:rPr sz="2000" spc="-5" dirty="0">
                <a:solidFill>
                  <a:srgbClr val="3F3F3F"/>
                </a:solidFill>
                <a:latin typeface="Calibri"/>
                <a:cs typeface="Calibri"/>
              </a:rPr>
              <a:t>set </a:t>
            </a:r>
            <a:r>
              <a:rPr sz="2000" dirty="0">
                <a:solidFill>
                  <a:srgbClr val="3F3F3F"/>
                </a:solidFill>
                <a:latin typeface="Calibri"/>
                <a:cs typeface="Calibri"/>
              </a:rPr>
              <a:t>once</a:t>
            </a:r>
            <a:r>
              <a:rPr sz="2000" spc="10" dirty="0">
                <a:solidFill>
                  <a:srgbClr val="3F3F3F"/>
                </a:solidFill>
                <a:latin typeface="Calibri"/>
                <a:cs typeface="Calibri"/>
              </a:rPr>
              <a:t> </a:t>
            </a:r>
            <a:r>
              <a:rPr sz="2000" spc="-10" dirty="0">
                <a:solidFill>
                  <a:srgbClr val="3F3F3F"/>
                </a:solidFill>
                <a:latin typeface="Calibri"/>
                <a:cs typeface="Calibri"/>
              </a:rPr>
              <a:t>again</a:t>
            </a:r>
            <a:endParaRPr sz="2000">
              <a:latin typeface="Calibri"/>
              <a:cs typeface="Calibri"/>
            </a:endParaRPr>
          </a:p>
          <a:p>
            <a:pPr marL="189230" indent="-177165">
              <a:lnSpc>
                <a:spcPct val="100000"/>
              </a:lnSpc>
              <a:spcBef>
                <a:spcPts val="1325"/>
              </a:spcBef>
              <a:buClr>
                <a:srgbClr val="1CACE4"/>
              </a:buClr>
              <a:buFont typeface="Arial MT"/>
              <a:buChar char="•"/>
              <a:tabLst>
                <a:tab pos="189865" algn="l"/>
              </a:tabLst>
            </a:pPr>
            <a:r>
              <a:rPr sz="2000" dirty="0">
                <a:solidFill>
                  <a:srgbClr val="3F3F3F"/>
                </a:solidFill>
                <a:latin typeface="Calibri"/>
                <a:cs typeface="Calibri"/>
              </a:rPr>
              <a:t>The</a:t>
            </a:r>
            <a:r>
              <a:rPr sz="2000" spc="-15" dirty="0">
                <a:solidFill>
                  <a:srgbClr val="3F3F3F"/>
                </a:solidFill>
                <a:latin typeface="Calibri"/>
                <a:cs typeface="Calibri"/>
              </a:rPr>
              <a:t> expiration</a:t>
            </a:r>
            <a:r>
              <a:rPr sz="2000" dirty="0">
                <a:solidFill>
                  <a:srgbClr val="3F3F3F"/>
                </a:solidFill>
                <a:latin typeface="Calibri"/>
                <a:cs typeface="Calibri"/>
              </a:rPr>
              <a:t> </a:t>
            </a:r>
            <a:r>
              <a:rPr sz="2000" spc="-5" dirty="0">
                <a:solidFill>
                  <a:srgbClr val="3F3F3F"/>
                </a:solidFill>
                <a:latin typeface="Calibri"/>
                <a:cs typeface="Calibri"/>
              </a:rPr>
              <a:t>timer</a:t>
            </a:r>
            <a:r>
              <a:rPr sz="2000" spc="10" dirty="0">
                <a:solidFill>
                  <a:srgbClr val="3F3F3F"/>
                </a:solidFill>
                <a:latin typeface="Calibri"/>
                <a:cs typeface="Calibri"/>
              </a:rPr>
              <a:t> </a:t>
            </a:r>
            <a:r>
              <a:rPr sz="2000" spc="-10" dirty="0">
                <a:solidFill>
                  <a:srgbClr val="3F3F3F"/>
                </a:solidFill>
                <a:latin typeface="Calibri"/>
                <a:cs typeface="Calibri"/>
              </a:rPr>
              <a:t>governs</a:t>
            </a:r>
            <a:r>
              <a:rPr sz="2000" spc="10"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validity</a:t>
            </a:r>
            <a:r>
              <a:rPr sz="2000" spc="10" dirty="0">
                <a:solidFill>
                  <a:srgbClr val="3F3F3F"/>
                </a:solidFill>
                <a:latin typeface="Calibri"/>
                <a:cs typeface="Calibri"/>
              </a:rPr>
              <a:t> </a:t>
            </a:r>
            <a:r>
              <a:rPr sz="2000" spc="-5" dirty="0">
                <a:solidFill>
                  <a:srgbClr val="3F3F3F"/>
                </a:solidFill>
                <a:latin typeface="Calibri"/>
                <a:cs typeface="Calibri"/>
              </a:rPr>
              <a:t>of</a:t>
            </a:r>
            <a:r>
              <a:rPr sz="2000" spc="-1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5" dirty="0">
                <a:solidFill>
                  <a:srgbClr val="3F3F3F"/>
                </a:solidFill>
                <a:latin typeface="Calibri"/>
                <a:cs typeface="Calibri"/>
              </a:rPr>
              <a:t>route</a:t>
            </a:r>
            <a:endParaRPr sz="2000">
              <a:latin typeface="Calibri"/>
              <a:cs typeface="Calibri"/>
            </a:endParaRPr>
          </a:p>
          <a:p>
            <a:pPr marL="419100" marR="272415" lvl="1" indent="-182880">
              <a:lnSpc>
                <a:spcPts val="2160"/>
              </a:lnSpc>
              <a:spcBef>
                <a:spcPts val="439"/>
              </a:spcBef>
              <a:buClr>
                <a:srgbClr val="1CACE4"/>
              </a:buClr>
              <a:buChar char="◦"/>
              <a:tabLst>
                <a:tab pos="419734" algn="l"/>
              </a:tabLst>
            </a:pPr>
            <a:r>
              <a:rPr sz="2000" dirty="0">
                <a:solidFill>
                  <a:srgbClr val="3F3F3F"/>
                </a:solidFill>
                <a:latin typeface="Calibri"/>
                <a:cs typeface="Calibri"/>
              </a:rPr>
              <a:t>When</a:t>
            </a:r>
            <a:r>
              <a:rPr sz="2000" spc="-2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5" dirty="0">
                <a:solidFill>
                  <a:srgbClr val="3F3F3F"/>
                </a:solidFill>
                <a:latin typeface="Calibri"/>
                <a:cs typeface="Calibri"/>
              </a:rPr>
              <a:t>router</a:t>
            </a:r>
            <a:r>
              <a:rPr sz="2000" spc="15" dirty="0">
                <a:solidFill>
                  <a:srgbClr val="3F3F3F"/>
                </a:solidFill>
                <a:latin typeface="Calibri"/>
                <a:cs typeface="Calibri"/>
              </a:rPr>
              <a:t> </a:t>
            </a:r>
            <a:r>
              <a:rPr sz="2000" spc="-10" dirty="0">
                <a:solidFill>
                  <a:srgbClr val="3F3F3F"/>
                </a:solidFill>
                <a:latin typeface="Calibri"/>
                <a:cs typeface="Calibri"/>
              </a:rPr>
              <a:t>receives</a:t>
            </a:r>
            <a:r>
              <a:rPr sz="2000" spc="25" dirty="0">
                <a:solidFill>
                  <a:srgbClr val="3F3F3F"/>
                </a:solidFill>
                <a:latin typeface="Calibri"/>
                <a:cs typeface="Calibri"/>
              </a:rPr>
              <a:t> </a:t>
            </a:r>
            <a:r>
              <a:rPr sz="2000" spc="-10" dirty="0">
                <a:solidFill>
                  <a:srgbClr val="3F3F3F"/>
                </a:solidFill>
                <a:latin typeface="Calibri"/>
                <a:cs typeface="Calibri"/>
              </a:rPr>
              <a:t>update</a:t>
            </a:r>
            <a:r>
              <a:rPr sz="2000" dirty="0">
                <a:solidFill>
                  <a:srgbClr val="3F3F3F"/>
                </a:solidFill>
                <a:latin typeface="Calibri"/>
                <a:cs typeface="Calibri"/>
              </a:rPr>
              <a:t> </a:t>
            </a:r>
            <a:r>
              <a:rPr sz="2000" spc="-10" dirty="0">
                <a:solidFill>
                  <a:srgbClr val="3F3F3F"/>
                </a:solidFill>
                <a:latin typeface="Calibri"/>
                <a:cs typeface="Calibri"/>
              </a:rPr>
              <a:t>information</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5" dirty="0">
                <a:solidFill>
                  <a:srgbClr val="3F3F3F"/>
                </a:solidFill>
                <a:latin typeface="Calibri"/>
                <a:cs typeface="Calibri"/>
              </a:rPr>
              <a:t>route,</a:t>
            </a:r>
            <a:r>
              <a:rPr sz="2000" spc="1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15" dirty="0">
                <a:solidFill>
                  <a:srgbClr val="3F3F3F"/>
                </a:solidFill>
                <a:latin typeface="Calibri"/>
                <a:cs typeface="Calibri"/>
              </a:rPr>
              <a:t>expiration</a:t>
            </a:r>
            <a:r>
              <a:rPr sz="2000" spc="20" dirty="0">
                <a:solidFill>
                  <a:srgbClr val="3F3F3F"/>
                </a:solidFill>
                <a:latin typeface="Calibri"/>
                <a:cs typeface="Calibri"/>
              </a:rPr>
              <a:t> </a:t>
            </a:r>
            <a:r>
              <a:rPr sz="2000" spc="-5" dirty="0">
                <a:solidFill>
                  <a:srgbClr val="3F3F3F"/>
                </a:solidFill>
                <a:latin typeface="Calibri"/>
                <a:cs typeface="Calibri"/>
              </a:rPr>
              <a:t>timer</a:t>
            </a:r>
            <a:r>
              <a:rPr sz="2000" spc="25" dirty="0">
                <a:solidFill>
                  <a:srgbClr val="3F3F3F"/>
                </a:solidFill>
                <a:latin typeface="Calibri"/>
                <a:cs typeface="Calibri"/>
              </a:rPr>
              <a:t> </a:t>
            </a:r>
            <a:r>
              <a:rPr sz="2000" spc="-5" dirty="0">
                <a:solidFill>
                  <a:srgbClr val="3F3F3F"/>
                </a:solidFill>
                <a:latin typeface="Calibri"/>
                <a:cs typeface="Calibri"/>
              </a:rPr>
              <a:t>is </a:t>
            </a:r>
            <a:r>
              <a:rPr sz="2000" spc="-434" dirty="0">
                <a:solidFill>
                  <a:srgbClr val="3F3F3F"/>
                </a:solidFill>
                <a:latin typeface="Calibri"/>
                <a:cs typeface="Calibri"/>
              </a:rPr>
              <a:t> </a:t>
            </a:r>
            <a:r>
              <a:rPr sz="2000" spc="-5" dirty="0">
                <a:solidFill>
                  <a:srgbClr val="3F3F3F"/>
                </a:solidFill>
                <a:latin typeface="Calibri"/>
                <a:cs typeface="Calibri"/>
              </a:rPr>
              <a:t>set </a:t>
            </a:r>
            <a:r>
              <a:rPr sz="2000" spc="-15" dirty="0">
                <a:solidFill>
                  <a:srgbClr val="3F3F3F"/>
                </a:solidFill>
                <a:latin typeface="Calibri"/>
                <a:cs typeface="Calibri"/>
              </a:rPr>
              <a:t>to</a:t>
            </a:r>
            <a:r>
              <a:rPr sz="2000" spc="-10" dirty="0">
                <a:solidFill>
                  <a:srgbClr val="3F3F3F"/>
                </a:solidFill>
                <a:latin typeface="Calibri"/>
                <a:cs typeface="Calibri"/>
              </a:rPr>
              <a:t> </a:t>
            </a:r>
            <a:r>
              <a:rPr sz="2000" dirty="0">
                <a:solidFill>
                  <a:srgbClr val="3F3F3F"/>
                </a:solidFill>
                <a:latin typeface="Calibri"/>
                <a:cs typeface="Calibri"/>
              </a:rPr>
              <a:t>180</a:t>
            </a:r>
            <a:r>
              <a:rPr sz="2000" spc="-20" dirty="0">
                <a:solidFill>
                  <a:srgbClr val="3F3F3F"/>
                </a:solidFill>
                <a:latin typeface="Calibri"/>
                <a:cs typeface="Calibri"/>
              </a:rPr>
              <a:t> </a:t>
            </a:r>
            <a:r>
              <a:rPr sz="2000" dirty="0">
                <a:solidFill>
                  <a:srgbClr val="3F3F3F"/>
                </a:solidFill>
                <a:latin typeface="Calibri"/>
                <a:cs typeface="Calibri"/>
              </a:rPr>
              <a:t>s </a:t>
            </a:r>
            <a:r>
              <a:rPr sz="2000" spc="-15" dirty="0">
                <a:solidFill>
                  <a:srgbClr val="3F3F3F"/>
                </a:solidFill>
                <a:latin typeface="Calibri"/>
                <a:cs typeface="Calibri"/>
              </a:rPr>
              <a:t>for</a:t>
            </a:r>
            <a:r>
              <a:rPr sz="2000" spc="-10" dirty="0">
                <a:solidFill>
                  <a:srgbClr val="3F3F3F"/>
                </a:solidFill>
                <a:latin typeface="Calibri"/>
                <a:cs typeface="Calibri"/>
              </a:rPr>
              <a:t> that</a:t>
            </a:r>
            <a:r>
              <a:rPr sz="2000" spc="-5" dirty="0">
                <a:solidFill>
                  <a:srgbClr val="3F3F3F"/>
                </a:solidFill>
                <a:latin typeface="Calibri"/>
                <a:cs typeface="Calibri"/>
              </a:rPr>
              <a:t> particular</a:t>
            </a:r>
            <a:r>
              <a:rPr sz="2000" spc="10" dirty="0">
                <a:solidFill>
                  <a:srgbClr val="3F3F3F"/>
                </a:solidFill>
                <a:latin typeface="Calibri"/>
                <a:cs typeface="Calibri"/>
              </a:rPr>
              <a:t> </a:t>
            </a:r>
            <a:r>
              <a:rPr sz="2000" spc="-10" dirty="0">
                <a:solidFill>
                  <a:srgbClr val="3F3F3F"/>
                </a:solidFill>
                <a:latin typeface="Calibri"/>
                <a:cs typeface="Calibri"/>
              </a:rPr>
              <a:t>route.</a:t>
            </a:r>
            <a:endParaRPr sz="2000">
              <a:latin typeface="Calibri"/>
              <a:cs typeface="Calibri"/>
            </a:endParaRPr>
          </a:p>
          <a:p>
            <a:pPr marL="419100" lvl="1" indent="-183515">
              <a:lnSpc>
                <a:spcPct val="100000"/>
              </a:lnSpc>
              <a:spcBef>
                <a:spcPts val="325"/>
              </a:spcBef>
              <a:buClr>
                <a:srgbClr val="1CACE4"/>
              </a:buClr>
              <a:buChar char="◦"/>
              <a:tabLst>
                <a:tab pos="419734" algn="l"/>
              </a:tabLst>
            </a:pPr>
            <a:r>
              <a:rPr sz="2000" spc="-15" dirty="0">
                <a:solidFill>
                  <a:srgbClr val="3F3F3F"/>
                </a:solidFill>
                <a:latin typeface="Calibri"/>
                <a:cs typeface="Calibri"/>
              </a:rPr>
              <a:t>Every </a:t>
            </a:r>
            <a:r>
              <a:rPr sz="2000" spc="-5" dirty="0">
                <a:solidFill>
                  <a:srgbClr val="3F3F3F"/>
                </a:solidFill>
                <a:latin typeface="Calibri"/>
                <a:cs typeface="Calibri"/>
              </a:rPr>
              <a:t>time</a:t>
            </a:r>
            <a:r>
              <a:rPr sz="2000" spc="10" dirty="0">
                <a:solidFill>
                  <a:srgbClr val="3F3F3F"/>
                </a:solidFill>
                <a:latin typeface="Calibri"/>
                <a:cs typeface="Calibri"/>
              </a:rPr>
              <a:t> </a:t>
            </a:r>
            <a:r>
              <a:rPr sz="2000" dirty="0">
                <a:solidFill>
                  <a:srgbClr val="3F3F3F"/>
                </a:solidFill>
                <a:latin typeface="Calibri"/>
                <a:cs typeface="Calibri"/>
              </a:rPr>
              <a:t>a </a:t>
            </a:r>
            <a:r>
              <a:rPr sz="2000" spc="-5" dirty="0">
                <a:solidFill>
                  <a:srgbClr val="3F3F3F"/>
                </a:solidFill>
                <a:latin typeface="Calibri"/>
                <a:cs typeface="Calibri"/>
              </a:rPr>
              <a:t>new </a:t>
            </a:r>
            <a:r>
              <a:rPr sz="2000" spc="-10" dirty="0">
                <a:solidFill>
                  <a:srgbClr val="3F3F3F"/>
                </a:solidFill>
                <a:latin typeface="Calibri"/>
                <a:cs typeface="Calibri"/>
              </a:rPr>
              <a:t>update</a:t>
            </a:r>
            <a:r>
              <a:rPr sz="2000" spc="-5" dirty="0">
                <a:solidFill>
                  <a:srgbClr val="3F3F3F"/>
                </a:solidFill>
                <a:latin typeface="Calibri"/>
                <a:cs typeface="Calibri"/>
              </a:rPr>
              <a:t> </a:t>
            </a:r>
            <a:r>
              <a:rPr sz="2000" spc="-15" dirty="0">
                <a:solidFill>
                  <a:srgbClr val="3F3F3F"/>
                </a:solidFill>
                <a:latin typeface="Calibri"/>
                <a:cs typeface="Calibri"/>
              </a:rPr>
              <a:t>for</a:t>
            </a:r>
            <a:r>
              <a:rPr sz="2000" spc="-5" dirty="0">
                <a:solidFill>
                  <a:srgbClr val="3F3F3F"/>
                </a:solidFill>
                <a:latin typeface="Calibri"/>
                <a:cs typeface="Calibri"/>
              </a:rPr>
              <a:t> </a:t>
            </a:r>
            <a:r>
              <a:rPr sz="2000" dirty="0">
                <a:solidFill>
                  <a:srgbClr val="3F3F3F"/>
                </a:solidFill>
                <a:latin typeface="Calibri"/>
                <a:cs typeface="Calibri"/>
              </a:rPr>
              <a:t>the </a:t>
            </a:r>
            <a:r>
              <a:rPr sz="2000" spc="-15" dirty="0">
                <a:solidFill>
                  <a:srgbClr val="3F3F3F"/>
                </a:solidFill>
                <a:latin typeface="Calibri"/>
                <a:cs typeface="Calibri"/>
              </a:rPr>
              <a:t>route</a:t>
            </a:r>
            <a:r>
              <a:rPr sz="2000" dirty="0">
                <a:solidFill>
                  <a:srgbClr val="3F3F3F"/>
                </a:solidFill>
                <a:latin typeface="Calibri"/>
                <a:cs typeface="Calibri"/>
              </a:rPr>
              <a:t> </a:t>
            </a:r>
            <a:r>
              <a:rPr sz="2000" spc="-5" dirty="0">
                <a:solidFill>
                  <a:srgbClr val="3F3F3F"/>
                </a:solidFill>
                <a:latin typeface="Calibri"/>
                <a:cs typeface="Calibri"/>
              </a:rPr>
              <a:t>is</a:t>
            </a:r>
            <a:r>
              <a:rPr sz="2000" spc="5" dirty="0">
                <a:solidFill>
                  <a:srgbClr val="3F3F3F"/>
                </a:solidFill>
                <a:latin typeface="Calibri"/>
                <a:cs typeface="Calibri"/>
              </a:rPr>
              <a:t> </a:t>
            </a:r>
            <a:r>
              <a:rPr sz="2000" spc="-10" dirty="0">
                <a:solidFill>
                  <a:srgbClr val="3F3F3F"/>
                </a:solidFill>
                <a:latin typeface="Calibri"/>
                <a:cs typeface="Calibri"/>
              </a:rPr>
              <a:t>received,</a:t>
            </a:r>
            <a:r>
              <a:rPr sz="2000" spc="15" dirty="0">
                <a:solidFill>
                  <a:srgbClr val="3F3F3F"/>
                </a:solidFill>
                <a:latin typeface="Calibri"/>
                <a:cs typeface="Calibri"/>
              </a:rPr>
              <a:t> </a:t>
            </a:r>
            <a:r>
              <a:rPr sz="2000" dirty="0">
                <a:solidFill>
                  <a:srgbClr val="3F3F3F"/>
                </a:solidFill>
                <a:latin typeface="Calibri"/>
                <a:cs typeface="Calibri"/>
              </a:rPr>
              <a:t>the</a:t>
            </a:r>
            <a:r>
              <a:rPr sz="2000" spc="-10" dirty="0">
                <a:solidFill>
                  <a:srgbClr val="3F3F3F"/>
                </a:solidFill>
                <a:latin typeface="Calibri"/>
                <a:cs typeface="Calibri"/>
              </a:rPr>
              <a:t> </a:t>
            </a:r>
            <a:r>
              <a:rPr sz="2000" spc="-5" dirty="0">
                <a:solidFill>
                  <a:srgbClr val="3F3F3F"/>
                </a:solidFill>
                <a:latin typeface="Calibri"/>
                <a:cs typeface="Calibri"/>
              </a:rPr>
              <a:t>timer</a:t>
            </a:r>
            <a:r>
              <a:rPr sz="2000" spc="25" dirty="0">
                <a:solidFill>
                  <a:srgbClr val="3F3F3F"/>
                </a:solidFill>
                <a:latin typeface="Calibri"/>
                <a:cs typeface="Calibri"/>
              </a:rPr>
              <a:t> </a:t>
            </a:r>
            <a:r>
              <a:rPr sz="2000" spc="-5" dirty="0">
                <a:solidFill>
                  <a:srgbClr val="3F3F3F"/>
                </a:solidFill>
                <a:latin typeface="Calibri"/>
                <a:cs typeface="Calibri"/>
              </a:rPr>
              <a:t>is</a:t>
            </a:r>
            <a:r>
              <a:rPr sz="2000" dirty="0">
                <a:solidFill>
                  <a:srgbClr val="3F3F3F"/>
                </a:solidFill>
                <a:latin typeface="Calibri"/>
                <a:cs typeface="Calibri"/>
              </a:rPr>
              <a:t> </a:t>
            </a:r>
            <a:r>
              <a:rPr sz="2000" spc="-10" dirty="0">
                <a:solidFill>
                  <a:srgbClr val="3F3F3F"/>
                </a:solidFill>
                <a:latin typeface="Calibri"/>
                <a:cs typeface="Calibri"/>
              </a:rPr>
              <a:t>reset.</a:t>
            </a:r>
            <a:endParaRPr sz="2000">
              <a:latin typeface="Calibri"/>
              <a:cs typeface="Calibri"/>
            </a:endParaRPr>
          </a:p>
          <a:p>
            <a:pPr marL="419100" marR="13335" lvl="1" indent="-182880">
              <a:lnSpc>
                <a:spcPts val="2160"/>
              </a:lnSpc>
              <a:spcBef>
                <a:spcPts val="635"/>
              </a:spcBef>
              <a:buClr>
                <a:srgbClr val="1CACE4"/>
              </a:buClr>
              <a:buChar char="◦"/>
              <a:tabLst>
                <a:tab pos="419734" algn="l"/>
              </a:tabLst>
            </a:pPr>
            <a:r>
              <a:rPr sz="2000" spc="-5" dirty="0">
                <a:solidFill>
                  <a:srgbClr val="3F3F3F"/>
                </a:solidFill>
                <a:latin typeface="Calibri"/>
                <a:cs typeface="Calibri"/>
              </a:rPr>
              <a:t>If</a:t>
            </a:r>
            <a:r>
              <a:rPr sz="2000" spc="-20" dirty="0">
                <a:solidFill>
                  <a:srgbClr val="3F3F3F"/>
                </a:solidFill>
                <a:latin typeface="Calibri"/>
                <a:cs typeface="Calibri"/>
              </a:rPr>
              <a:t> </a:t>
            </a:r>
            <a:r>
              <a:rPr sz="2000" spc="-10" dirty="0">
                <a:solidFill>
                  <a:srgbClr val="3F3F3F"/>
                </a:solidFill>
                <a:latin typeface="Calibri"/>
                <a:cs typeface="Calibri"/>
              </a:rPr>
              <a:t>there</a:t>
            </a:r>
            <a:r>
              <a:rPr sz="2000" spc="5" dirty="0">
                <a:solidFill>
                  <a:srgbClr val="3F3F3F"/>
                </a:solidFill>
                <a:latin typeface="Calibri"/>
                <a:cs typeface="Calibri"/>
              </a:rPr>
              <a:t> </a:t>
            </a:r>
            <a:r>
              <a:rPr sz="2000" spc="-5" dirty="0">
                <a:solidFill>
                  <a:srgbClr val="3F3F3F"/>
                </a:solidFill>
                <a:latin typeface="Calibri"/>
                <a:cs typeface="Calibri"/>
              </a:rPr>
              <a:t>is</a:t>
            </a:r>
            <a:r>
              <a:rPr sz="2000" spc="20" dirty="0">
                <a:solidFill>
                  <a:srgbClr val="3F3F3F"/>
                </a:solidFill>
                <a:latin typeface="Calibri"/>
                <a:cs typeface="Calibri"/>
              </a:rPr>
              <a:t> </a:t>
            </a:r>
            <a:r>
              <a:rPr sz="2000" dirty="0">
                <a:solidFill>
                  <a:srgbClr val="3F3F3F"/>
                </a:solidFill>
                <a:latin typeface="Calibri"/>
                <a:cs typeface="Calibri"/>
              </a:rPr>
              <a:t>a</a:t>
            </a:r>
            <a:r>
              <a:rPr sz="2000" spc="5" dirty="0">
                <a:solidFill>
                  <a:srgbClr val="3F3F3F"/>
                </a:solidFill>
                <a:latin typeface="Calibri"/>
                <a:cs typeface="Calibri"/>
              </a:rPr>
              <a:t> </a:t>
            </a:r>
            <a:r>
              <a:rPr sz="2000" spc="-10" dirty="0">
                <a:solidFill>
                  <a:srgbClr val="3F3F3F"/>
                </a:solidFill>
                <a:latin typeface="Calibri"/>
                <a:cs typeface="Calibri"/>
              </a:rPr>
              <a:t>problem</a:t>
            </a:r>
            <a:r>
              <a:rPr sz="2000" dirty="0">
                <a:solidFill>
                  <a:srgbClr val="3F3F3F"/>
                </a:solidFill>
                <a:latin typeface="Calibri"/>
                <a:cs typeface="Calibri"/>
              </a:rPr>
              <a:t> </a:t>
            </a:r>
            <a:r>
              <a:rPr sz="2000" spc="-5" dirty="0">
                <a:solidFill>
                  <a:srgbClr val="3F3F3F"/>
                </a:solidFill>
                <a:latin typeface="Calibri"/>
                <a:cs typeface="Calibri"/>
              </a:rPr>
              <a:t>on</a:t>
            </a:r>
            <a:r>
              <a:rPr sz="2000" dirty="0">
                <a:solidFill>
                  <a:srgbClr val="3F3F3F"/>
                </a:solidFill>
                <a:latin typeface="Calibri"/>
                <a:cs typeface="Calibri"/>
              </a:rPr>
              <a:t> an </a:t>
            </a:r>
            <a:r>
              <a:rPr sz="2000" spc="-10" dirty="0">
                <a:solidFill>
                  <a:srgbClr val="3F3F3F"/>
                </a:solidFill>
                <a:latin typeface="Calibri"/>
                <a:cs typeface="Calibri"/>
              </a:rPr>
              <a:t>internet</a:t>
            </a:r>
            <a:r>
              <a:rPr sz="2000" spc="25" dirty="0">
                <a:solidFill>
                  <a:srgbClr val="3F3F3F"/>
                </a:solidFill>
                <a:latin typeface="Calibri"/>
                <a:cs typeface="Calibri"/>
              </a:rPr>
              <a:t> </a:t>
            </a:r>
            <a:r>
              <a:rPr sz="2000" dirty="0">
                <a:solidFill>
                  <a:srgbClr val="3F3F3F"/>
                </a:solidFill>
                <a:latin typeface="Calibri"/>
                <a:cs typeface="Calibri"/>
              </a:rPr>
              <a:t>and</a:t>
            </a:r>
            <a:r>
              <a:rPr sz="2000" spc="-15" dirty="0">
                <a:solidFill>
                  <a:srgbClr val="3F3F3F"/>
                </a:solidFill>
                <a:latin typeface="Calibri"/>
                <a:cs typeface="Calibri"/>
              </a:rPr>
              <a:t> </a:t>
            </a:r>
            <a:r>
              <a:rPr sz="2000" dirty="0">
                <a:solidFill>
                  <a:srgbClr val="3F3F3F"/>
                </a:solidFill>
                <a:latin typeface="Calibri"/>
                <a:cs typeface="Calibri"/>
              </a:rPr>
              <a:t>no</a:t>
            </a:r>
            <a:r>
              <a:rPr sz="2000" spc="-5" dirty="0">
                <a:solidFill>
                  <a:srgbClr val="3F3F3F"/>
                </a:solidFill>
                <a:latin typeface="Calibri"/>
                <a:cs typeface="Calibri"/>
              </a:rPr>
              <a:t> </a:t>
            </a:r>
            <a:r>
              <a:rPr sz="2000" spc="-10" dirty="0">
                <a:solidFill>
                  <a:srgbClr val="3F3F3F"/>
                </a:solidFill>
                <a:latin typeface="Calibri"/>
                <a:cs typeface="Calibri"/>
              </a:rPr>
              <a:t>update</a:t>
            </a:r>
            <a:r>
              <a:rPr sz="2000" spc="-5" dirty="0">
                <a:solidFill>
                  <a:srgbClr val="3F3F3F"/>
                </a:solidFill>
                <a:latin typeface="Calibri"/>
                <a:cs typeface="Calibri"/>
              </a:rPr>
              <a:t> is</a:t>
            </a:r>
            <a:r>
              <a:rPr sz="2000" spc="15" dirty="0">
                <a:solidFill>
                  <a:srgbClr val="3F3F3F"/>
                </a:solidFill>
                <a:latin typeface="Calibri"/>
                <a:cs typeface="Calibri"/>
              </a:rPr>
              <a:t> </a:t>
            </a:r>
            <a:r>
              <a:rPr sz="2000" spc="-10" dirty="0">
                <a:solidFill>
                  <a:srgbClr val="3F3F3F"/>
                </a:solidFill>
                <a:latin typeface="Calibri"/>
                <a:cs typeface="Calibri"/>
              </a:rPr>
              <a:t>received</a:t>
            </a:r>
            <a:r>
              <a:rPr sz="2000" spc="20" dirty="0">
                <a:solidFill>
                  <a:srgbClr val="3F3F3F"/>
                </a:solidFill>
                <a:latin typeface="Calibri"/>
                <a:cs typeface="Calibri"/>
              </a:rPr>
              <a:t> </a:t>
            </a:r>
            <a:r>
              <a:rPr sz="2000" spc="-5" dirty="0">
                <a:solidFill>
                  <a:srgbClr val="3F3F3F"/>
                </a:solidFill>
                <a:latin typeface="Calibri"/>
                <a:cs typeface="Calibri"/>
              </a:rPr>
              <a:t>within </a:t>
            </a:r>
            <a:r>
              <a:rPr sz="2000" dirty="0">
                <a:solidFill>
                  <a:srgbClr val="3F3F3F"/>
                </a:solidFill>
                <a:latin typeface="Calibri"/>
                <a:cs typeface="Calibri"/>
              </a:rPr>
              <a:t>the</a:t>
            </a:r>
            <a:r>
              <a:rPr sz="2000" spc="5" dirty="0">
                <a:solidFill>
                  <a:srgbClr val="3F3F3F"/>
                </a:solidFill>
                <a:latin typeface="Calibri"/>
                <a:cs typeface="Calibri"/>
              </a:rPr>
              <a:t> </a:t>
            </a:r>
            <a:r>
              <a:rPr sz="2000" spc="-10" dirty="0">
                <a:solidFill>
                  <a:srgbClr val="3F3F3F"/>
                </a:solidFill>
                <a:latin typeface="Calibri"/>
                <a:cs typeface="Calibri"/>
              </a:rPr>
              <a:t>allotted </a:t>
            </a:r>
            <a:r>
              <a:rPr sz="2000" spc="-440" dirty="0">
                <a:solidFill>
                  <a:srgbClr val="3F3F3F"/>
                </a:solidFill>
                <a:latin typeface="Calibri"/>
                <a:cs typeface="Calibri"/>
              </a:rPr>
              <a:t> </a:t>
            </a:r>
            <a:r>
              <a:rPr sz="2000" dirty="0">
                <a:solidFill>
                  <a:srgbClr val="3F3F3F"/>
                </a:solidFill>
                <a:latin typeface="Calibri"/>
                <a:cs typeface="Calibri"/>
              </a:rPr>
              <a:t>180</a:t>
            </a:r>
            <a:r>
              <a:rPr sz="2000" spc="-15" dirty="0">
                <a:solidFill>
                  <a:srgbClr val="3F3F3F"/>
                </a:solidFill>
                <a:latin typeface="Calibri"/>
                <a:cs typeface="Calibri"/>
              </a:rPr>
              <a:t> </a:t>
            </a:r>
            <a:r>
              <a:rPr sz="2000" spc="-5" dirty="0">
                <a:solidFill>
                  <a:srgbClr val="3F3F3F"/>
                </a:solidFill>
                <a:latin typeface="Calibri"/>
                <a:cs typeface="Calibri"/>
              </a:rPr>
              <a:t>s,</a:t>
            </a:r>
            <a:r>
              <a:rPr sz="2000" spc="5"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a:t>
            </a:r>
            <a:r>
              <a:rPr sz="2000" spc="-15" dirty="0">
                <a:solidFill>
                  <a:srgbClr val="3F3F3F"/>
                </a:solidFill>
                <a:latin typeface="Calibri"/>
                <a:cs typeface="Calibri"/>
              </a:rPr>
              <a:t>route</a:t>
            </a:r>
            <a:r>
              <a:rPr sz="2000" spc="30" dirty="0">
                <a:solidFill>
                  <a:srgbClr val="3F3F3F"/>
                </a:solidFill>
                <a:latin typeface="Calibri"/>
                <a:cs typeface="Calibri"/>
              </a:rPr>
              <a:t> </a:t>
            </a:r>
            <a:r>
              <a:rPr sz="2000" spc="-5" dirty="0">
                <a:solidFill>
                  <a:srgbClr val="3F3F3F"/>
                </a:solidFill>
                <a:latin typeface="Calibri"/>
                <a:cs typeface="Calibri"/>
              </a:rPr>
              <a:t>is</a:t>
            </a:r>
            <a:r>
              <a:rPr sz="2000" spc="30" dirty="0">
                <a:solidFill>
                  <a:srgbClr val="3F3F3F"/>
                </a:solidFill>
                <a:latin typeface="Calibri"/>
                <a:cs typeface="Calibri"/>
              </a:rPr>
              <a:t> </a:t>
            </a:r>
            <a:r>
              <a:rPr sz="2000" spc="-5" dirty="0">
                <a:solidFill>
                  <a:srgbClr val="3F3F3F"/>
                </a:solidFill>
                <a:latin typeface="Calibri"/>
                <a:cs typeface="Calibri"/>
              </a:rPr>
              <a:t>considered</a:t>
            </a:r>
            <a:r>
              <a:rPr sz="2000" spc="10" dirty="0">
                <a:solidFill>
                  <a:srgbClr val="3F3F3F"/>
                </a:solidFill>
                <a:latin typeface="Calibri"/>
                <a:cs typeface="Calibri"/>
              </a:rPr>
              <a:t> </a:t>
            </a:r>
            <a:r>
              <a:rPr sz="2000" spc="-15" dirty="0">
                <a:solidFill>
                  <a:srgbClr val="3F3F3F"/>
                </a:solidFill>
                <a:latin typeface="Calibri"/>
                <a:cs typeface="Calibri"/>
              </a:rPr>
              <a:t>expired</a:t>
            </a:r>
            <a:r>
              <a:rPr sz="2000" spc="15" dirty="0">
                <a:solidFill>
                  <a:srgbClr val="3F3F3F"/>
                </a:solidFill>
                <a:latin typeface="Calibri"/>
                <a:cs typeface="Calibri"/>
              </a:rPr>
              <a:t> </a:t>
            </a:r>
            <a:r>
              <a:rPr sz="2000" dirty="0">
                <a:solidFill>
                  <a:srgbClr val="3F3F3F"/>
                </a:solidFill>
                <a:latin typeface="Calibri"/>
                <a:cs typeface="Calibri"/>
              </a:rPr>
              <a:t>and</a:t>
            </a:r>
            <a:r>
              <a:rPr sz="2000" spc="-5"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a:t>
            </a:r>
            <a:r>
              <a:rPr sz="2000" dirty="0">
                <a:solidFill>
                  <a:srgbClr val="3F3F3F"/>
                </a:solidFill>
                <a:latin typeface="Calibri"/>
                <a:cs typeface="Calibri"/>
              </a:rPr>
              <a:t>hop </a:t>
            </a:r>
            <a:r>
              <a:rPr sz="2000" spc="-10" dirty="0">
                <a:solidFill>
                  <a:srgbClr val="3F3F3F"/>
                </a:solidFill>
                <a:latin typeface="Calibri"/>
                <a:cs typeface="Calibri"/>
              </a:rPr>
              <a:t>count </a:t>
            </a:r>
            <a:r>
              <a:rPr sz="2000" spc="-5" dirty="0">
                <a:solidFill>
                  <a:srgbClr val="3F3F3F"/>
                </a:solidFill>
                <a:latin typeface="Calibri"/>
                <a:cs typeface="Calibri"/>
              </a:rPr>
              <a:t>of</a:t>
            </a:r>
            <a:r>
              <a:rPr sz="2000" spc="5" dirty="0">
                <a:solidFill>
                  <a:srgbClr val="3F3F3F"/>
                </a:solidFill>
                <a:latin typeface="Calibri"/>
                <a:cs typeface="Calibri"/>
              </a:rPr>
              <a:t> </a:t>
            </a:r>
            <a:r>
              <a:rPr sz="2000" dirty="0">
                <a:solidFill>
                  <a:srgbClr val="3F3F3F"/>
                </a:solidFill>
                <a:latin typeface="Calibri"/>
                <a:cs typeface="Calibri"/>
              </a:rPr>
              <a:t>the</a:t>
            </a:r>
            <a:r>
              <a:rPr sz="2000" spc="15" dirty="0">
                <a:solidFill>
                  <a:srgbClr val="3F3F3F"/>
                </a:solidFill>
                <a:latin typeface="Calibri"/>
                <a:cs typeface="Calibri"/>
              </a:rPr>
              <a:t> </a:t>
            </a:r>
            <a:r>
              <a:rPr sz="2000" spc="-15" dirty="0">
                <a:solidFill>
                  <a:srgbClr val="3F3F3F"/>
                </a:solidFill>
                <a:latin typeface="Calibri"/>
                <a:cs typeface="Calibri"/>
              </a:rPr>
              <a:t>route</a:t>
            </a:r>
            <a:r>
              <a:rPr sz="2000" spc="15" dirty="0">
                <a:solidFill>
                  <a:srgbClr val="3F3F3F"/>
                </a:solidFill>
                <a:latin typeface="Calibri"/>
                <a:cs typeface="Calibri"/>
              </a:rPr>
              <a:t> </a:t>
            </a:r>
            <a:r>
              <a:rPr sz="2000" spc="-5" dirty="0">
                <a:solidFill>
                  <a:srgbClr val="3F3F3F"/>
                </a:solidFill>
                <a:latin typeface="Calibri"/>
                <a:cs typeface="Calibri"/>
              </a:rPr>
              <a:t>is</a:t>
            </a:r>
            <a:r>
              <a:rPr sz="2000" spc="20" dirty="0">
                <a:solidFill>
                  <a:srgbClr val="3F3F3F"/>
                </a:solidFill>
                <a:latin typeface="Calibri"/>
                <a:cs typeface="Calibri"/>
              </a:rPr>
              <a:t> </a:t>
            </a:r>
            <a:r>
              <a:rPr sz="2000" spc="-5" dirty="0">
                <a:solidFill>
                  <a:srgbClr val="3F3F3F"/>
                </a:solidFill>
                <a:latin typeface="Calibri"/>
                <a:cs typeface="Calibri"/>
              </a:rPr>
              <a:t>set</a:t>
            </a:r>
            <a:r>
              <a:rPr sz="2000" spc="25" dirty="0">
                <a:solidFill>
                  <a:srgbClr val="3F3F3F"/>
                </a:solidFill>
                <a:latin typeface="Calibri"/>
                <a:cs typeface="Calibri"/>
              </a:rPr>
              <a:t> </a:t>
            </a:r>
            <a:r>
              <a:rPr sz="2000" spc="-15" dirty="0">
                <a:solidFill>
                  <a:srgbClr val="3F3F3F"/>
                </a:solidFill>
                <a:latin typeface="Calibri"/>
                <a:cs typeface="Calibri"/>
              </a:rPr>
              <a:t>to </a:t>
            </a:r>
            <a:r>
              <a:rPr sz="2000" spc="-10" dirty="0">
                <a:solidFill>
                  <a:srgbClr val="3F3F3F"/>
                </a:solidFill>
                <a:latin typeface="Calibri"/>
                <a:cs typeface="Calibri"/>
              </a:rPr>
              <a:t> </a:t>
            </a:r>
            <a:r>
              <a:rPr sz="2000" dirty="0">
                <a:solidFill>
                  <a:srgbClr val="3F3F3F"/>
                </a:solidFill>
                <a:latin typeface="Calibri"/>
                <a:cs typeface="Calibri"/>
              </a:rPr>
              <a:t>16,</a:t>
            </a:r>
            <a:r>
              <a:rPr sz="2000" spc="-35" dirty="0">
                <a:solidFill>
                  <a:srgbClr val="3F3F3F"/>
                </a:solidFill>
                <a:latin typeface="Calibri"/>
                <a:cs typeface="Calibri"/>
              </a:rPr>
              <a:t> </a:t>
            </a:r>
            <a:r>
              <a:rPr sz="2000" spc="-5" dirty="0">
                <a:solidFill>
                  <a:srgbClr val="3F3F3F"/>
                </a:solidFill>
                <a:latin typeface="Calibri"/>
                <a:cs typeface="Calibri"/>
              </a:rPr>
              <a:t>which</a:t>
            </a:r>
            <a:r>
              <a:rPr sz="2000" spc="5" dirty="0">
                <a:solidFill>
                  <a:srgbClr val="3F3F3F"/>
                </a:solidFill>
                <a:latin typeface="Calibri"/>
                <a:cs typeface="Calibri"/>
              </a:rPr>
              <a:t> </a:t>
            </a:r>
            <a:r>
              <a:rPr sz="2000" spc="-5" dirty="0">
                <a:solidFill>
                  <a:srgbClr val="3F3F3F"/>
                </a:solidFill>
                <a:latin typeface="Calibri"/>
                <a:cs typeface="Calibri"/>
              </a:rPr>
              <a:t>means</a:t>
            </a:r>
            <a:r>
              <a:rPr sz="2000" dirty="0">
                <a:solidFill>
                  <a:srgbClr val="3F3F3F"/>
                </a:solidFill>
                <a:latin typeface="Calibri"/>
                <a:cs typeface="Calibri"/>
              </a:rPr>
              <a:t> the</a:t>
            </a:r>
            <a:r>
              <a:rPr sz="2000" spc="10" dirty="0">
                <a:solidFill>
                  <a:srgbClr val="3F3F3F"/>
                </a:solidFill>
                <a:latin typeface="Calibri"/>
                <a:cs typeface="Calibri"/>
              </a:rPr>
              <a:t> </a:t>
            </a:r>
            <a:r>
              <a:rPr sz="2000" spc="-10" dirty="0">
                <a:solidFill>
                  <a:srgbClr val="3F3F3F"/>
                </a:solidFill>
                <a:latin typeface="Calibri"/>
                <a:cs typeface="Calibri"/>
              </a:rPr>
              <a:t>destination</a:t>
            </a:r>
            <a:r>
              <a:rPr sz="2000" dirty="0">
                <a:solidFill>
                  <a:srgbClr val="3F3F3F"/>
                </a:solidFill>
                <a:latin typeface="Calibri"/>
                <a:cs typeface="Calibri"/>
              </a:rPr>
              <a:t> </a:t>
            </a:r>
            <a:r>
              <a:rPr sz="2000" spc="-5" dirty="0">
                <a:solidFill>
                  <a:srgbClr val="3F3F3F"/>
                </a:solidFill>
                <a:latin typeface="Calibri"/>
                <a:cs typeface="Calibri"/>
              </a:rPr>
              <a:t>is</a:t>
            </a:r>
            <a:r>
              <a:rPr sz="2000" spc="10" dirty="0">
                <a:solidFill>
                  <a:srgbClr val="3F3F3F"/>
                </a:solidFill>
                <a:latin typeface="Calibri"/>
                <a:cs typeface="Calibri"/>
              </a:rPr>
              <a:t> </a:t>
            </a:r>
            <a:r>
              <a:rPr sz="2000" spc="-5" dirty="0">
                <a:solidFill>
                  <a:srgbClr val="3F3F3F"/>
                </a:solidFill>
                <a:latin typeface="Calibri"/>
                <a:cs typeface="Calibri"/>
              </a:rPr>
              <a:t>unreachable.</a:t>
            </a:r>
            <a:endParaRPr sz="2000">
              <a:latin typeface="Calibri"/>
              <a:cs typeface="Calibri"/>
            </a:endParaRPr>
          </a:p>
          <a:p>
            <a:pPr marL="419100" lvl="1" indent="-183515">
              <a:lnSpc>
                <a:spcPct val="100000"/>
              </a:lnSpc>
              <a:spcBef>
                <a:spcPts val="325"/>
              </a:spcBef>
              <a:buClr>
                <a:srgbClr val="1CACE4"/>
              </a:buClr>
              <a:buChar char="◦"/>
              <a:tabLst>
                <a:tab pos="419734" algn="l"/>
              </a:tabLst>
            </a:pPr>
            <a:r>
              <a:rPr sz="2000" spc="-15" dirty="0">
                <a:solidFill>
                  <a:srgbClr val="3F3F3F"/>
                </a:solidFill>
                <a:latin typeface="Calibri"/>
                <a:cs typeface="Calibri"/>
              </a:rPr>
              <a:t>Every route</a:t>
            </a:r>
            <a:r>
              <a:rPr sz="2000" dirty="0">
                <a:solidFill>
                  <a:srgbClr val="3F3F3F"/>
                </a:solidFill>
                <a:latin typeface="Calibri"/>
                <a:cs typeface="Calibri"/>
              </a:rPr>
              <a:t> has </a:t>
            </a:r>
            <a:r>
              <a:rPr sz="2000" spc="-5" dirty="0">
                <a:solidFill>
                  <a:srgbClr val="3F3F3F"/>
                </a:solidFill>
                <a:latin typeface="Calibri"/>
                <a:cs typeface="Calibri"/>
              </a:rPr>
              <a:t>its </a:t>
            </a:r>
            <a:r>
              <a:rPr sz="2000" spc="-10" dirty="0">
                <a:solidFill>
                  <a:srgbClr val="3F3F3F"/>
                </a:solidFill>
                <a:latin typeface="Calibri"/>
                <a:cs typeface="Calibri"/>
              </a:rPr>
              <a:t>own </a:t>
            </a:r>
            <a:r>
              <a:rPr sz="2000" spc="-15" dirty="0">
                <a:solidFill>
                  <a:srgbClr val="3F3F3F"/>
                </a:solidFill>
                <a:latin typeface="Calibri"/>
                <a:cs typeface="Calibri"/>
              </a:rPr>
              <a:t>expiration</a:t>
            </a:r>
            <a:r>
              <a:rPr sz="2000" spc="15" dirty="0">
                <a:solidFill>
                  <a:srgbClr val="3F3F3F"/>
                </a:solidFill>
                <a:latin typeface="Calibri"/>
                <a:cs typeface="Calibri"/>
              </a:rPr>
              <a:t> </a:t>
            </a:r>
            <a:r>
              <a:rPr sz="2000" spc="-40" dirty="0">
                <a:solidFill>
                  <a:srgbClr val="3F3F3F"/>
                </a:solidFill>
                <a:latin typeface="Calibri"/>
                <a:cs typeface="Calibri"/>
              </a:rPr>
              <a:t>timer.</a:t>
            </a:r>
            <a:endParaRPr sz="20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94</a:t>
            </a:fld>
            <a:endParaRPr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3835400" cy="756920"/>
          </a:xfrm>
          <a:prstGeom prst="rect">
            <a:avLst/>
          </a:prstGeom>
        </p:spPr>
        <p:txBody>
          <a:bodyPr vert="horz" wrap="square" lIns="0" tIns="12700" rIns="0" bIns="0" rtlCol="0">
            <a:spAutoFit/>
          </a:bodyPr>
          <a:lstStyle/>
          <a:p>
            <a:pPr marL="12700">
              <a:lnSpc>
                <a:spcPct val="100000"/>
              </a:lnSpc>
              <a:spcBef>
                <a:spcPts val="100"/>
              </a:spcBef>
            </a:pPr>
            <a:r>
              <a:rPr sz="4800" spc="-60" dirty="0"/>
              <a:t>Timers</a:t>
            </a:r>
            <a:r>
              <a:rPr sz="4800" spc="-145" dirty="0"/>
              <a:t> </a:t>
            </a:r>
            <a:r>
              <a:rPr sz="4800" spc="-30" dirty="0"/>
              <a:t>in</a:t>
            </a:r>
            <a:r>
              <a:rPr sz="4800" spc="-125" dirty="0"/>
              <a:t> </a:t>
            </a:r>
            <a:r>
              <a:rPr sz="4800" spc="-35" dirty="0"/>
              <a:t>RIP</a:t>
            </a:r>
            <a:endParaRPr sz="4800"/>
          </a:p>
        </p:txBody>
      </p:sp>
      <p:sp>
        <p:nvSpPr>
          <p:cNvPr id="3" name="object 3"/>
          <p:cNvSpPr txBox="1"/>
          <p:nvPr/>
        </p:nvSpPr>
        <p:spPr>
          <a:xfrm>
            <a:off x="697667" y="1769826"/>
            <a:ext cx="8641715" cy="4158615"/>
          </a:xfrm>
          <a:prstGeom prst="rect">
            <a:avLst/>
          </a:prstGeom>
        </p:spPr>
        <p:txBody>
          <a:bodyPr vert="horz" wrap="square" lIns="0" tIns="60960" rIns="0" bIns="0" rtlCol="0">
            <a:spAutoFit/>
          </a:bodyPr>
          <a:lstStyle/>
          <a:p>
            <a:pPr marL="189230" marR="106680" indent="-177165">
              <a:lnSpc>
                <a:spcPts val="3020"/>
              </a:lnSpc>
              <a:spcBef>
                <a:spcPts val="480"/>
              </a:spcBef>
              <a:buClr>
                <a:srgbClr val="1CACE4"/>
              </a:buClr>
              <a:buFont typeface="Arial MT"/>
              <a:buChar char="•"/>
              <a:tabLst>
                <a:tab pos="189865" algn="l"/>
              </a:tabLst>
            </a:pPr>
            <a:r>
              <a:rPr sz="2800" i="1" spc="-10" dirty="0">
                <a:solidFill>
                  <a:srgbClr val="3F3F3F"/>
                </a:solidFill>
                <a:latin typeface="Calibri"/>
                <a:cs typeface="Calibri"/>
              </a:rPr>
              <a:t>Garbage</a:t>
            </a:r>
            <a:r>
              <a:rPr sz="2800" i="1" spc="10" dirty="0">
                <a:solidFill>
                  <a:srgbClr val="3F3F3F"/>
                </a:solidFill>
                <a:latin typeface="Calibri"/>
                <a:cs typeface="Calibri"/>
              </a:rPr>
              <a:t> </a:t>
            </a:r>
            <a:r>
              <a:rPr sz="2800" i="1" spc="-10" dirty="0">
                <a:solidFill>
                  <a:srgbClr val="3F3F3F"/>
                </a:solidFill>
                <a:latin typeface="Calibri"/>
                <a:cs typeface="Calibri"/>
              </a:rPr>
              <a:t>collection</a:t>
            </a:r>
            <a:r>
              <a:rPr sz="2800" i="1" dirty="0">
                <a:solidFill>
                  <a:srgbClr val="3F3F3F"/>
                </a:solidFill>
                <a:latin typeface="Calibri"/>
                <a:cs typeface="Calibri"/>
              </a:rPr>
              <a:t> </a:t>
            </a:r>
            <a:r>
              <a:rPr sz="2800" i="1" spc="-10" dirty="0">
                <a:solidFill>
                  <a:srgbClr val="3F3F3F"/>
                </a:solidFill>
                <a:latin typeface="Calibri"/>
                <a:cs typeface="Calibri"/>
              </a:rPr>
              <a:t>timer</a:t>
            </a:r>
            <a:r>
              <a:rPr sz="2800" i="1" spc="20" dirty="0">
                <a:solidFill>
                  <a:srgbClr val="3F3F3F"/>
                </a:solidFill>
                <a:latin typeface="Calibri"/>
                <a:cs typeface="Calibri"/>
              </a:rPr>
              <a:t> </a:t>
            </a:r>
            <a:r>
              <a:rPr sz="2800" i="1" spc="-10" dirty="0">
                <a:solidFill>
                  <a:srgbClr val="3F3F3F"/>
                </a:solidFill>
                <a:latin typeface="Calibri"/>
                <a:cs typeface="Calibri"/>
              </a:rPr>
              <a:t>is</a:t>
            </a:r>
            <a:r>
              <a:rPr sz="2800" i="1" spc="-5" dirty="0">
                <a:solidFill>
                  <a:srgbClr val="3F3F3F"/>
                </a:solidFill>
                <a:latin typeface="Calibri"/>
                <a:cs typeface="Calibri"/>
              </a:rPr>
              <a:t> used</a:t>
            </a:r>
            <a:r>
              <a:rPr sz="2800" i="1" spc="5" dirty="0">
                <a:solidFill>
                  <a:srgbClr val="3F3F3F"/>
                </a:solidFill>
                <a:latin typeface="Calibri"/>
                <a:cs typeface="Calibri"/>
              </a:rPr>
              <a:t> </a:t>
            </a:r>
            <a:r>
              <a:rPr sz="2800" i="1" spc="-25" dirty="0">
                <a:solidFill>
                  <a:srgbClr val="3F3F3F"/>
                </a:solidFill>
                <a:latin typeface="Calibri"/>
                <a:cs typeface="Calibri"/>
              </a:rPr>
              <a:t>to</a:t>
            </a:r>
            <a:r>
              <a:rPr sz="2800" i="1" dirty="0">
                <a:solidFill>
                  <a:srgbClr val="3F3F3F"/>
                </a:solidFill>
                <a:latin typeface="Calibri"/>
                <a:cs typeface="Calibri"/>
              </a:rPr>
              <a:t> </a:t>
            </a:r>
            <a:r>
              <a:rPr sz="2800" i="1" spc="-10" dirty="0">
                <a:solidFill>
                  <a:srgbClr val="3F3F3F"/>
                </a:solidFill>
                <a:latin typeface="Calibri"/>
                <a:cs typeface="Calibri"/>
              </a:rPr>
              <a:t>purge</a:t>
            </a:r>
            <a:r>
              <a:rPr sz="2800" i="1" spc="10" dirty="0">
                <a:solidFill>
                  <a:srgbClr val="3F3F3F"/>
                </a:solidFill>
                <a:latin typeface="Calibri"/>
                <a:cs typeface="Calibri"/>
              </a:rPr>
              <a:t> </a:t>
            </a:r>
            <a:r>
              <a:rPr sz="2800" i="1" spc="-5" dirty="0">
                <a:solidFill>
                  <a:srgbClr val="3F3F3F"/>
                </a:solidFill>
                <a:latin typeface="Calibri"/>
                <a:cs typeface="Calibri"/>
              </a:rPr>
              <a:t>a</a:t>
            </a:r>
            <a:r>
              <a:rPr sz="2800" i="1" dirty="0">
                <a:solidFill>
                  <a:srgbClr val="3F3F3F"/>
                </a:solidFill>
                <a:latin typeface="Calibri"/>
                <a:cs typeface="Calibri"/>
              </a:rPr>
              <a:t> </a:t>
            </a:r>
            <a:r>
              <a:rPr sz="2800" i="1" spc="-10" dirty="0">
                <a:solidFill>
                  <a:srgbClr val="3F3F3F"/>
                </a:solidFill>
                <a:latin typeface="Calibri"/>
                <a:cs typeface="Calibri"/>
              </a:rPr>
              <a:t>route</a:t>
            </a:r>
            <a:r>
              <a:rPr sz="2800" i="1" dirty="0">
                <a:solidFill>
                  <a:srgbClr val="3F3F3F"/>
                </a:solidFill>
                <a:latin typeface="Calibri"/>
                <a:cs typeface="Calibri"/>
              </a:rPr>
              <a:t> </a:t>
            </a:r>
            <a:r>
              <a:rPr sz="2800" i="1" spc="-5" dirty="0">
                <a:solidFill>
                  <a:srgbClr val="3F3F3F"/>
                </a:solidFill>
                <a:latin typeface="Calibri"/>
                <a:cs typeface="Calibri"/>
              </a:rPr>
              <a:t>from </a:t>
            </a:r>
            <a:r>
              <a:rPr sz="2800" i="1" spc="-10" dirty="0">
                <a:solidFill>
                  <a:srgbClr val="3F3F3F"/>
                </a:solidFill>
                <a:latin typeface="Calibri"/>
                <a:cs typeface="Calibri"/>
              </a:rPr>
              <a:t>the </a:t>
            </a:r>
            <a:r>
              <a:rPr sz="2800" i="1" spc="-615" dirty="0">
                <a:solidFill>
                  <a:srgbClr val="3F3F3F"/>
                </a:solidFill>
                <a:latin typeface="Calibri"/>
                <a:cs typeface="Calibri"/>
              </a:rPr>
              <a:t> </a:t>
            </a:r>
            <a:r>
              <a:rPr sz="2800" i="1" spc="-10" dirty="0">
                <a:solidFill>
                  <a:srgbClr val="3F3F3F"/>
                </a:solidFill>
                <a:latin typeface="Calibri"/>
                <a:cs typeface="Calibri"/>
              </a:rPr>
              <a:t>forwarding</a:t>
            </a:r>
            <a:r>
              <a:rPr sz="2800" i="1" spc="-30" dirty="0">
                <a:solidFill>
                  <a:srgbClr val="3F3F3F"/>
                </a:solidFill>
                <a:latin typeface="Calibri"/>
                <a:cs typeface="Calibri"/>
              </a:rPr>
              <a:t> </a:t>
            </a:r>
            <a:r>
              <a:rPr sz="2800" i="1" spc="-15" dirty="0">
                <a:solidFill>
                  <a:srgbClr val="3F3F3F"/>
                </a:solidFill>
                <a:latin typeface="Calibri"/>
                <a:cs typeface="Calibri"/>
              </a:rPr>
              <a:t>table.</a:t>
            </a:r>
            <a:endParaRPr sz="2800">
              <a:latin typeface="Calibri"/>
              <a:cs typeface="Calibri"/>
            </a:endParaRPr>
          </a:p>
          <a:p>
            <a:pPr marL="419100" marR="252729" lvl="1" indent="-182880">
              <a:lnSpc>
                <a:spcPts val="2590"/>
              </a:lnSpc>
              <a:spcBef>
                <a:spcPts val="434"/>
              </a:spcBef>
              <a:buClr>
                <a:srgbClr val="1CACE4"/>
              </a:buClr>
              <a:buChar char="◦"/>
              <a:tabLst>
                <a:tab pos="419734" algn="l"/>
              </a:tabLst>
            </a:pPr>
            <a:r>
              <a:rPr sz="2400" spc="-5" dirty="0">
                <a:solidFill>
                  <a:srgbClr val="3F3F3F"/>
                </a:solidFill>
                <a:latin typeface="Calibri"/>
                <a:cs typeface="Calibri"/>
              </a:rPr>
              <a:t>When the </a:t>
            </a:r>
            <a:r>
              <a:rPr sz="2400" spc="-15" dirty="0">
                <a:solidFill>
                  <a:srgbClr val="3F3F3F"/>
                </a:solidFill>
                <a:latin typeface="Calibri"/>
                <a:cs typeface="Calibri"/>
              </a:rPr>
              <a:t>information </a:t>
            </a:r>
            <a:r>
              <a:rPr sz="2400" spc="-5" dirty="0">
                <a:solidFill>
                  <a:srgbClr val="3F3F3F"/>
                </a:solidFill>
                <a:latin typeface="Calibri"/>
                <a:cs typeface="Calibri"/>
              </a:rPr>
              <a:t>about </a:t>
            </a:r>
            <a:r>
              <a:rPr sz="2400" dirty="0">
                <a:solidFill>
                  <a:srgbClr val="3F3F3F"/>
                </a:solidFill>
                <a:latin typeface="Calibri"/>
                <a:cs typeface="Calibri"/>
              </a:rPr>
              <a:t>a </a:t>
            </a:r>
            <a:r>
              <a:rPr sz="2400" spc="-15" dirty="0">
                <a:solidFill>
                  <a:srgbClr val="3F3F3F"/>
                </a:solidFill>
                <a:latin typeface="Calibri"/>
                <a:cs typeface="Calibri"/>
              </a:rPr>
              <a:t>route </a:t>
            </a:r>
            <a:r>
              <a:rPr sz="2400" spc="-5" dirty="0">
                <a:solidFill>
                  <a:srgbClr val="3F3F3F"/>
                </a:solidFill>
                <a:latin typeface="Calibri"/>
                <a:cs typeface="Calibri"/>
              </a:rPr>
              <a:t>becomes </a:t>
            </a:r>
            <a:r>
              <a:rPr sz="2400" spc="-15" dirty="0">
                <a:solidFill>
                  <a:srgbClr val="3F3F3F"/>
                </a:solidFill>
                <a:latin typeface="Calibri"/>
                <a:cs typeface="Calibri"/>
              </a:rPr>
              <a:t>invalid, </a:t>
            </a:r>
            <a:r>
              <a:rPr sz="2400" spc="-5" dirty="0">
                <a:solidFill>
                  <a:srgbClr val="3F3F3F"/>
                </a:solidFill>
                <a:latin typeface="Calibri"/>
                <a:cs typeface="Calibri"/>
              </a:rPr>
              <a:t>the </a:t>
            </a:r>
            <a:r>
              <a:rPr sz="2400" spc="-15" dirty="0">
                <a:solidFill>
                  <a:srgbClr val="3F3F3F"/>
                </a:solidFill>
                <a:latin typeface="Calibri"/>
                <a:cs typeface="Calibri"/>
              </a:rPr>
              <a:t>router </a:t>
            </a:r>
            <a:r>
              <a:rPr sz="2400" spc="-530" dirty="0">
                <a:solidFill>
                  <a:srgbClr val="3F3F3F"/>
                </a:solidFill>
                <a:latin typeface="Calibri"/>
                <a:cs typeface="Calibri"/>
              </a:rPr>
              <a:t> </a:t>
            </a:r>
            <a:r>
              <a:rPr sz="2400" spc="-5" dirty="0">
                <a:solidFill>
                  <a:srgbClr val="3F3F3F"/>
                </a:solidFill>
                <a:latin typeface="Calibri"/>
                <a:cs typeface="Calibri"/>
              </a:rPr>
              <a:t>does</a:t>
            </a:r>
            <a:r>
              <a:rPr sz="2400" spc="-20" dirty="0">
                <a:solidFill>
                  <a:srgbClr val="3F3F3F"/>
                </a:solidFill>
                <a:latin typeface="Calibri"/>
                <a:cs typeface="Calibri"/>
              </a:rPr>
              <a:t> </a:t>
            </a:r>
            <a:r>
              <a:rPr sz="2400" spc="-5" dirty="0">
                <a:solidFill>
                  <a:srgbClr val="3F3F3F"/>
                </a:solidFill>
                <a:latin typeface="Calibri"/>
                <a:cs typeface="Calibri"/>
              </a:rPr>
              <a:t>not</a:t>
            </a:r>
            <a:r>
              <a:rPr sz="2400" spc="-10" dirty="0">
                <a:solidFill>
                  <a:srgbClr val="3F3F3F"/>
                </a:solidFill>
                <a:latin typeface="Calibri"/>
                <a:cs typeface="Calibri"/>
              </a:rPr>
              <a:t> immediately</a:t>
            </a:r>
            <a:r>
              <a:rPr sz="2400" dirty="0">
                <a:solidFill>
                  <a:srgbClr val="3F3F3F"/>
                </a:solidFill>
                <a:latin typeface="Calibri"/>
                <a:cs typeface="Calibri"/>
              </a:rPr>
              <a:t> </a:t>
            </a:r>
            <a:r>
              <a:rPr sz="2400" spc="-15" dirty="0">
                <a:solidFill>
                  <a:srgbClr val="3F3F3F"/>
                </a:solidFill>
                <a:latin typeface="Calibri"/>
                <a:cs typeface="Calibri"/>
              </a:rPr>
              <a:t>purge</a:t>
            </a:r>
            <a:r>
              <a:rPr sz="2400" dirty="0">
                <a:solidFill>
                  <a:srgbClr val="3F3F3F"/>
                </a:solidFill>
                <a:latin typeface="Calibri"/>
                <a:cs typeface="Calibri"/>
              </a:rPr>
              <a:t> </a:t>
            </a:r>
            <a:r>
              <a:rPr sz="2400" spc="-10" dirty="0">
                <a:solidFill>
                  <a:srgbClr val="3F3F3F"/>
                </a:solidFill>
                <a:latin typeface="Calibri"/>
                <a:cs typeface="Calibri"/>
              </a:rPr>
              <a:t>that</a:t>
            </a:r>
            <a:r>
              <a:rPr sz="2400" spc="-25" dirty="0">
                <a:solidFill>
                  <a:srgbClr val="3F3F3F"/>
                </a:solidFill>
                <a:latin typeface="Calibri"/>
                <a:cs typeface="Calibri"/>
              </a:rPr>
              <a:t> </a:t>
            </a:r>
            <a:r>
              <a:rPr sz="2400" spc="-15" dirty="0">
                <a:solidFill>
                  <a:srgbClr val="3F3F3F"/>
                </a:solidFill>
                <a:latin typeface="Calibri"/>
                <a:cs typeface="Calibri"/>
              </a:rPr>
              <a:t>route from</a:t>
            </a:r>
            <a:r>
              <a:rPr sz="2400" spc="-5" dirty="0">
                <a:solidFill>
                  <a:srgbClr val="3F3F3F"/>
                </a:solidFill>
                <a:latin typeface="Calibri"/>
                <a:cs typeface="Calibri"/>
              </a:rPr>
              <a:t> its</a:t>
            </a:r>
            <a:r>
              <a:rPr sz="2400" spc="-20" dirty="0">
                <a:solidFill>
                  <a:srgbClr val="3F3F3F"/>
                </a:solidFill>
                <a:latin typeface="Calibri"/>
                <a:cs typeface="Calibri"/>
              </a:rPr>
              <a:t> </a:t>
            </a:r>
            <a:r>
              <a:rPr sz="2400" spc="-5" dirty="0">
                <a:solidFill>
                  <a:srgbClr val="3F3F3F"/>
                </a:solidFill>
                <a:latin typeface="Calibri"/>
                <a:cs typeface="Calibri"/>
              </a:rPr>
              <a:t>table.</a:t>
            </a:r>
            <a:endParaRPr sz="2400">
              <a:latin typeface="Calibri"/>
              <a:cs typeface="Calibri"/>
            </a:endParaRPr>
          </a:p>
          <a:p>
            <a:pPr marL="419100" marR="205104" lvl="1" indent="-182880">
              <a:lnSpc>
                <a:spcPts val="2590"/>
              </a:lnSpc>
              <a:spcBef>
                <a:spcPts val="605"/>
              </a:spcBef>
              <a:buClr>
                <a:srgbClr val="1CACE4"/>
              </a:buClr>
              <a:buChar char="◦"/>
              <a:tabLst>
                <a:tab pos="419734" algn="l"/>
              </a:tabLst>
            </a:pPr>
            <a:r>
              <a:rPr sz="2400" spc="-10" dirty="0">
                <a:solidFill>
                  <a:srgbClr val="3F3F3F"/>
                </a:solidFill>
                <a:latin typeface="Calibri"/>
                <a:cs typeface="Calibri"/>
              </a:rPr>
              <a:t>Instead, </a:t>
            </a:r>
            <a:r>
              <a:rPr sz="2400" spc="-5" dirty="0">
                <a:solidFill>
                  <a:srgbClr val="3F3F3F"/>
                </a:solidFill>
                <a:latin typeface="Calibri"/>
                <a:cs typeface="Calibri"/>
              </a:rPr>
              <a:t>it </a:t>
            </a:r>
            <a:r>
              <a:rPr sz="2400" spc="-10" dirty="0">
                <a:solidFill>
                  <a:srgbClr val="3F3F3F"/>
                </a:solidFill>
                <a:latin typeface="Calibri"/>
                <a:cs typeface="Calibri"/>
              </a:rPr>
              <a:t>continues </a:t>
            </a:r>
            <a:r>
              <a:rPr sz="2400" spc="-15" dirty="0">
                <a:solidFill>
                  <a:srgbClr val="3F3F3F"/>
                </a:solidFill>
                <a:latin typeface="Calibri"/>
                <a:cs typeface="Calibri"/>
              </a:rPr>
              <a:t>to </a:t>
            </a:r>
            <a:r>
              <a:rPr sz="2400" spc="-5" dirty="0">
                <a:solidFill>
                  <a:srgbClr val="3F3F3F"/>
                </a:solidFill>
                <a:latin typeface="Calibri"/>
                <a:cs typeface="Calibri"/>
              </a:rPr>
              <a:t>advertise the </a:t>
            </a:r>
            <a:r>
              <a:rPr sz="2400" spc="-15" dirty="0">
                <a:solidFill>
                  <a:srgbClr val="3F3F3F"/>
                </a:solidFill>
                <a:latin typeface="Calibri"/>
                <a:cs typeface="Calibri"/>
              </a:rPr>
              <a:t>route </a:t>
            </a:r>
            <a:r>
              <a:rPr sz="2400" spc="-5" dirty="0">
                <a:solidFill>
                  <a:srgbClr val="3F3F3F"/>
                </a:solidFill>
                <a:latin typeface="Calibri"/>
                <a:cs typeface="Calibri"/>
              </a:rPr>
              <a:t>with </a:t>
            </a:r>
            <a:r>
              <a:rPr sz="2400" dirty="0">
                <a:solidFill>
                  <a:srgbClr val="3F3F3F"/>
                </a:solidFill>
                <a:latin typeface="Calibri"/>
                <a:cs typeface="Calibri"/>
              </a:rPr>
              <a:t>a </a:t>
            </a:r>
            <a:r>
              <a:rPr sz="2400" spc="-5" dirty="0">
                <a:solidFill>
                  <a:srgbClr val="3F3F3F"/>
                </a:solidFill>
                <a:latin typeface="Calibri"/>
                <a:cs typeface="Calibri"/>
              </a:rPr>
              <a:t>metric </a:t>
            </a:r>
            <a:r>
              <a:rPr sz="2400" spc="-10" dirty="0">
                <a:solidFill>
                  <a:srgbClr val="3F3F3F"/>
                </a:solidFill>
                <a:latin typeface="Calibri"/>
                <a:cs typeface="Calibri"/>
              </a:rPr>
              <a:t>value </a:t>
            </a:r>
            <a:r>
              <a:rPr sz="2400" spc="-5" dirty="0">
                <a:solidFill>
                  <a:srgbClr val="3F3F3F"/>
                </a:solidFill>
                <a:latin typeface="Calibri"/>
                <a:cs typeface="Calibri"/>
              </a:rPr>
              <a:t>of </a:t>
            </a:r>
            <a:r>
              <a:rPr sz="2400" spc="-530" dirty="0">
                <a:solidFill>
                  <a:srgbClr val="3F3F3F"/>
                </a:solidFill>
                <a:latin typeface="Calibri"/>
                <a:cs typeface="Calibri"/>
              </a:rPr>
              <a:t> </a:t>
            </a:r>
            <a:r>
              <a:rPr sz="2400" spc="-5" dirty="0">
                <a:solidFill>
                  <a:srgbClr val="3F3F3F"/>
                </a:solidFill>
                <a:latin typeface="Calibri"/>
                <a:cs typeface="Calibri"/>
              </a:rPr>
              <a:t>16.</a:t>
            </a:r>
            <a:endParaRPr sz="2400">
              <a:latin typeface="Calibri"/>
              <a:cs typeface="Calibri"/>
            </a:endParaRPr>
          </a:p>
          <a:p>
            <a:pPr marL="419100" marR="5080" lvl="1" indent="-182880">
              <a:lnSpc>
                <a:spcPts val="2590"/>
              </a:lnSpc>
              <a:spcBef>
                <a:spcPts val="605"/>
              </a:spcBef>
              <a:buClr>
                <a:srgbClr val="1CACE4"/>
              </a:buClr>
              <a:buChar char="◦"/>
              <a:tabLst>
                <a:tab pos="419734" algn="l"/>
              </a:tabLst>
            </a:pPr>
            <a:r>
              <a:rPr sz="2400" spc="-30" dirty="0">
                <a:solidFill>
                  <a:srgbClr val="3F3F3F"/>
                </a:solidFill>
                <a:latin typeface="Calibri"/>
                <a:cs typeface="Calibri"/>
              </a:rPr>
              <a:t>At </a:t>
            </a:r>
            <a:r>
              <a:rPr sz="2400" spc="-5" dirty="0">
                <a:solidFill>
                  <a:srgbClr val="3F3F3F"/>
                </a:solidFill>
                <a:latin typeface="Calibri"/>
                <a:cs typeface="Calibri"/>
              </a:rPr>
              <a:t>the same</a:t>
            </a:r>
            <a:r>
              <a:rPr sz="2400" spc="-10" dirty="0">
                <a:solidFill>
                  <a:srgbClr val="3F3F3F"/>
                </a:solidFill>
                <a:latin typeface="Calibri"/>
                <a:cs typeface="Calibri"/>
              </a:rPr>
              <a:t> </a:t>
            </a:r>
            <a:r>
              <a:rPr sz="2400" spc="-5" dirty="0">
                <a:solidFill>
                  <a:srgbClr val="3F3F3F"/>
                </a:solidFill>
                <a:latin typeface="Calibri"/>
                <a:cs typeface="Calibri"/>
              </a:rPr>
              <a:t>time,</a:t>
            </a:r>
            <a:r>
              <a:rPr sz="2400" spc="-30" dirty="0">
                <a:solidFill>
                  <a:srgbClr val="3F3F3F"/>
                </a:solidFill>
                <a:latin typeface="Calibri"/>
                <a:cs typeface="Calibri"/>
              </a:rPr>
              <a:t> </a:t>
            </a:r>
            <a:r>
              <a:rPr sz="2400" dirty="0">
                <a:solidFill>
                  <a:srgbClr val="3F3F3F"/>
                </a:solidFill>
                <a:latin typeface="Calibri"/>
                <a:cs typeface="Calibri"/>
              </a:rPr>
              <a:t>a </a:t>
            </a:r>
            <a:r>
              <a:rPr sz="2400" spc="-15" dirty="0">
                <a:solidFill>
                  <a:srgbClr val="3F3F3F"/>
                </a:solidFill>
                <a:latin typeface="Calibri"/>
                <a:cs typeface="Calibri"/>
              </a:rPr>
              <a:t>garbage</a:t>
            </a:r>
            <a:r>
              <a:rPr sz="2400" spc="35" dirty="0">
                <a:solidFill>
                  <a:srgbClr val="3F3F3F"/>
                </a:solidFill>
                <a:latin typeface="Calibri"/>
                <a:cs typeface="Calibri"/>
              </a:rPr>
              <a:t> </a:t>
            </a:r>
            <a:r>
              <a:rPr sz="2400" spc="-10" dirty="0">
                <a:solidFill>
                  <a:srgbClr val="3F3F3F"/>
                </a:solidFill>
                <a:latin typeface="Calibri"/>
                <a:cs typeface="Calibri"/>
              </a:rPr>
              <a:t>collection</a:t>
            </a:r>
            <a:r>
              <a:rPr sz="2400" spc="-30" dirty="0">
                <a:solidFill>
                  <a:srgbClr val="3F3F3F"/>
                </a:solidFill>
                <a:latin typeface="Calibri"/>
                <a:cs typeface="Calibri"/>
              </a:rPr>
              <a:t> </a:t>
            </a:r>
            <a:r>
              <a:rPr sz="2400" spc="-5" dirty="0">
                <a:solidFill>
                  <a:srgbClr val="3F3F3F"/>
                </a:solidFill>
                <a:latin typeface="Calibri"/>
                <a:cs typeface="Calibri"/>
              </a:rPr>
              <a:t>timer</a:t>
            </a:r>
            <a:r>
              <a:rPr sz="2400" spc="2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5" dirty="0">
                <a:solidFill>
                  <a:srgbClr val="3F3F3F"/>
                </a:solidFill>
                <a:latin typeface="Calibri"/>
                <a:cs typeface="Calibri"/>
              </a:rPr>
              <a:t>set</a:t>
            </a:r>
            <a:r>
              <a:rPr sz="2400" spc="-15" dirty="0">
                <a:solidFill>
                  <a:srgbClr val="3F3F3F"/>
                </a:solidFill>
                <a:latin typeface="Calibri"/>
                <a:cs typeface="Calibri"/>
              </a:rPr>
              <a:t> to</a:t>
            </a:r>
            <a:r>
              <a:rPr sz="2400" spc="-10" dirty="0">
                <a:solidFill>
                  <a:srgbClr val="3F3F3F"/>
                </a:solidFill>
                <a:latin typeface="Calibri"/>
                <a:cs typeface="Calibri"/>
              </a:rPr>
              <a:t> </a:t>
            </a:r>
            <a:r>
              <a:rPr sz="2400" spc="-5" dirty="0">
                <a:solidFill>
                  <a:srgbClr val="3F3F3F"/>
                </a:solidFill>
                <a:latin typeface="Calibri"/>
                <a:cs typeface="Calibri"/>
              </a:rPr>
              <a:t>120 </a:t>
            </a:r>
            <a:r>
              <a:rPr sz="2400" dirty="0">
                <a:solidFill>
                  <a:srgbClr val="3F3F3F"/>
                </a:solidFill>
                <a:latin typeface="Calibri"/>
                <a:cs typeface="Calibri"/>
              </a:rPr>
              <a:t>s</a:t>
            </a:r>
            <a:r>
              <a:rPr sz="2400" spc="-10" dirty="0">
                <a:solidFill>
                  <a:srgbClr val="3F3F3F"/>
                </a:solidFill>
                <a:latin typeface="Calibri"/>
                <a:cs typeface="Calibri"/>
              </a:rPr>
              <a:t> </a:t>
            </a:r>
            <a:r>
              <a:rPr sz="2400" spc="-20" dirty="0">
                <a:solidFill>
                  <a:srgbClr val="3F3F3F"/>
                </a:solidFill>
                <a:latin typeface="Calibri"/>
                <a:cs typeface="Calibri"/>
              </a:rPr>
              <a:t>for</a:t>
            </a:r>
            <a:r>
              <a:rPr sz="2400" spc="-5" dirty="0">
                <a:solidFill>
                  <a:srgbClr val="3F3F3F"/>
                </a:solidFill>
                <a:latin typeface="Calibri"/>
                <a:cs typeface="Calibri"/>
              </a:rPr>
              <a:t> </a:t>
            </a:r>
            <a:r>
              <a:rPr sz="2400" spc="-10" dirty="0">
                <a:solidFill>
                  <a:srgbClr val="3F3F3F"/>
                </a:solidFill>
                <a:latin typeface="Calibri"/>
                <a:cs typeface="Calibri"/>
              </a:rPr>
              <a:t>that </a:t>
            </a:r>
            <a:r>
              <a:rPr sz="2400" spc="-525" dirty="0">
                <a:solidFill>
                  <a:srgbClr val="3F3F3F"/>
                </a:solidFill>
                <a:latin typeface="Calibri"/>
                <a:cs typeface="Calibri"/>
              </a:rPr>
              <a:t> </a:t>
            </a:r>
            <a:r>
              <a:rPr sz="2400" spc="-15" dirty="0">
                <a:solidFill>
                  <a:srgbClr val="3F3F3F"/>
                </a:solidFill>
                <a:latin typeface="Calibri"/>
                <a:cs typeface="Calibri"/>
              </a:rPr>
              <a:t>route.</a:t>
            </a:r>
            <a:endParaRPr sz="2400">
              <a:latin typeface="Calibri"/>
              <a:cs typeface="Calibri"/>
            </a:endParaRPr>
          </a:p>
          <a:p>
            <a:pPr marL="419100" lvl="1" indent="-183515">
              <a:lnSpc>
                <a:spcPct val="100000"/>
              </a:lnSpc>
              <a:spcBef>
                <a:spcPts val="275"/>
              </a:spcBef>
              <a:buClr>
                <a:srgbClr val="1CACE4"/>
              </a:buClr>
              <a:buChar char="◦"/>
              <a:tabLst>
                <a:tab pos="419734" algn="l"/>
              </a:tabLst>
            </a:pPr>
            <a:r>
              <a:rPr sz="2400" spc="-5" dirty="0">
                <a:solidFill>
                  <a:srgbClr val="3F3F3F"/>
                </a:solidFill>
                <a:latin typeface="Calibri"/>
                <a:cs typeface="Calibri"/>
              </a:rPr>
              <a:t>When</a:t>
            </a:r>
            <a:r>
              <a:rPr sz="2400" spc="-1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count</a:t>
            </a:r>
            <a:r>
              <a:rPr sz="2400" spc="-10" dirty="0">
                <a:solidFill>
                  <a:srgbClr val="3F3F3F"/>
                </a:solidFill>
                <a:latin typeface="Calibri"/>
                <a:cs typeface="Calibri"/>
              </a:rPr>
              <a:t> reaches</a:t>
            </a:r>
            <a:r>
              <a:rPr sz="2400" spc="-20" dirty="0">
                <a:solidFill>
                  <a:srgbClr val="3F3F3F"/>
                </a:solidFill>
                <a:latin typeface="Calibri"/>
                <a:cs typeface="Calibri"/>
              </a:rPr>
              <a:t> </a:t>
            </a:r>
            <a:r>
              <a:rPr sz="2400" spc="-30" dirty="0">
                <a:solidFill>
                  <a:srgbClr val="3F3F3F"/>
                </a:solidFill>
                <a:latin typeface="Calibri"/>
                <a:cs typeface="Calibri"/>
              </a:rPr>
              <a:t>zero,</a:t>
            </a:r>
            <a:r>
              <a:rPr sz="2400" dirty="0">
                <a:solidFill>
                  <a:srgbClr val="3F3F3F"/>
                </a:solidFill>
                <a:latin typeface="Calibri"/>
                <a:cs typeface="Calibri"/>
              </a:rPr>
              <a:t> </a:t>
            </a:r>
            <a:r>
              <a:rPr sz="2400" spc="-5" dirty="0">
                <a:solidFill>
                  <a:srgbClr val="3F3F3F"/>
                </a:solidFill>
                <a:latin typeface="Calibri"/>
                <a:cs typeface="Calibri"/>
              </a:rPr>
              <a:t>the </a:t>
            </a:r>
            <a:r>
              <a:rPr sz="2400" spc="-15" dirty="0">
                <a:solidFill>
                  <a:srgbClr val="3F3F3F"/>
                </a:solidFill>
                <a:latin typeface="Calibri"/>
                <a:cs typeface="Calibri"/>
              </a:rPr>
              <a:t>route</a:t>
            </a:r>
            <a:r>
              <a:rPr sz="2400" spc="20" dirty="0">
                <a:solidFill>
                  <a:srgbClr val="3F3F3F"/>
                </a:solidFill>
                <a:latin typeface="Calibri"/>
                <a:cs typeface="Calibri"/>
              </a:rPr>
              <a:t> </a:t>
            </a:r>
            <a:r>
              <a:rPr sz="2400" spc="-5" dirty="0">
                <a:solidFill>
                  <a:srgbClr val="3F3F3F"/>
                </a:solidFill>
                <a:latin typeface="Calibri"/>
                <a:cs typeface="Calibri"/>
              </a:rPr>
              <a:t>is</a:t>
            </a:r>
            <a:r>
              <a:rPr sz="2400" spc="-10" dirty="0">
                <a:solidFill>
                  <a:srgbClr val="3F3F3F"/>
                </a:solidFill>
                <a:latin typeface="Calibri"/>
                <a:cs typeface="Calibri"/>
              </a:rPr>
              <a:t> </a:t>
            </a:r>
            <a:r>
              <a:rPr sz="2400" spc="-15" dirty="0">
                <a:solidFill>
                  <a:srgbClr val="3F3F3F"/>
                </a:solidFill>
                <a:latin typeface="Calibri"/>
                <a:cs typeface="Calibri"/>
              </a:rPr>
              <a:t>purged</a:t>
            </a:r>
            <a:r>
              <a:rPr sz="2400" spc="5" dirty="0">
                <a:solidFill>
                  <a:srgbClr val="3F3F3F"/>
                </a:solidFill>
                <a:latin typeface="Calibri"/>
                <a:cs typeface="Calibri"/>
              </a:rPr>
              <a:t> </a:t>
            </a:r>
            <a:r>
              <a:rPr sz="2400" spc="-15" dirty="0">
                <a:solidFill>
                  <a:srgbClr val="3F3F3F"/>
                </a:solidFill>
                <a:latin typeface="Calibri"/>
                <a:cs typeface="Calibri"/>
              </a:rPr>
              <a:t>from</a:t>
            </a:r>
            <a:r>
              <a:rPr sz="2400" spc="-5" dirty="0">
                <a:solidFill>
                  <a:srgbClr val="3F3F3F"/>
                </a:solidFill>
                <a:latin typeface="Calibri"/>
                <a:cs typeface="Calibri"/>
              </a:rPr>
              <a:t> the</a:t>
            </a:r>
            <a:r>
              <a:rPr sz="2400" spc="-15" dirty="0">
                <a:solidFill>
                  <a:srgbClr val="3F3F3F"/>
                </a:solidFill>
                <a:latin typeface="Calibri"/>
                <a:cs typeface="Calibri"/>
              </a:rPr>
              <a:t> </a:t>
            </a:r>
            <a:r>
              <a:rPr sz="2400" spc="-5" dirty="0">
                <a:solidFill>
                  <a:srgbClr val="3F3F3F"/>
                </a:solidFill>
                <a:latin typeface="Calibri"/>
                <a:cs typeface="Calibri"/>
              </a:rPr>
              <a:t>table.</a:t>
            </a:r>
            <a:endParaRPr sz="2400">
              <a:latin typeface="Calibri"/>
              <a:cs typeface="Calibri"/>
            </a:endParaRPr>
          </a:p>
          <a:p>
            <a:pPr marL="419100" marR="92710" lvl="1" indent="-182880">
              <a:lnSpc>
                <a:spcPts val="2590"/>
              </a:lnSpc>
              <a:spcBef>
                <a:spcPts val="640"/>
              </a:spcBef>
              <a:buClr>
                <a:srgbClr val="1CACE4"/>
              </a:buClr>
              <a:buChar char="◦"/>
              <a:tabLst>
                <a:tab pos="419734" algn="l"/>
              </a:tabLst>
            </a:pPr>
            <a:r>
              <a:rPr sz="2400" spc="-5" dirty="0">
                <a:solidFill>
                  <a:srgbClr val="3F3F3F"/>
                </a:solidFill>
                <a:latin typeface="Calibri"/>
                <a:cs typeface="Calibri"/>
              </a:rPr>
              <a:t>This timer</a:t>
            </a:r>
            <a:r>
              <a:rPr sz="2400" spc="-30" dirty="0">
                <a:solidFill>
                  <a:srgbClr val="3F3F3F"/>
                </a:solidFill>
                <a:latin typeface="Calibri"/>
                <a:cs typeface="Calibri"/>
              </a:rPr>
              <a:t> </a:t>
            </a:r>
            <a:r>
              <a:rPr sz="2400" spc="-10" dirty="0">
                <a:solidFill>
                  <a:srgbClr val="3F3F3F"/>
                </a:solidFill>
                <a:latin typeface="Calibri"/>
                <a:cs typeface="Calibri"/>
              </a:rPr>
              <a:t>allows neighbors </a:t>
            </a:r>
            <a:r>
              <a:rPr sz="2400" spc="-15" dirty="0">
                <a:solidFill>
                  <a:srgbClr val="3F3F3F"/>
                </a:solidFill>
                <a:latin typeface="Calibri"/>
                <a:cs typeface="Calibri"/>
              </a:rPr>
              <a:t>to</a:t>
            </a:r>
            <a:r>
              <a:rPr sz="2400" spc="-10" dirty="0">
                <a:solidFill>
                  <a:srgbClr val="3F3F3F"/>
                </a:solidFill>
                <a:latin typeface="Calibri"/>
                <a:cs typeface="Calibri"/>
              </a:rPr>
              <a:t> become</a:t>
            </a:r>
            <a:r>
              <a:rPr sz="2400" spc="-15" dirty="0">
                <a:solidFill>
                  <a:srgbClr val="3F3F3F"/>
                </a:solidFill>
                <a:latin typeface="Calibri"/>
                <a:cs typeface="Calibri"/>
              </a:rPr>
              <a:t> aware </a:t>
            </a:r>
            <a:r>
              <a:rPr sz="2400" spc="-5" dirty="0">
                <a:solidFill>
                  <a:srgbClr val="3F3F3F"/>
                </a:solidFill>
                <a:latin typeface="Calibri"/>
                <a:cs typeface="Calibri"/>
              </a:rPr>
              <a:t>of</a:t>
            </a:r>
            <a:r>
              <a:rPr sz="2400" spc="25" dirty="0">
                <a:solidFill>
                  <a:srgbClr val="3F3F3F"/>
                </a:solidFill>
                <a:latin typeface="Calibri"/>
                <a:cs typeface="Calibri"/>
              </a:rPr>
              <a:t> </a:t>
            </a:r>
            <a:r>
              <a:rPr sz="2400" spc="-5" dirty="0">
                <a:solidFill>
                  <a:srgbClr val="3F3F3F"/>
                </a:solidFill>
                <a:latin typeface="Calibri"/>
                <a:cs typeface="Calibri"/>
              </a:rPr>
              <a:t>the </a:t>
            </a:r>
            <a:r>
              <a:rPr sz="2400" spc="-10" dirty="0">
                <a:solidFill>
                  <a:srgbClr val="3F3F3F"/>
                </a:solidFill>
                <a:latin typeface="Calibri"/>
                <a:cs typeface="Calibri"/>
              </a:rPr>
              <a:t>invalidity</a:t>
            </a:r>
            <a:r>
              <a:rPr sz="2400" spc="5" dirty="0">
                <a:solidFill>
                  <a:srgbClr val="3F3F3F"/>
                </a:solidFill>
                <a:latin typeface="Calibri"/>
                <a:cs typeface="Calibri"/>
              </a:rPr>
              <a:t> </a:t>
            </a:r>
            <a:r>
              <a:rPr sz="2400" spc="-5" dirty="0">
                <a:solidFill>
                  <a:srgbClr val="3F3F3F"/>
                </a:solidFill>
                <a:latin typeface="Calibri"/>
                <a:cs typeface="Calibri"/>
              </a:rPr>
              <a:t>of </a:t>
            </a:r>
            <a:r>
              <a:rPr sz="2400" dirty="0">
                <a:solidFill>
                  <a:srgbClr val="3F3F3F"/>
                </a:solidFill>
                <a:latin typeface="Calibri"/>
                <a:cs typeface="Calibri"/>
              </a:rPr>
              <a:t>a </a:t>
            </a:r>
            <a:r>
              <a:rPr sz="2400" spc="-525" dirty="0">
                <a:solidFill>
                  <a:srgbClr val="3F3F3F"/>
                </a:solidFill>
                <a:latin typeface="Calibri"/>
                <a:cs typeface="Calibri"/>
              </a:rPr>
              <a:t> </a:t>
            </a:r>
            <a:r>
              <a:rPr sz="2400" spc="-15" dirty="0">
                <a:solidFill>
                  <a:srgbClr val="3F3F3F"/>
                </a:solidFill>
                <a:latin typeface="Calibri"/>
                <a:cs typeface="Calibri"/>
              </a:rPr>
              <a:t>route</a:t>
            </a:r>
            <a:r>
              <a:rPr sz="2400" spc="-30" dirty="0">
                <a:solidFill>
                  <a:srgbClr val="3F3F3F"/>
                </a:solidFill>
                <a:latin typeface="Calibri"/>
                <a:cs typeface="Calibri"/>
              </a:rPr>
              <a:t> </a:t>
            </a:r>
            <a:r>
              <a:rPr sz="2400" spc="-5" dirty="0">
                <a:solidFill>
                  <a:srgbClr val="3F3F3F"/>
                </a:solidFill>
                <a:latin typeface="Calibri"/>
                <a:cs typeface="Calibri"/>
              </a:rPr>
              <a:t>prior </a:t>
            </a:r>
            <a:r>
              <a:rPr sz="2400" spc="-15" dirty="0">
                <a:solidFill>
                  <a:srgbClr val="3F3F3F"/>
                </a:solidFill>
                <a:latin typeface="Calibri"/>
                <a:cs typeface="Calibri"/>
              </a:rPr>
              <a:t>to</a:t>
            </a:r>
            <a:r>
              <a:rPr sz="2400" spc="-10" dirty="0">
                <a:solidFill>
                  <a:srgbClr val="3F3F3F"/>
                </a:solidFill>
                <a:latin typeface="Calibri"/>
                <a:cs typeface="Calibri"/>
              </a:rPr>
              <a:t> purging.</a:t>
            </a:r>
            <a:endParaRPr sz="24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95</a:t>
            </a:fld>
            <a:endParaRPr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4242" y="794248"/>
            <a:ext cx="5576570" cy="756920"/>
          </a:xfrm>
          <a:prstGeom prst="rect">
            <a:avLst/>
          </a:prstGeom>
        </p:spPr>
        <p:txBody>
          <a:bodyPr vert="horz" wrap="square" lIns="0" tIns="12700" rIns="0" bIns="0" rtlCol="0">
            <a:spAutoFit/>
          </a:bodyPr>
          <a:lstStyle/>
          <a:p>
            <a:pPr marL="12700">
              <a:lnSpc>
                <a:spcPct val="100000"/>
              </a:lnSpc>
              <a:spcBef>
                <a:spcPts val="100"/>
              </a:spcBef>
            </a:pPr>
            <a:r>
              <a:rPr sz="4800" spc="-50" dirty="0"/>
              <a:t>Performance</a:t>
            </a:r>
            <a:r>
              <a:rPr sz="4800" spc="-135" dirty="0"/>
              <a:t> </a:t>
            </a:r>
            <a:r>
              <a:rPr sz="4800" i="0" spc="-30" dirty="0">
                <a:latin typeface="Arial"/>
                <a:cs typeface="Arial"/>
              </a:rPr>
              <a:t>of</a:t>
            </a:r>
            <a:r>
              <a:rPr sz="4800" i="0" spc="-114" dirty="0">
                <a:latin typeface="Arial"/>
                <a:cs typeface="Arial"/>
              </a:rPr>
              <a:t> </a:t>
            </a:r>
            <a:r>
              <a:rPr sz="4800" i="0" spc="-35" dirty="0">
                <a:latin typeface="Arial"/>
                <a:cs typeface="Arial"/>
              </a:rPr>
              <a:t>RIP</a:t>
            </a:r>
            <a:endParaRPr sz="4800">
              <a:latin typeface="Arial"/>
              <a:cs typeface="Arial"/>
            </a:endParaRPr>
          </a:p>
        </p:txBody>
      </p:sp>
      <p:sp>
        <p:nvSpPr>
          <p:cNvPr id="3" name="object 3"/>
          <p:cNvSpPr txBox="1"/>
          <p:nvPr/>
        </p:nvSpPr>
        <p:spPr>
          <a:xfrm>
            <a:off x="697667" y="1768302"/>
            <a:ext cx="8693150" cy="4739640"/>
          </a:xfrm>
          <a:prstGeom prst="rect">
            <a:avLst/>
          </a:prstGeom>
        </p:spPr>
        <p:txBody>
          <a:bodyPr vert="horz" wrap="square" lIns="0" tIns="36830" rIns="0" bIns="0" rtlCol="0">
            <a:spAutoFit/>
          </a:bodyPr>
          <a:lstStyle/>
          <a:p>
            <a:pPr marL="189230" indent="-177165">
              <a:lnSpc>
                <a:spcPct val="100000"/>
              </a:lnSpc>
              <a:spcBef>
                <a:spcPts val="290"/>
              </a:spcBef>
              <a:buClr>
                <a:srgbClr val="1CACE4"/>
              </a:buClr>
              <a:buFont typeface="Arial MT"/>
              <a:buChar char="•"/>
              <a:tabLst>
                <a:tab pos="189865" algn="l"/>
              </a:tabLst>
            </a:pPr>
            <a:r>
              <a:rPr sz="1800" b="1" spc="-10" dirty="0">
                <a:solidFill>
                  <a:srgbClr val="3F3F3F"/>
                </a:solidFill>
                <a:latin typeface="Calibri"/>
                <a:cs typeface="Calibri"/>
              </a:rPr>
              <a:t>Update</a:t>
            </a:r>
            <a:r>
              <a:rPr sz="1800" b="1" spc="-30" dirty="0">
                <a:solidFill>
                  <a:srgbClr val="3F3F3F"/>
                </a:solidFill>
                <a:latin typeface="Calibri"/>
                <a:cs typeface="Calibri"/>
              </a:rPr>
              <a:t> </a:t>
            </a:r>
            <a:r>
              <a:rPr sz="1800" b="1" spc="-5" dirty="0">
                <a:solidFill>
                  <a:srgbClr val="3F3F3F"/>
                </a:solidFill>
                <a:latin typeface="Calibri"/>
                <a:cs typeface="Calibri"/>
              </a:rPr>
              <a:t>messages</a:t>
            </a:r>
            <a:r>
              <a:rPr sz="1800" b="1" spc="-25" dirty="0">
                <a:solidFill>
                  <a:srgbClr val="3F3F3F"/>
                </a:solidFill>
                <a:latin typeface="Calibri"/>
                <a:cs typeface="Calibri"/>
              </a:rPr>
              <a:t> </a:t>
            </a:r>
            <a:r>
              <a:rPr sz="1800" b="1" dirty="0">
                <a:solidFill>
                  <a:srgbClr val="3F3F3F"/>
                </a:solidFill>
                <a:latin typeface="Calibri"/>
                <a:cs typeface="Calibri"/>
              </a:rPr>
              <a:t>– </a:t>
            </a:r>
            <a:r>
              <a:rPr sz="1800" b="1" spc="-10" dirty="0">
                <a:solidFill>
                  <a:srgbClr val="3F3F3F"/>
                </a:solidFill>
                <a:latin typeface="Calibri"/>
                <a:cs typeface="Calibri"/>
              </a:rPr>
              <a:t>have</a:t>
            </a:r>
            <a:r>
              <a:rPr sz="1800" b="1" spc="-15" dirty="0">
                <a:solidFill>
                  <a:srgbClr val="3F3F3F"/>
                </a:solidFill>
                <a:latin typeface="Calibri"/>
                <a:cs typeface="Calibri"/>
              </a:rPr>
              <a:t> </a:t>
            </a:r>
            <a:r>
              <a:rPr sz="1800" b="1" dirty="0">
                <a:solidFill>
                  <a:srgbClr val="3F3F3F"/>
                </a:solidFill>
                <a:latin typeface="Calibri"/>
                <a:cs typeface="Calibri"/>
              </a:rPr>
              <a:t>a</a:t>
            </a:r>
            <a:r>
              <a:rPr sz="1800" b="1" spc="10" dirty="0">
                <a:solidFill>
                  <a:srgbClr val="3F3F3F"/>
                </a:solidFill>
                <a:latin typeface="Calibri"/>
                <a:cs typeface="Calibri"/>
              </a:rPr>
              <a:t> </a:t>
            </a:r>
            <a:r>
              <a:rPr sz="1800" b="1" spc="-5" dirty="0">
                <a:solidFill>
                  <a:srgbClr val="3F3F3F"/>
                </a:solidFill>
                <a:latin typeface="Calibri"/>
                <a:cs typeface="Calibri"/>
              </a:rPr>
              <a:t>very</a:t>
            </a:r>
            <a:r>
              <a:rPr sz="1800" b="1" spc="-20" dirty="0">
                <a:solidFill>
                  <a:srgbClr val="3F3F3F"/>
                </a:solidFill>
                <a:latin typeface="Calibri"/>
                <a:cs typeface="Calibri"/>
              </a:rPr>
              <a:t> </a:t>
            </a:r>
            <a:r>
              <a:rPr sz="1800" b="1" spc="-5" dirty="0">
                <a:solidFill>
                  <a:srgbClr val="3F3F3F"/>
                </a:solidFill>
                <a:latin typeface="Calibri"/>
                <a:cs typeface="Calibri"/>
              </a:rPr>
              <a:t>simple</a:t>
            </a:r>
            <a:r>
              <a:rPr sz="1800" b="1" spc="-25" dirty="0">
                <a:solidFill>
                  <a:srgbClr val="3F3F3F"/>
                </a:solidFill>
                <a:latin typeface="Calibri"/>
                <a:cs typeface="Calibri"/>
              </a:rPr>
              <a:t> </a:t>
            </a:r>
            <a:r>
              <a:rPr sz="1800" spc="-10" dirty="0">
                <a:solidFill>
                  <a:srgbClr val="3F3F3F"/>
                </a:solidFill>
                <a:latin typeface="Calibri"/>
                <a:cs typeface="Calibri"/>
              </a:rPr>
              <a:t>format</a:t>
            </a:r>
            <a:r>
              <a:rPr sz="1800" spc="-15" dirty="0">
                <a:solidFill>
                  <a:srgbClr val="3F3F3F"/>
                </a:solidFill>
                <a:latin typeface="Calibri"/>
                <a:cs typeface="Calibri"/>
              </a:rPr>
              <a:t> </a:t>
            </a:r>
            <a:r>
              <a:rPr sz="1800" dirty="0">
                <a:solidFill>
                  <a:srgbClr val="3F3F3F"/>
                </a:solidFill>
                <a:latin typeface="Calibri"/>
                <a:cs typeface="Calibri"/>
              </a:rPr>
              <a:t>and</a:t>
            </a:r>
            <a:r>
              <a:rPr sz="1800" spc="15" dirty="0">
                <a:solidFill>
                  <a:srgbClr val="3F3F3F"/>
                </a:solidFill>
                <a:latin typeface="Calibri"/>
                <a:cs typeface="Calibri"/>
              </a:rPr>
              <a:t> </a:t>
            </a:r>
            <a:r>
              <a:rPr sz="1800" spc="-10" dirty="0">
                <a:solidFill>
                  <a:srgbClr val="3F3F3F"/>
                </a:solidFill>
                <a:latin typeface="Calibri"/>
                <a:cs typeface="Calibri"/>
              </a:rPr>
              <a:t>are</a:t>
            </a:r>
            <a:r>
              <a:rPr sz="1800" dirty="0">
                <a:solidFill>
                  <a:srgbClr val="3F3F3F"/>
                </a:solidFill>
                <a:latin typeface="Calibri"/>
                <a:cs typeface="Calibri"/>
              </a:rPr>
              <a:t> </a:t>
            </a:r>
            <a:r>
              <a:rPr sz="1800" spc="-5" dirty="0">
                <a:solidFill>
                  <a:srgbClr val="3F3F3F"/>
                </a:solidFill>
                <a:latin typeface="Calibri"/>
                <a:cs typeface="Calibri"/>
              </a:rPr>
              <a:t>sent</a:t>
            </a:r>
            <a:r>
              <a:rPr sz="1800" dirty="0">
                <a:solidFill>
                  <a:srgbClr val="3F3F3F"/>
                </a:solidFill>
                <a:latin typeface="Calibri"/>
                <a:cs typeface="Calibri"/>
              </a:rPr>
              <a:t> </a:t>
            </a:r>
            <a:r>
              <a:rPr sz="1800" spc="-5" dirty="0">
                <a:solidFill>
                  <a:srgbClr val="3F3F3F"/>
                </a:solidFill>
                <a:latin typeface="Calibri"/>
                <a:cs typeface="Calibri"/>
              </a:rPr>
              <a:t>only</a:t>
            </a:r>
            <a:r>
              <a:rPr sz="1800" spc="10" dirty="0">
                <a:solidFill>
                  <a:srgbClr val="3F3F3F"/>
                </a:solidFill>
                <a:latin typeface="Calibri"/>
                <a:cs typeface="Calibri"/>
              </a:rPr>
              <a:t> </a:t>
            </a:r>
            <a:r>
              <a:rPr sz="1800" spc="-10" dirty="0">
                <a:solidFill>
                  <a:srgbClr val="3F3F3F"/>
                </a:solidFill>
                <a:latin typeface="Calibri"/>
                <a:cs typeface="Calibri"/>
              </a:rPr>
              <a:t>to</a:t>
            </a:r>
            <a:r>
              <a:rPr sz="1800" spc="20" dirty="0">
                <a:solidFill>
                  <a:srgbClr val="3F3F3F"/>
                </a:solidFill>
                <a:latin typeface="Calibri"/>
                <a:cs typeface="Calibri"/>
              </a:rPr>
              <a:t> </a:t>
            </a:r>
            <a:r>
              <a:rPr sz="1800" spc="-10" dirty="0">
                <a:solidFill>
                  <a:srgbClr val="3F3F3F"/>
                </a:solidFill>
                <a:latin typeface="Calibri"/>
                <a:cs typeface="Calibri"/>
              </a:rPr>
              <a:t>neighbors</a:t>
            </a:r>
            <a:r>
              <a:rPr sz="1800" spc="20" dirty="0">
                <a:solidFill>
                  <a:srgbClr val="3F3F3F"/>
                </a:solidFill>
                <a:latin typeface="Calibri"/>
                <a:cs typeface="Calibri"/>
              </a:rPr>
              <a:t> </a:t>
            </a:r>
            <a:r>
              <a:rPr sz="1800" spc="-10" dirty="0">
                <a:solidFill>
                  <a:srgbClr val="3F3F3F"/>
                </a:solidFill>
                <a:latin typeface="Calibri"/>
                <a:cs typeface="Calibri"/>
              </a:rPr>
              <a:t>(local)</a:t>
            </a:r>
            <a:endParaRPr sz="1800">
              <a:latin typeface="Calibri"/>
              <a:cs typeface="Calibri"/>
            </a:endParaRPr>
          </a:p>
          <a:p>
            <a:pPr marL="419100" marR="112395" lvl="1" indent="-182880">
              <a:lnSpc>
                <a:spcPts val="1939"/>
              </a:lnSpc>
              <a:spcBef>
                <a:spcPts val="440"/>
              </a:spcBef>
              <a:buClr>
                <a:srgbClr val="1CACE4"/>
              </a:buClr>
              <a:buChar char="◦"/>
              <a:tabLst>
                <a:tab pos="419734" algn="l"/>
              </a:tabLst>
            </a:pPr>
            <a:r>
              <a:rPr sz="1800" spc="-5" dirty="0">
                <a:solidFill>
                  <a:srgbClr val="3F3F3F"/>
                </a:solidFill>
                <a:latin typeface="Calibri"/>
                <a:cs typeface="Calibri"/>
              </a:rPr>
              <a:t>They</a:t>
            </a:r>
            <a:r>
              <a:rPr sz="1800" spc="-10" dirty="0">
                <a:solidFill>
                  <a:srgbClr val="3F3F3F"/>
                </a:solidFill>
                <a:latin typeface="Calibri"/>
                <a:cs typeface="Calibri"/>
              </a:rPr>
              <a:t> </a:t>
            </a:r>
            <a:r>
              <a:rPr sz="1800" dirty="0">
                <a:solidFill>
                  <a:srgbClr val="3F3F3F"/>
                </a:solidFill>
                <a:latin typeface="Calibri"/>
                <a:cs typeface="Calibri"/>
              </a:rPr>
              <a:t>do</a:t>
            </a:r>
            <a:r>
              <a:rPr sz="1800" spc="10" dirty="0">
                <a:solidFill>
                  <a:srgbClr val="3F3F3F"/>
                </a:solidFill>
                <a:latin typeface="Calibri"/>
                <a:cs typeface="Calibri"/>
              </a:rPr>
              <a:t> </a:t>
            </a:r>
            <a:r>
              <a:rPr sz="1800" spc="-5" dirty="0">
                <a:solidFill>
                  <a:srgbClr val="3F3F3F"/>
                </a:solidFill>
                <a:latin typeface="Calibri"/>
                <a:cs typeface="Calibri"/>
              </a:rPr>
              <a:t>not</a:t>
            </a:r>
            <a:r>
              <a:rPr sz="1800" spc="15" dirty="0">
                <a:solidFill>
                  <a:srgbClr val="3F3F3F"/>
                </a:solidFill>
                <a:latin typeface="Calibri"/>
                <a:cs typeface="Calibri"/>
              </a:rPr>
              <a:t> </a:t>
            </a:r>
            <a:r>
              <a:rPr sz="1800" spc="-5" dirty="0">
                <a:solidFill>
                  <a:srgbClr val="3F3F3F"/>
                </a:solidFill>
                <a:latin typeface="Calibri"/>
                <a:cs typeface="Calibri"/>
              </a:rPr>
              <a:t>normally</a:t>
            </a:r>
            <a:r>
              <a:rPr sz="1800" spc="15" dirty="0">
                <a:solidFill>
                  <a:srgbClr val="3F3F3F"/>
                </a:solidFill>
                <a:latin typeface="Calibri"/>
                <a:cs typeface="Calibri"/>
              </a:rPr>
              <a:t> </a:t>
            </a:r>
            <a:r>
              <a:rPr sz="1800" spc="-15" dirty="0">
                <a:solidFill>
                  <a:srgbClr val="3F3F3F"/>
                </a:solidFill>
                <a:latin typeface="Calibri"/>
                <a:cs typeface="Calibri"/>
              </a:rPr>
              <a:t>create</a:t>
            </a:r>
            <a:r>
              <a:rPr sz="1800" dirty="0">
                <a:solidFill>
                  <a:srgbClr val="3F3F3F"/>
                </a:solidFill>
                <a:latin typeface="Calibri"/>
                <a:cs typeface="Calibri"/>
              </a:rPr>
              <a:t> </a:t>
            </a:r>
            <a:r>
              <a:rPr sz="1800" spc="-10" dirty="0">
                <a:solidFill>
                  <a:srgbClr val="3F3F3F"/>
                </a:solidFill>
                <a:latin typeface="Calibri"/>
                <a:cs typeface="Calibri"/>
              </a:rPr>
              <a:t>traffic</a:t>
            </a:r>
            <a:r>
              <a:rPr sz="1800" spc="10" dirty="0">
                <a:solidFill>
                  <a:srgbClr val="3F3F3F"/>
                </a:solidFill>
                <a:latin typeface="Calibri"/>
                <a:cs typeface="Calibri"/>
              </a:rPr>
              <a:t> </a:t>
            </a:r>
            <a:r>
              <a:rPr sz="1800" spc="-5" dirty="0">
                <a:solidFill>
                  <a:srgbClr val="3F3F3F"/>
                </a:solidFill>
                <a:latin typeface="Calibri"/>
                <a:cs typeface="Calibri"/>
              </a:rPr>
              <a:t>because</a:t>
            </a:r>
            <a:r>
              <a:rPr sz="1800"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15" dirty="0">
                <a:solidFill>
                  <a:srgbClr val="3F3F3F"/>
                </a:solidFill>
                <a:latin typeface="Calibri"/>
                <a:cs typeface="Calibri"/>
              </a:rPr>
              <a:t>routers</a:t>
            </a:r>
            <a:r>
              <a:rPr sz="1800" dirty="0">
                <a:solidFill>
                  <a:srgbClr val="3F3F3F"/>
                </a:solidFill>
                <a:latin typeface="Calibri"/>
                <a:cs typeface="Calibri"/>
              </a:rPr>
              <a:t> try</a:t>
            </a:r>
            <a:r>
              <a:rPr sz="1800" spc="-5" dirty="0">
                <a:solidFill>
                  <a:srgbClr val="3F3F3F"/>
                </a:solidFill>
                <a:latin typeface="Calibri"/>
                <a:cs typeface="Calibri"/>
              </a:rPr>
              <a:t> </a:t>
            </a:r>
            <a:r>
              <a:rPr sz="1800" spc="-10" dirty="0">
                <a:solidFill>
                  <a:srgbClr val="3F3F3F"/>
                </a:solidFill>
                <a:latin typeface="Calibri"/>
                <a:cs typeface="Calibri"/>
              </a:rPr>
              <a:t>to</a:t>
            </a:r>
            <a:r>
              <a:rPr sz="1800" dirty="0">
                <a:solidFill>
                  <a:srgbClr val="3F3F3F"/>
                </a:solidFill>
                <a:latin typeface="Calibri"/>
                <a:cs typeface="Calibri"/>
              </a:rPr>
              <a:t> </a:t>
            </a:r>
            <a:r>
              <a:rPr sz="1800" spc="-10" dirty="0">
                <a:solidFill>
                  <a:srgbClr val="3F3F3F"/>
                </a:solidFill>
                <a:latin typeface="Calibri"/>
                <a:cs typeface="Calibri"/>
              </a:rPr>
              <a:t>avoid</a:t>
            </a:r>
            <a:r>
              <a:rPr sz="1800" dirty="0">
                <a:solidFill>
                  <a:srgbClr val="3F3F3F"/>
                </a:solidFill>
                <a:latin typeface="Calibri"/>
                <a:cs typeface="Calibri"/>
              </a:rPr>
              <a:t> </a:t>
            </a:r>
            <a:r>
              <a:rPr sz="1800" spc="-5" dirty="0">
                <a:solidFill>
                  <a:srgbClr val="3F3F3F"/>
                </a:solidFill>
                <a:latin typeface="Calibri"/>
                <a:cs typeface="Calibri"/>
              </a:rPr>
              <a:t>sending</a:t>
            </a:r>
            <a:r>
              <a:rPr sz="1800" spc="15" dirty="0">
                <a:solidFill>
                  <a:srgbClr val="3F3F3F"/>
                </a:solidFill>
                <a:latin typeface="Calibri"/>
                <a:cs typeface="Calibri"/>
              </a:rPr>
              <a:t> </a:t>
            </a:r>
            <a:r>
              <a:rPr sz="1800" spc="-5" dirty="0">
                <a:solidFill>
                  <a:srgbClr val="3F3F3F"/>
                </a:solidFill>
                <a:latin typeface="Calibri"/>
                <a:cs typeface="Calibri"/>
              </a:rPr>
              <a:t>them</a:t>
            </a:r>
            <a:r>
              <a:rPr sz="1800" spc="45" dirty="0">
                <a:solidFill>
                  <a:srgbClr val="3F3F3F"/>
                </a:solidFill>
                <a:latin typeface="Calibri"/>
                <a:cs typeface="Calibri"/>
              </a:rPr>
              <a:t> </a:t>
            </a:r>
            <a:r>
              <a:rPr sz="1800" spc="-5" dirty="0">
                <a:solidFill>
                  <a:srgbClr val="3F3F3F"/>
                </a:solidFill>
                <a:latin typeface="Calibri"/>
                <a:cs typeface="Calibri"/>
              </a:rPr>
              <a:t>at the </a:t>
            </a:r>
            <a:r>
              <a:rPr sz="1800" spc="-390" dirty="0">
                <a:solidFill>
                  <a:srgbClr val="3F3F3F"/>
                </a:solidFill>
                <a:latin typeface="Calibri"/>
                <a:cs typeface="Calibri"/>
              </a:rPr>
              <a:t> </a:t>
            </a:r>
            <a:r>
              <a:rPr sz="1800" dirty="0">
                <a:solidFill>
                  <a:srgbClr val="3F3F3F"/>
                </a:solidFill>
                <a:latin typeface="Calibri"/>
                <a:cs typeface="Calibri"/>
              </a:rPr>
              <a:t>same</a:t>
            </a:r>
            <a:r>
              <a:rPr sz="1800" spc="-25" dirty="0">
                <a:solidFill>
                  <a:srgbClr val="3F3F3F"/>
                </a:solidFill>
                <a:latin typeface="Calibri"/>
                <a:cs typeface="Calibri"/>
              </a:rPr>
              <a:t> </a:t>
            </a:r>
            <a:r>
              <a:rPr sz="1800" spc="-5" dirty="0">
                <a:solidFill>
                  <a:srgbClr val="3F3F3F"/>
                </a:solidFill>
                <a:latin typeface="Calibri"/>
                <a:cs typeface="Calibri"/>
              </a:rPr>
              <a:t>time.</a:t>
            </a:r>
            <a:endParaRPr sz="1800">
              <a:latin typeface="Calibri"/>
              <a:cs typeface="Calibri"/>
            </a:endParaRPr>
          </a:p>
          <a:p>
            <a:pPr marL="189230" marR="182245" indent="-177165">
              <a:lnSpc>
                <a:spcPts val="1939"/>
              </a:lnSpc>
              <a:spcBef>
                <a:spcPts val="1605"/>
              </a:spcBef>
              <a:buClr>
                <a:srgbClr val="1CACE4"/>
              </a:buClr>
              <a:buFont typeface="Arial MT"/>
              <a:buChar char="•"/>
              <a:tabLst>
                <a:tab pos="189865" algn="l"/>
              </a:tabLst>
            </a:pPr>
            <a:r>
              <a:rPr sz="1800" b="1" spc="-15" dirty="0">
                <a:solidFill>
                  <a:srgbClr val="3F3F3F"/>
                </a:solidFill>
                <a:latin typeface="Calibri"/>
                <a:cs typeface="Calibri"/>
              </a:rPr>
              <a:t>Convergence</a:t>
            </a:r>
            <a:r>
              <a:rPr sz="1800" b="1" spc="-5" dirty="0">
                <a:solidFill>
                  <a:srgbClr val="3F3F3F"/>
                </a:solidFill>
                <a:latin typeface="Calibri"/>
                <a:cs typeface="Calibri"/>
              </a:rPr>
              <a:t> </a:t>
            </a:r>
            <a:r>
              <a:rPr sz="1800" b="1" dirty="0">
                <a:solidFill>
                  <a:srgbClr val="3F3F3F"/>
                </a:solidFill>
                <a:latin typeface="Calibri"/>
                <a:cs typeface="Calibri"/>
              </a:rPr>
              <a:t>of</a:t>
            </a:r>
            <a:r>
              <a:rPr sz="1800" b="1" spc="-40" dirty="0">
                <a:solidFill>
                  <a:srgbClr val="3F3F3F"/>
                </a:solidFill>
                <a:latin typeface="Calibri"/>
                <a:cs typeface="Calibri"/>
              </a:rPr>
              <a:t> </a:t>
            </a:r>
            <a:r>
              <a:rPr sz="1800" b="1" spc="-10" dirty="0">
                <a:solidFill>
                  <a:srgbClr val="3F3F3F"/>
                </a:solidFill>
                <a:latin typeface="Calibri"/>
                <a:cs typeface="Calibri"/>
              </a:rPr>
              <a:t>forwarding</a:t>
            </a:r>
            <a:r>
              <a:rPr sz="1800" b="1" spc="-5" dirty="0">
                <a:solidFill>
                  <a:srgbClr val="3F3F3F"/>
                </a:solidFill>
                <a:latin typeface="Calibri"/>
                <a:cs typeface="Calibri"/>
              </a:rPr>
              <a:t> tables</a:t>
            </a:r>
            <a:r>
              <a:rPr sz="1800" b="1" spc="-25" dirty="0">
                <a:solidFill>
                  <a:srgbClr val="3F3F3F"/>
                </a:solidFill>
                <a:latin typeface="Calibri"/>
                <a:cs typeface="Calibri"/>
              </a:rPr>
              <a:t> </a:t>
            </a:r>
            <a:r>
              <a:rPr sz="1800" b="1" dirty="0">
                <a:solidFill>
                  <a:srgbClr val="3F3F3F"/>
                </a:solidFill>
                <a:latin typeface="Calibri"/>
                <a:cs typeface="Calibri"/>
              </a:rPr>
              <a:t>-</a:t>
            </a:r>
            <a:r>
              <a:rPr sz="1800" b="1" spc="5" dirty="0">
                <a:solidFill>
                  <a:srgbClr val="3F3F3F"/>
                </a:solidFill>
                <a:latin typeface="Calibri"/>
                <a:cs typeface="Calibri"/>
              </a:rPr>
              <a:t> </a:t>
            </a:r>
            <a:r>
              <a:rPr sz="1800" b="1" spc="-5" dirty="0">
                <a:solidFill>
                  <a:srgbClr val="3F3F3F"/>
                </a:solidFill>
                <a:latin typeface="Calibri"/>
                <a:cs typeface="Calibri"/>
              </a:rPr>
              <a:t>the </a:t>
            </a:r>
            <a:r>
              <a:rPr sz="1800" b="1" spc="-10" dirty="0">
                <a:solidFill>
                  <a:srgbClr val="3F3F3F"/>
                </a:solidFill>
                <a:latin typeface="Calibri"/>
                <a:cs typeface="Calibri"/>
              </a:rPr>
              <a:t>distance-vector</a:t>
            </a:r>
            <a:r>
              <a:rPr sz="1800" b="1" spc="-35" dirty="0">
                <a:solidFill>
                  <a:srgbClr val="3F3F3F"/>
                </a:solidFill>
                <a:latin typeface="Calibri"/>
                <a:cs typeface="Calibri"/>
              </a:rPr>
              <a:t> </a:t>
            </a:r>
            <a:r>
              <a:rPr sz="1800" spc="-5" dirty="0">
                <a:solidFill>
                  <a:srgbClr val="3F3F3F"/>
                </a:solidFill>
                <a:latin typeface="Calibri"/>
                <a:cs typeface="Calibri"/>
              </a:rPr>
              <a:t>algorithm</a:t>
            </a:r>
            <a:r>
              <a:rPr sz="1800" spc="20" dirty="0">
                <a:solidFill>
                  <a:srgbClr val="3F3F3F"/>
                </a:solidFill>
                <a:latin typeface="Calibri"/>
                <a:cs typeface="Calibri"/>
              </a:rPr>
              <a:t> </a:t>
            </a:r>
            <a:r>
              <a:rPr sz="1800" spc="-10" dirty="0">
                <a:solidFill>
                  <a:srgbClr val="3F3F3F"/>
                </a:solidFill>
                <a:latin typeface="Calibri"/>
                <a:cs typeface="Calibri"/>
              </a:rPr>
              <a:t>can</a:t>
            </a:r>
            <a:r>
              <a:rPr sz="1800" spc="25" dirty="0">
                <a:solidFill>
                  <a:srgbClr val="3F3F3F"/>
                </a:solidFill>
                <a:latin typeface="Calibri"/>
                <a:cs typeface="Calibri"/>
              </a:rPr>
              <a:t> </a:t>
            </a:r>
            <a:r>
              <a:rPr sz="1800" spc="-15" dirty="0">
                <a:solidFill>
                  <a:srgbClr val="3F3F3F"/>
                </a:solidFill>
                <a:latin typeface="Calibri"/>
                <a:cs typeface="Calibri"/>
              </a:rPr>
              <a:t>converge</a:t>
            </a:r>
            <a:r>
              <a:rPr sz="1800" spc="-5" dirty="0">
                <a:solidFill>
                  <a:srgbClr val="3F3F3F"/>
                </a:solidFill>
                <a:latin typeface="Calibri"/>
                <a:cs typeface="Calibri"/>
              </a:rPr>
              <a:t> slowly</a:t>
            </a:r>
            <a:r>
              <a:rPr sz="1800" spc="15" dirty="0">
                <a:solidFill>
                  <a:srgbClr val="3F3F3F"/>
                </a:solidFill>
                <a:latin typeface="Calibri"/>
                <a:cs typeface="Calibri"/>
              </a:rPr>
              <a:t> </a:t>
            </a:r>
            <a:r>
              <a:rPr sz="1800" spc="-5" dirty="0">
                <a:solidFill>
                  <a:srgbClr val="3F3F3F"/>
                </a:solidFill>
                <a:latin typeface="Calibri"/>
                <a:cs typeface="Calibri"/>
              </a:rPr>
              <a:t>if </a:t>
            </a:r>
            <a:r>
              <a:rPr sz="1800" dirty="0">
                <a:solidFill>
                  <a:srgbClr val="3F3F3F"/>
                </a:solidFill>
                <a:latin typeface="Calibri"/>
                <a:cs typeface="Calibri"/>
              </a:rPr>
              <a:t> </a:t>
            </a:r>
            <a:r>
              <a:rPr sz="1800" spc="-5" dirty="0">
                <a:solidFill>
                  <a:srgbClr val="3F3F3F"/>
                </a:solidFill>
                <a:latin typeface="Calibri"/>
                <a:cs typeface="Calibri"/>
              </a:rPr>
              <a:t>the</a:t>
            </a:r>
            <a:r>
              <a:rPr sz="1800" spc="5" dirty="0">
                <a:solidFill>
                  <a:srgbClr val="3F3F3F"/>
                </a:solidFill>
                <a:latin typeface="Calibri"/>
                <a:cs typeface="Calibri"/>
              </a:rPr>
              <a:t> </a:t>
            </a:r>
            <a:r>
              <a:rPr sz="1800" spc="-5" dirty="0">
                <a:solidFill>
                  <a:srgbClr val="3F3F3F"/>
                </a:solidFill>
                <a:latin typeface="Calibri"/>
                <a:cs typeface="Calibri"/>
              </a:rPr>
              <a:t>domain</a:t>
            </a:r>
            <a:r>
              <a:rPr sz="1800" spc="5" dirty="0">
                <a:solidFill>
                  <a:srgbClr val="3F3F3F"/>
                </a:solidFill>
                <a:latin typeface="Calibri"/>
                <a:cs typeface="Calibri"/>
              </a:rPr>
              <a:t> </a:t>
            </a:r>
            <a:r>
              <a:rPr sz="1800" spc="-5" dirty="0">
                <a:solidFill>
                  <a:srgbClr val="3F3F3F"/>
                </a:solidFill>
                <a:latin typeface="Calibri"/>
                <a:cs typeface="Calibri"/>
              </a:rPr>
              <a:t>is</a:t>
            </a:r>
            <a:r>
              <a:rPr sz="1800" spc="20" dirty="0">
                <a:solidFill>
                  <a:srgbClr val="3F3F3F"/>
                </a:solidFill>
                <a:latin typeface="Calibri"/>
                <a:cs typeface="Calibri"/>
              </a:rPr>
              <a:t> </a:t>
            </a:r>
            <a:r>
              <a:rPr sz="1800" spc="-10" dirty="0">
                <a:solidFill>
                  <a:srgbClr val="3F3F3F"/>
                </a:solidFill>
                <a:latin typeface="Calibri"/>
                <a:cs typeface="Calibri"/>
              </a:rPr>
              <a:t>large,</a:t>
            </a:r>
            <a:r>
              <a:rPr sz="1800" dirty="0">
                <a:solidFill>
                  <a:srgbClr val="3F3F3F"/>
                </a:solidFill>
                <a:latin typeface="Calibri"/>
                <a:cs typeface="Calibri"/>
              </a:rPr>
              <a:t> </a:t>
            </a:r>
            <a:r>
              <a:rPr sz="1800" spc="-5" dirty="0">
                <a:solidFill>
                  <a:srgbClr val="3F3F3F"/>
                </a:solidFill>
                <a:latin typeface="Calibri"/>
                <a:cs typeface="Calibri"/>
              </a:rPr>
              <a:t>but,</a:t>
            </a:r>
            <a:r>
              <a:rPr sz="1800" spc="40" dirty="0">
                <a:solidFill>
                  <a:srgbClr val="3F3F3F"/>
                </a:solidFill>
                <a:latin typeface="Calibri"/>
                <a:cs typeface="Calibri"/>
              </a:rPr>
              <a:t> </a:t>
            </a:r>
            <a:r>
              <a:rPr sz="1800" spc="-5" dirty="0">
                <a:solidFill>
                  <a:srgbClr val="3F3F3F"/>
                </a:solidFill>
                <a:latin typeface="Calibri"/>
                <a:cs typeface="Calibri"/>
              </a:rPr>
              <a:t>because</a:t>
            </a:r>
            <a:r>
              <a:rPr sz="1800" spc="5" dirty="0">
                <a:solidFill>
                  <a:srgbClr val="3F3F3F"/>
                </a:solidFill>
                <a:latin typeface="Calibri"/>
                <a:cs typeface="Calibri"/>
              </a:rPr>
              <a:t> </a:t>
            </a:r>
            <a:r>
              <a:rPr sz="1800" spc="-5" dirty="0">
                <a:solidFill>
                  <a:srgbClr val="3F3F3F"/>
                </a:solidFill>
                <a:latin typeface="Calibri"/>
                <a:cs typeface="Calibri"/>
              </a:rPr>
              <a:t>RIP</a:t>
            </a:r>
            <a:r>
              <a:rPr sz="1800" spc="10" dirty="0">
                <a:solidFill>
                  <a:srgbClr val="3F3F3F"/>
                </a:solidFill>
                <a:latin typeface="Calibri"/>
                <a:cs typeface="Calibri"/>
              </a:rPr>
              <a:t> </a:t>
            </a:r>
            <a:r>
              <a:rPr sz="1800" spc="-10" dirty="0">
                <a:solidFill>
                  <a:srgbClr val="3F3F3F"/>
                </a:solidFill>
                <a:latin typeface="Calibri"/>
                <a:cs typeface="Calibri"/>
              </a:rPr>
              <a:t>allows</a:t>
            </a:r>
            <a:r>
              <a:rPr sz="1800" spc="20" dirty="0">
                <a:solidFill>
                  <a:srgbClr val="3F3F3F"/>
                </a:solidFill>
                <a:latin typeface="Calibri"/>
                <a:cs typeface="Calibri"/>
              </a:rPr>
              <a:t> </a:t>
            </a:r>
            <a:r>
              <a:rPr sz="1800" spc="-5" dirty="0">
                <a:solidFill>
                  <a:srgbClr val="3F3F3F"/>
                </a:solidFill>
                <a:latin typeface="Calibri"/>
                <a:cs typeface="Calibri"/>
              </a:rPr>
              <a:t>only</a:t>
            </a:r>
            <a:r>
              <a:rPr sz="1800" spc="15" dirty="0">
                <a:solidFill>
                  <a:srgbClr val="3F3F3F"/>
                </a:solidFill>
                <a:latin typeface="Calibri"/>
                <a:cs typeface="Calibri"/>
              </a:rPr>
              <a:t> </a:t>
            </a:r>
            <a:r>
              <a:rPr sz="1800" spc="-5" dirty="0">
                <a:solidFill>
                  <a:srgbClr val="3F3F3F"/>
                </a:solidFill>
                <a:latin typeface="Calibri"/>
                <a:cs typeface="Calibri"/>
              </a:rPr>
              <a:t>15</a:t>
            </a:r>
            <a:r>
              <a:rPr sz="1800" dirty="0">
                <a:solidFill>
                  <a:srgbClr val="3F3F3F"/>
                </a:solidFill>
                <a:latin typeface="Calibri"/>
                <a:cs typeface="Calibri"/>
              </a:rPr>
              <a:t> </a:t>
            </a:r>
            <a:r>
              <a:rPr sz="1800" spc="-5" dirty="0">
                <a:solidFill>
                  <a:srgbClr val="3F3F3F"/>
                </a:solidFill>
                <a:latin typeface="Calibri"/>
                <a:cs typeface="Calibri"/>
              </a:rPr>
              <a:t>hops</a:t>
            </a:r>
            <a:r>
              <a:rPr sz="1800" spc="25" dirty="0">
                <a:solidFill>
                  <a:srgbClr val="3F3F3F"/>
                </a:solidFill>
                <a:latin typeface="Calibri"/>
                <a:cs typeface="Calibri"/>
              </a:rPr>
              <a:t> </a:t>
            </a:r>
            <a:r>
              <a:rPr sz="1800" spc="-5" dirty="0">
                <a:solidFill>
                  <a:srgbClr val="3F3F3F"/>
                </a:solidFill>
                <a:latin typeface="Calibri"/>
                <a:cs typeface="Calibri"/>
              </a:rPr>
              <a:t>in</a:t>
            </a:r>
            <a:r>
              <a:rPr sz="1800" spc="5" dirty="0">
                <a:solidFill>
                  <a:srgbClr val="3F3F3F"/>
                </a:solidFill>
                <a:latin typeface="Calibri"/>
                <a:cs typeface="Calibri"/>
              </a:rPr>
              <a:t> </a:t>
            </a:r>
            <a:r>
              <a:rPr sz="1800" dirty="0">
                <a:solidFill>
                  <a:srgbClr val="3F3F3F"/>
                </a:solidFill>
                <a:latin typeface="Calibri"/>
                <a:cs typeface="Calibri"/>
              </a:rPr>
              <a:t>a</a:t>
            </a:r>
            <a:r>
              <a:rPr sz="1800" spc="15" dirty="0">
                <a:solidFill>
                  <a:srgbClr val="3F3F3F"/>
                </a:solidFill>
                <a:latin typeface="Calibri"/>
                <a:cs typeface="Calibri"/>
              </a:rPr>
              <a:t> </a:t>
            </a:r>
            <a:r>
              <a:rPr sz="1800" spc="-5" dirty="0">
                <a:solidFill>
                  <a:srgbClr val="3F3F3F"/>
                </a:solidFill>
                <a:latin typeface="Calibri"/>
                <a:cs typeface="Calibri"/>
              </a:rPr>
              <a:t>domain</a:t>
            </a:r>
            <a:r>
              <a:rPr sz="1800" spc="15" dirty="0">
                <a:solidFill>
                  <a:srgbClr val="3F3F3F"/>
                </a:solidFill>
                <a:latin typeface="Calibri"/>
                <a:cs typeface="Calibri"/>
              </a:rPr>
              <a:t> </a:t>
            </a:r>
            <a:r>
              <a:rPr sz="1800" spc="-5" dirty="0">
                <a:solidFill>
                  <a:srgbClr val="3F3F3F"/>
                </a:solidFill>
                <a:latin typeface="Calibri"/>
                <a:cs typeface="Calibri"/>
              </a:rPr>
              <a:t>(16</a:t>
            </a:r>
            <a:r>
              <a:rPr sz="1800" spc="10" dirty="0">
                <a:solidFill>
                  <a:srgbClr val="3F3F3F"/>
                </a:solidFill>
                <a:latin typeface="Calibri"/>
                <a:cs typeface="Calibri"/>
              </a:rPr>
              <a:t> </a:t>
            </a:r>
            <a:r>
              <a:rPr sz="1800" spc="-5" dirty="0">
                <a:solidFill>
                  <a:srgbClr val="3F3F3F"/>
                </a:solidFill>
                <a:latin typeface="Calibri"/>
                <a:cs typeface="Calibri"/>
              </a:rPr>
              <a:t>is</a:t>
            </a:r>
            <a:r>
              <a:rPr sz="1800" spc="5" dirty="0">
                <a:solidFill>
                  <a:srgbClr val="3F3F3F"/>
                </a:solidFill>
                <a:latin typeface="Calibri"/>
                <a:cs typeface="Calibri"/>
              </a:rPr>
              <a:t> </a:t>
            </a:r>
            <a:r>
              <a:rPr sz="1800" spc="-10" dirty="0">
                <a:solidFill>
                  <a:srgbClr val="3F3F3F"/>
                </a:solidFill>
                <a:latin typeface="Calibri"/>
                <a:cs typeface="Calibri"/>
              </a:rPr>
              <a:t>considered</a:t>
            </a:r>
            <a:r>
              <a:rPr sz="1800" spc="15" dirty="0">
                <a:solidFill>
                  <a:srgbClr val="3F3F3F"/>
                </a:solidFill>
                <a:latin typeface="Calibri"/>
                <a:cs typeface="Calibri"/>
              </a:rPr>
              <a:t> </a:t>
            </a:r>
            <a:r>
              <a:rPr sz="1800" dirty="0">
                <a:solidFill>
                  <a:srgbClr val="3F3F3F"/>
                </a:solidFill>
                <a:latin typeface="Calibri"/>
                <a:cs typeface="Calibri"/>
              </a:rPr>
              <a:t>as </a:t>
            </a:r>
            <a:r>
              <a:rPr sz="1800" spc="-390" dirty="0">
                <a:solidFill>
                  <a:srgbClr val="3F3F3F"/>
                </a:solidFill>
                <a:latin typeface="Calibri"/>
                <a:cs typeface="Calibri"/>
              </a:rPr>
              <a:t> </a:t>
            </a:r>
            <a:r>
              <a:rPr sz="1800" spc="-5" dirty="0">
                <a:solidFill>
                  <a:srgbClr val="3F3F3F"/>
                </a:solidFill>
                <a:latin typeface="Calibri"/>
                <a:cs typeface="Calibri"/>
              </a:rPr>
              <a:t>infinity),</a:t>
            </a:r>
            <a:r>
              <a:rPr sz="1800" spc="10" dirty="0">
                <a:solidFill>
                  <a:srgbClr val="3F3F3F"/>
                </a:solidFill>
                <a:latin typeface="Calibri"/>
                <a:cs typeface="Calibri"/>
              </a:rPr>
              <a:t> </a:t>
            </a:r>
            <a:r>
              <a:rPr sz="1800" spc="-10" dirty="0">
                <a:solidFill>
                  <a:srgbClr val="3F3F3F"/>
                </a:solidFill>
                <a:latin typeface="Calibri"/>
                <a:cs typeface="Calibri"/>
              </a:rPr>
              <a:t>there</a:t>
            </a:r>
            <a:r>
              <a:rPr sz="1800" dirty="0">
                <a:solidFill>
                  <a:srgbClr val="3F3F3F"/>
                </a:solidFill>
                <a:latin typeface="Calibri"/>
                <a:cs typeface="Calibri"/>
              </a:rPr>
              <a:t> </a:t>
            </a:r>
            <a:r>
              <a:rPr sz="1800" spc="-5" dirty="0">
                <a:solidFill>
                  <a:srgbClr val="3F3F3F"/>
                </a:solidFill>
                <a:latin typeface="Calibri"/>
                <a:cs typeface="Calibri"/>
              </a:rPr>
              <a:t>is</a:t>
            </a:r>
            <a:r>
              <a:rPr sz="1800" spc="20" dirty="0">
                <a:solidFill>
                  <a:srgbClr val="3F3F3F"/>
                </a:solidFill>
                <a:latin typeface="Calibri"/>
                <a:cs typeface="Calibri"/>
              </a:rPr>
              <a:t> </a:t>
            </a:r>
            <a:r>
              <a:rPr sz="1800" spc="-5" dirty="0">
                <a:solidFill>
                  <a:srgbClr val="3F3F3F"/>
                </a:solidFill>
                <a:latin typeface="Calibri"/>
                <a:cs typeface="Calibri"/>
              </a:rPr>
              <a:t>normally</a:t>
            </a:r>
            <a:r>
              <a:rPr sz="1800" spc="10" dirty="0">
                <a:solidFill>
                  <a:srgbClr val="3F3F3F"/>
                </a:solidFill>
                <a:latin typeface="Calibri"/>
                <a:cs typeface="Calibri"/>
              </a:rPr>
              <a:t> </a:t>
            </a:r>
            <a:r>
              <a:rPr sz="1800" dirty="0">
                <a:solidFill>
                  <a:srgbClr val="3F3F3F"/>
                </a:solidFill>
                <a:latin typeface="Calibri"/>
                <a:cs typeface="Calibri"/>
              </a:rPr>
              <a:t>no</a:t>
            </a:r>
            <a:r>
              <a:rPr sz="1800" spc="-5" dirty="0">
                <a:solidFill>
                  <a:srgbClr val="3F3F3F"/>
                </a:solidFill>
                <a:latin typeface="Calibri"/>
                <a:cs typeface="Calibri"/>
              </a:rPr>
              <a:t> </a:t>
            </a:r>
            <a:r>
              <a:rPr sz="1800" spc="-10" dirty="0">
                <a:solidFill>
                  <a:srgbClr val="3F3F3F"/>
                </a:solidFill>
                <a:latin typeface="Calibri"/>
                <a:cs typeface="Calibri"/>
              </a:rPr>
              <a:t>problem</a:t>
            </a:r>
            <a:r>
              <a:rPr sz="1800" spc="10" dirty="0">
                <a:solidFill>
                  <a:srgbClr val="3F3F3F"/>
                </a:solidFill>
                <a:latin typeface="Calibri"/>
                <a:cs typeface="Calibri"/>
              </a:rPr>
              <a:t> </a:t>
            </a:r>
            <a:r>
              <a:rPr sz="1800" spc="-5" dirty="0">
                <a:solidFill>
                  <a:srgbClr val="3F3F3F"/>
                </a:solidFill>
                <a:latin typeface="Calibri"/>
                <a:cs typeface="Calibri"/>
              </a:rPr>
              <a:t>in</a:t>
            </a:r>
            <a:r>
              <a:rPr sz="1800" spc="25" dirty="0">
                <a:solidFill>
                  <a:srgbClr val="3F3F3F"/>
                </a:solidFill>
                <a:latin typeface="Calibri"/>
                <a:cs typeface="Calibri"/>
              </a:rPr>
              <a:t> </a:t>
            </a:r>
            <a:r>
              <a:rPr sz="1800" spc="-10" dirty="0">
                <a:solidFill>
                  <a:srgbClr val="3F3F3F"/>
                </a:solidFill>
                <a:latin typeface="Calibri"/>
                <a:cs typeface="Calibri"/>
              </a:rPr>
              <a:t>convergence</a:t>
            </a:r>
            <a:endParaRPr sz="1800">
              <a:latin typeface="Calibri"/>
              <a:cs typeface="Calibri"/>
            </a:endParaRPr>
          </a:p>
          <a:p>
            <a:pPr marL="419100" marR="513080" lvl="1" indent="-182880">
              <a:lnSpc>
                <a:spcPts val="1939"/>
              </a:lnSpc>
              <a:spcBef>
                <a:spcPts val="409"/>
              </a:spcBef>
              <a:buClr>
                <a:srgbClr val="1CACE4"/>
              </a:buClr>
              <a:buChar char="◦"/>
              <a:tabLst>
                <a:tab pos="419734" algn="l"/>
              </a:tabLst>
            </a:pPr>
            <a:r>
              <a:rPr sz="1800" spc="-5" dirty="0">
                <a:solidFill>
                  <a:srgbClr val="3F3F3F"/>
                </a:solidFill>
                <a:latin typeface="Calibri"/>
                <a:cs typeface="Calibri"/>
              </a:rPr>
              <a:t>The</a:t>
            </a:r>
            <a:r>
              <a:rPr sz="1800" spc="-15" dirty="0">
                <a:solidFill>
                  <a:srgbClr val="3F3F3F"/>
                </a:solidFill>
                <a:latin typeface="Calibri"/>
                <a:cs typeface="Calibri"/>
              </a:rPr>
              <a:t> </a:t>
            </a:r>
            <a:r>
              <a:rPr sz="1800" spc="-5" dirty="0">
                <a:solidFill>
                  <a:srgbClr val="3F3F3F"/>
                </a:solidFill>
                <a:latin typeface="Calibri"/>
                <a:cs typeface="Calibri"/>
              </a:rPr>
              <a:t>only</a:t>
            </a:r>
            <a:r>
              <a:rPr sz="1800" spc="5" dirty="0">
                <a:solidFill>
                  <a:srgbClr val="3F3F3F"/>
                </a:solidFill>
                <a:latin typeface="Calibri"/>
                <a:cs typeface="Calibri"/>
              </a:rPr>
              <a:t> </a:t>
            </a:r>
            <a:r>
              <a:rPr sz="1800" spc="-5" dirty="0">
                <a:solidFill>
                  <a:srgbClr val="3F3F3F"/>
                </a:solidFill>
                <a:latin typeface="Calibri"/>
                <a:cs typeface="Calibri"/>
              </a:rPr>
              <a:t>problems that</a:t>
            </a:r>
            <a:r>
              <a:rPr sz="1800" spc="-10" dirty="0">
                <a:solidFill>
                  <a:srgbClr val="3F3F3F"/>
                </a:solidFill>
                <a:latin typeface="Calibri"/>
                <a:cs typeface="Calibri"/>
              </a:rPr>
              <a:t> </a:t>
            </a:r>
            <a:r>
              <a:rPr sz="1800" spc="-15" dirty="0">
                <a:solidFill>
                  <a:srgbClr val="3F3F3F"/>
                </a:solidFill>
                <a:latin typeface="Calibri"/>
                <a:cs typeface="Calibri"/>
              </a:rPr>
              <a:t>may</a:t>
            </a:r>
            <a:r>
              <a:rPr sz="1800" spc="10" dirty="0">
                <a:solidFill>
                  <a:srgbClr val="3F3F3F"/>
                </a:solidFill>
                <a:latin typeface="Calibri"/>
                <a:cs typeface="Calibri"/>
              </a:rPr>
              <a:t> </a:t>
            </a:r>
            <a:r>
              <a:rPr sz="1800" spc="-5" dirty="0">
                <a:solidFill>
                  <a:srgbClr val="3F3F3F"/>
                </a:solidFill>
                <a:latin typeface="Calibri"/>
                <a:cs typeface="Calibri"/>
              </a:rPr>
              <a:t>slow</a:t>
            </a:r>
            <a:r>
              <a:rPr sz="1800" dirty="0">
                <a:solidFill>
                  <a:srgbClr val="3F3F3F"/>
                </a:solidFill>
                <a:latin typeface="Calibri"/>
                <a:cs typeface="Calibri"/>
              </a:rPr>
              <a:t> </a:t>
            </a:r>
            <a:r>
              <a:rPr sz="1800" spc="-5" dirty="0">
                <a:solidFill>
                  <a:srgbClr val="3F3F3F"/>
                </a:solidFill>
                <a:latin typeface="Calibri"/>
                <a:cs typeface="Calibri"/>
              </a:rPr>
              <a:t>down</a:t>
            </a:r>
            <a:r>
              <a:rPr sz="1800" spc="25" dirty="0">
                <a:solidFill>
                  <a:srgbClr val="3F3F3F"/>
                </a:solidFill>
                <a:latin typeface="Calibri"/>
                <a:cs typeface="Calibri"/>
              </a:rPr>
              <a:t> </a:t>
            </a:r>
            <a:r>
              <a:rPr sz="1800" spc="-10" dirty="0">
                <a:solidFill>
                  <a:srgbClr val="3F3F3F"/>
                </a:solidFill>
                <a:latin typeface="Calibri"/>
                <a:cs typeface="Calibri"/>
              </a:rPr>
              <a:t>convergence</a:t>
            </a:r>
            <a:r>
              <a:rPr sz="1800" spc="-5" dirty="0">
                <a:solidFill>
                  <a:srgbClr val="3F3F3F"/>
                </a:solidFill>
                <a:latin typeface="Calibri"/>
                <a:cs typeface="Calibri"/>
              </a:rPr>
              <a:t> </a:t>
            </a:r>
            <a:r>
              <a:rPr sz="1800" spc="-10" dirty="0">
                <a:solidFill>
                  <a:srgbClr val="3F3F3F"/>
                </a:solidFill>
                <a:latin typeface="Calibri"/>
                <a:cs typeface="Calibri"/>
              </a:rPr>
              <a:t>are</a:t>
            </a:r>
            <a:r>
              <a:rPr sz="1800" spc="-5" dirty="0">
                <a:solidFill>
                  <a:srgbClr val="3F3F3F"/>
                </a:solidFill>
                <a:latin typeface="Calibri"/>
                <a:cs typeface="Calibri"/>
              </a:rPr>
              <a:t> count-to-infinity</a:t>
            </a:r>
            <a:r>
              <a:rPr sz="1800" spc="15" dirty="0">
                <a:solidFill>
                  <a:srgbClr val="3F3F3F"/>
                </a:solidFill>
                <a:latin typeface="Calibri"/>
                <a:cs typeface="Calibri"/>
              </a:rPr>
              <a:t> </a:t>
            </a:r>
            <a:r>
              <a:rPr sz="1800" dirty="0">
                <a:solidFill>
                  <a:srgbClr val="3F3F3F"/>
                </a:solidFill>
                <a:latin typeface="Calibri"/>
                <a:cs typeface="Calibri"/>
              </a:rPr>
              <a:t>and</a:t>
            </a:r>
            <a:r>
              <a:rPr sz="1800" spc="-5" dirty="0">
                <a:solidFill>
                  <a:srgbClr val="3F3F3F"/>
                </a:solidFill>
                <a:latin typeface="Calibri"/>
                <a:cs typeface="Calibri"/>
              </a:rPr>
              <a:t> loops </a:t>
            </a:r>
            <a:r>
              <a:rPr sz="1800" spc="-395" dirty="0">
                <a:solidFill>
                  <a:srgbClr val="3F3F3F"/>
                </a:solidFill>
                <a:latin typeface="Calibri"/>
                <a:cs typeface="Calibri"/>
              </a:rPr>
              <a:t> </a:t>
            </a:r>
            <a:r>
              <a:rPr sz="1800" spc="-15" dirty="0">
                <a:solidFill>
                  <a:srgbClr val="3F3F3F"/>
                </a:solidFill>
                <a:latin typeface="Calibri"/>
                <a:cs typeface="Calibri"/>
              </a:rPr>
              <a:t>created</a:t>
            </a:r>
            <a:r>
              <a:rPr sz="1800" spc="-5" dirty="0">
                <a:solidFill>
                  <a:srgbClr val="3F3F3F"/>
                </a:solidFill>
                <a:latin typeface="Calibri"/>
                <a:cs typeface="Calibri"/>
              </a:rPr>
              <a:t> in</a:t>
            </a:r>
            <a:r>
              <a:rPr sz="1800" spc="10" dirty="0">
                <a:solidFill>
                  <a:srgbClr val="3F3F3F"/>
                </a:solidFill>
                <a:latin typeface="Calibri"/>
                <a:cs typeface="Calibri"/>
              </a:rPr>
              <a:t> </a:t>
            </a:r>
            <a:r>
              <a:rPr sz="1800" spc="-5" dirty="0">
                <a:solidFill>
                  <a:srgbClr val="3F3F3F"/>
                </a:solidFill>
                <a:latin typeface="Calibri"/>
                <a:cs typeface="Calibri"/>
              </a:rPr>
              <a:t>the</a:t>
            </a:r>
            <a:r>
              <a:rPr sz="1800" spc="15" dirty="0">
                <a:solidFill>
                  <a:srgbClr val="3F3F3F"/>
                </a:solidFill>
                <a:latin typeface="Calibri"/>
                <a:cs typeface="Calibri"/>
              </a:rPr>
              <a:t> </a:t>
            </a:r>
            <a:r>
              <a:rPr sz="1800" spc="-5" dirty="0">
                <a:solidFill>
                  <a:srgbClr val="3F3F3F"/>
                </a:solidFill>
                <a:latin typeface="Calibri"/>
                <a:cs typeface="Calibri"/>
              </a:rPr>
              <a:t>domain;</a:t>
            </a:r>
            <a:endParaRPr sz="1800">
              <a:latin typeface="Calibri"/>
              <a:cs typeface="Calibri"/>
            </a:endParaRPr>
          </a:p>
          <a:p>
            <a:pPr marL="640080" lvl="2" indent="-183515">
              <a:lnSpc>
                <a:spcPts val="2050"/>
              </a:lnSpc>
              <a:spcBef>
                <a:spcPts val="359"/>
              </a:spcBef>
              <a:buClr>
                <a:srgbClr val="1CACE4"/>
              </a:buClr>
              <a:buChar char="◦"/>
              <a:tabLst>
                <a:tab pos="640715" algn="l"/>
              </a:tabLst>
            </a:pPr>
            <a:r>
              <a:rPr sz="1800" spc="-5" dirty="0">
                <a:solidFill>
                  <a:srgbClr val="3F3F3F"/>
                </a:solidFill>
                <a:latin typeface="Calibri"/>
                <a:cs typeface="Calibri"/>
              </a:rPr>
              <a:t>Solution</a:t>
            </a:r>
            <a:r>
              <a:rPr sz="1800" spc="15" dirty="0">
                <a:solidFill>
                  <a:srgbClr val="3F3F3F"/>
                </a:solidFill>
                <a:latin typeface="Calibri"/>
                <a:cs typeface="Calibri"/>
              </a:rPr>
              <a:t> </a:t>
            </a:r>
            <a:r>
              <a:rPr sz="1800" dirty="0">
                <a:solidFill>
                  <a:srgbClr val="3F3F3F"/>
                </a:solidFill>
                <a:latin typeface="Calibri"/>
                <a:cs typeface="Calibri"/>
              </a:rPr>
              <a:t>-</a:t>
            </a:r>
            <a:r>
              <a:rPr sz="1800" spc="5" dirty="0">
                <a:solidFill>
                  <a:srgbClr val="3F3F3F"/>
                </a:solidFill>
                <a:latin typeface="Calibri"/>
                <a:cs typeface="Calibri"/>
              </a:rPr>
              <a:t> </a:t>
            </a:r>
            <a:r>
              <a:rPr sz="1800" dirty="0">
                <a:solidFill>
                  <a:srgbClr val="3F3F3F"/>
                </a:solidFill>
                <a:latin typeface="Calibri"/>
                <a:cs typeface="Calibri"/>
              </a:rPr>
              <a:t>use</a:t>
            </a:r>
            <a:r>
              <a:rPr sz="1800" spc="10" dirty="0">
                <a:solidFill>
                  <a:srgbClr val="3F3F3F"/>
                </a:solidFill>
                <a:latin typeface="Calibri"/>
                <a:cs typeface="Calibri"/>
              </a:rPr>
              <a:t> </a:t>
            </a:r>
            <a:r>
              <a:rPr sz="1800" spc="-5" dirty="0">
                <a:solidFill>
                  <a:srgbClr val="3F3F3F"/>
                </a:solidFill>
                <a:latin typeface="Calibri"/>
                <a:cs typeface="Calibri"/>
              </a:rPr>
              <a:t>of</a:t>
            </a:r>
            <a:r>
              <a:rPr sz="1800" spc="5" dirty="0">
                <a:solidFill>
                  <a:srgbClr val="3F3F3F"/>
                </a:solidFill>
                <a:latin typeface="Calibri"/>
                <a:cs typeface="Calibri"/>
              </a:rPr>
              <a:t> </a:t>
            </a:r>
            <a:r>
              <a:rPr sz="1800" b="1" spc="-10" dirty="0">
                <a:solidFill>
                  <a:srgbClr val="3F3F3F"/>
                </a:solidFill>
                <a:latin typeface="Calibri"/>
                <a:cs typeface="Calibri"/>
              </a:rPr>
              <a:t>poison-reverse</a:t>
            </a:r>
            <a:r>
              <a:rPr sz="1800" b="1" spc="-5" dirty="0">
                <a:solidFill>
                  <a:srgbClr val="3F3F3F"/>
                </a:solidFill>
                <a:latin typeface="Calibri"/>
                <a:cs typeface="Calibri"/>
              </a:rPr>
              <a:t> and</a:t>
            </a:r>
            <a:r>
              <a:rPr sz="1800" b="1" spc="-50" dirty="0">
                <a:solidFill>
                  <a:srgbClr val="3F3F3F"/>
                </a:solidFill>
                <a:latin typeface="Calibri"/>
                <a:cs typeface="Calibri"/>
              </a:rPr>
              <a:t> </a:t>
            </a:r>
            <a:r>
              <a:rPr sz="1800" b="1" spc="-5" dirty="0">
                <a:solidFill>
                  <a:srgbClr val="3F3F3F"/>
                </a:solidFill>
                <a:latin typeface="Calibri"/>
                <a:cs typeface="Calibri"/>
              </a:rPr>
              <a:t>split-horizon</a:t>
            </a:r>
            <a:r>
              <a:rPr sz="1800" b="1" spc="-50" dirty="0">
                <a:solidFill>
                  <a:srgbClr val="3F3F3F"/>
                </a:solidFill>
                <a:latin typeface="Calibri"/>
                <a:cs typeface="Calibri"/>
              </a:rPr>
              <a:t> </a:t>
            </a:r>
            <a:r>
              <a:rPr sz="1800" b="1" spc="-15" dirty="0">
                <a:solidFill>
                  <a:srgbClr val="3F3F3F"/>
                </a:solidFill>
                <a:latin typeface="Calibri"/>
                <a:cs typeface="Calibri"/>
              </a:rPr>
              <a:t>strategies</a:t>
            </a:r>
            <a:r>
              <a:rPr sz="1800" b="1" spc="-35" dirty="0">
                <a:solidFill>
                  <a:srgbClr val="3F3F3F"/>
                </a:solidFill>
                <a:latin typeface="Calibri"/>
                <a:cs typeface="Calibri"/>
              </a:rPr>
              <a:t> </a:t>
            </a:r>
            <a:r>
              <a:rPr sz="1800" b="1" spc="-5" dirty="0">
                <a:solidFill>
                  <a:srgbClr val="3F3F3F"/>
                </a:solidFill>
                <a:latin typeface="Calibri"/>
                <a:cs typeface="Calibri"/>
              </a:rPr>
              <a:t>added</a:t>
            </a:r>
            <a:r>
              <a:rPr sz="1800" b="1" spc="-30" dirty="0">
                <a:solidFill>
                  <a:srgbClr val="3F3F3F"/>
                </a:solidFill>
                <a:latin typeface="Calibri"/>
                <a:cs typeface="Calibri"/>
              </a:rPr>
              <a:t> </a:t>
            </a:r>
            <a:r>
              <a:rPr sz="1800" b="1" spc="-10" dirty="0">
                <a:solidFill>
                  <a:srgbClr val="3F3F3F"/>
                </a:solidFill>
                <a:latin typeface="Calibri"/>
                <a:cs typeface="Calibri"/>
              </a:rPr>
              <a:t>to</a:t>
            </a:r>
            <a:r>
              <a:rPr sz="1800" b="1" spc="-5" dirty="0">
                <a:solidFill>
                  <a:srgbClr val="3F3F3F"/>
                </a:solidFill>
                <a:latin typeface="Calibri"/>
                <a:cs typeface="Calibri"/>
              </a:rPr>
              <a:t> the</a:t>
            </a:r>
            <a:r>
              <a:rPr sz="1800" b="1" spc="20" dirty="0">
                <a:solidFill>
                  <a:srgbClr val="3F3F3F"/>
                </a:solidFill>
                <a:latin typeface="Calibri"/>
                <a:cs typeface="Calibri"/>
              </a:rPr>
              <a:t> </a:t>
            </a:r>
            <a:r>
              <a:rPr sz="1800" b="1" spc="-10" dirty="0">
                <a:solidFill>
                  <a:srgbClr val="3F3F3F"/>
                </a:solidFill>
                <a:latin typeface="Calibri"/>
                <a:cs typeface="Calibri"/>
              </a:rPr>
              <a:t>RIP</a:t>
            </a:r>
            <a:endParaRPr sz="1800">
              <a:latin typeface="Calibri"/>
              <a:cs typeface="Calibri"/>
            </a:endParaRPr>
          </a:p>
          <a:p>
            <a:pPr marL="640080">
              <a:lnSpc>
                <a:spcPts val="2050"/>
              </a:lnSpc>
            </a:pPr>
            <a:r>
              <a:rPr sz="1800" spc="-10" dirty="0">
                <a:solidFill>
                  <a:srgbClr val="3F3F3F"/>
                </a:solidFill>
                <a:latin typeface="Calibri"/>
                <a:cs typeface="Calibri"/>
              </a:rPr>
              <a:t>extension</a:t>
            </a:r>
            <a:endParaRPr sz="1800">
              <a:latin typeface="Calibri"/>
              <a:cs typeface="Calibri"/>
            </a:endParaRPr>
          </a:p>
          <a:p>
            <a:pPr>
              <a:lnSpc>
                <a:spcPct val="100000"/>
              </a:lnSpc>
              <a:spcBef>
                <a:spcPts val="50"/>
              </a:spcBef>
            </a:pPr>
            <a:endParaRPr sz="1300">
              <a:latin typeface="Calibri"/>
              <a:cs typeface="Calibri"/>
            </a:endParaRPr>
          </a:p>
          <a:p>
            <a:pPr marL="189230" marR="5080" indent="-177165">
              <a:lnSpc>
                <a:spcPts val="1939"/>
              </a:lnSpc>
              <a:buClr>
                <a:srgbClr val="1CACE4"/>
              </a:buClr>
              <a:buFont typeface="Arial MT"/>
              <a:buChar char="•"/>
              <a:tabLst>
                <a:tab pos="189865" algn="l"/>
              </a:tabLst>
            </a:pPr>
            <a:r>
              <a:rPr sz="1800" b="1" spc="-10" dirty="0">
                <a:solidFill>
                  <a:srgbClr val="3F3F3F"/>
                </a:solidFill>
                <a:latin typeface="Calibri"/>
                <a:cs typeface="Calibri"/>
              </a:rPr>
              <a:t>Robustness</a:t>
            </a:r>
            <a:r>
              <a:rPr sz="1800" b="1" spc="-45" dirty="0">
                <a:solidFill>
                  <a:srgbClr val="3F3F3F"/>
                </a:solidFill>
                <a:latin typeface="Calibri"/>
                <a:cs typeface="Calibri"/>
              </a:rPr>
              <a:t> </a:t>
            </a:r>
            <a:r>
              <a:rPr sz="1800" b="1" dirty="0">
                <a:solidFill>
                  <a:srgbClr val="3F3F3F"/>
                </a:solidFill>
                <a:latin typeface="Calibri"/>
                <a:cs typeface="Calibri"/>
              </a:rPr>
              <a:t>-</a:t>
            </a:r>
            <a:r>
              <a:rPr sz="1800" b="1" spc="35" dirty="0">
                <a:solidFill>
                  <a:srgbClr val="3F3F3F"/>
                </a:solidFill>
                <a:latin typeface="Calibri"/>
                <a:cs typeface="Calibri"/>
              </a:rPr>
              <a:t> </a:t>
            </a:r>
            <a:r>
              <a:rPr sz="1800" b="1" spc="-5" dirty="0">
                <a:solidFill>
                  <a:srgbClr val="3F3F3F"/>
                </a:solidFill>
                <a:latin typeface="Calibri"/>
                <a:cs typeface="Calibri"/>
              </a:rPr>
              <a:t>In </a:t>
            </a:r>
            <a:r>
              <a:rPr sz="1800" b="1" spc="-10" dirty="0">
                <a:solidFill>
                  <a:srgbClr val="3F3F3F"/>
                </a:solidFill>
                <a:latin typeface="Calibri"/>
                <a:cs typeface="Calibri"/>
              </a:rPr>
              <a:t>distance-vector</a:t>
            </a:r>
            <a:r>
              <a:rPr sz="1800" b="1" spc="-50" dirty="0">
                <a:solidFill>
                  <a:srgbClr val="3F3F3F"/>
                </a:solidFill>
                <a:latin typeface="Calibri"/>
                <a:cs typeface="Calibri"/>
              </a:rPr>
              <a:t> </a:t>
            </a:r>
            <a:r>
              <a:rPr sz="1800" b="1" spc="-5" dirty="0">
                <a:solidFill>
                  <a:srgbClr val="3F3F3F"/>
                </a:solidFill>
                <a:latin typeface="Calibri"/>
                <a:cs typeface="Calibri"/>
              </a:rPr>
              <a:t>routing,</a:t>
            </a:r>
            <a:r>
              <a:rPr sz="1800" b="1" spc="15" dirty="0">
                <a:solidFill>
                  <a:srgbClr val="3F3F3F"/>
                </a:solidFill>
                <a:latin typeface="Calibri"/>
                <a:cs typeface="Calibri"/>
              </a:rPr>
              <a:t> </a:t>
            </a:r>
            <a:r>
              <a:rPr sz="1800" spc="-5" dirty="0">
                <a:solidFill>
                  <a:srgbClr val="3F3F3F"/>
                </a:solidFill>
                <a:latin typeface="Calibri"/>
                <a:cs typeface="Calibri"/>
              </a:rPr>
              <a:t>each</a:t>
            </a:r>
            <a:r>
              <a:rPr sz="1800" spc="20" dirty="0">
                <a:solidFill>
                  <a:srgbClr val="3F3F3F"/>
                </a:solidFill>
                <a:latin typeface="Calibri"/>
                <a:cs typeface="Calibri"/>
              </a:rPr>
              <a:t> </a:t>
            </a:r>
            <a:r>
              <a:rPr sz="1800" spc="-15" dirty="0">
                <a:solidFill>
                  <a:srgbClr val="3F3F3F"/>
                </a:solidFill>
                <a:latin typeface="Calibri"/>
                <a:cs typeface="Calibri"/>
              </a:rPr>
              <a:t>router</a:t>
            </a:r>
            <a:r>
              <a:rPr sz="1800" spc="10" dirty="0">
                <a:solidFill>
                  <a:srgbClr val="3F3F3F"/>
                </a:solidFill>
                <a:latin typeface="Calibri"/>
                <a:cs typeface="Calibri"/>
              </a:rPr>
              <a:t> </a:t>
            </a:r>
            <a:r>
              <a:rPr sz="1800" dirty="0">
                <a:solidFill>
                  <a:srgbClr val="3F3F3F"/>
                </a:solidFill>
                <a:latin typeface="Calibri"/>
                <a:cs typeface="Calibri"/>
              </a:rPr>
              <a:t>sends</a:t>
            </a:r>
            <a:r>
              <a:rPr sz="1800" spc="-5" dirty="0">
                <a:solidFill>
                  <a:srgbClr val="3F3F3F"/>
                </a:solidFill>
                <a:latin typeface="Calibri"/>
                <a:cs typeface="Calibri"/>
              </a:rPr>
              <a:t> what</a:t>
            </a:r>
            <a:r>
              <a:rPr sz="1800" spc="5" dirty="0">
                <a:solidFill>
                  <a:srgbClr val="3F3F3F"/>
                </a:solidFill>
                <a:latin typeface="Calibri"/>
                <a:cs typeface="Calibri"/>
              </a:rPr>
              <a:t> </a:t>
            </a:r>
            <a:r>
              <a:rPr sz="1800" spc="-5" dirty="0">
                <a:solidFill>
                  <a:srgbClr val="3F3F3F"/>
                </a:solidFill>
                <a:latin typeface="Calibri"/>
                <a:cs typeface="Calibri"/>
              </a:rPr>
              <a:t>it</a:t>
            </a:r>
            <a:r>
              <a:rPr sz="1800" spc="10" dirty="0">
                <a:solidFill>
                  <a:srgbClr val="3F3F3F"/>
                </a:solidFill>
                <a:latin typeface="Calibri"/>
                <a:cs typeface="Calibri"/>
              </a:rPr>
              <a:t> </a:t>
            </a:r>
            <a:r>
              <a:rPr sz="1800" spc="-10" dirty="0">
                <a:solidFill>
                  <a:srgbClr val="3F3F3F"/>
                </a:solidFill>
                <a:latin typeface="Calibri"/>
                <a:cs typeface="Calibri"/>
              </a:rPr>
              <a:t>knows</a:t>
            </a:r>
            <a:r>
              <a:rPr sz="1800" spc="10" dirty="0">
                <a:solidFill>
                  <a:srgbClr val="3F3F3F"/>
                </a:solidFill>
                <a:latin typeface="Calibri"/>
                <a:cs typeface="Calibri"/>
              </a:rPr>
              <a:t> </a:t>
            </a:r>
            <a:r>
              <a:rPr sz="1800" spc="-5" dirty="0">
                <a:solidFill>
                  <a:srgbClr val="3F3F3F"/>
                </a:solidFill>
                <a:latin typeface="Calibri"/>
                <a:cs typeface="Calibri"/>
              </a:rPr>
              <a:t>about</a:t>
            </a:r>
            <a:r>
              <a:rPr sz="1800" spc="10"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5" dirty="0">
                <a:solidFill>
                  <a:srgbClr val="3F3F3F"/>
                </a:solidFill>
                <a:latin typeface="Calibri"/>
                <a:cs typeface="Calibri"/>
              </a:rPr>
              <a:t>whole </a:t>
            </a:r>
            <a:r>
              <a:rPr sz="1800" spc="-395" dirty="0">
                <a:solidFill>
                  <a:srgbClr val="3F3F3F"/>
                </a:solidFill>
                <a:latin typeface="Calibri"/>
                <a:cs typeface="Calibri"/>
              </a:rPr>
              <a:t> </a:t>
            </a:r>
            <a:r>
              <a:rPr sz="1800" spc="-5" dirty="0">
                <a:solidFill>
                  <a:srgbClr val="3F3F3F"/>
                </a:solidFill>
                <a:latin typeface="Calibri"/>
                <a:cs typeface="Calibri"/>
              </a:rPr>
              <a:t>domain </a:t>
            </a:r>
            <a:r>
              <a:rPr sz="1800" spc="-10" dirty="0">
                <a:solidFill>
                  <a:srgbClr val="3F3F3F"/>
                </a:solidFill>
                <a:latin typeface="Calibri"/>
                <a:cs typeface="Calibri"/>
              </a:rPr>
              <a:t>to</a:t>
            </a:r>
            <a:r>
              <a:rPr sz="1800" spc="-5" dirty="0">
                <a:solidFill>
                  <a:srgbClr val="3F3F3F"/>
                </a:solidFill>
                <a:latin typeface="Calibri"/>
                <a:cs typeface="Calibri"/>
              </a:rPr>
              <a:t> its</a:t>
            </a:r>
            <a:r>
              <a:rPr sz="1800" dirty="0">
                <a:solidFill>
                  <a:srgbClr val="3F3F3F"/>
                </a:solidFill>
                <a:latin typeface="Calibri"/>
                <a:cs typeface="Calibri"/>
              </a:rPr>
              <a:t> </a:t>
            </a:r>
            <a:r>
              <a:rPr sz="1800" spc="-10" dirty="0">
                <a:solidFill>
                  <a:srgbClr val="3F3F3F"/>
                </a:solidFill>
                <a:latin typeface="Calibri"/>
                <a:cs typeface="Calibri"/>
              </a:rPr>
              <a:t>neighbors</a:t>
            </a:r>
            <a:endParaRPr sz="1800">
              <a:latin typeface="Calibri"/>
              <a:cs typeface="Calibri"/>
            </a:endParaRPr>
          </a:p>
          <a:p>
            <a:pPr marL="419100" marR="354330" lvl="1" indent="-182880">
              <a:lnSpc>
                <a:spcPts val="1939"/>
              </a:lnSpc>
              <a:spcBef>
                <a:spcPts val="405"/>
              </a:spcBef>
              <a:buClr>
                <a:srgbClr val="1CACE4"/>
              </a:buClr>
              <a:buChar char="◦"/>
              <a:tabLst>
                <a:tab pos="419734" algn="l"/>
              </a:tabLst>
            </a:pPr>
            <a:r>
              <a:rPr sz="1800" spc="-5" dirty="0">
                <a:solidFill>
                  <a:srgbClr val="3F3F3F"/>
                </a:solidFill>
                <a:latin typeface="Calibri"/>
                <a:cs typeface="Calibri"/>
              </a:rPr>
              <a:t>Calculation</a:t>
            </a:r>
            <a:r>
              <a:rPr sz="1800" spc="10" dirty="0">
                <a:solidFill>
                  <a:srgbClr val="3F3F3F"/>
                </a:solidFill>
                <a:latin typeface="Calibri"/>
                <a:cs typeface="Calibri"/>
              </a:rPr>
              <a:t> </a:t>
            </a:r>
            <a:r>
              <a:rPr sz="1800" spc="-5" dirty="0">
                <a:solidFill>
                  <a:srgbClr val="3F3F3F"/>
                </a:solidFill>
                <a:latin typeface="Calibri"/>
                <a:cs typeface="Calibri"/>
              </a:rPr>
              <a:t>of</a:t>
            </a:r>
            <a:r>
              <a:rPr sz="1800" spc="5" dirty="0">
                <a:solidFill>
                  <a:srgbClr val="3F3F3F"/>
                </a:solidFill>
                <a:latin typeface="Calibri"/>
                <a:cs typeface="Calibri"/>
              </a:rPr>
              <a:t> </a:t>
            </a: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forwarding</a:t>
            </a:r>
            <a:r>
              <a:rPr sz="1800" spc="15" dirty="0">
                <a:solidFill>
                  <a:srgbClr val="3F3F3F"/>
                </a:solidFill>
                <a:latin typeface="Calibri"/>
                <a:cs typeface="Calibri"/>
              </a:rPr>
              <a:t> </a:t>
            </a:r>
            <a:r>
              <a:rPr sz="1800" spc="-10" dirty="0">
                <a:solidFill>
                  <a:srgbClr val="3F3F3F"/>
                </a:solidFill>
                <a:latin typeface="Calibri"/>
                <a:cs typeface="Calibri"/>
              </a:rPr>
              <a:t>table</a:t>
            </a:r>
            <a:r>
              <a:rPr sz="1800" spc="15" dirty="0">
                <a:solidFill>
                  <a:srgbClr val="3F3F3F"/>
                </a:solidFill>
                <a:latin typeface="Calibri"/>
                <a:cs typeface="Calibri"/>
              </a:rPr>
              <a:t> </a:t>
            </a:r>
            <a:r>
              <a:rPr sz="1800" dirty="0">
                <a:solidFill>
                  <a:srgbClr val="3F3F3F"/>
                </a:solidFill>
                <a:latin typeface="Calibri"/>
                <a:cs typeface="Calibri"/>
              </a:rPr>
              <a:t>depends</a:t>
            </a:r>
            <a:r>
              <a:rPr sz="1800" spc="20" dirty="0">
                <a:solidFill>
                  <a:srgbClr val="3F3F3F"/>
                </a:solidFill>
                <a:latin typeface="Calibri"/>
                <a:cs typeface="Calibri"/>
              </a:rPr>
              <a:t> </a:t>
            </a:r>
            <a:r>
              <a:rPr sz="1800" spc="-5" dirty="0">
                <a:solidFill>
                  <a:srgbClr val="3F3F3F"/>
                </a:solidFill>
                <a:latin typeface="Calibri"/>
                <a:cs typeface="Calibri"/>
              </a:rPr>
              <a:t>on</a:t>
            </a:r>
            <a:r>
              <a:rPr sz="1800" spc="5" dirty="0">
                <a:solidFill>
                  <a:srgbClr val="3F3F3F"/>
                </a:solidFill>
                <a:latin typeface="Calibri"/>
                <a:cs typeface="Calibri"/>
              </a:rPr>
              <a:t> </a:t>
            </a:r>
            <a:r>
              <a:rPr sz="1800" spc="-10" dirty="0">
                <a:solidFill>
                  <a:srgbClr val="3F3F3F"/>
                </a:solidFill>
                <a:latin typeface="Calibri"/>
                <a:cs typeface="Calibri"/>
              </a:rPr>
              <a:t>information</a:t>
            </a:r>
            <a:r>
              <a:rPr sz="1800" spc="10" dirty="0">
                <a:solidFill>
                  <a:srgbClr val="3F3F3F"/>
                </a:solidFill>
                <a:latin typeface="Calibri"/>
                <a:cs typeface="Calibri"/>
              </a:rPr>
              <a:t> </a:t>
            </a:r>
            <a:r>
              <a:rPr sz="1800" spc="-10" dirty="0">
                <a:solidFill>
                  <a:srgbClr val="3F3F3F"/>
                </a:solidFill>
                <a:latin typeface="Calibri"/>
                <a:cs typeface="Calibri"/>
              </a:rPr>
              <a:t>received</a:t>
            </a:r>
            <a:r>
              <a:rPr sz="1800" spc="15" dirty="0">
                <a:solidFill>
                  <a:srgbClr val="3F3F3F"/>
                </a:solidFill>
                <a:latin typeface="Calibri"/>
                <a:cs typeface="Calibri"/>
              </a:rPr>
              <a:t> </a:t>
            </a:r>
            <a:r>
              <a:rPr sz="1800" spc="-10" dirty="0">
                <a:solidFill>
                  <a:srgbClr val="3F3F3F"/>
                </a:solidFill>
                <a:latin typeface="Calibri"/>
                <a:cs typeface="Calibri"/>
              </a:rPr>
              <a:t>from</a:t>
            </a:r>
            <a:r>
              <a:rPr sz="1800" dirty="0">
                <a:solidFill>
                  <a:srgbClr val="3F3F3F"/>
                </a:solidFill>
                <a:latin typeface="Calibri"/>
                <a:cs typeface="Calibri"/>
              </a:rPr>
              <a:t> </a:t>
            </a:r>
            <a:r>
              <a:rPr sz="1800" spc="-10" dirty="0">
                <a:solidFill>
                  <a:srgbClr val="3F3F3F"/>
                </a:solidFill>
                <a:latin typeface="Calibri"/>
                <a:cs typeface="Calibri"/>
              </a:rPr>
              <a:t>immediate </a:t>
            </a:r>
            <a:r>
              <a:rPr sz="1800" spc="-390" dirty="0">
                <a:solidFill>
                  <a:srgbClr val="3F3F3F"/>
                </a:solidFill>
                <a:latin typeface="Calibri"/>
                <a:cs typeface="Calibri"/>
              </a:rPr>
              <a:t> </a:t>
            </a:r>
            <a:r>
              <a:rPr sz="1800" spc="-5" dirty="0">
                <a:solidFill>
                  <a:srgbClr val="3F3F3F"/>
                </a:solidFill>
                <a:latin typeface="Calibri"/>
                <a:cs typeface="Calibri"/>
              </a:rPr>
              <a:t>neighbors,</a:t>
            </a:r>
            <a:r>
              <a:rPr sz="1800" spc="5" dirty="0">
                <a:solidFill>
                  <a:srgbClr val="3F3F3F"/>
                </a:solidFill>
                <a:latin typeface="Calibri"/>
                <a:cs typeface="Calibri"/>
              </a:rPr>
              <a:t> </a:t>
            </a:r>
            <a:r>
              <a:rPr sz="1800" spc="-5" dirty="0">
                <a:solidFill>
                  <a:srgbClr val="3F3F3F"/>
                </a:solidFill>
                <a:latin typeface="Calibri"/>
                <a:cs typeface="Calibri"/>
              </a:rPr>
              <a:t>which</a:t>
            </a:r>
            <a:r>
              <a:rPr sz="1800" spc="20" dirty="0">
                <a:solidFill>
                  <a:srgbClr val="3F3F3F"/>
                </a:solidFill>
                <a:latin typeface="Calibri"/>
                <a:cs typeface="Calibri"/>
              </a:rPr>
              <a:t> </a:t>
            </a:r>
            <a:r>
              <a:rPr sz="1800" spc="-5" dirty="0">
                <a:solidFill>
                  <a:srgbClr val="3F3F3F"/>
                </a:solidFill>
                <a:latin typeface="Calibri"/>
                <a:cs typeface="Calibri"/>
              </a:rPr>
              <a:t>in</a:t>
            </a:r>
            <a:r>
              <a:rPr sz="1800" spc="5" dirty="0">
                <a:solidFill>
                  <a:srgbClr val="3F3F3F"/>
                </a:solidFill>
                <a:latin typeface="Calibri"/>
                <a:cs typeface="Calibri"/>
              </a:rPr>
              <a:t> </a:t>
            </a:r>
            <a:r>
              <a:rPr sz="1800" spc="-5" dirty="0">
                <a:solidFill>
                  <a:srgbClr val="3F3F3F"/>
                </a:solidFill>
                <a:latin typeface="Calibri"/>
                <a:cs typeface="Calibri"/>
              </a:rPr>
              <a:t>turn</a:t>
            </a:r>
            <a:r>
              <a:rPr sz="1800" spc="10" dirty="0">
                <a:solidFill>
                  <a:srgbClr val="3F3F3F"/>
                </a:solidFill>
                <a:latin typeface="Calibri"/>
                <a:cs typeface="Calibri"/>
              </a:rPr>
              <a:t> </a:t>
            </a:r>
            <a:r>
              <a:rPr sz="1800" spc="-10" dirty="0">
                <a:solidFill>
                  <a:srgbClr val="3F3F3F"/>
                </a:solidFill>
                <a:latin typeface="Calibri"/>
                <a:cs typeface="Calibri"/>
              </a:rPr>
              <a:t>receive</a:t>
            </a:r>
            <a:r>
              <a:rPr sz="1800" spc="15" dirty="0">
                <a:solidFill>
                  <a:srgbClr val="3F3F3F"/>
                </a:solidFill>
                <a:latin typeface="Calibri"/>
                <a:cs typeface="Calibri"/>
              </a:rPr>
              <a:t> </a:t>
            </a:r>
            <a:r>
              <a:rPr sz="1800" spc="-5" dirty="0">
                <a:solidFill>
                  <a:srgbClr val="3F3F3F"/>
                </a:solidFill>
                <a:latin typeface="Calibri"/>
                <a:cs typeface="Calibri"/>
              </a:rPr>
              <a:t>their</a:t>
            </a:r>
            <a:r>
              <a:rPr sz="1800" spc="10" dirty="0">
                <a:solidFill>
                  <a:srgbClr val="3F3F3F"/>
                </a:solidFill>
                <a:latin typeface="Calibri"/>
                <a:cs typeface="Calibri"/>
              </a:rPr>
              <a:t> </a:t>
            </a:r>
            <a:r>
              <a:rPr sz="1800" spc="-10" dirty="0">
                <a:solidFill>
                  <a:srgbClr val="3F3F3F"/>
                </a:solidFill>
                <a:latin typeface="Calibri"/>
                <a:cs typeface="Calibri"/>
              </a:rPr>
              <a:t>information</a:t>
            </a:r>
            <a:r>
              <a:rPr sz="1800" spc="10" dirty="0">
                <a:solidFill>
                  <a:srgbClr val="3F3F3F"/>
                </a:solidFill>
                <a:latin typeface="Calibri"/>
                <a:cs typeface="Calibri"/>
              </a:rPr>
              <a:t> </a:t>
            </a:r>
            <a:r>
              <a:rPr sz="1800" spc="-10" dirty="0">
                <a:solidFill>
                  <a:srgbClr val="3F3F3F"/>
                </a:solidFill>
                <a:latin typeface="Calibri"/>
                <a:cs typeface="Calibri"/>
              </a:rPr>
              <a:t>from</a:t>
            </a:r>
            <a:r>
              <a:rPr sz="1800" dirty="0">
                <a:solidFill>
                  <a:srgbClr val="3F3F3F"/>
                </a:solidFill>
                <a:latin typeface="Calibri"/>
                <a:cs typeface="Calibri"/>
              </a:rPr>
              <a:t> </a:t>
            </a:r>
            <a:r>
              <a:rPr sz="1800" spc="-5" dirty="0">
                <a:solidFill>
                  <a:srgbClr val="3F3F3F"/>
                </a:solidFill>
                <a:latin typeface="Calibri"/>
                <a:cs typeface="Calibri"/>
              </a:rPr>
              <a:t>their</a:t>
            </a:r>
            <a:r>
              <a:rPr sz="1800" spc="10" dirty="0">
                <a:solidFill>
                  <a:srgbClr val="3F3F3F"/>
                </a:solidFill>
                <a:latin typeface="Calibri"/>
                <a:cs typeface="Calibri"/>
              </a:rPr>
              <a:t> </a:t>
            </a:r>
            <a:r>
              <a:rPr sz="1800" spc="-10" dirty="0">
                <a:solidFill>
                  <a:srgbClr val="3F3F3F"/>
                </a:solidFill>
                <a:latin typeface="Calibri"/>
                <a:cs typeface="Calibri"/>
              </a:rPr>
              <a:t>own</a:t>
            </a:r>
            <a:r>
              <a:rPr sz="1800" spc="10" dirty="0">
                <a:solidFill>
                  <a:srgbClr val="3F3F3F"/>
                </a:solidFill>
                <a:latin typeface="Calibri"/>
                <a:cs typeface="Calibri"/>
              </a:rPr>
              <a:t> </a:t>
            </a:r>
            <a:r>
              <a:rPr sz="1800" spc="-10" dirty="0">
                <a:solidFill>
                  <a:srgbClr val="3F3F3F"/>
                </a:solidFill>
                <a:latin typeface="Calibri"/>
                <a:cs typeface="Calibri"/>
              </a:rPr>
              <a:t>neighbors</a:t>
            </a:r>
            <a:endParaRPr sz="1800">
              <a:latin typeface="Calibri"/>
              <a:cs typeface="Calibri"/>
            </a:endParaRPr>
          </a:p>
          <a:p>
            <a:pPr marL="419100" marR="499745" lvl="1" indent="-182880">
              <a:lnSpc>
                <a:spcPts val="1939"/>
              </a:lnSpc>
              <a:spcBef>
                <a:spcPts val="610"/>
              </a:spcBef>
              <a:buClr>
                <a:srgbClr val="1CACE4"/>
              </a:buClr>
              <a:buChar char="◦"/>
              <a:tabLst>
                <a:tab pos="419734" algn="l"/>
              </a:tabLst>
            </a:pPr>
            <a:r>
              <a:rPr sz="1800" dirty="0">
                <a:solidFill>
                  <a:srgbClr val="3F3F3F"/>
                </a:solidFill>
                <a:latin typeface="Calibri"/>
                <a:cs typeface="Calibri"/>
              </a:rPr>
              <a:t>If</a:t>
            </a:r>
            <a:r>
              <a:rPr sz="1800" spc="-5" dirty="0">
                <a:solidFill>
                  <a:srgbClr val="3F3F3F"/>
                </a:solidFill>
                <a:latin typeface="Calibri"/>
                <a:cs typeface="Calibri"/>
              </a:rPr>
              <a:t> </a:t>
            </a:r>
            <a:r>
              <a:rPr sz="1800" spc="-10" dirty="0">
                <a:solidFill>
                  <a:srgbClr val="3F3F3F"/>
                </a:solidFill>
                <a:latin typeface="Calibri"/>
                <a:cs typeface="Calibri"/>
              </a:rPr>
              <a:t>there</a:t>
            </a:r>
            <a:r>
              <a:rPr sz="1800" spc="5" dirty="0">
                <a:solidFill>
                  <a:srgbClr val="3F3F3F"/>
                </a:solidFill>
                <a:latin typeface="Calibri"/>
                <a:cs typeface="Calibri"/>
              </a:rPr>
              <a:t> </a:t>
            </a:r>
            <a:r>
              <a:rPr sz="1800" spc="-5" dirty="0">
                <a:solidFill>
                  <a:srgbClr val="3F3F3F"/>
                </a:solidFill>
                <a:latin typeface="Calibri"/>
                <a:cs typeface="Calibri"/>
              </a:rPr>
              <a:t>is</a:t>
            </a:r>
            <a:r>
              <a:rPr sz="1800" spc="10" dirty="0">
                <a:solidFill>
                  <a:srgbClr val="3F3F3F"/>
                </a:solidFill>
                <a:latin typeface="Calibri"/>
                <a:cs typeface="Calibri"/>
              </a:rPr>
              <a:t> </a:t>
            </a:r>
            <a:r>
              <a:rPr sz="1800" dirty="0">
                <a:solidFill>
                  <a:srgbClr val="3F3F3F"/>
                </a:solidFill>
                <a:latin typeface="Calibri"/>
                <a:cs typeface="Calibri"/>
              </a:rPr>
              <a:t>a</a:t>
            </a:r>
            <a:r>
              <a:rPr sz="1800" spc="20" dirty="0">
                <a:solidFill>
                  <a:srgbClr val="3F3F3F"/>
                </a:solidFill>
                <a:latin typeface="Calibri"/>
                <a:cs typeface="Calibri"/>
              </a:rPr>
              <a:t> </a:t>
            </a:r>
            <a:r>
              <a:rPr sz="1800" spc="-15" dirty="0">
                <a:solidFill>
                  <a:srgbClr val="3F3F3F"/>
                </a:solidFill>
                <a:latin typeface="Calibri"/>
                <a:cs typeface="Calibri"/>
              </a:rPr>
              <a:t>failure</a:t>
            </a:r>
            <a:r>
              <a:rPr sz="1800" spc="20" dirty="0">
                <a:solidFill>
                  <a:srgbClr val="3F3F3F"/>
                </a:solidFill>
                <a:latin typeface="Calibri"/>
                <a:cs typeface="Calibri"/>
              </a:rPr>
              <a:t> </a:t>
            </a:r>
            <a:r>
              <a:rPr sz="1800" spc="-5" dirty="0">
                <a:solidFill>
                  <a:srgbClr val="3F3F3F"/>
                </a:solidFill>
                <a:latin typeface="Calibri"/>
                <a:cs typeface="Calibri"/>
              </a:rPr>
              <a:t>or</a:t>
            </a:r>
            <a:r>
              <a:rPr sz="1800" spc="20" dirty="0">
                <a:solidFill>
                  <a:srgbClr val="3F3F3F"/>
                </a:solidFill>
                <a:latin typeface="Calibri"/>
                <a:cs typeface="Calibri"/>
              </a:rPr>
              <a:t> </a:t>
            </a:r>
            <a:r>
              <a:rPr sz="1800" spc="-10" dirty="0">
                <a:solidFill>
                  <a:srgbClr val="3F3F3F"/>
                </a:solidFill>
                <a:latin typeface="Calibri"/>
                <a:cs typeface="Calibri"/>
              </a:rPr>
              <a:t>corruption</a:t>
            </a:r>
            <a:r>
              <a:rPr sz="1800" spc="25" dirty="0">
                <a:solidFill>
                  <a:srgbClr val="3F3F3F"/>
                </a:solidFill>
                <a:latin typeface="Calibri"/>
                <a:cs typeface="Calibri"/>
              </a:rPr>
              <a:t> </a:t>
            </a:r>
            <a:r>
              <a:rPr sz="1800" spc="-5" dirty="0">
                <a:solidFill>
                  <a:srgbClr val="3F3F3F"/>
                </a:solidFill>
                <a:latin typeface="Calibri"/>
                <a:cs typeface="Calibri"/>
              </a:rPr>
              <a:t>in</a:t>
            </a:r>
            <a:r>
              <a:rPr sz="1800" spc="20" dirty="0">
                <a:solidFill>
                  <a:srgbClr val="3F3F3F"/>
                </a:solidFill>
                <a:latin typeface="Calibri"/>
                <a:cs typeface="Calibri"/>
              </a:rPr>
              <a:t> </a:t>
            </a:r>
            <a:r>
              <a:rPr sz="1800" spc="-5" dirty="0">
                <a:solidFill>
                  <a:srgbClr val="3F3F3F"/>
                </a:solidFill>
                <a:latin typeface="Calibri"/>
                <a:cs typeface="Calibri"/>
              </a:rPr>
              <a:t>one</a:t>
            </a:r>
            <a:r>
              <a:rPr sz="1800" spc="20" dirty="0">
                <a:solidFill>
                  <a:srgbClr val="3F3F3F"/>
                </a:solidFill>
                <a:latin typeface="Calibri"/>
                <a:cs typeface="Calibri"/>
              </a:rPr>
              <a:t> </a:t>
            </a:r>
            <a:r>
              <a:rPr sz="1800" spc="-35" dirty="0">
                <a:solidFill>
                  <a:srgbClr val="3F3F3F"/>
                </a:solidFill>
                <a:latin typeface="Calibri"/>
                <a:cs typeface="Calibri"/>
              </a:rPr>
              <a:t>router,</a:t>
            </a:r>
            <a:r>
              <a:rPr sz="1800" spc="15" dirty="0">
                <a:solidFill>
                  <a:srgbClr val="3F3F3F"/>
                </a:solidFill>
                <a:latin typeface="Calibri"/>
                <a:cs typeface="Calibri"/>
              </a:rPr>
              <a:t> </a:t>
            </a:r>
            <a:r>
              <a:rPr sz="1800" spc="-5" dirty="0">
                <a:solidFill>
                  <a:srgbClr val="3F3F3F"/>
                </a:solidFill>
                <a:latin typeface="Calibri"/>
                <a:cs typeface="Calibri"/>
              </a:rPr>
              <a:t>the</a:t>
            </a:r>
            <a:r>
              <a:rPr sz="1800" spc="20" dirty="0">
                <a:solidFill>
                  <a:srgbClr val="3F3F3F"/>
                </a:solidFill>
                <a:latin typeface="Calibri"/>
                <a:cs typeface="Calibri"/>
              </a:rPr>
              <a:t> </a:t>
            </a:r>
            <a:r>
              <a:rPr sz="1800" spc="-10" dirty="0">
                <a:solidFill>
                  <a:srgbClr val="3F3F3F"/>
                </a:solidFill>
                <a:latin typeface="Calibri"/>
                <a:cs typeface="Calibri"/>
              </a:rPr>
              <a:t>problem</a:t>
            </a:r>
            <a:r>
              <a:rPr sz="1800" spc="10" dirty="0">
                <a:solidFill>
                  <a:srgbClr val="3F3F3F"/>
                </a:solidFill>
                <a:latin typeface="Calibri"/>
                <a:cs typeface="Calibri"/>
              </a:rPr>
              <a:t> </a:t>
            </a:r>
            <a:r>
              <a:rPr sz="1800" spc="-5" dirty="0">
                <a:solidFill>
                  <a:srgbClr val="3F3F3F"/>
                </a:solidFill>
                <a:latin typeface="Calibri"/>
                <a:cs typeface="Calibri"/>
              </a:rPr>
              <a:t>will</a:t>
            </a:r>
            <a:r>
              <a:rPr sz="1800" spc="20" dirty="0">
                <a:solidFill>
                  <a:srgbClr val="3F3F3F"/>
                </a:solidFill>
                <a:latin typeface="Calibri"/>
                <a:cs typeface="Calibri"/>
              </a:rPr>
              <a:t> </a:t>
            </a:r>
            <a:r>
              <a:rPr sz="1800" dirty="0">
                <a:solidFill>
                  <a:srgbClr val="3F3F3F"/>
                </a:solidFill>
                <a:latin typeface="Calibri"/>
                <a:cs typeface="Calibri"/>
              </a:rPr>
              <a:t>be</a:t>
            </a:r>
            <a:r>
              <a:rPr sz="1800" spc="25" dirty="0">
                <a:solidFill>
                  <a:srgbClr val="3F3F3F"/>
                </a:solidFill>
                <a:latin typeface="Calibri"/>
                <a:cs typeface="Calibri"/>
              </a:rPr>
              <a:t> </a:t>
            </a:r>
            <a:r>
              <a:rPr sz="1800" spc="-15" dirty="0">
                <a:solidFill>
                  <a:srgbClr val="3F3F3F"/>
                </a:solidFill>
                <a:latin typeface="Calibri"/>
                <a:cs typeface="Calibri"/>
              </a:rPr>
              <a:t>propagated</a:t>
            </a:r>
            <a:r>
              <a:rPr sz="1800" spc="5" dirty="0">
                <a:solidFill>
                  <a:srgbClr val="3F3F3F"/>
                </a:solidFill>
                <a:latin typeface="Calibri"/>
                <a:cs typeface="Calibri"/>
              </a:rPr>
              <a:t> </a:t>
            </a:r>
            <a:r>
              <a:rPr sz="1800" spc="-10" dirty="0">
                <a:solidFill>
                  <a:srgbClr val="3F3F3F"/>
                </a:solidFill>
                <a:latin typeface="Calibri"/>
                <a:cs typeface="Calibri"/>
              </a:rPr>
              <a:t>to</a:t>
            </a:r>
            <a:r>
              <a:rPr sz="1800" spc="5" dirty="0">
                <a:solidFill>
                  <a:srgbClr val="3F3F3F"/>
                </a:solidFill>
                <a:latin typeface="Calibri"/>
                <a:cs typeface="Calibri"/>
              </a:rPr>
              <a:t> </a:t>
            </a:r>
            <a:r>
              <a:rPr sz="1800" spc="-5" dirty="0">
                <a:solidFill>
                  <a:srgbClr val="3F3F3F"/>
                </a:solidFill>
                <a:latin typeface="Calibri"/>
                <a:cs typeface="Calibri"/>
              </a:rPr>
              <a:t>all </a:t>
            </a:r>
            <a:r>
              <a:rPr sz="1800" spc="-390" dirty="0">
                <a:solidFill>
                  <a:srgbClr val="3F3F3F"/>
                </a:solidFill>
                <a:latin typeface="Calibri"/>
                <a:cs typeface="Calibri"/>
              </a:rPr>
              <a:t> </a:t>
            </a:r>
            <a:r>
              <a:rPr sz="1800" spc="-15" dirty="0">
                <a:solidFill>
                  <a:srgbClr val="3F3F3F"/>
                </a:solidFill>
                <a:latin typeface="Calibri"/>
                <a:cs typeface="Calibri"/>
              </a:rPr>
              <a:t>routers</a:t>
            </a:r>
            <a:r>
              <a:rPr sz="1800" spc="-5" dirty="0">
                <a:solidFill>
                  <a:srgbClr val="3F3F3F"/>
                </a:solidFill>
                <a:latin typeface="Calibri"/>
                <a:cs typeface="Calibri"/>
              </a:rPr>
              <a:t> </a:t>
            </a:r>
            <a:r>
              <a:rPr sz="1800" dirty="0">
                <a:solidFill>
                  <a:srgbClr val="3F3F3F"/>
                </a:solidFill>
                <a:latin typeface="Calibri"/>
                <a:cs typeface="Calibri"/>
              </a:rPr>
              <a:t>and </a:t>
            </a:r>
            <a:r>
              <a:rPr sz="1800" spc="-5" dirty="0">
                <a:solidFill>
                  <a:srgbClr val="3F3F3F"/>
                </a:solidFill>
                <a:latin typeface="Calibri"/>
                <a:cs typeface="Calibri"/>
              </a:rPr>
              <a:t>the</a:t>
            </a:r>
            <a:r>
              <a:rPr sz="1800" spc="15" dirty="0">
                <a:solidFill>
                  <a:srgbClr val="3F3F3F"/>
                </a:solidFill>
                <a:latin typeface="Calibri"/>
                <a:cs typeface="Calibri"/>
              </a:rPr>
              <a:t> </a:t>
            </a:r>
            <a:r>
              <a:rPr sz="1800" spc="-10" dirty="0">
                <a:solidFill>
                  <a:srgbClr val="3F3F3F"/>
                </a:solidFill>
                <a:latin typeface="Calibri"/>
                <a:cs typeface="Calibri"/>
              </a:rPr>
              <a:t>forwarding</a:t>
            </a:r>
            <a:r>
              <a:rPr sz="1800" spc="10" dirty="0">
                <a:solidFill>
                  <a:srgbClr val="3F3F3F"/>
                </a:solidFill>
                <a:latin typeface="Calibri"/>
                <a:cs typeface="Calibri"/>
              </a:rPr>
              <a:t> </a:t>
            </a:r>
            <a:r>
              <a:rPr sz="1800" spc="-5" dirty="0">
                <a:solidFill>
                  <a:srgbClr val="3F3F3F"/>
                </a:solidFill>
                <a:latin typeface="Calibri"/>
                <a:cs typeface="Calibri"/>
              </a:rPr>
              <a:t>in</a:t>
            </a:r>
            <a:r>
              <a:rPr sz="1800" spc="10" dirty="0">
                <a:solidFill>
                  <a:srgbClr val="3F3F3F"/>
                </a:solidFill>
                <a:latin typeface="Calibri"/>
                <a:cs typeface="Calibri"/>
              </a:rPr>
              <a:t> </a:t>
            </a:r>
            <a:r>
              <a:rPr sz="1800" spc="-5" dirty="0">
                <a:solidFill>
                  <a:srgbClr val="3F3F3F"/>
                </a:solidFill>
                <a:latin typeface="Calibri"/>
                <a:cs typeface="Calibri"/>
              </a:rPr>
              <a:t>each</a:t>
            </a:r>
            <a:r>
              <a:rPr sz="1800" spc="10" dirty="0">
                <a:solidFill>
                  <a:srgbClr val="3F3F3F"/>
                </a:solidFill>
                <a:latin typeface="Calibri"/>
                <a:cs typeface="Calibri"/>
              </a:rPr>
              <a:t> </a:t>
            </a:r>
            <a:r>
              <a:rPr sz="1800" spc="-15" dirty="0">
                <a:solidFill>
                  <a:srgbClr val="3F3F3F"/>
                </a:solidFill>
                <a:latin typeface="Calibri"/>
                <a:cs typeface="Calibri"/>
              </a:rPr>
              <a:t>router</a:t>
            </a:r>
            <a:r>
              <a:rPr sz="1800" spc="5" dirty="0">
                <a:solidFill>
                  <a:srgbClr val="3F3F3F"/>
                </a:solidFill>
                <a:latin typeface="Calibri"/>
                <a:cs typeface="Calibri"/>
              </a:rPr>
              <a:t> </a:t>
            </a:r>
            <a:r>
              <a:rPr sz="1800" spc="-5" dirty="0">
                <a:solidFill>
                  <a:srgbClr val="3F3F3F"/>
                </a:solidFill>
                <a:latin typeface="Calibri"/>
                <a:cs typeface="Calibri"/>
              </a:rPr>
              <a:t>will</a:t>
            </a:r>
            <a:r>
              <a:rPr sz="1800" spc="5" dirty="0">
                <a:solidFill>
                  <a:srgbClr val="3F3F3F"/>
                </a:solidFill>
                <a:latin typeface="Calibri"/>
                <a:cs typeface="Calibri"/>
              </a:rPr>
              <a:t> </a:t>
            </a:r>
            <a:r>
              <a:rPr sz="1800" dirty="0">
                <a:solidFill>
                  <a:srgbClr val="3F3F3F"/>
                </a:solidFill>
                <a:latin typeface="Calibri"/>
                <a:cs typeface="Calibri"/>
              </a:rPr>
              <a:t>be</a:t>
            </a:r>
            <a:r>
              <a:rPr sz="1800" spc="15" dirty="0">
                <a:solidFill>
                  <a:srgbClr val="3F3F3F"/>
                </a:solidFill>
                <a:latin typeface="Calibri"/>
                <a:cs typeface="Calibri"/>
              </a:rPr>
              <a:t> </a:t>
            </a:r>
            <a:r>
              <a:rPr sz="1800" spc="-15" dirty="0">
                <a:solidFill>
                  <a:srgbClr val="3F3F3F"/>
                </a:solidFill>
                <a:latin typeface="Calibri"/>
                <a:cs typeface="Calibri"/>
              </a:rPr>
              <a:t>affected.</a:t>
            </a:r>
            <a:endParaRPr sz="1800">
              <a:latin typeface="Calibri"/>
              <a:cs typeface="Calibri"/>
            </a:endParaRPr>
          </a:p>
        </p:txBody>
      </p:sp>
      <p:grpSp>
        <p:nvGrpSpPr>
          <p:cNvPr id="4" name="object 4"/>
          <p:cNvGrpSpPr/>
          <p:nvPr/>
        </p:nvGrpSpPr>
        <p:grpSpPr>
          <a:xfrm>
            <a:off x="457200" y="6792467"/>
            <a:ext cx="9142730" cy="521334"/>
            <a:chOff x="457200" y="6792467"/>
            <a:chExt cx="9142730" cy="521334"/>
          </a:xfrm>
        </p:grpSpPr>
        <p:sp>
          <p:nvSpPr>
            <p:cNvPr id="5" name="object 5"/>
            <p:cNvSpPr/>
            <p:nvPr/>
          </p:nvSpPr>
          <p:spPr>
            <a:xfrm>
              <a:off x="457200" y="6857999"/>
              <a:ext cx="9142730" cy="455930"/>
            </a:xfrm>
            <a:custGeom>
              <a:avLst/>
              <a:gdLst/>
              <a:ahLst/>
              <a:cxnLst/>
              <a:rect l="l" t="t" r="r" b="b"/>
              <a:pathLst>
                <a:path w="9142730" h="455929">
                  <a:moveTo>
                    <a:pt x="9142475" y="0"/>
                  </a:moveTo>
                  <a:lnTo>
                    <a:pt x="0" y="0"/>
                  </a:lnTo>
                  <a:lnTo>
                    <a:pt x="0" y="455675"/>
                  </a:lnTo>
                  <a:lnTo>
                    <a:pt x="9142475" y="455675"/>
                  </a:lnTo>
                  <a:lnTo>
                    <a:pt x="9142475" y="0"/>
                  </a:lnTo>
                  <a:close/>
                </a:path>
              </a:pathLst>
            </a:custGeom>
            <a:solidFill>
              <a:srgbClr val="2682C6"/>
            </a:solidFill>
          </p:spPr>
          <p:txBody>
            <a:bodyPr wrap="square" lIns="0" tIns="0" rIns="0" bIns="0" rtlCol="0"/>
            <a:lstStyle/>
            <a:p>
              <a:endParaRPr/>
            </a:p>
          </p:txBody>
        </p:sp>
        <p:sp>
          <p:nvSpPr>
            <p:cNvPr id="6" name="object 6"/>
            <p:cNvSpPr/>
            <p:nvPr/>
          </p:nvSpPr>
          <p:spPr>
            <a:xfrm>
              <a:off x="457200" y="6792467"/>
              <a:ext cx="9142730" cy="64135"/>
            </a:xfrm>
            <a:custGeom>
              <a:avLst/>
              <a:gdLst/>
              <a:ahLst/>
              <a:cxnLst/>
              <a:rect l="l" t="t" r="r" b="b"/>
              <a:pathLst>
                <a:path w="9142730" h="64134">
                  <a:moveTo>
                    <a:pt x="9142475" y="0"/>
                  </a:moveTo>
                  <a:lnTo>
                    <a:pt x="0" y="0"/>
                  </a:lnTo>
                  <a:lnTo>
                    <a:pt x="0" y="64008"/>
                  </a:lnTo>
                  <a:lnTo>
                    <a:pt x="9142475" y="64008"/>
                  </a:lnTo>
                  <a:lnTo>
                    <a:pt x="9142475" y="0"/>
                  </a:lnTo>
                  <a:close/>
                </a:path>
              </a:pathLst>
            </a:custGeom>
            <a:solidFill>
              <a:srgbClr val="1CACE4"/>
            </a:solidFill>
          </p:spPr>
          <p:txBody>
            <a:bodyPr wrap="square" lIns="0" tIns="0" rIns="0" bIns="0" rtlCol="0"/>
            <a:lstStyle/>
            <a:p>
              <a:endParaRPr/>
            </a:p>
          </p:txBody>
        </p:sp>
      </p:gr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00"/>
              </a:lnSpc>
            </a:pPr>
            <a:fld id="{81D60167-4931-47E6-BA6A-407CBD079E47}" type="slidenum">
              <a:rPr dirty="0"/>
              <a:pPr marL="38100">
                <a:lnSpc>
                  <a:spcPts val="1100"/>
                </a:lnSpc>
              </a:pPr>
              <a:t>96</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1134</TotalTime>
  <Words>8875</Words>
  <Application>Microsoft Office PowerPoint</Application>
  <PresentationFormat>Custom</PresentationFormat>
  <Paragraphs>695</Paragraphs>
  <Slides>96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96</vt:i4>
      </vt:variant>
    </vt:vector>
  </HeadingPairs>
  <TitlesOfParts>
    <vt:vector size="103" baseType="lpstr">
      <vt:lpstr>Arial</vt:lpstr>
      <vt:lpstr>Arial MT</vt:lpstr>
      <vt:lpstr>Calibri</vt:lpstr>
      <vt:lpstr>Times New Roman</vt:lpstr>
      <vt:lpstr>Trebuchet MS</vt:lpstr>
      <vt:lpstr>Wingdings</vt:lpstr>
      <vt:lpstr>Office Theme</vt:lpstr>
      <vt:lpstr>Unit-3</vt:lpstr>
      <vt:lpstr>Outline of Unit-3</vt:lpstr>
      <vt:lpstr>Internet Protocol Version</vt:lpstr>
      <vt:lpstr>Address space</vt:lpstr>
      <vt:lpstr>Notation</vt:lpstr>
      <vt:lpstr>Hierarchy in Addressing</vt:lpstr>
      <vt:lpstr>Classful Addressing</vt:lpstr>
      <vt:lpstr>Classful Addressing cont…</vt:lpstr>
      <vt:lpstr>Address Depletion</vt:lpstr>
      <vt:lpstr>Classless Addressing</vt:lpstr>
      <vt:lpstr>Classless Addressing</vt:lpstr>
      <vt:lpstr>Prefix Length: Slash Notation</vt:lpstr>
      <vt:lpstr>Extracting Information from an Address</vt:lpstr>
      <vt:lpstr>Example 1</vt:lpstr>
      <vt:lpstr>Network Address</vt:lpstr>
      <vt:lpstr>Network Address</vt:lpstr>
      <vt:lpstr>Block Allocation</vt:lpstr>
      <vt:lpstr>Example</vt:lpstr>
      <vt:lpstr>Subnetting</vt:lpstr>
      <vt:lpstr>Example</vt:lpstr>
      <vt:lpstr>Example</vt:lpstr>
      <vt:lpstr>Example</vt:lpstr>
      <vt:lpstr>Example</vt:lpstr>
      <vt:lpstr>Problems</vt:lpstr>
      <vt:lpstr>Problems Cont…</vt:lpstr>
      <vt:lpstr>Address Aggregation</vt:lpstr>
      <vt:lpstr>Address Aggregation</vt:lpstr>
      <vt:lpstr>Address Aggregation</vt:lpstr>
      <vt:lpstr>Main and Auxiliary Protocols</vt:lpstr>
      <vt:lpstr>Main and Auxiliary Protocols</vt:lpstr>
      <vt:lpstr>IPv4</vt:lpstr>
      <vt:lpstr>IPv4</vt:lpstr>
      <vt:lpstr>IPv4 Datagram Format</vt:lpstr>
      <vt:lpstr>IPv4 Datagram Format</vt:lpstr>
      <vt:lpstr>IPv4 Datagram Format</vt:lpstr>
      <vt:lpstr>IPv4 Datagram Format</vt:lpstr>
      <vt:lpstr>IPv4 Datagram Format</vt:lpstr>
      <vt:lpstr>IPv4 Datagram Format</vt:lpstr>
      <vt:lpstr>Fragmentation</vt:lpstr>
      <vt:lpstr>Maximum Transfer Unit (MTU)</vt:lpstr>
      <vt:lpstr>Fragmentation</vt:lpstr>
      <vt:lpstr>Fragmentation</vt:lpstr>
      <vt:lpstr>Fragmentation</vt:lpstr>
      <vt:lpstr>Fragmentation</vt:lpstr>
      <vt:lpstr>Fragmentation</vt:lpstr>
      <vt:lpstr>Fragmentation</vt:lpstr>
      <vt:lpstr>Problems</vt:lpstr>
      <vt:lpstr>Fragmentation - example</vt:lpstr>
      <vt:lpstr>Fragmentation - example</vt:lpstr>
      <vt:lpstr>Fragmentation - example</vt:lpstr>
      <vt:lpstr>Fragmentation - example</vt:lpstr>
      <vt:lpstr>Fragmentation - example</vt:lpstr>
      <vt:lpstr>Routing Algorithms - Distance-Vector Routing</vt:lpstr>
      <vt:lpstr>Bellman-Ford Equation</vt:lpstr>
      <vt:lpstr>Bellman-Ford Equation</vt:lpstr>
      <vt:lpstr>Distance vector</vt:lpstr>
      <vt:lpstr>Distance vector</vt:lpstr>
      <vt:lpstr>Distance vector</vt:lpstr>
      <vt:lpstr>First distance vector for an internet</vt:lpstr>
      <vt:lpstr>Updating distance vectors</vt:lpstr>
      <vt:lpstr>Updating distance vectors</vt:lpstr>
      <vt:lpstr>Distance-Vector Routing Algorithm</vt:lpstr>
      <vt:lpstr>Problem with DVR- Count to infinity</vt:lpstr>
      <vt:lpstr>Count to infinity - Two-Node Loop</vt:lpstr>
      <vt:lpstr>Count to infinity - Two-Node Loop</vt:lpstr>
      <vt:lpstr>Solution to instability - split horizon</vt:lpstr>
      <vt:lpstr>Poisoned Reverse</vt:lpstr>
      <vt:lpstr>Link-State Routing</vt:lpstr>
      <vt:lpstr>Link-State Database (LSDB)</vt:lpstr>
      <vt:lpstr>LSDB creation</vt:lpstr>
      <vt:lpstr>LSDB creation</vt:lpstr>
      <vt:lpstr>Formation of Least-Cost Trees</vt:lpstr>
      <vt:lpstr>Formation of Least-Cost Trees</vt:lpstr>
      <vt:lpstr>Formation of Least-Cost Trees</vt:lpstr>
      <vt:lpstr>Formation of Least-Cost Trees</vt:lpstr>
      <vt:lpstr>Formation of Least-Cost Trees</vt:lpstr>
      <vt:lpstr>Problem </vt:lpstr>
      <vt:lpstr>Problems</vt:lpstr>
      <vt:lpstr>Unicast routing protocols</vt:lpstr>
      <vt:lpstr>Autonomous Systems</vt:lpstr>
      <vt:lpstr>Routing Information Protocol (RIP)</vt:lpstr>
      <vt:lpstr>RIP – Hop count</vt:lpstr>
      <vt:lpstr>RIP – Hop count</vt:lpstr>
      <vt:lpstr>RIP- Forwarding Tables</vt:lpstr>
      <vt:lpstr>RIP- Forwarding Tables</vt:lpstr>
      <vt:lpstr>RIP Implementation</vt:lpstr>
      <vt:lpstr>RIP Messages</vt:lpstr>
      <vt:lpstr>RIP Messages</vt:lpstr>
      <vt:lpstr>RIP Algorithm</vt:lpstr>
      <vt:lpstr>RIP Algorithm - three cases</vt:lpstr>
      <vt:lpstr>Realistic example of the operation of RIP</vt:lpstr>
      <vt:lpstr>Realistic example of the operation of RIP</vt:lpstr>
      <vt:lpstr>Realistic example of the operation of RIP</vt:lpstr>
      <vt:lpstr>Timers in RIP</vt:lpstr>
      <vt:lpstr>Timers in RIP</vt:lpstr>
      <vt:lpstr>Performance of RIP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dc:title>
  <dc:creator>Arun K</dc:creator>
  <cp:lastModifiedBy>Chitransh Srivastava</cp:lastModifiedBy>
  <cp:revision>20</cp:revision>
  <dcterms:created xsi:type="dcterms:W3CDTF">2023-06-17T07:47:46Z</dcterms:created>
  <dcterms:modified xsi:type="dcterms:W3CDTF">2023-07-30T22:08:30Z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2022-07-01T00:00:00Z</vt:filetime>
  </property>
  <property fmtid="{D5CDD505-2E9C-101B-9397-08002B2CF9AE}" pid="3" name="Creator">
    <vt:lpwstr>Nitro Pro 10  (10. 5. 2. 11)</vt:lpwstr>
  </property>
  <property fmtid="{D5CDD505-2E9C-101B-9397-08002B2CF9AE}" pid="4" name="LastSaved">
    <vt:filetime>2023-06-17T00:00:00Z</vt:filetime>
  </property>
</Properties>
</file>