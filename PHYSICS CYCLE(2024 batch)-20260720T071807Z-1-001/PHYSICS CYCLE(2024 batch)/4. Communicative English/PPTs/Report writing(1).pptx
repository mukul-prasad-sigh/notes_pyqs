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8" r:id="rId3"/>
    <p:sldId id="281" r:id="rId4"/>
    <p:sldId id="279" r:id="rId5"/>
    <p:sldId id="269" r:id="rId6"/>
    <p:sldId id="270" r:id="rId7"/>
    <p:sldId id="271" r:id="rId8"/>
    <p:sldId id="272" r:id="rId9"/>
    <p:sldId id="273" r:id="rId10"/>
    <p:sldId id="274" r:id="rId11"/>
    <p:sldId id="276" r:id="rId12"/>
    <p:sldId id="282" r:id="rId13"/>
    <p:sldId id="275" r:id="rId14"/>
    <p:sldId id="277" r:id="rId15"/>
    <p:sldId id="28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698C7-412E-4BE2-9C2A-6E2DB3F288D3}" type="datetimeFigureOut">
              <a:rPr lang="en-US" smtClean="0"/>
              <a:t>3/28/2022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DAD9E-8A91-4AB3-9B48-C031B01C13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64489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698C7-412E-4BE2-9C2A-6E2DB3F288D3}" type="datetimeFigureOut">
              <a:rPr lang="en-US" smtClean="0"/>
              <a:t>3/28/2022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DAD9E-8A91-4AB3-9B48-C031B01C13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3949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698C7-412E-4BE2-9C2A-6E2DB3F288D3}" type="datetimeFigureOut">
              <a:rPr lang="en-US" smtClean="0"/>
              <a:t>3/28/2022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DAD9E-8A91-4AB3-9B48-C031B01C13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5468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698C7-412E-4BE2-9C2A-6E2DB3F288D3}" type="datetimeFigureOut">
              <a:rPr lang="en-US" smtClean="0"/>
              <a:t>3/28/2022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DAD9E-8A91-4AB3-9B48-C031B01C13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0690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698C7-412E-4BE2-9C2A-6E2DB3F288D3}" type="datetimeFigureOut">
              <a:rPr lang="en-US" smtClean="0"/>
              <a:t>3/28/2022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DAD9E-8A91-4AB3-9B48-C031B01C13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958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698C7-412E-4BE2-9C2A-6E2DB3F288D3}" type="datetimeFigureOut">
              <a:rPr lang="en-US" smtClean="0"/>
              <a:t>3/28/2022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DAD9E-8A91-4AB3-9B48-C031B01C13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7376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698C7-412E-4BE2-9C2A-6E2DB3F288D3}" type="datetimeFigureOut">
              <a:rPr lang="en-US" smtClean="0"/>
              <a:t>3/28/2022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DAD9E-8A91-4AB3-9B48-C031B01C13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4710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698C7-412E-4BE2-9C2A-6E2DB3F288D3}" type="datetimeFigureOut">
              <a:rPr lang="en-US" smtClean="0"/>
              <a:t>3/28/2022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DAD9E-8A91-4AB3-9B48-C031B01C13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8808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698C7-412E-4BE2-9C2A-6E2DB3F288D3}" type="datetimeFigureOut">
              <a:rPr lang="en-US" smtClean="0"/>
              <a:t>3/28/2022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DAD9E-8A91-4AB3-9B48-C031B01C13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7953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698C7-412E-4BE2-9C2A-6E2DB3F288D3}" type="datetimeFigureOut">
              <a:rPr lang="en-US" smtClean="0"/>
              <a:t>3/28/2022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DAD9E-8A91-4AB3-9B48-C031B01C13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3712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698C7-412E-4BE2-9C2A-6E2DB3F288D3}" type="datetimeFigureOut">
              <a:rPr lang="en-US" smtClean="0"/>
              <a:t>3/28/2022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DAD9E-8A91-4AB3-9B48-C031B01C13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0549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9698C7-412E-4BE2-9C2A-6E2DB3F288D3}" type="datetimeFigureOut">
              <a:rPr lang="en-US" smtClean="0"/>
              <a:t>3/28/2022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5DAD9E-8A91-4AB3-9B48-C031B01C13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3575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0" lang="en-US" sz="3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Communicative English  </a:t>
            </a:r>
            <a:b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</a:b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Department – Humanities and Social Sciences</a:t>
            </a:r>
            <a:r>
              <a:rPr kumimoji="0" lang="en-US" sz="5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</a:t>
            </a:r>
            <a:r>
              <a:rPr lang="en-US" dirty="0"/>
              <a:t>  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Report Writing </a:t>
            </a:r>
          </a:p>
          <a:p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Faculty – Dr. Kiran Magavi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98127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1132D0-9C9A-4B46-BB46-1C706D21C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60091"/>
          </a:xfrm>
        </p:spPr>
        <p:txBody>
          <a:bodyPr>
            <a:normAutofit/>
          </a:bodyPr>
          <a:lstStyle/>
          <a:p>
            <a:r>
              <a:rPr lang="en-US" dirty="0"/>
              <a:t>Introduction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47493B-182B-41E1-83A5-2F35C8D913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4217" y="1669773"/>
            <a:ext cx="10515600" cy="4584563"/>
          </a:xfrm>
        </p:spPr>
        <p:txBody>
          <a:bodyPr/>
          <a:lstStyle/>
          <a:p>
            <a:r>
              <a:rPr lang="en-US" dirty="0"/>
              <a:t>A report is a written account of something that one has observed, heard, done, or investigated. </a:t>
            </a:r>
          </a:p>
          <a:p>
            <a:r>
              <a:rPr lang="en-US" dirty="0"/>
              <a:t>It is a systematic and well-organized presentation of facts and findings of an event that has already taken place somewhere.</a:t>
            </a:r>
          </a:p>
          <a:p>
            <a:r>
              <a:rPr lang="en-US" dirty="0"/>
              <a:t>Reports are divided into sections with headings and subheadings.</a:t>
            </a:r>
          </a:p>
          <a:p>
            <a:r>
              <a:rPr lang="en-US" dirty="0"/>
              <a:t> Reports can be academic, technical, or business-oriented, and feature recommendations for specific actions. </a:t>
            </a:r>
          </a:p>
          <a:p>
            <a:r>
              <a:rPr lang="en-US" dirty="0"/>
              <a:t>Reports are written to present facts about a situation, project, or process and will define and analyze the issue at hand.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35987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BDA52-1783-4DBD-A26E-E8ECE91A20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Difference between report and essay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CD6A77-D689-4407-936F-0856C5CCB0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 key difference between an essay and a report is that - </a:t>
            </a:r>
          </a:p>
          <a:p>
            <a:pPr marL="0" indent="0">
              <a:buNone/>
            </a:pPr>
            <a:r>
              <a:rPr lang="en-US" dirty="0"/>
              <a:t>1.  an essay focuses on developing an argument or point of view, while a report centers on solving a problem and presenting research findings. </a:t>
            </a:r>
          </a:p>
          <a:p>
            <a:pPr marL="0" indent="0">
              <a:buNone/>
            </a:pPr>
            <a:r>
              <a:rPr lang="en-US" dirty="0"/>
              <a:t>2. one can also use headings (this is something not done in an essay) to identify sections of the report (i.e., Discussion, Conclusion, etc.).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154042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DDAAB-F545-47E6-9290-09E4269A0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IN" dirty="0"/>
            </a:br>
            <a:r>
              <a:rPr lang="en-IN" dirty="0"/>
              <a:t>Types of Reports 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3BCD4A-70BC-4E93-BFB2-889D01A8C7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/>
          </a:bodyPr>
          <a:lstStyle/>
          <a:p>
            <a:r>
              <a:rPr lang="en-US" dirty="0"/>
              <a:t>Long Report and Short Reports</a:t>
            </a:r>
          </a:p>
          <a:p>
            <a:r>
              <a:rPr lang="en-US" dirty="0"/>
              <a:t>Internal and External Reports</a:t>
            </a:r>
          </a:p>
          <a:p>
            <a:r>
              <a:rPr lang="en-US" dirty="0"/>
              <a:t>Vertical and Lateral Reports</a:t>
            </a:r>
          </a:p>
          <a:p>
            <a:r>
              <a:rPr lang="en-US" dirty="0"/>
              <a:t>Periodic Reports</a:t>
            </a:r>
          </a:p>
          <a:p>
            <a:r>
              <a:rPr lang="en-US" dirty="0"/>
              <a:t>Formal and Informal Reports</a:t>
            </a:r>
          </a:p>
          <a:p>
            <a:r>
              <a:rPr lang="en-US" dirty="0"/>
              <a:t>Informational and Analytical Reports</a:t>
            </a:r>
          </a:p>
          <a:p>
            <a:r>
              <a:rPr lang="en-US" dirty="0"/>
              <a:t>Proposal Reports</a:t>
            </a:r>
          </a:p>
          <a:p>
            <a:r>
              <a:rPr lang="en-US" dirty="0"/>
              <a:t>Functional Reports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b="1" i="1" dirty="0">
                <a:solidFill>
                  <a:srgbClr val="00B0F0"/>
                </a:solidFill>
              </a:rPr>
              <a:t>the above to be discussed in part 2 – Report Writing </a:t>
            </a:r>
            <a:endParaRPr lang="en-IN" b="1" i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16935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41DF4-DFA0-4AB9-BC54-F90A6F375E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1553"/>
          </a:xfrm>
        </p:spPr>
        <p:txBody>
          <a:bodyPr/>
          <a:lstStyle/>
          <a:p>
            <a:r>
              <a:rPr lang="en-US" dirty="0"/>
              <a:t>Importance of reports and report writing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C42BCB-CEE2-4B47-8DB0-8D29B5064E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8226"/>
            <a:ext cx="10515600" cy="5009321"/>
          </a:xfrm>
        </p:spPr>
        <p:txBody>
          <a:bodyPr>
            <a:normAutofit/>
          </a:bodyPr>
          <a:lstStyle/>
          <a:p>
            <a:r>
              <a:rPr lang="en-US" dirty="0"/>
              <a:t>In the world of business, report writing and report writing types are deemed the most research-based writing</a:t>
            </a:r>
          </a:p>
          <a:p>
            <a:r>
              <a:rPr lang="en-US" dirty="0"/>
              <a:t>It is a  highly qualified form of writing that clarifies business process and its modules.</a:t>
            </a:r>
          </a:p>
          <a:p>
            <a:r>
              <a:rPr lang="en-US" dirty="0"/>
              <a:t> It creates a more desirable understanding of the data and facts for the target audience.</a:t>
            </a:r>
          </a:p>
          <a:p>
            <a:r>
              <a:rPr lang="en-US" dirty="0"/>
              <a:t>For writing a best report there is crucial need to have a proper understanding about each of its element.</a:t>
            </a:r>
          </a:p>
          <a:p>
            <a:r>
              <a:rPr lang="en-US" dirty="0"/>
              <a:t>Report writing requires a high skill set as well as an experienced writer who has proper understanding of writing a report.</a:t>
            </a:r>
          </a:p>
          <a:p>
            <a:pPr marL="0" indent="0">
              <a:buNone/>
            </a:pPr>
            <a:r>
              <a:rPr lang="en-US" dirty="0"/>
              <a:t>                                                                                                Contd…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88314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FCDFB1-17C9-4C2A-AE12-A51F758243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16834"/>
            <a:ext cx="10515600" cy="6188765"/>
          </a:xfrm>
        </p:spPr>
        <p:txBody>
          <a:bodyPr>
            <a:normAutofit lnSpcReduction="10000"/>
          </a:bodyPr>
          <a:lstStyle/>
          <a:p>
            <a:r>
              <a:rPr lang="en-US" dirty="0"/>
              <a:t>Report Writing is a systematic writing process that requires skills, research and details.</a:t>
            </a:r>
          </a:p>
          <a:p>
            <a:r>
              <a:rPr lang="en-US" dirty="0"/>
              <a:t>Report writing process is generally a very time-consuming process</a:t>
            </a:r>
          </a:p>
          <a:p>
            <a:r>
              <a:rPr lang="en-US" dirty="0"/>
              <a:t>It is used in explaining matters or issues informing higher authorities to assist them taking a right decision in regards to the matters or issues.</a:t>
            </a:r>
          </a:p>
          <a:p>
            <a:r>
              <a:rPr lang="en-US" dirty="0"/>
              <a:t>Main focus of the report writer is to make the whole-thing self explanatory to enlighten the readers about a matter or issue.</a:t>
            </a:r>
          </a:p>
          <a:p>
            <a:r>
              <a:rPr lang="en-US" dirty="0"/>
              <a:t>Creativity doesn’t play a vital role in report writing.</a:t>
            </a:r>
          </a:p>
          <a:p>
            <a:r>
              <a:rPr lang="en-US" dirty="0"/>
              <a:t>Report Writing is the dominant tool of media personnel. </a:t>
            </a:r>
          </a:p>
          <a:p>
            <a:r>
              <a:rPr lang="en-US" dirty="0"/>
              <a:t>They hand over information about any incident or topic in the form of report writing.</a:t>
            </a:r>
          </a:p>
          <a:p>
            <a:r>
              <a:rPr lang="en-US" dirty="0"/>
              <a:t> Apart from this, it is also required in other sectors like politics, government, corporate etc.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311466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754FF7-B4E6-4CB4-912E-D439AC1B93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Elements of a good report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0F855D-2A94-4085-8911-EDAFE44389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report is a well organized, well planned document that evaluates a subject or problem, and it may include:</a:t>
            </a:r>
          </a:p>
          <a:p>
            <a:r>
              <a:rPr lang="en-US" dirty="0"/>
              <a:t>The systematic record of ordered events</a:t>
            </a:r>
          </a:p>
          <a:p>
            <a:r>
              <a:rPr lang="en-US" dirty="0"/>
              <a:t>Explanation of the implication of events</a:t>
            </a:r>
          </a:p>
          <a:p>
            <a:r>
              <a:rPr lang="en-US" dirty="0"/>
              <a:t>Assessment of the facts of research</a:t>
            </a:r>
          </a:p>
          <a:p>
            <a:r>
              <a:rPr lang="en-US" dirty="0"/>
              <a:t>Discussion of the outcomes of a course of action</a:t>
            </a:r>
          </a:p>
          <a:p>
            <a:r>
              <a:rPr lang="en-US" dirty="0"/>
              <a:t>References</a:t>
            </a:r>
          </a:p>
          <a:p>
            <a:r>
              <a:rPr lang="en-US" dirty="0"/>
              <a:t>Conclusions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097145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70F7E2-B8F8-4FA7-80FB-FAA11EA21C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42122"/>
            <a:ext cx="10515600" cy="543484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Contd…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Reports must always be:</a:t>
            </a:r>
          </a:p>
          <a:p>
            <a:r>
              <a:rPr lang="en-US" dirty="0"/>
              <a:t>Accurate</a:t>
            </a:r>
          </a:p>
          <a:p>
            <a:r>
              <a:rPr lang="en-US" dirty="0"/>
              <a:t>Crisp</a:t>
            </a:r>
          </a:p>
          <a:p>
            <a:r>
              <a:rPr lang="en-US" dirty="0"/>
              <a:t>Understandable</a:t>
            </a:r>
          </a:p>
          <a:p>
            <a:r>
              <a:rPr lang="en-US" dirty="0"/>
              <a:t>Well-Prepared</a:t>
            </a:r>
          </a:p>
          <a:p>
            <a:pPr marL="0" indent="0">
              <a:buNone/>
            </a:pPr>
            <a:r>
              <a:rPr lang="en-US" b="1" i="1" dirty="0">
                <a:solidFill>
                  <a:srgbClr val="00B050"/>
                </a:solidFill>
              </a:rPr>
              <a:t>Every firm has its own report writing format and hence a writer can’t make use of a specific format for different reports. It is a profession that is catching up now, especially freelance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767716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31406-5236-4921-B548-27BDC02C1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IN" dirty="0"/>
            </a:br>
            <a:r>
              <a:rPr lang="en-IN" dirty="0"/>
              <a:t>Formal Report Writing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5CD1B-F765-4824-8C9D-67157B0596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Formal Report Writing is much complicated and time-consuming. Generally, it demands an enormous research, references, lists, explanation, links and many other things.</a:t>
            </a:r>
          </a:p>
          <a:p>
            <a:endParaRPr lang="en-US" dirty="0"/>
          </a:p>
          <a:p>
            <a:r>
              <a:rPr lang="en-US" dirty="0"/>
              <a:t>These kinds of report writings are usually preferred for important matters, issues or incidents.</a:t>
            </a:r>
          </a:p>
          <a:p>
            <a:r>
              <a:rPr lang="en-US" dirty="0"/>
              <a:t> It is generally expensive and long.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32869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CC31E7-1FC3-43CF-8F90-0056A7E8D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Informal reports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87DBBE-2519-4D2E-8A6E-6C35E1BF05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018584"/>
          </a:xfrm>
        </p:spPr>
        <p:txBody>
          <a:bodyPr>
            <a:normAutofit/>
          </a:bodyPr>
          <a:lstStyle/>
          <a:p>
            <a:endParaRPr lang="en-US" dirty="0"/>
          </a:p>
          <a:p>
            <a:r>
              <a:rPr lang="en-US" dirty="0"/>
              <a:t>Informal report writing is easier as compared to formal report writing.</a:t>
            </a:r>
          </a:p>
          <a:p>
            <a:r>
              <a:rPr lang="en-US" dirty="0"/>
              <a:t> In this kind of writing, extensive research is not required </a:t>
            </a:r>
          </a:p>
          <a:p>
            <a:r>
              <a:rPr lang="en-US" dirty="0"/>
              <a:t>You just need to focus on the basic things including – Introduction, Discussion &amp; Recommendations.</a:t>
            </a:r>
          </a:p>
          <a:p>
            <a:r>
              <a:rPr lang="en-US" dirty="0"/>
              <a:t>This report writing has further few types, such as – Credit Report, Progress Report, Feasibility Report, Financial Report, Literary Report, Personal Evaluation and Sales Activity Report.</a:t>
            </a:r>
          </a:p>
        </p:txBody>
      </p:sp>
    </p:spTree>
    <p:extLst>
      <p:ext uri="{BB962C8B-B14F-4D97-AF65-F5344CB8AC3E}">
        <p14:creationId xmlns:p14="http://schemas.microsoft.com/office/powerpoint/2010/main" val="31830949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F08A92-2C3A-47BD-95A3-B820C4992F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61310"/>
          </a:xfrm>
        </p:spPr>
        <p:txBody>
          <a:bodyPr/>
          <a:lstStyle/>
          <a:p>
            <a:r>
              <a:rPr lang="en-US" dirty="0"/>
              <a:t>Steps to write a report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986ECF-E403-45BC-BE2A-5F3F1A1901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26435"/>
            <a:ext cx="10515600" cy="547314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For creating an effective and impressive report, you need to follow the right process. </a:t>
            </a:r>
          </a:p>
          <a:p>
            <a:pPr marL="0" indent="0">
              <a:buNone/>
            </a:pPr>
            <a:r>
              <a:rPr lang="en-US" dirty="0"/>
              <a:t>1. Declare the Objective:</a:t>
            </a:r>
          </a:p>
          <a:p>
            <a:r>
              <a:rPr lang="en-US" dirty="0"/>
              <a:t>Report Writer needs to keep a clear objective ahead in his mind, why is he creating a report. It assists him/her to stay focused on his report and produce quality outcomes.</a:t>
            </a:r>
          </a:p>
          <a:p>
            <a:pPr marL="0" indent="0">
              <a:buNone/>
            </a:pPr>
            <a:r>
              <a:rPr lang="en-US" dirty="0"/>
              <a:t>2. Understand The Audience:</a:t>
            </a:r>
          </a:p>
          <a:p>
            <a:r>
              <a:rPr lang="en-US" dirty="0"/>
              <a:t>If you understand your audience, you can definitely be guided to a quality report. Proper understanding can also lead the writer to alter the use of language, supporting material and data incorporated that can elevate the satisfaction for the set audience.</a:t>
            </a:r>
          </a:p>
          <a:p>
            <a:r>
              <a:rPr lang="en-US" dirty="0"/>
              <a:t>A good understanding makes the writer to present the report that suits their preference.                                                           </a:t>
            </a:r>
          </a:p>
          <a:p>
            <a:pPr marL="0" indent="0">
              <a:buNone/>
            </a:pPr>
            <a:r>
              <a:rPr lang="en-US" dirty="0"/>
              <a:t>                                                                                             Contd…..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67203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5CE200-586C-41C6-BAD0-072842553F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67410"/>
            <a:ext cx="10515600" cy="520955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3. Format Of Report and Types</a:t>
            </a:r>
          </a:p>
          <a:p>
            <a:r>
              <a:rPr lang="en-US" dirty="0"/>
              <a:t>For producing an effective report, a particular format must be followed, based on parameters like</a:t>
            </a:r>
          </a:p>
          <a:p>
            <a:r>
              <a:rPr lang="en-US" dirty="0"/>
              <a:t> Oral presentation or written report</a:t>
            </a:r>
          </a:p>
          <a:p>
            <a:r>
              <a:rPr lang="en-US" dirty="0"/>
              <a:t> Type of report – formal/informal</a:t>
            </a:r>
          </a:p>
          <a:p>
            <a:r>
              <a:rPr lang="en-US" dirty="0"/>
              <a:t>Technical or problem-solving</a:t>
            </a:r>
          </a:p>
          <a:p>
            <a:r>
              <a:rPr lang="en-US" dirty="0"/>
              <a:t>Annual or quarterly </a:t>
            </a:r>
          </a:p>
          <a:p>
            <a:r>
              <a:rPr lang="en-US" dirty="0"/>
              <a:t>Financial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i="1" dirty="0">
                <a:solidFill>
                  <a:srgbClr val="FF0000"/>
                </a:solidFill>
              </a:rPr>
              <a:t>designing of templates for reports makes it easier to prepare reports especially informal reports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662347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FD8DAAD-D309-4F47-8001-B26506D63E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38512" y="1934369"/>
            <a:ext cx="5514975" cy="4133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75654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6EFFF45-A81F-4281-BDCD-F44C792789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81739" y="980661"/>
            <a:ext cx="6427303" cy="4892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84209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257A1-E288-41D4-A3BC-836B5E2669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Parts of a project/ research report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F82F0F-C412-449B-B7B3-5EE9F4032D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Every report should have the following sections</a:t>
            </a:r>
          </a:p>
          <a:p>
            <a:r>
              <a:rPr lang="en-US" dirty="0"/>
              <a:t>Title page.</a:t>
            </a:r>
          </a:p>
          <a:p>
            <a:r>
              <a:rPr lang="en-US" dirty="0"/>
              <a:t>Table of contents.</a:t>
            </a:r>
          </a:p>
          <a:p>
            <a:r>
              <a:rPr lang="en-US" dirty="0"/>
              <a:t>Executive summary.</a:t>
            </a:r>
          </a:p>
          <a:p>
            <a:r>
              <a:rPr lang="en-US" dirty="0"/>
              <a:t>Introduction.</a:t>
            </a:r>
          </a:p>
          <a:p>
            <a:r>
              <a:rPr lang="en-US" dirty="0"/>
              <a:t>Discussion.</a:t>
            </a:r>
          </a:p>
          <a:p>
            <a:r>
              <a:rPr lang="en-US" dirty="0"/>
              <a:t>Conclusion.</a:t>
            </a:r>
          </a:p>
          <a:p>
            <a:r>
              <a:rPr lang="en-US" dirty="0"/>
              <a:t>Recommendations.</a:t>
            </a:r>
          </a:p>
          <a:p>
            <a:r>
              <a:rPr lang="en-US" dirty="0"/>
              <a:t>References.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087449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451</TotalTime>
  <Words>927</Words>
  <Application>Microsoft Office PowerPoint</Application>
  <PresentationFormat>Widescreen</PresentationFormat>
  <Paragraphs>99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Communicative English   Department – Humanities and Social Sciences    </vt:lpstr>
      <vt:lpstr>Introduction </vt:lpstr>
      <vt:lpstr>Difference between report and essay </vt:lpstr>
      <vt:lpstr> Types of Reports  </vt:lpstr>
      <vt:lpstr>Importance of reports and report writing </vt:lpstr>
      <vt:lpstr>PowerPoint Presentation</vt:lpstr>
      <vt:lpstr>Elements of a good report </vt:lpstr>
      <vt:lpstr>PowerPoint Presentation</vt:lpstr>
      <vt:lpstr> Formal Report Writing </vt:lpstr>
      <vt:lpstr>Informal reports </vt:lpstr>
      <vt:lpstr>Steps to write a report </vt:lpstr>
      <vt:lpstr>PowerPoint Presentation</vt:lpstr>
      <vt:lpstr>PowerPoint Presentation</vt:lpstr>
      <vt:lpstr>PowerPoint Presentation</vt:lpstr>
      <vt:lpstr> Parts of a project/ research report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kiraaan</dc:creator>
  <cp:lastModifiedBy>Rishi Magavi</cp:lastModifiedBy>
  <cp:revision>17</cp:revision>
  <dcterms:created xsi:type="dcterms:W3CDTF">2020-11-11T03:02:26Z</dcterms:created>
  <dcterms:modified xsi:type="dcterms:W3CDTF">2022-03-28T01:55:25Z</dcterms:modified>
</cp:coreProperties>
</file>