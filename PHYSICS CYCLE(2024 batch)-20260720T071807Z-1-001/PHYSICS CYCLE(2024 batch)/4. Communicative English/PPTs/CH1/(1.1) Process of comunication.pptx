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6" roundtripDataSignature="AMtx7mhMybTKlWHDevWIVWjFFiXCsAq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848139"/>
            <a:ext cx="9144000" cy="2968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Communicative English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Faculty – Dr. Kiran Magavi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rgbClr val="0E10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Communication &amp; process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Expanse or spread of communication </a:t>
            </a:r>
            <a:endParaRPr/>
          </a:p>
        </p:txBody>
      </p:sp>
      <p:sp>
        <p:nvSpPr>
          <p:cNvPr id="91" name="Google Shape;9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a baby sees its mother’s face for the first time, communication happens.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someone steps out onto a beach and the air touches his nose and the smell of the ocean comes into his mind, communication happens.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a Parliament passes and the President signs a new bill, communication happens.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a computer in Delhi calls up a computer in Tokyo and transmits a message, communication happens.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Root of the term – communication 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Communication is as old as the human race.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Several communications scholars have stated that the word "communication" is derived from the Latin verb "</a:t>
            </a:r>
            <a:r>
              <a:rPr i="1" lang="en-US"/>
              <a:t>communicare</a:t>
            </a:r>
            <a:r>
              <a:rPr lang="en-US"/>
              <a:t>" which means " to make common" or " to share".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It is also believed to have been based on a Latin word, "</a:t>
            </a:r>
            <a:r>
              <a:rPr i="1" lang="en-US"/>
              <a:t>cummunis</a:t>
            </a:r>
            <a:r>
              <a:rPr lang="en-US"/>
              <a:t>", which means to communicate and share, to impart a piece of information, a message, an idea or concept.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6"/>
            <a:ext cx="10515600" cy="826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Points to ponder  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302327"/>
            <a:ext cx="10515600" cy="5264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Communication is the modus operandi of social and commercial intercourse.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It is communication, which gets the world going. It is the lifeblood of any organization.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the ability of mankind to communicate across barriers and beyond boundaries that has ushered the progress of mankind.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the ability of fostering speedy and effective communication around the world, which has shrunk the world and made ‘globalization’ a reality.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Communication is at once the cause and the consequence of a powerful world.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need for communication 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747700" y="2030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 is a social being. As a member of society he has to constantly interact with his fellow beings.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He has emotions, feelings, likes and dislikes. He has to give vent to all these.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He needs to convey and let others know what he feels. In other words, whatever be the environment in which a person is placed, he has to build links, establish relationships and have connections.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need for communication arises from man’s desire to express himself in a meaningful manner.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Reality check 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According to researchers,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 normal person  spends 50%-80% of  waking hours in communication. Of this: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About 45% is spent in listening;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About 30% is spent in speaking;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About 15% is spent in reading; and  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About 10% is spent in writing.</a:t>
            </a:r>
            <a:r>
              <a:rPr lang="en-US"/>
              <a:t>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Factors responsible for growing importance of communication 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Global Business Environment</a:t>
            </a: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Large-Scale Operations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Technological Advancement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Role of Information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Need for Better Human Relations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Increasing Social Role of modern businesses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Change in management style of business houses – participative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Diverse cultures and languages across the globe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Evolution of communication 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art of communication is as old as civilization.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art of communication, in fact, is older than the written word or even the spoken word.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Man learnt to communicate even before he learnt to speak, read and write. And communication is not unique to human beings alone.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Communication pervades the animal world as well. Birds and animals also communicate. The sounds they make do carry meanings.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Much before he learnt to speak, man had learnt to express himself through sounds, gestures and actions.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Process of communication </a:t>
            </a:r>
            <a:endParaRPr/>
          </a:p>
        </p:txBody>
      </p:sp>
      <p:pic>
        <p:nvPicPr>
          <p:cNvPr descr="Introduction to Communication – Professional Communications" id="133" name="Google Shape;13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5382" y="2161309"/>
            <a:ext cx="6788727" cy="37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RODUCTION TO COMMUNICATION - WikiEducator" id="138" name="Google Shape;138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7963" y="2104952"/>
            <a:ext cx="7647709" cy="3713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munications: Process, Importance, Types, Barriers with Examples" id="143" name="Google Shape;143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50" y="2010569"/>
            <a:ext cx="4762500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2020-11-11T03:02:26Z</dcterms:created>
  <dc:creator>kiraaan</dc:creator>
</cp:coreProperties>
</file>