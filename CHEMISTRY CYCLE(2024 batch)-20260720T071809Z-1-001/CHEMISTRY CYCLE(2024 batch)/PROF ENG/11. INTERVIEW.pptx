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25" r:id="rId5"/>
    <p:sldId id="326" r:id="rId6"/>
    <p:sldId id="327" r:id="rId7"/>
    <p:sldId id="328" r:id="rId8"/>
    <p:sldId id="329" r:id="rId9"/>
    <p:sldId id="330" r:id="rId10"/>
    <p:sldId id="338" r:id="rId11"/>
    <p:sldId id="340" r:id="rId12"/>
    <p:sldId id="33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05" autoAdjust="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wakar P" userId="5c48017b430d96be" providerId="LiveId" clId="{B0459418-CC75-4A0C-A38D-36E2F14C4983}"/>
    <pc:docChg chg="undo custSel delSld modSld">
      <pc:chgData name="Diwakar P" userId="5c48017b430d96be" providerId="LiveId" clId="{B0459418-CC75-4A0C-A38D-36E2F14C4983}" dt="2023-01-06T08:09:15.389" v="77" actId="20577"/>
      <pc:docMkLst>
        <pc:docMk/>
      </pc:docMkLst>
      <pc:sldChg chg="modSp mod">
        <pc:chgData name="Diwakar P" userId="5c48017b430d96be" providerId="LiveId" clId="{B0459418-CC75-4A0C-A38D-36E2F14C4983}" dt="2023-01-06T08:07:54.001" v="68" actId="20577"/>
        <pc:sldMkLst>
          <pc:docMk/>
          <pc:sldMk cId="855215445" sldId="325"/>
        </pc:sldMkLst>
        <pc:spChg chg="mod">
          <ac:chgData name="Diwakar P" userId="5c48017b430d96be" providerId="LiveId" clId="{B0459418-CC75-4A0C-A38D-36E2F14C4983}" dt="2023-01-06T08:07:17.385" v="35" actId="20577"/>
          <ac:spMkLst>
            <pc:docMk/>
            <pc:sldMk cId="855215445" sldId="325"/>
            <ac:spMk id="2" creationId="{A1307D8B-2864-21B6-1CE1-B605F29281C5}"/>
          </ac:spMkLst>
        </pc:spChg>
        <pc:spChg chg="mod">
          <ac:chgData name="Diwakar P" userId="5c48017b430d96be" providerId="LiveId" clId="{B0459418-CC75-4A0C-A38D-36E2F14C4983}" dt="2023-01-06T08:07:54.001" v="68" actId="20577"/>
          <ac:spMkLst>
            <pc:docMk/>
            <pc:sldMk cId="855215445" sldId="325"/>
            <ac:spMk id="4" creationId="{305E10E9-9AB7-0642-D4C4-DDFDAB7B5B2C}"/>
          </ac:spMkLst>
        </pc:spChg>
      </pc:sldChg>
      <pc:sldChg chg="modSp mod">
        <pc:chgData name="Diwakar P" userId="5c48017b430d96be" providerId="LiveId" clId="{B0459418-CC75-4A0C-A38D-36E2F14C4983}" dt="2023-01-06T08:08:22.254" v="72" actId="5793"/>
        <pc:sldMkLst>
          <pc:docMk/>
          <pc:sldMk cId="2924417010" sldId="328"/>
        </pc:sldMkLst>
        <pc:spChg chg="mod">
          <ac:chgData name="Diwakar P" userId="5c48017b430d96be" providerId="LiveId" clId="{B0459418-CC75-4A0C-A38D-36E2F14C4983}" dt="2023-01-06T08:08:22.254" v="72" actId="5793"/>
          <ac:spMkLst>
            <pc:docMk/>
            <pc:sldMk cId="2924417010" sldId="328"/>
            <ac:spMk id="4" creationId="{78D3FE44-803A-0FCA-D29B-EB40225C360F}"/>
          </ac:spMkLst>
        </pc:spChg>
      </pc:sldChg>
      <pc:sldChg chg="addSp delSp modSp mod">
        <pc:chgData name="Diwakar P" userId="5c48017b430d96be" providerId="LiveId" clId="{B0459418-CC75-4A0C-A38D-36E2F14C4983}" dt="2023-01-06T08:08:40.025" v="75" actId="478"/>
        <pc:sldMkLst>
          <pc:docMk/>
          <pc:sldMk cId="1263875044" sldId="329"/>
        </pc:sldMkLst>
        <pc:spChg chg="add del mod">
          <ac:chgData name="Diwakar P" userId="5c48017b430d96be" providerId="LiveId" clId="{B0459418-CC75-4A0C-A38D-36E2F14C4983}" dt="2023-01-06T08:08:40.025" v="75" actId="478"/>
          <ac:spMkLst>
            <pc:docMk/>
            <pc:sldMk cId="1263875044" sldId="329"/>
            <ac:spMk id="9" creationId="{28F193AF-EA3E-C11A-17CD-07B250B34353}"/>
          </ac:spMkLst>
        </pc:spChg>
        <pc:graphicFrameChg chg="add del mod">
          <ac:chgData name="Diwakar P" userId="5c48017b430d96be" providerId="LiveId" clId="{B0459418-CC75-4A0C-A38D-36E2F14C4983}" dt="2023-01-06T08:08:40.025" v="75" actId="478"/>
          <ac:graphicFrameMkLst>
            <pc:docMk/>
            <pc:sldMk cId="1263875044" sldId="329"/>
            <ac:graphicFrameMk id="6" creationId="{0C13AF58-0A57-17B6-8A17-FFB296CEA922}"/>
          </ac:graphicFrameMkLst>
        </pc:graphicFrameChg>
      </pc:sldChg>
      <pc:sldChg chg="del">
        <pc:chgData name="Diwakar P" userId="5c48017b430d96be" providerId="LiveId" clId="{B0459418-CC75-4A0C-A38D-36E2F14C4983}" dt="2023-01-06T08:09:08.667" v="76" actId="47"/>
        <pc:sldMkLst>
          <pc:docMk/>
          <pc:sldMk cId="2590855744" sldId="331"/>
        </pc:sldMkLst>
      </pc:sldChg>
      <pc:sldChg chg="modSp mod">
        <pc:chgData name="Diwakar P" userId="5c48017b430d96be" providerId="LiveId" clId="{B0459418-CC75-4A0C-A38D-36E2F14C4983}" dt="2023-01-06T08:09:15.389" v="77" actId="20577"/>
        <pc:sldMkLst>
          <pc:docMk/>
          <pc:sldMk cId="3334127647" sldId="339"/>
        </pc:sldMkLst>
        <pc:spChg chg="mod">
          <ac:chgData name="Diwakar P" userId="5c48017b430d96be" providerId="LiveId" clId="{B0459418-CC75-4A0C-A38D-36E2F14C4983}" dt="2023-01-06T08:09:15.389" v="77" actId="20577"/>
          <ac:spMkLst>
            <pc:docMk/>
            <pc:sldMk cId="3334127647" sldId="339"/>
            <ac:spMk id="27" creationId="{BB8B6963-69FE-8A03-5E86-2BF855024B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11705064"/>
        <c:axId val="1111706704"/>
      </c:barChart>
      <c:catAx>
        <c:axId val="1111705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Daytona Pro Condensed Light" panose="020B0306030503040204" pitchFamily="34" charset="0"/>
                <a:ea typeface="+mn-ea"/>
                <a:cs typeface="+mn-cs"/>
              </a:defRPr>
            </a:pPr>
            <a:endParaRPr lang="en-US"/>
          </a:p>
        </c:txPr>
        <c:crossAx val="1111706704"/>
        <c:crosses val="autoZero"/>
        <c:auto val="1"/>
        <c:lblAlgn val="ctr"/>
        <c:lblOffset val="100"/>
        <c:noMultiLvlLbl val="0"/>
      </c:catAx>
      <c:valAx>
        <c:axId val="11117067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_);_(* \(#,##0.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Daytona Pro Condensed Light" panose="020B0306030503040204" pitchFamily="34" charset="0"/>
                <a:ea typeface="+mn-ea"/>
                <a:cs typeface="+mn-cs"/>
              </a:defRPr>
            </a:pPr>
            <a:endParaRPr lang="en-US"/>
          </a:p>
        </c:txPr>
        <c:crossAx val="11117050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Daytona Pro Condensed Light" panose="020B030603050304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cap="all" baseline="0"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0.7351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5812B316-5213-075D-FDD3-B90728A2D8B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820275" cy="2882900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1/6/2023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1C745E-9B5A-59BF-BF50-4F251E39D58D}"/>
              </a:ext>
            </a:extLst>
          </p:cNvPr>
          <p:cNvSpPr/>
          <p:nvPr userDrawn="1"/>
        </p:nvSpPr>
        <p:spPr>
          <a:xfrm>
            <a:off x="304800" y="266701"/>
            <a:ext cx="11582400" cy="6324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2B4A7EA-9E3F-9CE1-56B5-92F4FDDA69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24100" y="758952"/>
            <a:ext cx="7543800" cy="5029200"/>
          </a:xfrm>
          <a:custGeom>
            <a:avLst/>
            <a:gdLst>
              <a:gd name="connsiteX0" fmla="*/ 3567113 w 7543800"/>
              <a:gd name="connsiteY0" fmla="*/ 4869270 h 5029200"/>
              <a:gd name="connsiteX1" fmla="*/ 3567113 w 7543800"/>
              <a:gd name="connsiteY1" fmla="*/ 4957572 h 5029200"/>
              <a:gd name="connsiteX2" fmla="*/ 3976688 w 7543800"/>
              <a:gd name="connsiteY2" fmla="*/ 4957572 h 5029200"/>
              <a:gd name="connsiteX3" fmla="*/ 3976688 w 7543800"/>
              <a:gd name="connsiteY3" fmla="*/ 4869270 h 5029200"/>
              <a:gd name="connsiteX4" fmla="*/ 0 w 7543800"/>
              <a:gd name="connsiteY4" fmla="*/ 0 h 5029200"/>
              <a:gd name="connsiteX5" fmla="*/ 7543800 w 7543800"/>
              <a:gd name="connsiteY5" fmla="*/ 0 h 5029200"/>
              <a:gd name="connsiteX6" fmla="*/ 7543800 w 7543800"/>
              <a:gd name="connsiteY6" fmla="*/ 5029200 h 5029200"/>
              <a:gd name="connsiteX7" fmla="*/ 0 w 7543800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43800" h="5029200">
                <a:moveTo>
                  <a:pt x="3567113" y="4869270"/>
                </a:moveTo>
                <a:lnTo>
                  <a:pt x="3567113" y="4957572"/>
                </a:lnTo>
                <a:lnTo>
                  <a:pt x="3976688" y="4957572"/>
                </a:lnTo>
                <a:lnTo>
                  <a:pt x="3976688" y="4869270"/>
                </a:lnTo>
                <a:close/>
                <a:moveTo>
                  <a:pt x="0" y="0"/>
                </a:moveTo>
                <a:lnTo>
                  <a:pt x="7543800" y="0"/>
                </a:lnTo>
                <a:lnTo>
                  <a:pt x="7543800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8960"/>
            <a:ext cx="10515600" cy="640080"/>
          </a:xfrm>
        </p:spPr>
        <p:txBody>
          <a:bodyPr anchor="ctr"/>
          <a:lstStyle>
            <a:lvl1pPr algn="ctr">
              <a:defRPr sz="60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F70834-CB8D-A95B-D859-6E5B4C6B4F78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4B2501-78A9-E41B-7C2D-09F09ADDCB5E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4462849" y="685800"/>
            <a:ext cx="7119551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24712"/>
            <a:ext cx="3886200" cy="548640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816352"/>
            <a:ext cx="3602736" cy="336499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000" cap="all" spc="0" baseline="0"/>
            </a:lvl1pPr>
            <a:lvl2pPr marL="228600">
              <a:defRPr spc="0" baseline="0"/>
            </a:lvl2pPr>
            <a:lvl3pPr marL="457200">
              <a:defRPr spc="0" baseline="0"/>
            </a:lvl3pPr>
            <a:lvl4pPr marL="685800">
              <a:defRPr spc="0" baseline="0"/>
            </a:lvl4pPr>
            <a:lvl5pPr marL="1143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6904" y="1188720"/>
            <a:ext cx="6638544" cy="448056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2E47F-4E2C-B4B2-51F0-43D9D15C5A60}"/>
              </a:ext>
            </a:extLst>
          </p:cNvPr>
          <p:cNvCxnSpPr>
            <a:cxnSpLocks/>
          </p:cNvCxnSpPr>
          <p:nvPr userDrawn="1"/>
        </p:nvCxnSpPr>
        <p:spPr>
          <a:xfrm>
            <a:off x="1295400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3578352" y="0"/>
            <a:ext cx="86136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824" y="1124712"/>
            <a:ext cx="5760720" cy="548640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824" y="2889504"/>
            <a:ext cx="5760720" cy="331927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000" cap="none" spc="0" baseline="0"/>
            </a:lvl1pPr>
            <a:lvl2pPr marL="228600">
              <a:defRPr spc="0" baseline="0"/>
            </a:lvl2pPr>
            <a:lvl3pPr marL="457200">
              <a:defRPr spc="0" baseline="0"/>
            </a:lvl3pPr>
            <a:lvl4pPr marL="685800">
              <a:defRPr spc="0" baseline="0"/>
            </a:lvl4pPr>
            <a:lvl5pPr marL="1143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36BAAC-D89F-682D-12A3-1C31F92F0FAF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877625-E710-6DF2-3E49-374C6DD8DBC0}"/>
              </a:ext>
            </a:extLst>
          </p:cNvPr>
          <p:cNvCxnSpPr>
            <a:cxnSpLocks/>
          </p:cNvCxnSpPr>
          <p:nvPr userDrawn="1"/>
        </p:nvCxnSpPr>
        <p:spPr>
          <a:xfrm>
            <a:off x="5447344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it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0AC02C-19A4-4754-CC96-34357DEFF5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7048" y="1481328"/>
            <a:ext cx="9144000" cy="3886200"/>
          </a:xfrm>
          <a:custGeom>
            <a:avLst/>
            <a:gdLst>
              <a:gd name="connsiteX0" fmla="*/ 6521576 w 9144000"/>
              <a:gd name="connsiteY0" fmla="*/ 2811867 h 3886200"/>
              <a:gd name="connsiteX1" fmla="*/ 6521576 w 9144000"/>
              <a:gd name="connsiteY1" fmla="*/ 2900169 h 3886200"/>
              <a:gd name="connsiteX2" fmla="*/ 6931151 w 9144000"/>
              <a:gd name="connsiteY2" fmla="*/ 2900169 h 3886200"/>
              <a:gd name="connsiteX3" fmla="*/ 6931151 w 9144000"/>
              <a:gd name="connsiteY3" fmla="*/ 2811867 h 3886200"/>
              <a:gd name="connsiteX4" fmla="*/ 0 w 9144000"/>
              <a:gd name="connsiteY4" fmla="*/ 0 h 3886200"/>
              <a:gd name="connsiteX5" fmla="*/ 9144000 w 9144000"/>
              <a:gd name="connsiteY5" fmla="*/ 0 h 3886200"/>
              <a:gd name="connsiteX6" fmla="*/ 9144000 w 9144000"/>
              <a:gd name="connsiteY6" fmla="*/ 3886200 h 3886200"/>
              <a:gd name="connsiteX7" fmla="*/ 0 w 9144000"/>
              <a:gd name="connsiteY7" fmla="*/ 3886200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3886200">
                <a:moveTo>
                  <a:pt x="6521576" y="2811867"/>
                </a:moveTo>
                <a:lnTo>
                  <a:pt x="6521576" y="2900169"/>
                </a:lnTo>
                <a:lnTo>
                  <a:pt x="6931151" y="2900169"/>
                </a:lnTo>
                <a:lnTo>
                  <a:pt x="6931151" y="2811867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3886200"/>
                </a:lnTo>
                <a:lnTo>
                  <a:pt x="0" y="3886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636" y="3200400"/>
            <a:ext cx="8110728" cy="457200"/>
          </a:xfrm>
        </p:spPr>
        <p:txBody>
          <a:bodyPr anchor="ctr"/>
          <a:lstStyle>
            <a:lvl1pPr algn="ctr">
              <a:defRPr sz="48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0" y="4745736"/>
            <a:ext cx="1389888" cy="1280160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7004C-CFEF-6E88-A3C1-60FBC7F8CD13}"/>
              </a:ext>
            </a:extLst>
          </p:cNvPr>
          <p:cNvSpPr/>
          <p:nvPr userDrawn="1"/>
        </p:nvSpPr>
        <p:spPr>
          <a:xfrm>
            <a:off x="8048624" y="4293195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3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609600"/>
            <a:ext cx="10058400" cy="914400"/>
          </a:xfrm>
        </p:spPr>
        <p:txBody>
          <a:bodyPr/>
          <a:lstStyle>
            <a:lvl1pPr>
              <a:defRPr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55945"/>
            <a:ext cx="9820656" cy="4352544"/>
          </a:xfrm>
        </p:spPr>
        <p:txBody>
          <a:bodyPr/>
          <a:lstStyle>
            <a:lvl1pPr>
              <a:defRPr spc="0" baseline="0"/>
            </a:lvl1pPr>
            <a:lvl2pPr>
              <a:defRPr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609600"/>
            <a:ext cx="9829800" cy="914400"/>
          </a:xfrm>
        </p:spPr>
        <p:txBody>
          <a:bodyPr/>
          <a:lstStyle>
            <a:lvl1pPr algn="ctr">
              <a:defRPr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1746504"/>
            <a:ext cx="9829800" cy="4352544"/>
          </a:xfrm>
        </p:spPr>
        <p:txBody>
          <a:bodyPr/>
          <a:lstStyle>
            <a:lvl1pPr>
              <a:defRPr spc="0" baseline="0"/>
            </a:lvl1pPr>
            <a:lvl2pPr>
              <a:defRPr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41840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7811310-A21F-0BFB-8198-22EDFCF9F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70576" y="658368"/>
            <a:ext cx="6821424" cy="334670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3D2EFC-F14F-5508-06EE-4E5B5C535E16}"/>
              </a:ext>
            </a:extLst>
          </p:cNvPr>
          <p:cNvCxnSpPr>
            <a:cxnSpLocks/>
          </p:cNvCxnSpPr>
          <p:nvPr userDrawn="1"/>
        </p:nvCxnSpPr>
        <p:spPr>
          <a:xfrm>
            <a:off x="1819102" y="554884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28A6ACFB-D620-056D-1C62-903C5FBCE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9656" y="5943600"/>
            <a:ext cx="4809744" cy="256032"/>
          </a:xfrm>
        </p:spPr>
        <p:txBody>
          <a:bodyPr/>
          <a:lstStyle>
            <a:lvl1pPr marL="0" indent="0" algn="l">
              <a:buNone/>
              <a:defRPr sz="2000" cap="all" spc="200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656" y="2459736"/>
            <a:ext cx="5157216" cy="2670048"/>
          </a:xfrm>
        </p:spPr>
        <p:txBody>
          <a:bodyPr anchor="b"/>
          <a:lstStyle>
            <a:lvl1pPr algn="l">
              <a:lnSpc>
                <a:spcPts val="5200"/>
              </a:lnSpc>
              <a:defRPr sz="360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18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021824" cy="53949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8448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6200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73952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34272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73952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73952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70848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70848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E73E07-0346-2BA8-44BC-6CB3BDEAAA99}"/>
              </a:ext>
            </a:extLst>
          </p:cNvPr>
          <p:cNvCxnSpPr>
            <a:cxnSpLocks/>
          </p:cNvCxnSpPr>
          <p:nvPr userDrawn="1"/>
        </p:nvCxnSpPr>
        <p:spPr>
          <a:xfrm>
            <a:off x="45924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E62977-27C7-5882-6A33-75257911D09A}"/>
              </a:ext>
            </a:extLst>
          </p:cNvPr>
          <p:cNvCxnSpPr>
            <a:cxnSpLocks/>
          </p:cNvCxnSpPr>
          <p:nvPr userDrawn="1"/>
        </p:nvCxnSpPr>
        <p:spPr>
          <a:xfrm>
            <a:off x="2004720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05476C-2972-A423-7282-BABA9AAB32E6}"/>
              </a:ext>
            </a:extLst>
          </p:cNvPr>
          <p:cNvCxnSpPr>
            <a:cxnSpLocks/>
          </p:cNvCxnSpPr>
          <p:nvPr userDrawn="1"/>
        </p:nvCxnSpPr>
        <p:spPr>
          <a:xfrm>
            <a:off x="9737699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0D781B-3CB4-A523-427F-3D444B28E60E}"/>
              </a:ext>
            </a:extLst>
          </p:cNvPr>
          <p:cNvCxnSpPr>
            <a:cxnSpLocks/>
          </p:cNvCxnSpPr>
          <p:nvPr userDrawn="1"/>
        </p:nvCxnSpPr>
        <p:spPr>
          <a:xfrm>
            <a:off x="71832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04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332720" cy="53949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36776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24528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8856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81744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10528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10528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34272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34272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4684061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2096160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983798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730623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09A756E1-5275-58A9-7B09-95BEA4F4F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636776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A4DA2F88-85BF-29B8-6321-AF19B25A626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24528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4636CEF4-05E9-F5BB-BD6F-6B081DBDCA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8856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67B57C06-A1D0-7C74-6A14-2BFF0B1FC17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81744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98448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98448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697C28E5-6260-6DA9-B4F0-665506F525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86200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594A25E-7F2D-4188-16B7-C34485FDD2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86200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584B38BF-6197-486D-7134-F86E1754AF7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10528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D788F8D9-8CDB-C458-9AAD-0426AB467D2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10528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78447882-2C86-B3A7-9450-29A0778E1B0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034272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E321AAE1-532A-23F0-9108-055D0D7BDFB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34272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BC4478-FBEA-422F-73BA-0A422F15D7EA}"/>
              </a:ext>
            </a:extLst>
          </p:cNvPr>
          <p:cNvCxnSpPr>
            <a:cxnSpLocks/>
          </p:cNvCxnSpPr>
          <p:nvPr userDrawn="1"/>
        </p:nvCxnSpPr>
        <p:spPr>
          <a:xfrm>
            <a:off x="4684061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2096160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9C9F7A3-B120-C59A-E379-173F84B7D153}"/>
              </a:ext>
            </a:extLst>
          </p:cNvPr>
          <p:cNvCxnSpPr>
            <a:cxnSpLocks/>
          </p:cNvCxnSpPr>
          <p:nvPr userDrawn="1"/>
        </p:nvCxnSpPr>
        <p:spPr>
          <a:xfrm>
            <a:off x="983798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073A4E7-9D16-A6C0-E297-A36B10A2FABB}"/>
              </a:ext>
            </a:extLst>
          </p:cNvPr>
          <p:cNvCxnSpPr>
            <a:cxnSpLocks/>
          </p:cNvCxnSpPr>
          <p:nvPr userDrawn="1"/>
        </p:nvCxnSpPr>
        <p:spPr>
          <a:xfrm>
            <a:off x="730623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77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5175504"/>
            <a:ext cx="12188952" cy="16824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088" y="609600"/>
            <a:ext cx="10021824" cy="1252728"/>
          </a:xfrm>
        </p:spPr>
        <p:txBody>
          <a:bodyPr/>
          <a:lstStyle>
            <a:lvl1pPr algn="ctr">
              <a:lnSpc>
                <a:spcPts val="576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83280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83280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68112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468112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2944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52944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3383280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9637776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7552944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5468112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37776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37776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1298448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10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88952" cy="16824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5221224"/>
            <a:ext cx="3621024" cy="621792"/>
          </a:xfrm>
        </p:spPr>
        <p:txBody>
          <a:bodyPr/>
          <a:lstStyle>
            <a:lvl1pPr algn="l">
              <a:lnSpc>
                <a:spcPts val="576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00984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12664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15200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21800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769F54-E10C-40C4-5EFF-E8A9CA520AEC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E7B1EF-9D07-1E66-7467-93C9AE48BD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9200" y="2871216"/>
            <a:ext cx="9595104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0984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12664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15200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21800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476138-49FF-70BE-6359-0A511EFB24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00984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6EFC43B-3F8D-6957-F343-F3D9C3E7A7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8448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6007DD2-0F2E-6F92-8457-FC670750ED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12664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06C5667F-C463-51B6-B8D6-F757BDB8AF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15200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FF09CBB-BD48-E8E5-EECF-B6CBC36B236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21800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33783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81D2A-2C75-8B2A-DA41-F42ABBA59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56832" cy="6858000"/>
          </a:xfrm>
          <a:custGeom>
            <a:avLst/>
            <a:gdLst>
              <a:gd name="connsiteX0" fmla="*/ 1295400 w 6656832"/>
              <a:gd name="connsiteY0" fmla="*/ 1492377 h 6858000"/>
              <a:gd name="connsiteX1" fmla="*/ 1295400 w 6656832"/>
              <a:gd name="connsiteY1" fmla="*/ 1580679 h 6858000"/>
              <a:gd name="connsiteX2" fmla="*/ 1704975 w 6656832"/>
              <a:gd name="connsiteY2" fmla="*/ 1580679 h 6858000"/>
              <a:gd name="connsiteX3" fmla="*/ 1704975 w 6656832"/>
              <a:gd name="connsiteY3" fmla="*/ 1492377 h 6858000"/>
              <a:gd name="connsiteX4" fmla="*/ 0 w 6656832"/>
              <a:gd name="connsiteY4" fmla="*/ 0 h 6858000"/>
              <a:gd name="connsiteX5" fmla="*/ 6656832 w 6656832"/>
              <a:gd name="connsiteY5" fmla="*/ 0 h 6858000"/>
              <a:gd name="connsiteX6" fmla="*/ 6656832 w 6656832"/>
              <a:gd name="connsiteY6" fmla="*/ 6858000 h 6858000"/>
              <a:gd name="connsiteX7" fmla="*/ 0 w 665683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56832" h="6858000">
                <a:moveTo>
                  <a:pt x="1295400" y="1492377"/>
                </a:moveTo>
                <a:lnTo>
                  <a:pt x="1295400" y="1580679"/>
                </a:lnTo>
                <a:lnTo>
                  <a:pt x="1704975" y="1580679"/>
                </a:lnTo>
                <a:lnTo>
                  <a:pt x="1704975" y="1492377"/>
                </a:lnTo>
                <a:close/>
                <a:moveTo>
                  <a:pt x="0" y="0"/>
                </a:moveTo>
                <a:lnTo>
                  <a:pt x="6656832" y="0"/>
                </a:lnTo>
                <a:lnTo>
                  <a:pt x="665683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609600"/>
            <a:ext cx="6656832" cy="530352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8448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anchor="t">
            <a:noAutofit/>
          </a:bodyPr>
          <a:lstStyle>
            <a:lvl1pPr marL="0" indent="0">
              <a:lnSpc>
                <a:spcPts val="240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8488" y="3630168"/>
            <a:ext cx="3886200" cy="2514600"/>
          </a:xfrm>
        </p:spPr>
        <p:txBody>
          <a:bodyPr/>
          <a:lstStyle>
            <a:lvl1pPr marL="0" indent="0">
              <a:buNone/>
              <a:defRPr sz="1400"/>
            </a:lvl1pPr>
            <a:lvl2pPr marL="228600">
              <a:defRPr sz="1400"/>
            </a:lvl2pPr>
            <a:lvl3pPr marL="457200">
              <a:defRPr sz="1400"/>
            </a:lvl3pPr>
            <a:lvl4pPr marL="685800">
              <a:defRPr sz="1400"/>
            </a:lvl4pPr>
            <a:lvl5pPr marL="11430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05600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anchor="t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13448" y="3630168"/>
            <a:ext cx="3886200" cy="2514600"/>
          </a:xfrm>
        </p:spPr>
        <p:txBody>
          <a:bodyPr/>
          <a:lstStyle>
            <a:lvl1pPr marL="0" indent="0">
              <a:buNone/>
              <a:defRPr sz="1400"/>
            </a:lvl1pPr>
            <a:lvl2pPr marL="228600">
              <a:defRPr sz="1400"/>
            </a:lvl2pPr>
            <a:lvl3pPr marL="457200">
              <a:defRPr sz="1400"/>
            </a:lvl3pPr>
            <a:lvl4pPr marL="685800">
              <a:defRPr sz="1400"/>
            </a:lvl4pPr>
            <a:lvl5pPr marL="11430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896335-CC4F-4D72-23F0-F7FBFA640021}"/>
              </a:ext>
            </a:extLst>
          </p:cNvPr>
          <p:cNvSpPr/>
          <p:nvPr userDrawn="1"/>
        </p:nvSpPr>
        <p:spPr>
          <a:xfrm>
            <a:off x="1295400" y="1492377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z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9EF4E7-F4EF-FFCD-9B0C-961E519F6DDD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014216"/>
            <a:ext cx="4160520" cy="18288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8080" y="621792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8080" y="1069848"/>
            <a:ext cx="3886200" cy="15270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98080" y="3172968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98080" y="3621024"/>
            <a:ext cx="3886200" cy="11795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D6DBECB-0E53-C186-A485-96A8FC1252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98448" y="612648"/>
            <a:ext cx="3200400" cy="3200400"/>
          </a:xfrm>
          <a:prstGeom prst="ellipse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F0B28D44-29B3-3396-973D-82E3611612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98080" y="5129784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06156AC-1153-3958-CFE6-6CDCC21C38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8080" y="5568696"/>
            <a:ext cx="3886200" cy="905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4CE90CA-176B-1E45-FECF-0290B1DCF55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45352" y="704088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365BC287-99EE-D6FA-48B9-1E6FFE9357E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45352" y="3273552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ECE7A377-A1E6-77DF-79F9-F251BD7577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5352" y="5166360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D976B1-BEF2-CB69-E97E-A6DAD1F04689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116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58819-7D9B-11CB-DBC5-CC8BC5C07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B2EEB-FE70-98B2-9437-0E1E91F92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AA902D-BDC9-E5AF-D40D-7B8DE616EBE0}"/>
              </a:ext>
            </a:extLst>
          </p:cNvPr>
          <p:cNvCxnSpPr>
            <a:cxnSpLocks/>
          </p:cNvCxnSpPr>
          <p:nvPr userDrawn="1"/>
        </p:nvCxnSpPr>
        <p:spPr>
          <a:xfrm>
            <a:off x="5890260" y="153619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A4017E-4CAA-8499-38AE-3A3306A7EB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34640" y="2057400"/>
            <a:ext cx="6519672" cy="2971800"/>
          </a:xfrm>
          <a:solidFill>
            <a:schemeClr val="accent4"/>
          </a:solidFill>
        </p:spPr>
        <p:txBody>
          <a:bodyPr lIns="576072" tIns="228600" rIns="576072" bIns="228600" anchor="ctr"/>
          <a:lstStyle>
            <a:lvl1pPr marL="0" indent="0" algn="ctr">
              <a:lnSpc>
                <a:spcPts val="2460"/>
              </a:lnSpc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9103CB5-F9EF-D6DA-A5D4-DCCAEBEBE6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71216" y="5330952"/>
            <a:ext cx="6519672" cy="152704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7F00C-8F19-CB9F-D5BF-9A5F4C77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324" y="609600"/>
            <a:ext cx="3959352" cy="53035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626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C402F40-958A-D2BF-629C-39B659EC9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1999" cy="6858000"/>
          </a:xfrm>
          <a:custGeom>
            <a:avLst/>
            <a:gdLst>
              <a:gd name="connsiteX0" fmla="*/ 5890261 w 12191999"/>
              <a:gd name="connsiteY0" fmla="*/ 4496651 h 6858000"/>
              <a:gd name="connsiteX1" fmla="*/ 5890261 w 12191999"/>
              <a:gd name="connsiteY1" fmla="*/ 4584953 h 6858000"/>
              <a:gd name="connsiteX2" fmla="*/ 6299835 w 12191999"/>
              <a:gd name="connsiteY2" fmla="*/ 4584953 h 6858000"/>
              <a:gd name="connsiteX3" fmla="*/ 6299835 w 12191999"/>
              <a:gd name="connsiteY3" fmla="*/ 4496651 h 6858000"/>
              <a:gd name="connsiteX4" fmla="*/ 0 w 12191999"/>
              <a:gd name="connsiteY4" fmla="*/ 0 h 6858000"/>
              <a:gd name="connsiteX5" fmla="*/ 12191999 w 12191999"/>
              <a:gd name="connsiteY5" fmla="*/ 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5890261" y="4496651"/>
                </a:moveTo>
                <a:lnTo>
                  <a:pt x="5890261" y="4584953"/>
                </a:lnTo>
                <a:lnTo>
                  <a:pt x="6299835" y="4584953"/>
                </a:lnTo>
                <a:lnTo>
                  <a:pt x="6299835" y="4496651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715" y="1485302"/>
            <a:ext cx="9120570" cy="3887396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bIns="1097280" anchor="b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612648"/>
            <a:ext cx="2286000" cy="228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5751576"/>
            <a:ext cx="9116568" cy="722376"/>
          </a:xfrm>
        </p:spPr>
        <p:txBody>
          <a:bodyPr anchor="ctr"/>
          <a:lstStyle>
            <a:lvl1pPr marL="0" indent="0" algn="ctr">
              <a:buNone/>
              <a:defRPr sz="20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9017C4-5BB0-DF6F-781B-FB81A3A5D977}"/>
              </a:ext>
            </a:extLst>
          </p:cNvPr>
          <p:cNvSpPr/>
          <p:nvPr userDrawn="1"/>
        </p:nvSpPr>
        <p:spPr>
          <a:xfrm>
            <a:off x="5890260" y="449665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BC7BE-FECC-8573-D4F0-FA004B4A04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B0707-D3A6-4BF0-3225-EC3851AD73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AE946-135C-E4E8-BA60-64AB48B87F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D67329-9F30-BEB7-31E2-FECA7FD59B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0684" y="987425"/>
            <a:ext cx="612470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83587-0236-046F-3B80-4D4EEA7A80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C67779-9FAD-3FE4-5C67-7E5313C03B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0684" y="993775"/>
            <a:ext cx="612470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70A4E-ED43-B5A1-F8FE-762E21A30A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4125545-56D8-5212-AA45-63F7C1DBF10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010F9766-B67A-A34E-2927-9A2D6360F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42952" y="1451496"/>
            <a:ext cx="1784352" cy="18945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cap="all" spc="1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A131BE-DFE5-28BE-2AF8-50ADF9AFDB94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53" r:id="rId12"/>
    <p:sldLayoutId id="2147483671" r:id="rId13"/>
    <p:sldLayoutId id="2147483672" r:id="rId14"/>
    <p:sldLayoutId id="2147483673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etri dish with some transparent capsules">
            <a:extLst>
              <a:ext uri="{FF2B5EF4-FFF2-40B4-BE49-F238E27FC236}">
                <a16:creationId xmlns:a16="http://schemas.microsoft.com/office/drawing/2014/main" id="{F8B829FC-0ACD-46C3-5D7E-74FB2C721D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21-century Interviews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Diwakar P​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68960"/>
            <a:ext cx="6090920" cy="467360"/>
          </a:xfrm>
        </p:spPr>
        <p:txBody>
          <a:bodyPr/>
          <a:lstStyle/>
          <a:p>
            <a:r>
              <a:rPr lang="en-IN" sz="1800" b="1" dirty="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KNOW THE COMPANY'S STRONG SUITS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EDB55-C0CF-1610-24F0-07462C63BC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6DE2E-F5E3-8CAF-A5C3-E67C03F538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953" y="2001520"/>
            <a:ext cx="5352047" cy="4179824"/>
          </a:xfrm>
        </p:spPr>
        <p:txBody>
          <a:bodyPr/>
          <a:lstStyle/>
          <a:p>
            <a:endParaRPr lang="en-US" dirty="0"/>
          </a:p>
          <a:p>
            <a:pPr algn="just"/>
            <a:r>
              <a:rPr lang="en-IN" sz="1800" dirty="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For example, if you find out the company places a high value on community involvement, you can make a point to incorporate something about community presence in your interview. </a:t>
            </a:r>
            <a:endParaRPr lang="en-US" dirty="0"/>
          </a:p>
        </p:txBody>
      </p:sp>
      <p:pic>
        <p:nvPicPr>
          <p:cNvPr id="8" name="Picture Placeholder 7" descr="Pipette diffusing dyes in flasks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" b="79"/>
          <a:stretch/>
        </p:blipFill>
        <p:spPr>
          <a:xfrm>
            <a:off x="6709337" y="1737360"/>
            <a:ext cx="4928167" cy="3230880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4788-646A-CF90-D67D-14752A71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823" y="1124712"/>
            <a:ext cx="6187681" cy="548640"/>
          </a:xfrm>
        </p:spPr>
        <p:txBody>
          <a:bodyPr/>
          <a:lstStyle/>
          <a:p>
            <a:r>
              <a:rPr lang="en-IN" sz="1800" b="1" dirty="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CLEAN UP YOUR SOCIAL MEDIA PROFILES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D8BC6-DD9D-7F06-3B9F-9F2B462E49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86F16-C3E1-6E51-D140-EF50382CA4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Placeholder 6" descr="Pipette over three glass jars">
            <a:extLst>
              <a:ext uri="{FF2B5EF4-FFF2-40B4-BE49-F238E27FC236}">
                <a16:creationId xmlns:a16="http://schemas.microsoft.com/office/drawing/2014/main" id="{7FFC92DA-E590-4A49-8738-10A5D4DBBE6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8575" y="1828800"/>
            <a:ext cx="2704465" cy="2704465"/>
          </a:xfrm>
          <a:custGeom>
            <a:avLst/>
            <a:gdLst>
              <a:gd name="connsiteX0" fmla="*/ 1600200 w 3200400"/>
              <a:gd name="connsiteY0" fmla="*/ 0 h 3200400"/>
              <a:gd name="connsiteX1" fmla="*/ 3200400 w 3200400"/>
              <a:gd name="connsiteY1" fmla="*/ 1600200 h 3200400"/>
              <a:gd name="connsiteX2" fmla="*/ 1600200 w 3200400"/>
              <a:gd name="connsiteY2" fmla="*/ 3200400 h 3200400"/>
              <a:gd name="connsiteX3" fmla="*/ 0 w 3200400"/>
              <a:gd name="connsiteY3" fmla="*/ 1600200 h 3200400"/>
              <a:gd name="connsiteX4" fmla="*/ 1600200 w 3200400"/>
              <a:gd name="connsiteY4" fmla="*/ 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0400" h="3200400">
                <a:moveTo>
                  <a:pt x="1600200" y="0"/>
                </a:moveTo>
                <a:cubicBezTo>
                  <a:pt x="2483966" y="0"/>
                  <a:pt x="3200400" y="716434"/>
                  <a:pt x="3200400" y="1600200"/>
                </a:cubicBezTo>
                <a:cubicBezTo>
                  <a:pt x="3200400" y="2483966"/>
                  <a:pt x="2483966" y="3200400"/>
                  <a:pt x="1600200" y="3200400"/>
                </a:cubicBezTo>
                <a:cubicBezTo>
                  <a:pt x="716434" y="3200400"/>
                  <a:pt x="0" y="2483966"/>
                  <a:pt x="0" y="1600200"/>
                </a:cubicBezTo>
                <a:cubicBezTo>
                  <a:pt x="0" y="716434"/>
                  <a:pt x="716434" y="0"/>
                  <a:pt x="1600200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9C890-ADC6-0AA7-BBC0-05E856AA7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0" y="2438401"/>
            <a:ext cx="6486144" cy="1188719"/>
          </a:xfrm>
        </p:spPr>
        <p:txBody>
          <a:bodyPr/>
          <a:lstStyle/>
          <a:p>
            <a:pPr marL="0" indent="0">
              <a:lnSpc>
                <a:spcPts val="2400"/>
              </a:lnSpc>
              <a:buNone/>
            </a:pPr>
            <a:r>
              <a:rPr lang="en-IN" sz="180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In fact, 91 percent of employers check out job candidates on social media before an interview. </a:t>
            </a:r>
            <a:endParaRPr lang="en-US" sz="2000" spc="0" dirty="0"/>
          </a:p>
        </p:txBody>
      </p:sp>
    </p:spTree>
    <p:extLst>
      <p:ext uri="{BB962C8B-B14F-4D97-AF65-F5344CB8AC3E}">
        <p14:creationId xmlns:p14="http://schemas.microsoft.com/office/powerpoint/2010/main" val="2810133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White DNA structure">
            <a:extLst>
              <a:ext uri="{FF2B5EF4-FFF2-40B4-BE49-F238E27FC236}">
                <a16:creationId xmlns:a16="http://schemas.microsoft.com/office/drawing/2014/main" id="{7F21F877-E428-8BB2-045F-D9FA57744C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8968" y="1485900"/>
            <a:ext cx="9144000" cy="38862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3924A06-2533-68FE-6815-A6208AD97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636" y="1666240"/>
            <a:ext cx="8110728" cy="497840"/>
          </a:xfrm>
        </p:spPr>
        <p:txBody>
          <a:bodyPr/>
          <a:lstStyle/>
          <a:p>
            <a:r>
              <a:rPr lang="en-IN" sz="1800" b="1" dirty="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PREPARE 'YOUR' STORY STATEMENTS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3FE44-803A-0FCA-D29B-EB40225C3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3760" y="2275840"/>
            <a:ext cx="8007604" cy="2763520"/>
          </a:xfrm>
        </p:spPr>
        <p:txBody>
          <a:bodyPr/>
          <a:lstStyle/>
          <a:p>
            <a:pPr marL="285750" indent="-285750" algn="just">
              <a:lnSpc>
                <a:spcPts val="18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C00000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21st century where your story statement is concerned, as it is still one of the most important parts of your interview. You should think carefully about:</a:t>
            </a:r>
            <a:endParaRPr lang="en-IN" sz="1800" b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18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you are passionate about in life and what your professional goals are.</a:t>
            </a: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18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steps led you to want this particular job?</a:t>
            </a: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18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has your previous employment, education and experience prepared you for the job for which you are applying?</a:t>
            </a: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417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856F-92A5-9936-EAA5-B01FC81B4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609600"/>
            <a:ext cx="10058399" cy="487680"/>
          </a:xfrm>
        </p:spPr>
        <p:txBody>
          <a:bodyPr/>
          <a:lstStyle/>
          <a:p>
            <a:pPr algn="ctr"/>
            <a:r>
              <a:rPr lang="en-IN" sz="1800" b="1" dirty="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DO YOUR HOMEWORK 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E31DF-7A65-925F-3A83-F62DFCE2A22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4DDCD-707A-A5D7-B2C6-B463856CE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6" name="Content Placeholder 5" descr="Bar chart">
            <a:extLst>
              <a:ext uri="{FF2B5EF4-FFF2-40B4-BE49-F238E27FC236}">
                <a16:creationId xmlns:a16="http://schemas.microsoft.com/office/drawing/2014/main" id="{0C13AF58-0A57-17B6-8A17-FFB296CEA9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4589698"/>
              </p:ext>
            </p:extLst>
          </p:nvPr>
        </p:nvGraphicFramePr>
        <p:xfrm>
          <a:off x="1295399" y="1468119"/>
          <a:ext cx="9820275" cy="3921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63875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9D63F-F67D-B1A6-9772-28B26C23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609600"/>
            <a:ext cx="9829800" cy="5486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ADF85-A479-7797-B775-BEC7354842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73E4D-D096-DA02-6E8D-C161D57C2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6C2971-2624-3BC6-AF80-3338CCF50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sz="2400" b="1" dirty="0">
              <a:solidFill>
                <a:srgbClr val="777777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b="1" dirty="0">
              <a:solidFill>
                <a:srgbClr val="777777"/>
              </a:solidFill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2400" b="1" dirty="0">
              <a:solidFill>
                <a:srgbClr val="777777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2400" b="1" dirty="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PRACTICE MAKES PERFECT </a:t>
            </a:r>
            <a:b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358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7103A8-AEEA-50D3-BE61-CC85D24B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0" y="609600"/>
            <a:ext cx="7376160" cy="530352"/>
          </a:xfrm>
        </p:spPr>
        <p:txBody>
          <a:bodyPr/>
          <a:lstStyle/>
          <a:p>
            <a:r>
              <a:rPr lang="en-US" sz="2800" dirty="0"/>
              <a:t>Strategies for Interview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5BCABC-85E9-BA68-F054-2D775922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978ADB-AD70-DE7C-4643-85C48AE127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03147-27BE-7492-36B6-F405F1156F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Prep Questions in Advance. ...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Choose the Right Interviewer(s) ...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Listen More Than You Talk. ...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Avoid the Tried and True. ...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Elicit Practical Information. ...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Talk About Your Company Brand and Culture</a:t>
            </a:r>
          </a:p>
          <a:p>
            <a:endParaRPr lang="en-US" sz="2000" spc="0" dirty="0">
              <a:ea typeface="+mn-lt"/>
              <a:cs typeface="+mn-lt"/>
            </a:endParaRPr>
          </a:p>
        </p:txBody>
      </p:sp>
      <p:pic>
        <p:nvPicPr>
          <p:cNvPr id="7" name="Picture Placeholder 6" descr="Test tubes with one test tube in orange with drops">
            <a:extLst>
              <a:ext uri="{FF2B5EF4-FFF2-40B4-BE49-F238E27FC236}">
                <a16:creationId xmlns:a16="http://schemas.microsoft.com/office/drawing/2014/main" id="{70A9CAB5-92AE-2C08-1CA8-8B55D552EE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 amt="5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1216" y="5330952"/>
            <a:ext cx="6519672" cy="1527048"/>
          </a:xfrm>
          <a:custGeom>
            <a:avLst/>
            <a:gdLst>
              <a:gd name="connsiteX0" fmla="*/ 0 w 6515097"/>
              <a:gd name="connsiteY0" fmla="*/ 0 h 2133600"/>
              <a:gd name="connsiteX1" fmla="*/ 6515097 w 6515097"/>
              <a:gd name="connsiteY1" fmla="*/ 0 h 2133600"/>
              <a:gd name="connsiteX2" fmla="*/ 6515097 w 6515097"/>
              <a:gd name="connsiteY2" fmla="*/ 2133600 h 2133600"/>
              <a:gd name="connsiteX3" fmla="*/ 0 w 6515097"/>
              <a:gd name="connsiteY3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15097" h="2133600">
                <a:moveTo>
                  <a:pt x="0" y="0"/>
                </a:moveTo>
                <a:lnTo>
                  <a:pt x="6515097" y="0"/>
                </a:lnTo>
                <a:lnTo>
                  <a:pt x="6515097" y="2133600"/>
                </a:lnTo>
                <a:lnTo>
                  <a:pt x="0" y="21336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9420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F83675-CE9A-17C6-68E7-E09786C56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30D880-3846-24C0-5808-2FD8A6EB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8A61A-462F-26A4-78DF-6323637304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58240" y="985520"/>
            <a:ext cx="10149840" cy="4043680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One-on-one interview. A one-on-one interview is a traditional kind where you meet with a hiring manager or human resources professional to answer questions.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Panel interview.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Distance interview.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Behavioral interview.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Group interview.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Working interview.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Informal interview.</a:t>
            </a:r>
          </a:p>
          <a:p>
            <a:endParaRPr lang="en-IN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CF77695-9512-E7B8-5282-2D3218217D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F66051-9609-2787-3901-A800CCC8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216" y="213360"/>
            <a:ext cx="6140704" cy="538480"/>
          </a:xfrm>
        </p:spPr>
        <p:txBody>
          <a:bodyPr/>
          <a:lstStyle/>
          <a:p>
            <a:r>
              <a:rPr lang="en-IN" sz="2400" dirty="0"/>
              <a:t>Types of Interviews </a:t>
            </a:r>
          </a:p>
        </p:txBody>
      </p:sp>
    </p:spTree>
    <p:extLst>
      <p:ext uri="{BB962C8B-B14F-4D97-AF65-F5344CB8AC3E}">
        <p14:creationId xmlns:p14="http://schemas.microsoft.com/office/powerpoint/2010/main" val="3960409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White DNA structure">
            <a:extLst>
              <a:ext uri="{FF2B5EF4-FFF2-40B4-BE49-F238E27FC236}">
                <a16:creationId xmlns:a16="http://schemas.microsoft.com/office/drawing/2014/main" id="{6D8705D1-EA1F-3113-ABE0-EC474D1F18D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1130D679-D78E-1F15-EC3D-4BED6D69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  <p:pic>
        <p:nvPicPr>
          <p:cNvPr id="22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862BA3D8-52E1-692C-F244-F7882DAD228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B8B6963-69FE-8A03-5E86-2BF855024B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lnSpc>
                <a:spcPts val="2660"/>
              </a:lnSpc>
              <a:spcBef>
                <a:spcPts val="0"/>
              </a:spcBef>
              <a:buNone/>
            </a:pPr>
            <a:endParaRPr lang="en-US" sz="2000" cap="all" spc="0" dirty="0"/>
          </a:p>
        </p:txBody>
      </p:sp>
    </p:spTree>
    <p:extLst>
      <p:ext uri="{BB962C8B-B14F-4D97-AF65-F5344CB8AC3E}">
        <p14:creationId xmlns:p14="http://schemas.microsoft.com/office/powerpoint/2010/main" val="3334127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-Discovery_Win32_EF_v4" id="{D94798B6-E450-4518-8015-6EE17CD1412B}" vid="{16A04E6B-C80A-471C-86D6-D49E9EAD76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746342-5E84-430E-9251-61001F208E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E8B3377-22F1-4153-96F0-CC2E4BE41C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B2FABB-45EC-440E-B647-8CA57BA45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{255A5D2C-DC06-4A16-9701-54CB9960D9EF}tf67061901_win32</Template>
  <TotalTime>81</TotalTime>
  <Words>261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</vt:lpstr>
      <vt:lpstr>Calibri</vt:lpstr>
      <vt:lpstr>Daytona Condensed Light</vt:lpstr>
      <vt:lpstr>Open Sans</vt:lpstr>
      <vt:lpstr>Posterama</vt:lpstr>
      <vt:lpstr>Symbol</vt:lpstr>
      <vt:lpstr>Office Theme</vt:lpstr>
      <vt:lpstr>21-century Interviews</vt:lpstr>
      <vt:lpstr>KNOW THE COMPANY'S STRONG SUITS</vt:lpstr>
      <vt:lpstr>CLEAN UP YOUR SOCIAL MEDIA PROFILES</vt:lpstr>
      <vt:lpstr>PREPARE 'YOUR' STORY STATEMENTS</vt:lpstr>
      <vt:lpstr>DO YOUR HOMEWORK </vt:lpstr>
      <vt:lpstr>PowerPoint Presentation</vt:lpstr>
      <vt:lpstr>Strategies for Interview  </vt:lpstr>
      <vt:lpstr>Types of Interviews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DISCOVERY</dc:title>
  <dc:creator>Diwakar P</dc:creator>
  <cp:lastModifiedBy>Diwakar P</cp:lastModifiedBy>
  <cp:revision>1</cp:revision>
  <dcterms:created xsi:type="dcterms:W3CDTF">2023-01-06T07:49:45Z</dcterms:created>
  <dcterms:modified xsi:type="dcterms:W3CDTF">2023-01-06T09:11:32Z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