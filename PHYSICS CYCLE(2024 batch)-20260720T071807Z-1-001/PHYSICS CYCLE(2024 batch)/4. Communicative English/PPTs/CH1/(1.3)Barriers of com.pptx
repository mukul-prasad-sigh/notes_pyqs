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8" roundtripDataSignature="AMtx7mhgEyH2Bv6lq8g6Q7y/JAdLFkeD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Communicative English  </a:t>
            </a:r>
            <a:b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Faculty – Dr. Kiran Magavi</a:t>
            </a:r>
            <a:b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– Humanities and Social Sciences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Patterns and levels of communication 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Patterns of communication 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way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Two way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to one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to many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to one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One way communication 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person instructing another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person continuously speaking without the other getting a chance to speak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giving  directions to the other to do something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passing on information/ messages etc to the other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Two way communication 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person X instructs to 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 replies to 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X exchanges notes/ opinion on the same to 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 again responds to X ……..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Two way communication can be classified into two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to many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many to one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they however , must respond to one another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One to one 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Only one sender and receiver exchanging messages – one to one in two way communication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to many – there is only one sender and many receivers. All receivers send replies to the sender – one to many in a two way communication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Many to one communication 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Several senders and one receiver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Receiver should reply to all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Above is many to one in a two way communication pattern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Important points for the communication system to function properly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/>
              <a:t>What is the information to be conveyed?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/>
              <a:t>Who requires it?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/>
              <a:t>What should be it’s form?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/>
              <a:t>What are the techniques of dissemination/ method to broadcast or send the message?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/>
              <a:t>What are the technological aids that can be used?</a:t>
            </a:r>
            <a:endParaRPr/>
          </a:p>
          <a:p>
            <a:pPr indent="-349885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Levels of communication 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1. Extra personal – communication between human and non –human living beings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2. Intrapersonal – thinking, talking to oneself, auto suggestion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3. Interpersonal – sharing information among people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4. Organizational – hierarchy / protocol is followed.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There are 3 types/ classification 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/>
              <a:t>Internal operational – for work conducted within the organization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/>
              <a:t>External operational – for work conducted outside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/>
              <a:t>Personal – any communication that occurs without a business purpose – gossip, chatter, talk – grapevine etc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5. Mass communication – requires a media to transmit the message – for a large audience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Barriers to communication 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Listening barriers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Interrupting the speaker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Not maintaining eye contact with the speaker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Rushing the speaker –impatient listener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Being distracted always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Getting ahead of the speaker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Ignoring decency , decorum and requests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Interrupting the speaker with one’s own examples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Deviation due to lack of listening and hence forgetting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/>
              <a:t>Probing to test by asking too many questions without listening carefully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2.Barriers while speaking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Unclear messages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Lack of consistency in talk/ communication process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Incomplete sentences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understanding the receiver’s language, thoughts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seeking clarifications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838200" y="365125"/>
            <a:ext cx="10515600" cy="944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Environmental barriers – noise as a main pollutant and barrier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838200" y="1441938"/>
            <a:ext cx="10515600" cy="5213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Noise does not mean sound but a break/ disturbance in the communication process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 is an unplanned interference in the communication process or environment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 affects the transmission of message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Noise can be classified as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Channel – mechanics of the medium – telephone lines etc, it erupts externally , in written illegible writing is channel barrier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Semantic – internal – resulting from the errors in the message itself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Implied meanings, connotations interpreted differently by the receiver , ambiguous sentence structure, faulty spellings, incorrect diction etc 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Cultural barriers 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Socio economic conditions – status and hierarchy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Cultural background – views , beliefs, norms, taboos and practices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Language and accent – influence of mother tongue , hesitation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Behavior and nature – ego, complexes , introverted, extroverted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Religion – differences in beliefs, dogmatic, strict adherence to religion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Individual /psychological behaviors </a:t>
            </a:r>
            <a:endParaRPr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Mind set , perceptions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Wave length of individuals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Sense of humor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Sense of explanation – some prefer brief, some detailed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Poor retention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Closed and rigid mindset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Lack of knowledge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Lack of ability to filter information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838200" y="0"/>
            <a:ext cx="10515600" cy="1213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Interpersonal communication and skills </a:t>
            </a:r>
            <a:endParaRPr/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371061" y="1325216"/>
            <a:ext cx="11397000" cy="52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Simply put, “interpersonal” is most frequently defined as something “between people.” In this case, it’s communication but it’s more than mere “talk.”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Refers to the entire process and practice of exchanging ideas, information, and even emotional experiences that can be shared between people. It is a potent and vital force that isn't just all about words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It’s an array of cues that come from the voice, body language, facial expressions, and gestures.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Effective interpersonal communication is the bedrock upon which relationships in business (and beyond) are built.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Good interpersonal communication is the catalyst for action. When it’s done right, it can truly turn ideas into action.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2020-11-25T08:36:47Z</dcterms:created>
  <dc:creator>Rishi Magavi</dc:creator>
</cp:coreProperties>
</file>